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0" r:id="rId2"/>
    <p:sldId id="257" r:id="rId3"/>
    <p:sldId id="258" r:id="rId4"/>
    <p:sldId id="271" r:id="rId5"/>
    <p:sldId id="273" r:id="rId6"/>
    <p:sldId id="261" r:id="rId7"/>
    <p:sldId id="265" r:id="rId8"/>
    <p:sldId id="264" r:id="rId9"/>
    <p:sldId id="262" r:id="rId10"/>
    <p:sldId id="268" r:id="rId11"/>
    <p:sldId id="266" r:id="rId12"/>
    <p:sldId id="272" r:id="rId13"/>
    <p:sldId id="269" r:id="rId14"/>
    <p:sldId id="278" r:id="rId15"/>
    <p:sldId id="279" r:id="rId16"/>
    <p:sldId id="276" r:id="rId17"/>
    <p:sldId id="277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44" autoAdjust="0"/>
    <p:restoredTop sz="94672"/>
  </p:normalViewPr>
  <p:slideViewPr>
    <p:cSldViewPr snapToGrid="0">
      <p:cViewPr varScale="1">
        <p:scale>
          <a:sx n="69" d="100"/>
          <a:sy n="69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DA203-4288-4D1F-B809-DF32A4F74DD7}" type="datetimeFigureOut">
              <a:rPr lang="en-IN" smtClean="0"/>
              <a:t>26-12-2022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0240A-D98D-4149-A83B-4D42FA1106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46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A0240A-D98D-4149-A83B-4D42FA11060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11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0150-A57B-18A8-18B9-7409E8703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B08D6-27E8-5848-9CFD-4BF43DC1A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FD7C7-2F67-4B2B-60D1-722A761B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12C1B-3469-9F1E-CC0A-2976434A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492C5-A575-9761-8B81-922B79FF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8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D606-E051-DCC7-5368-041518F1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202BA-56DE-4E4D-EB02-FFCF5868A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5C926-A3F6-9F18-5AD3-6A9739D65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39C5-F7DB-C038-43C2-D870731E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7283F-5C72-0164-0BE9-F77313BC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2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EEA9-F417-F322-9232-08E7EEF0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E153-0305-0579-7045-4863991BE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39830-A0FC-37E9-0345-B671E307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5BCE-01AE-4C37-FCEC-0AD6CF7C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53D27-4A69-BB91-DF07-C5E617DF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3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E95C-247C-8CBC-4F1D-1F747E2C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3763D-EE87-CE9C-EE4D-12DC23412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B8313-066E-66C7-39AD-8A1970738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F87A7-61CF-4B18-D778-C8BA2293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2D700-2212-5191-ADA1-2F6C3A0B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7CEE7-B83D-C5F4-4A14-9E83DF88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4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2CC2C-62EC-B26F-76A5-623A5E95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D4185-1111-B416-CA8C-209241DE0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D7A8A-53CD-FF5B-20C5-9C99B5554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81888-98FB-F556-2F82-AB4AD1E50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110AC-EFCA-15AA-A1A2-7BDFA485D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0741E-BB96-EA3C-A3C1-A5387EC7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E64E3F-B3AC-9327-2E2E-EBE8DB794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8A4CA-F131-7306-71D7-C8836378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0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AA07-07DF-9CA4-2B13-429CF6E22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5563E-0418-571E-2276-0807CBE9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FFD8D-EC18-3F74-CA76-98987CFE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569FA-97D9-9A5D-7FDF-C7F114F4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5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D7D00-2680-2619-5354-0D3B66E5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73F15A-BFC8-8EDB-DDD8-58A63B6A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8C002-4266-4491-C1F9-DBA03169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2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7BA9-3FD2-FB4F-5FFD-1EA5C1A6E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AF848-80F0-8ACB-036B-A80F5ECF4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5F4B2-3125-939C-1C9A-EA67D8C2A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B81B0-9679-1AAE-2EC5-AE1F35729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ADFBA-EF00-70A7-D9AF-D3D5D06B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DBE44-3818-D104-DB85-5063742E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8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C5D8-1DC9-93B9-05F9-0AAEFAB2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95FD9-76D4-AE7B-13A7-A3889C079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96E2B-B127-F345-446C-606978B20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F9353-E10A-4736-FD1C-5D65FA7D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C125E-83B3-C9FE-BF8F-10180872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05C96-277B-8266-5B2E-AC0B8E76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2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7866-5DA9-C770-8B54-5CEC8641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ED39A-F1EC-AC49-1F2E-D23DC3C9C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B3380-449C-BD93-8012-129E07F66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AB5C6-0CFF-884B-107C-8E57C5F7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2246-226F-68D2-11A6-A9B41FA7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9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41D3B-12C3-FB2E-0603-FF3BB6443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CCD3B-C9D3-5B91-9C51-8A12DEC33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67208-A2AB-9794-F12A-8FE27FE81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D9C09-E3E1-1E4D-121F-E6E85458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9CD8-DE05-E998-094A-0C04242B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3238D-35FF-C11C-263D-64E9D4CE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4DFE1-A189-C76E-86E7-9AD711612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86E1D-F75A-B2DC-CE00-71588E2B6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AA1AA-A630-BC4F-A74B-348E712DE6C3}" type="datetimeFigureOut">
              <a:rPr lang="en-US" smtClean="0"/>
              <a:t>12/26/2022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78669-9081-BC63-9BA2-C157128BC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1492B-BB0D-0B98-C120-C56D1F26D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CD974-B93C-3E41-B7AA-5EF4AA90F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1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818" y="365125"/>
            <a:ext cx="8859982" cy="1325563"/>
          </a:xfrm>
        </p:spPr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World </a:t>
            </a:r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</a:rPr>
              <a:t>of celebrities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‎</a:t>
            </a:r>
          </a:p>
        </p:txBody>
      </p:sp>
    </p:spTree>
    <p:extLst>
      <p:ext uri="{BB962C8B-B14F-4D97-AF65-F5344CB8AC3E}">
        <p14:creationId xmlns:p14="http://schemas.microsoft.com/office/powerpoint/2010/main" val="3179401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71D3F-CDCF-66F5-5C71-4AFF5324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 dirty="0">
                <a:latin typeface="Bauhaus 93" pitchFamily="82" charset="77"/>
              </a:rPr>
              <a:t>What </a:t>
            </a:r>
            <a:r>
              <a:rPr lang="en-US" sz="4600" dirty="0" smtClean="0">
                <a:latin typeface="Bauhaus 93" pitchFamily="82" charset="77"/>
              </a:rPr>
              <a:t>do you mean by </a:t>
            </a:r>
            <a:r>
              <a:rPr lang="en-US" sz="4600" dirty="0">
                <a:latin typeface="Bauhaus 93" pitchFamily="82" charset="77"/>
              </a:rPr>
              <a:t>celebrities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3C193-7367-207D-80F1-F2CA86301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 fontScale="92500"/>
          </a:bodyPr>
          <a:lstStyle/>
          <a:p>
            <a:r>
              <a:rPr lang="en-IN" dirty="0"/>
              <a:t>A</a:t>
            </a:r>
            <a:r>
              <a:rPr lang="en-US" dirty="0" smtClean="0"/>
              <a:t> </a:t>
            </a:r>
            <a:r>
              <a:rPr lang="en-US" dirty="0"/>
              <a:t>famous person, especially in entertainment or sport.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IN" u="sng" dirty="0" smtClean="0">
                <a:solidFill>
                  <a:schemeClr val="accent1"/>
                </a:solidFill>
              </a:rPr>
              <a:t>Example</a:t>
            </a:r>
            <a:r>
              <a:rPr lang="en-IN" u="sng" dirty="0">
                <a:solidFill>
                  <a:schemeClr val="accent1"/>
                </a:solidFill>
              </a:rPr>
              <a:t>:-</a:t>
            </a:r>
          </a:p>
          <a:p>
            <a:pPr marL="0" indent="0">
              <a:buNone/>
            </a:pPr>
            <a:r>
              <a:rPr lang="en-IN" sz="2400" dirty="0"/>
              <a:t>She/He has been </a:t>
            </a:r>
            <a:r>
              <a:rPr lang="en-IN" sz="2400" dirty="0" smtClean="0"/>
              <a:t>a viral celebrities </a:t>
            </a:r>
          </a:p>
          <a:p>
            <a:pPr marL="0" indent="0">
              <a:buNone/>
            </a:pPr>
            <a:r>
              <a:rPr lang="en-IN" u="sng" dirty="0" smtClean="0">
                <a:solidFill>
                  <a:schemeClr val="accent1"/>
                </a:solidFill>
              </a:rPr>
              <a:t>Origin:-</a:t>
            </a:r>
            <a:endParaRPr lang="en-IN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IN" sz="2400" dirty="0"/>
              <a:t>It comes from the Latin </a:t>
            </a:r>
            <a:r>
              <a:rPr lang="en-IN" b="1" dirty="0" err="1" smtClean="0"/>
              <a:t>celebritās</a:t>
            </a:r>
            <a:r>
              <a:rPr lang="en-IN" b="1" dirty="0"/>
              <a:t> </a:t>
            </a:r>
            <a:r>
              <a:rPr lang="en-IN" sz="2400" dirty="0" smtClean="0"/>
              <a:t>, </a:t>
            </a:r>
            <a:r>
              <a:rPr lang="en-IN" sz="2400" dirty="0"/>
              <a:t>which means, </a:t>
            </a:r>
            <a:r>
              <a:rPr lang="en-IN" sz="2400" dirty="0" smtClean="0"/>
              <a:t>“famous”</a:t>
            </a:r>
            <a:endParaRPr lang="en-US" sz="2400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17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C766-2A52-D5A2-9D1E-C38A1C29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152448"/>
            <a:ext cx="3475149" cy="1325563"/>
          </a:xfrm>
        </p:spPr>
        <p:txBody>
          <a:bodyPr>
            <a:normAutofit fontScale="90000"/>
          </a:bodyPr>
          <a:lstStyle/>
          <a:p>
            <a:r>
              <a:rPr lang="en-US" sz="6600" dirty="0">
                <a:solidFill>
                  <a:schemeClr val="bg1"/>
                </a:solidFill>
                <a:latin typeface="Bauhaus 93" pitchFamily="82" charset="77"/>
              </a:rPr>
              <a:t>Stephen Hawking</a:t>
            </a:r>
          </a:p>
        </p:txBody>
      </p:sp>
    </p:spTree>
    <p:extLst>
      <p:ext uri="{BB962C8B-B14F-4D97-AF65-F5344CB8AC3E}">
        <p14:creationId xmlns:p14="http://schemas.microsoft.com/office/powerpoint/2010/main" val="17552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3382" y="332509"/>
            <a:ext cx="9580418" cy="6068291"/>
          </a:xfrm>
        </p:spPr>
        <p:txBody>
          <a:bodyPr/>
          <a:lstStyle/>
          <a:p>
            <a:r>
              <a:rPr lang="en-IN" dirty="0" smtClean="0"/>
              <a:t>Who </a:t>
            </a:r>
            <a:r>
              <a:rPr lang="en-IN" dirty="0"/>
              <a:t>was Stephen William Hawking</a:t>
            </a:r>
            <a:r>
              <a:rPr lang="en-IN" b="1" dirty="0"/>
              <a:t> </a:t>
            </a:r>
            <a:r>
              <a:rPr lang="en-IN" b="1" dirty="0" smtClean="0"/>
              <a:t>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32509"/>
            <a:ext cx="9594273" cy="606829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‎</a:t>
            </a:r>
          </a:p>
        </p:txBody>
      </p:sp>
    </p:spTree>
    <p:extLst>
      <p:ext uri="{BB962C8B-B14F-4D97-AF65-F5344CB8AC3E}">
        <p14:creationId xmlns:p14="http://schemas.microsoft.com/office/powerpoint/2010/main" val="423648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7056" y="2258291"/>
            <a:ext cx="8298871" cy="3918672"/>
          </a:xfrm>
        </p:spPr>
        <p:txBody>
          <a:bodyPr>
            <a:normAutofit/>
          </a:bodyPr>
          <a:lstStyle/>
          <a:p>
            <a:r>
              <a:rPr lang="en-IN" sz="5400" dirty="0" smtClean="0">
                <a:solidFill>
                  <a:schemeClr val="bg1"/>
                </a:solidFill>
              </a:rPr>
              <a:t>English theoretical physicist</a:t>
            </a:r>
          </a:p>
          <a:p>
            <a:r>
              <a:rPr lang="en-IN" sz="5000" dirty="0" smtClean="0">
                <a:solidFill>
                  <a:schemeClr val="bg1"/>
                </a:solidFill>
              </a:rPr>
              <a:t>Cosmologist </a:t>
            </a:r>
          </a:p>
          <a:p>
            <a:r>
              <a:rPr lang="en-IN" sz="5400" dirty="0" smtClean="0">
                <a:solidFill>
                  <a:schemeClr val="bg1"/>
                </a:solidFill>
              </a:rPr>
              <a:t>Author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0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C7FA33FF-088D-4F16-95A2-2C64D353DE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A376EFB1-01CF-419F-ABF1-2AF02BBFC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chemeClr val="tx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11">
            <a:extLst>
              <a:ext uri="{FF2B5EF4-FFF2-40B4-BE49-F238E27FC236}">
                <a16:creationId xmlns:a16="http://schemas.microsoft.com/office/drawing/2014/main" id="{FF9DEA15-78BD-4750-AA18-B9F28A6D5A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84331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B7EB2-93D0-F41B-0FB2-0570950C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25" y="640080"/>
            <a:ext cx="4868213" cy="525780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Bauhaus 93" pitchFamily="82" charset="77"/>
              </a:rPr>
              <a:t> </a:t>
            </a:r>
            <a:r>
              <a:rPr lang="en-US" sz="7200" dirty="0" smtClean="0">
                <a:solidFill>
                  <a:schemeClr val="bg1"/>
                </a:solidFill>
                <a:latin typeface="Bauhaus 93" pitchFamily="82" charset="77"/>
              </a:rPr>
              <a:t>   birth</a:t>
            </a:r>
            <a:endParaRPr lang="en-US" sz="16600" dirty="0">
              <a:solidFill>
                <a:schemeClr val="bg1"/>
              </a:solidFill>
              <a:latin typeface="Bauhaus 93" pitchFamily="8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5B0A4-4693-1C53-FA7F-B5DE9E06E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674" y="1129478"/>
            <a:ext cx="6024654" cy="5257800"/>
          </a:xfrm>
        </p:spPr>
        <p:txBody>
          <a:bodyPr anchor="ctr">
            <a:noAutofit/>
          </a:bodyPr>
          <a:lstStyle/>
          <a:p>
            <a:r>
              <a:rPr lang="en-IN" sz="2400" dirty="0">
                <a:effectLst/>
                <a:latin typeface="Helvetica" pitchFamily="2" charset="0"/>
              </a:rPr>
              <a:t>Stephen William Hawking was born on 8 January, 1942, in Oxford, England. It was exactly three hundred years after the death of Galileo, the father of modern science.</a:t>
            </a:r>
          </a:p>
          <a:p>
            <a:endParaRPr lang="en-IN" sz="2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IN" sz="2400" dirty="0">
              <a:effectLst/>
              <a:latin typeface="Helvetica" pitchFamily="2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574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Algerian" panose="04020705040A02060702" pitchFamily="82" charset="0"/>
              </a:rPr>
              <a:t>family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546" y="2216726"/>
            <a:ext cx="4094018" cy="4286323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>
                <a:latin typeface="Helvetica" pitchFamily="2" charset="0"/>
              </a:rPr>
              <a:t>.</a:t>
            </a:r>
            <a:endParaRPr lang="en-IN" dirty="0">
              <a:latin typeface="Helvetica" pitchFamily="2" charset="0"/>
            </a:endParaRPr>
          </a:p>
          <a:p>
            <a:r>
              <a:rPr lang="en-IN" dirty="0"/>
              <a:t>Parents- Isobel </a:t>
            </a:r>
            <a:r>
              <a:rPr lang="en-IN" dirty="0" smtClean="0"/>
              <a:t>Hawking</a:t>
            </a:r>
          </a:p>
          <a:p>
            <a:pPr marL="0" indent="0">
              <a:buNone/>
            </a:pPr>
            <a:r>
              <a:rPr lang="en-IN" dirty="0"/>
              <a:t>             </a:t>
            </a:r>
            <a:r>
              <a:rPr lang="en-IN" dirty="0" smtClean="0"/>
              <a:t>   - Frank Hawking</a:t>
            </a:r>
          </a:p>
          <a:p>
            <a:r>
              <a:rPr lang="en-IN" dirty="0" smtClean="0"/>
              <a:t>Wife     - Jane Hawking</a:t>
            </a:r>
          </a:p>
          <a:p>
            <a:r>
              <a:rPr lang="en-IN" dirty="0"/>
              <a:t>Children  </a:t>
            </a:r>
            <a:r>
              <a:rPr lang="en-IN" dirty="0" smtClean="0"/>
              <a:t> </a:t>
            </a:r>
            <a:r>
              <a:rPr lang="en-IN" dirty="0"/>
              <a:t>- </a:t>
            </a:r>
            <a:r>
              <a:rPr lang="en-IN" dirty="0" smtClean="0"/>
              <a:t>Timothy, Robert and Lucy </a:t>
            </a:r>
            <a:r>
              <a:rPr lang="en-IN" dirty="0"/>
              <a:t>Hawking</a:t>
            </a:r>
            <a:endParaRPr lang="en-I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473" y="90488"/>
            <a:ext cx="6096000" cy="3200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727" y="3565525"/>
            <a:ext cx="4544291" cy="3254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96" y="3904631"/>
            <a:ext cx="2900898" cy="279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2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CC63-D286-F10A-2145-EBFB4740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Ambition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52CC2-8B44-A053-5C22-87068107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 dreamed to </a:t>
            </a:r>
            <a:r>
              <a:rPr lang="en-US" dirty="0"/>
              <a:t>become </a:t>
            </a:r>
            <a:r>
              <a:rPr lang="en-US" dirty="0" smtClean="0"/>
              <a:t>scientist.</a:t>
            </a:r>
          </a:p>
          <a:p>
            <a:r>
              <a:rPr lang="en-US" dirty="0" smtClean="0"/>
              <a:t>Frank </a:t>
            </a:r>
            <a:r>
              <a:rPr lang="en-US" dirty="0"/>
              <a:t>Hawking encouraged his son </a:t>
            </a:r>
            <a:r>
              <a:rPr lang="en-US" dirty="0" smtClean="0"/>
              <a:t>to </a:t>
            </a:r>
            <a:r>
              <a:rPr lang="en-US" dirty="0"/>
              <a:t>follow him into </a:t>
            </a:r>
            <a:r>
              <a:rPr lang="en-US" dirty="0" smtClean="0"/>
              <a:t>medicine.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02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CD2B0-B0CA-2E1F-C3C7-CBBE1F1F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Bauhaus 93" pitchFamily="82" charset="77"/>
              </a:rPr>
              <a:t>Education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E7F9A-46DC-2212-2B0F-1841E4E4E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3934692"/>
            <a:ext cx="4368602" cy="3172674"/>
          </a:xfrm>
        </p:spPr>
        <p:txBody>
          <a:bodyPr>
            <a:normAutofit/>
          </a:bodyPr>
          <a:lstStyle/>
          <a:p>
            <a:r>
              <a:rPr lang="en-IN" sz="2400" dirty="0"/>
              <a:t>Saint </a:t>
            </a:r>
            <a:r>
              <a:rPr lang="en-IN" sz="2400" dirty="0" smtClean="0"/>
              <a:t>Alban’s High school</a:t>
            </a:r>
            <a:endParaRPr lang="en-US" sz="2400" dirty="0" smtClean="0"/>
          </a:p>
          <a:p>
            <a:r>
              <a:rPr lang="en-US" sz="2400" dirty="0" smtClean="0"/>
              <a:t>University </a:t>
            </a:r>
            <a:r>
              <a:rPr lang="en-US" sz="2400" dirty="0" err="1" smtClean="0"/>
              <a:t>College,Oxford</a:t>
            </a:r>
            <a:r>
              <a:rPr lang="en-US" sz="2400" dirty="0" smtClean="0"/>
              <a:t>(BA)</a:t>
            </a:r>
            <a:endParaRPr lang="en-US" sz="2400" dirty="0"/>
          </a:p>
          <a:p>
            <a:r>
              <a:rPr lang="en-IN" sz="2400" dirty="0" smtClean="0"/>
              <a:t>Cambridge </a:t>
            </a:r>
            <a:r>
              <a:rPr lang="en-IN" sz="2400" dirty="0"/>
              <a:t>university </a:t>
            </a:r>
            <a:r>
              <a:rPr lang="en-IN" sz="2400" dirty="0" smtClean="0"/>
              <a:t>(</a:t>
            </a:r>
            <a:r>
              <a:rPr lang="en-IN" sz="2400" dirty="0"/>
              <a:t>P</a:t>
            </a:r>
            <a:r>
              <a:rPr lang="en-IN" sz="2400" dirty="0" smtClean="0"/>
              <a:t>hD)</a:t>
            </a:r>
          </a:p>
          <a:p>
            <a:endParaRPr lang="en-IN" sz="2400" dirty="0"/>
          </a:p>
          <a:p>
            <a:endParaRPr lang="en-US" sz="2400" dirty="0"/>
          </a:p>
        </p:txBody>
      </p:sp>
      <p:pic>
        <p:nvPicPr>
          <p:cNvPr id="6" name="Picture 5" descr="A person writing on a chalkboard&#10;&#10;Description automatically generated">
            <a:extLst>
              <a:ext uri="{FF2B5EF4-FFF2-40B4-BE49-F238E27FC236}">
                <a16:creationId xmlns:a16="http://schemas.microsoft.com/office/drawing/2014/main" id="{F04577F5-023A-1CE7-3DD5-AD4A2604E1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215" r="336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6CED0A-38FB-D159-0DF2-1298D0E28B88}"/>
              </a:ext>
            </a:extLst>
          </p:cNvPr>
          <p:cNvSpPr txBox="1"/>
          <p:nvPr/>
        </p:nvSpPr>
        <p:spPr>
          <a:xfrm>
            <a:off x="13213724" y="-1674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9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08" y="2701635"/>
            <a:ext cx="10106891" cy="3475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000" dirty="0" smtClean="0">
                <a:solidFill>
                  <a:schemeClr val="bg1"/>
                </a:solidFill>
              </a:rPr>
              <a:t>What was his disease?</a:t>
            </a:r>
            <a:endParaRPr lang="en-IN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1673"/>
            <a:ext cx="5590309" cy="595529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rare disease, </a:t>
            </a:r>
            <a:r>
              <a:rPr lang="en-US" sz="4000" b="1" dirty="0">
                <a:solidFill>
                  <a:srgbClr val="FF0000"/>
                </a:solidFill>
              </a:rPr>
              <a:t>amyotrophic lateral sclerosis(ALS)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caused a gradual disintegration of the nerve cells in the spinal cord and the brain.</a:t>
            </a:r>
          </a:p>
          <a:p>
            <a:endParaRPr lang="en-IN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52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800" u="sng" dirty="0">
                <a:solidFill>
                  <a:srgbClr val="FF0000"/>
                </a:solidFill>
                <a:latin typeface="Agency FB" panose="020B0503020202020204" pitchFamily="34" charset="0"/>
              </a:rPr>
              <a:t>S</a:t>
            </a:r>
            <a:r>
              <a:rPr lang="en-IN" sz="8800" u="sng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ymptom</a:t>
            </a:r>
            <a:endParaRPr lang="en-IN" sz="8800" u="sng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Difficulty </a:t>
            </a:r>
            <a:r>
              <a:rPr lang="en-US" b="1" dirty="0">
                <a:solidFill>
                  <a:srgbClr val="FF0000"/>
                </a:solidFill>
              </a:rPr>
              <a:t>walking or doing normal daily activities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Tripping </a:t>
            </a:r>
            <a:r>
              <a:rPr lang="en-US" b="1" dirty="0">
                <a:solidFill>
                  <a:srgbClr val="FF0000"/>
                </a:solidFill>
              </a:rPr>
              <a:t>and falling.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Weakness </a:t>
            </a:r>
            <a:r>
              <a:rPr lang="en-US" b="1" dirty="0">
                <a:solidFill>
                  <a:srgbClr val="FF0000"/>
                </a:solidFill>
              </a:rPr>
              <a:t>in your legs, feet or ankles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IN" b="1" dirty="0" smtClean="0">
                <a:solidFill>
                  <a:srgbClr val="FF0000"/>
                </a:solidFill>
              </a:rPr>
              <a:t> </a:t>
            </a:r>
            <a:r>
              <a:rPr lang="en-IN" b="1" dirty="0">
                <a:solidFill>
                  <a:srgbClr val="FF0000"/>
                </a:solidFill>
              </a:rPr>
              <a:t>Difficulty chewing or swallowing.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63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495"/>
            <a:ext cx="10515600" cy="1325563"/>
          </a:xfrm>
        </p:spPr>
        <p:txBody>
          <a:bodyPr/>
          <a:lstStyle/>
          <a:p>
            <a:r>
              <a:rPr lang="en-IN" u="sng" dirty="0" smtClean="0">
                <a:solidFill>
                  <a:srgbClr val="FFFF00"/>
                </a:solidFill>
                <a:latin typeface="Algerian" panose="04020705040A02060702" pitchFamily="82" charset="0"/>
              </a:rPr>
              <a:t>Overcoming Obstacles</a:t>
            </a:r>
            <a:endParaRPr lang="en-IN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6058"/>
            <a:ext cx="8693727" cy="435090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Hawking used a </a:t>
            </a:r>
            <a:r>
              <a:rPr lang="en-US" b="1" dirty="0">
                <a:solidFill>
                  <a:schemeClr val="bg1"/>
                </a:solidFill>
              </a:rPr>
              <a:t>wheelchair</a:t>
            </a:r>
            <a:r>
              <a:rPr lang="en-US" dirty="0">
                <a:solidFill>
                  <a:schemeClr val="bg1"/>
                </a:solidFill>
              </a:rPr>
              <a:t> and communicated through a </a:t>
            </a:r>
            <a:r>
              <a:rPr lang="en-US" b="1" dirty="0">
                <a:solidFill>
                  <a:schemeClr val="bg1"/>
                </a:solidFill>
              </a:rPr>
              <a:t>speech synthesizer</a:t>
            </a:r>
            <a:r>
              <a:rPr lang="en-US" dirty="0">
                <a:solidFill>
                  <a:schemeClr val="bg1"/>
                </a:solidFill>
              </a:rPr>
              <a:t> after losing his ability to speak due to his condition.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He </a:t>
            </a:r>
            <a:r>
              <a:rPr lang="en-US" dirty="0">
                <a:solidFill>
                  <a:schemeClr val="bg1"/>
                </a:solidFill>
              </a:rPr>
              <a:t>also required round-the-clock care and assistance with daily </a:t>
            </a:r>
            <a:r>
              <a:rPr lang="en-US" dirty="0" smtClean="0">
                <a:solidFill>
                  <a:schemeClr val="bg1"/>
                </a:solidFill>
              </a:rPr>
              <a:t>activities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Despite </a:t>
            </a:r>
            <a:r>
              <a:rPr lang="en-US" dirty="0">
                <a:solidFill>
                  <a:schemeClr val="bg1"/>
                </a:solidFill>
              </a:rPr>
              <a:t>these challenges, Hawking remained dedicated to his work and continued to make significant contributions to the field of theoretical physics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9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Discoveries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Laws of Black hole mechanics</a:t>
            </a:r>
          </a:p>
          <a:p>
            <a:r>
              <a:rPr lang="en-IN" dirty="0"/>
              <a:t>Cosmic Inflation Theory </a:t>
            </a:r>
            <a:endParaRPr lang="en-IN" dirty="0" smtClean="0"/>
          </a:p>
          <a:p>
            <a:r>
              <a:rPr lang="en-IN" dirty="0"/>
              <a:t>N</a:t>
            </a:r>
            <a:r>
              <a:rPr lang="en-IN" dirty="0" smtClean="0"/>
              <a:t>o </a:t>
            </a:r>
            <a:r>
              <a:rPr lang="en-IN" dirty="0"/>
              <a:t>boundary theory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07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smtClean="0">
                <a:latin typeface="Arial Black" panose="020B0A04020102020204" pitchFamily="34" charset="0"/>
              </a:rPr>
              <a:t>Books</a:t>
            </a:r>
            <a:endParaRPr lang="en-IN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‎</a:t>
            </a:r>
          </a:p>
        </p:txBody>
      </p:sp>
    </p:spTree>
    <p:extLst>
      <p:ext uri="{BB962C8B-B14F-4D97-AF65-F5344CB8AC3E}">
        <p14:creationId xmlns:p14="http://schemas.microsoft.com/office/powerpoint/2010/main" val="228923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 smtClean="0">
                <a:solidFill>
                  <a:srgbClr val="FFFF00"/>
                </a:solidFill>
                <a:latin typeface="Algerian" panose="04020705040A02060702" pitchFamily="82" charset="0"/>
              </a:rPr>
              <a:t>Awards</a:t>
            </a:r>
            <a:endParaRPr lang="en-IN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2544" y="2757055"/>
            <a:ext cx="5881255" cy="3419908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Albert Einstein </a:t>
            </a:r>
            <a:r>
              <a:rPr lang="en-IN" dirty="0" smtClean="0">
                <a:solidFill>
                  <a:schemeClr val="bg1"/>
                </a:solidFill>
              </a:rPr>
              <a:t>Award(1978)</a:t>
            </a:r>
          </a:p>
          <a:p>
            <a:r>
              <a:rPr lang="en-IN" dirty="0">
                <a:solidFill>
                  <a:schemeClr val="bg1"/>
                </a:solidFill>
              </a:rPr>
              <a:t>Adams </a:t>
            </a:r>
            <a:r>
              <a:rPr lang="en-IN" dirty="0" smtClean="0">
                <a:solidFill>
                  <a:schemeClr val="bg1"/>
                </a:solidFill>
              </a:rPr>
              <a:t>Prize(1966)</a:t>
            </a:r>
          </a:p>
          <a:p>
            <a:r>
              <a:rPr lang="en-IN" dirty="0">
                <a:solidFill>
                  <a:schemeClr val="bg1"/>
                </a:solidFill>
              </a:rPr>
              <a:t>Wolf Prize in </a:t>
            </a:r>
            <a:r>
              <a:rPr lang="en-IN" dirty="0" smtClean="0">
                <a:solidFill>
                  <a:schemeClr val="bg1"/>
                </a:solidFill>
              </a:rPr>
              <a:t>Physics(1988)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15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0" u="sng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Death</a:t>
            </a:r>
            <a:endParaRPr lang="en-IN" sz="8000" u="sng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527" y="2618508"/>
            <a:ext cx="12863945" cy="4057217"/>
          </a:xfrm>
        </p:spPr>
        <p:txBody>
          <a:bodyPr>
            <a:normAutofit/>
          </a:bodyPr>
          <a:lstStyle/>
          <a:p>
            <a:r>
              <a:rPr lang="en-IN" sz="5400" dirty="0" smtClean="0">
                <a:solidFill>
                  <a:schemeClr val="bg1"/>
                </a:solidFill>
              </a:rPr>
              <a:t>14 March 2018</a:t>
            </a:r>
            <a:endParaRPr lang="en-IN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05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40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755</TotalTime>
  <Words>283</Words>
  <Application>Microsoft Office PowerPoint</Application>
  <PresentationFormat>Widescreen</PresentationFormat>
  <Paragraphs>60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Agency FB</vt:lpstr>
      <vt:lpstr>Algerian</vt:lpstr>
      <vt:lpstr>Arial</vt:lpstr>
      <vt:lpstr>Arial Black</vt:lpstr>
      <vt:lpstr>Bauhaus 93</vt:lpstr>
      <vt:lpstr>Calibri</vt:lpstr>
      <vt:lpstr>Calibri Light</vt:lpstr>
      <vt:lpstr>Helvetica</vt:lpstr>
      <vt:lpstr>Office Theme</vt:lpstr>
      <vt:lpstr>World of celebrities</vt:lpstr>
      <vt:lpstr>What do you mean by celebrities</vt:lpstr>
      <vt:lpstr>Stephen Hawking</vt:lpstr>
      <vt:lpstr>Who was Stephen William Hawking ?</vt:lpstr>
      <vt:lpstr>‎</vt:lpstr>
      <vt:lpstr>    birth</vt:lpstr>
      <vt:lpstr>family</vt:lpstr>
      <vt:lpstr>Ambition</vt:lpstr>
      <vt:lpstr>Education</vt:lpstr>
      <vt:lpstr> </vt:lpstr>
      <vt:lpstr>‎</vt:lpstr>
      <vt:lpstr>Symptom</vt:lpstr>
      <vt:lpstr>Overcoming Obstacles</vt:lpstr>
      <vt:lpstr>Discoveries</vt:lpstr>
      <vt:lpstr>Books</vt:lpstr>
      <vt:lpstr>Awards</vt:lpstr>
      <vt:lpstr>Death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TEJUS MATHEW - 122127758 - MITBLR</dc:creator>
  <cp:lastModifiedBy>HP</cp:lastModifiedBy>
  <cp:revision>37</cp:revision>
  <dcterms:created xsi:type="dcterms:W3CDTF">2022-12-10T17:20:15Z</dcterms:created>
  <dcterms:modified xsi:type="dcterms:W3CDTF">2022-12-26T05:41:20Z</dcterms:modified>
</cp:coreProperties>
</file>