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8"/>
  </p:notesMasterIdLst>
  <p:sldIdLst>
    <p:sldId id="273" r:id="rId3"/>
    <p:sldId id="274" r:id="rId4"/>
    <p:sldId id="275" r:id="rId5"/>
    <p:sldId id="276" r:id="rId6"/>
    <p:sldId id="277" r:id="rId7"/>
    <p:sldId id="278" r:id="rId8"/>
    <p:sldId id="279" r:id="rId9"/>
    <p:sldId id="280" r:id="rId10"/>
    <p:sldId id="281" r:id="rId11"/>
    <p:sldId id="282" r:id="rId12"/>
    <p:sldId id="283" r:id="rId13"/>
    <p:sldId id="256" r:id="rId14"/>
    <p:sldId id="257" r:id="rId15"/>
    <p:sldId id="258" r:id="rId16"/>
    <p:sldId id="259" r:id="rId17"/>
    <p:sldId id="261" r:id="rId18"/>
    <p:sldId id="260" r:id="rId19"/>
    <p:sldId id="262" r:id="rId20"/>
    <p:sldId id="263" r:id="rId21"/>
    <p:sldId id="264" r:id="rId22"/>
    <p:sldId id="265" r:id="rId23"/>
    <p:sldId id="266" r:id="rId24"/>
    <p:sldId id="267" r:id="rId25"/>
    <p:sldId id="268" r:id="rId26"/>
    <p:sldId id="269" r:id="rId27"/>
    <p:sldId id="270" r:id="rId28"/>
    <p:sldId id="271" r:id="rId29"/>
    <p:sldId id="272"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4" r:id="rId48"/>
    <p:sldId id="301" r:id="rId49"/>
    <p:sldId id="302" r:id="rId50"/>
    <p:sldId id="303" r:id="rId51"/>
    <p:sldId id="305" r:id="rId52"/>
    <p:sldId id="306" r:id="rId53"/>
    <p:sldId id="307" r:id="rId54"/>
    <p:sldId id="308" r:id="rId55"/>
    <p:sldId id="309" r:id="rId56"/>
    <p:sldId id="310" r:id="rId57"/>
    <p:sldId id="311" r:id="rId58"/>
    <p:sldId id="312" r:id="rId59"/>
    <p:sldId id="313" r:id="rId60"/>
    <p:sldId id="315" r:id="rId61"/>
    <p:sldId id="314" r:id="rId62"/>
    <p:sldId id="316" r:id="rId63"/>
    <p:sldId id="317" r:id="rId64"/>
    <p:sldId id="318" r:id="rId65"/>
    <p:sldId id="319" r:id="rId66"/>
    <p:sldId id="320" r:id="rId67"/>
    <p:sldId id="321" r:id="rId68"/>
    <p:sldId id="322" r:id="rId69"/>
    <p:sldId id="323" r:id="rId70"/>
    <p:sldId id="329" r:id="rId71"/>
    <p:sldId id="324" r:id="rId72"/>
    <p:sldId id="325" r:id="rId73"/>
    <p:sldId id="326" r:id="rId74"/>
    <p:sldId id="328" r:id="rId75"/>
    <p:sldId id="327" r:id="rId76"/>
    <p:sldId id="330" r:id="rId77"/>
    <p:sldId id="331" r:id="rId78"/>
    <p:sldId id="332" r:id="rId79"/>
    <p:sldId id="333" r:id="rId80"/>
    <p:sldId id="336" r:id="rId81"/>
    <p:sldId id="337" r:id="rId82"/>
    <p:sldId id="338" r:id="rId83"/>
    <p:sldId id="334" r:id="rId84"/>
    <p:sldId id="335"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61" r:id="rId105"/>
    <p:sldId id="362" r:id="rId106"/>
    <p:sldId id="363" r:id="rId107"/>
    <p:sldId id="358" r:id="rId108"/>
    <p:sldId id="359" r:id="rId109"/>
    <p:sldId id="360" r:id="rId110"/>
    <p:sldId id="364" r:id="rId111"/>
    <p:sldId id="365" r:id="rId112"/>
    <p:sldId id="366" r:id="rId113"/>
    <p:sldId id="367" r:id="rId114"/>
    <p:sldId id="369" r:id="rId115"/>
    <p:sldId id="370" r:id="rId116"/>
    <p:sldId id="368" r:id="rId1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7" d="100"/>
          <a:sy n="67" d="100"/>
        </p:scale>
        <p:origin x="8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 /><Relationship Id="rId117" Type="http://schemas.openxmlformats.org/officeDocument/2006/relationships/slide" Target="slides/slide115.xml" /><Relationship Id="rId21" Type="http://schemas.openxmlformats.org/officeDocument/2006/relationships/slide" Target="slides/slide19.xml" /><Relationship Id="rId42" Type="http://schemas.openxmlformats.org/officeDocument/2006/relationships/slide" Target="slides/slide40.xml" /><Relationship Id="rId47" Type="http://schemas.openxmlformats.org/officeDocument/2006/relationships/slide" Target="slides/slide45.xml" /><Relationship Id="rId63" Type="http://schemas.openxmlformats.org/officeDocument/2006/relationships/slide" Target="slides/slide61.xml" /><Relationship Id="rId68" Type="http://schemas.openxmlformats.org/officeDocument/2006/relationships/slide" Target="slides/slide66.xml" /><Relationship Id="rId84" Type="http://schemas.openxmlformats.org/officeDocument/2006/relationships/slide" Target="slides/slide82.xml" /><Relationship Id="rId89" Type="http://schemas.openxmlformats.org/officeDocument/2006/relationships/slide" Target="slides/slide87.xml" /><Relationship Id="rId112" Type="http://schemas.openxmlformats.org/officeDocument/2006/relationships/slide" Target="slides/slide110.xml" /><Relationship Id="rId16" Type="http://schemas.openxmlformats.org/officeDocument/2006/relationships/slide" Target="slides/slide14.xml" /><Relationship Id="rId107" Type="http://schemas.openxmlformats.org/officeDocument/2006/relationships/slide" Target="slides/slide105.xml" /><Relationship Id="rId11" Type="http://schemas.openxmlformats.org/officeDocument/2006/relationships/slide" Target="slides/slide9.xml" /><Relationship Id="rId32" Type="http://schemas.openxmlformats.org/officeDocument/2006/relationships/slide" Target="slides/slide30.xml" /><Relationship Id="rId37" Type="http://schemas.openxmlformats.org/officeDocument/2006/relationships/slide" Target="slides/slide35.xml" /><Relationship Id="rId53" Type="http://schemas.openxmlformats.org/officeDocument/2006/relationships/slide" Target="slides/slide51.xml" /><Relationship Id="rId58" Type="http://schemas.openxmlformats.org/officeDocument/2006/relationships/slide" Target="slides/slide56.xml" /><Relationship Id="rId74" Type="http://schemas.openxmlformats.org/officeDocument/2006/relationships/slide" Target="slides/slide72.xml" /><Relationship Id="rId79" Type="http://schemas.openxmlformats.org/officeDocument/2006/relationships/slide" Target="slides/slide77.xml" /><Relationship Id="rId102" Type="http://schemas.openxmlformats.org/officeDocument/2006/relationships/slide" Target="slides/slide100.xml" /><Relationship Id="rId5" Type="http://schemas.openxmlformats.org/officeDocument/2006/relationships/slide" Target="slides/slide3.xml" /><Relationship Id="rId61" Type="http://schemas.openxmlformats.org/officeDocument/2006/relationships/slide" Target="slides/slide59.xml" /><Relationship Id="rId82" Type="http://schemas.openxmlformats.org/officeDocument/2006/relationships/slide" Target="slides/slide80.xml" /><Relationship Id="rId90" Type="http://schemas.openxmlformats.org/officeDocument/2006/relationships/slide" Target="slides/slide88.xml" /><Relationship Id="rId95" Type="http://schemas.openxmlformats.org/officeDocument/2006/relationships/slide" Target="slides/slide93.xml" /><Relationship Id="rId19" Type="http://schemas.openxmlformats.org/officeDocument/2006/relationships/slide" Target="slides/slide17.xml" /><Relationship Id="rId14" Type="http://schemas.openxmlformats.org/officeDocument/2006/relationships/slide" Target="slides/slide12.xml" /><Relationship Id="rId22" Type="http://schemas.openxmlformats.org/officeDocument/2006/relationships/slide" Target="slides/slide20.xml" /><Relationship Id="rId27" Type="http://schemas.openxmlformats.org/officeDocument/2006/relationships/slide" Target="slides/slide25.xml" /><Relationship Id="rId30" Type="http://schemas.openxmlformats.org/officeDocument/2006/relationships/slide" Target="slides/slide28.xml" /><Relationship Id="rId35" Type="http://schemas.openxmlformats.org/officeDocument/2006/relationships/slide" Target="slides/slide33.xml" /><Relationship Id="rId43" Type="http://schemas.openxmlformats.org/officeDocument/2006/relationships/slide" Target="slides/slide41.xml" /><Relationship Id="rId48" Type="http://schemas.openxmlformats.org/officeDocument/2006/relationships/slide" Target="slides/slide46.xml" /><Relationship Id="rId56" Type="http://schemas.openxmlformats.org/officeDocument/2006/relationships/slide" Target="slides/slide54.xml" /><Relationship Id="rId64" Type="http://schemas.openxmlformats.org/officeDocument/2006/relationships/slide" Target="slides/slide62.xml" /><Relationship Id="rId69" Type="http://schemas.openxmlformats.org/officeDocument/2006/relationships/slide" Target="slides/slide67.xml" /><Relationship Id="rId77" Type="http://schemas.openxmlformats.org/officeDocument/2006/relationships/slide" Target="slides/slide75.xml" /><Relationship Id="rId100" Type="http://schemas.openxmlformats.org/officeDocument/2006/relationships/slide" Target="slides/slide98.xml" /><Relationship Id="rId105" Type="http://schemas.openxmlformats.org/officeDocument/2006/relationships/slide" Target="slides/slide103.xml" /><Relationship Id="rId113" Type="http://schemas.openxmlformats.org/officeDocument/2006/relationships/slide" Target="slides/slide111.xml" /><Relationship Id="rId118" Type="http://schemas.openxmlformats.org/officeDocument/2006/relationships/notesMaster" Target="notesMasters/notesMaster1.xml" /><Relationship Id="rId8" Type="http://schemas.openxmlformats.org/officeDocument/2006/relationships/slide" Target="slides/slide6.xml" /><Relationship Id="rId51" Type="http://schemas.openxmlformats.org/officeDocument/2006/relationships/slide" Target="slides/slide49.xml" /><Relationship Id="rId72" Type="http://schemas.openxmlformats.org/officeDocument/2006/relationships/slide" Target="slides/slide70.xml" /><Relationship Id="rId80" Type="http://schemas.openxmlformats.org/officeDocument/2006/relationships/slide" Target="slides/slide78.xml" /><Relationship Id="rId85" Type="http://schemas.openxmlformats.org/officeDocument/2006/relationships/slide" Target="slides/slide83.xml" /><Relationship Id="rId93" Type="http://schemas.openxmlformats.org/officeDocument/2006/relationships/slide" Target="slides/slide91.xml" /><Relationship Id="rId98" Type="http://schemas.openxmlformats.org/officeDocument/2006/relationships/slide" Target="slides/slide96.xml" /><Relationship Id="rId121" Type="http://schemas.openxmlformats.org/officeDocument/2006/relationships/theme" Target="theme/theme1.xml" /><Relationship Id="rId3" Type="http://schemas.openxmlformats.org/officeDocument/2006/relationships/slide" Target="slides/slide1.xml" /><Relationship Id="rId12" Type="http://schemas.openxmlformats.org/officeDocument/2006/relationships/slide" Target="slides/slide10.xml" /><Relationship Id="rId17" Type="http://schemas.openxmlformats.org/officeDocument/2006/relationships/slide" Target="slides/slide15.xml" /><Relationship Id="rId25" Type="http://schemas.openxmlformats.org/officeDocument/2006/relationships/slide" Target="slides/slide23.xml" /><Relationship Id="rId33" Type="http://schemas.openxmlformats.org/officeDocument/2006/relationships/slide" Target="slides/slide31.xml" /><Relationship Id="rId38" Type="http://schemas.openxmlformats.org/officeDocument/2006/relationships/slide" Target="slides/slide36.xml" /><Relationship Id="rId46" Type="http://schemas.openxmlformats.org/officeDocument/2006/relationships/slide" Target="slides/slide44.xml" /><Relationship Id="rId59" Type="http://schemas.openxmlformats.org/officeDocument/2006/relationships/slide" Target="slides/slide57.xml" /><Relationship Id="rId67" Type="http://schemas.openxmlformats.org/officeDocument/2006/relationships/slide" Target="slides/slide65.xml" /><Relationship Id="rId103" Type="http://schemas.openxmlformats.org/officeDocument/2006/relationships/slide" Target="slides/slide101.xml" /><Relationship Id="rId108" Type="http://schemas.openxmlformats.org/officeDocument/2006/relationships/slide" Target="slides/slide106.xml" /><Relationship Id="rId116" Type="http://schemas.openxmlformats.org/officeDocument/2006/relationships/slide" Target="slides/slide114.xml" /><Relationship Id="rId20" Type="http://schemas.openxmlformats.org/officeDocument/2006/relationships/slide" Target="slides/slide18.xml" /><Relationship Id="rId41" Type="http://schemas.openxmlformats.org/officeDocument/2006/relationships/slide" Target="slides/slide39.xml" /><Relationship Id="rId54" Type="http://schemas.openxmlformats.org/officeDocument/2006/relationships/slide" Target="slides/slide52.xml" /><Relationship Id="rId62" Type="http://schemas.openxmlformats.org/officeDocument/2006/relationships/slide" Target="slides/slide60.xml" /><Relationship Id="rId70" Type="http://schemas.openxmlformats.org/officeDocument/2006/relationships/slide" Target="slides/slide68.xml" /><Relationship Id="rId75" Type="http://schemas.openxmlformats.org/officeDocument/2006/relationships/slide" Target="slides/slide73.xml" /><Relationship Id="rId83" Type="http://schemas.openxmlformats.org/officeDocument/2006/relationships/slide" Target="slides/slide81.xml" /><Relationship Id="rId88" Type="http://schemas.openxmlformats.org/officeDocument/2006/relationships/slide" Target="slides/slide86.xml" /><Relationship Id="rId91" Type="http://schemas.openxmlformats.org/officeDocument/2006/relationships/slide" Target="slides/slide89.xml" /><Relationship Id="rId96" Type="http://schemas.openxmlformats.org/officeDocument/2006/relationships/slide" Target="slides/slide94.xml" /><Relationship Id="rId111" Type="http://schemas.openxmlformats.org/officeDocument/2006/relationships/slide" Target="slides/slide109.xml" /><Relationship Id="rId1" Type="http://schemas.openxmlformats.org/officeDocument/2006/relationships/slideMaster" Target="slideMasters/slideMaster1.xml" /><Relationship Id="rId6" Type="http://schemas.openxmlformats.org/officeDocument/2006/relationships/slide" Target="slides/slide4.xml" /><Relationship Id="rId15" Type="http://schemas.openxmlformats.org/officeDocument/2006/relationships/slide" Target="slides/slide13.xml" /><Relationship Id="rId23" Type="http://schemas.openxmlformats.org/officeDocument/2006/relationships/slide" Target="slides/slide21.xml" /><Relationship Id="rId28" Type="http://schemas.openxmlformats.org/officeDocument/2006/relationships/slide" Target="slides/slide26.xml" /><Relationship Id="rId36" Type="http://schemas.openxmlformats.org/officeDocument/2006/relationships/slide" Target="slides/slide34.xml" /><Relationship Id="rId49" Type="http://schemas.openxmlformats.org/officeDocument/2006/relationships/slide" Target="slides/slide47.xml" /><Relationship Id="rId57" Type="http://schemas.openxmlformats.org/officeDocument/2006/relationships/slide" Target="slides/slide55.xml" /><Relationship Id="rId106" Type="http://schemas.openxmlformats.org/officeDocument/2006/relationships/slide" Target="slides/slide104.xml" /><Relationship Id="rId114" Type="http://schemas.openxmlformats.org/officeDocument/2006/relationships/slide" Target="slides/slide112.xml" /><Relationship Id="rId119" Type="http://schemas.openxmlformats.org/officeDocument/2006/relationships/presProps" Target="presProps.xml" /><Relationship Id="rId10" Type="http://schemas.openxmlformats.org/officeDocument/2006/relationships/slide" Target="slides/slide8.xml" /><Relationship Id="rId31" Type="http://schemas.openxmlformats.org/officeDocument/2006/relationships/slide" Target="slides/slide29.xml" /><Relationship Id="rId44" Type="http://schemas.openxmlformats.org/officeDocument/2006/relationships/slide" Target="slides/slide42.xml" /><Relationship Id="rId52" Type="http://schemas.openxmlformats.org/officeDocument/2006/relationships/slide" Target="slides/slide50.xml" /><Relationship Id="rId60" Type="http://schemas.openxmlformats.org/officeDocument/2006/relationships/slide" Target="slides/slide58.xml" /><Relationship Id="rId65" Type="http://schemas.openxmlformats.org/officeDocument/2006/relationships/slide" Target="slides/slide63.xml" /><Relationship Id="rId73" Type="http://schemas.openxmlformats.org/officeDocument/2006/relationships/slide" Target="slides/slide71.xml" /><Relationship Id="rId78" Type="http://schemas.openxmlformats.org/officeDocument/2006/relationships/slide" Target="slides/slide76.xml" /><Relationship Id="rId81" Type="http://schemas.openxmlformats.org/officeDocument/2006/relationships/slide" Target="slides/slide79.xml" /><Relationship Id="rId86" Type="http://schemas.openxmlformats.org/officeDocument/2006/relationships/slide" Target="slides/slide84.xml" /><Relationship Id="rId94" Type="http://schemas.openxmlformats.org/officeDocument/2006/relationships/slide" Target="slides/slide92.xml" /><Relationship Id="rId99" Type="http://schemas.openxmlformats.org/officeDocument/2006/relationships/slide" Target="slides/slide97.xml" /><Relationship Id="rId101" Type="http://schemas.openxmlformats.org/officeDocument/2006/relationships/slide" Target="slides/slide99.xml" /><Relationship Id="rId122" Type="http://schemas.openxmlformats.org/officeDocument/2006/relationships/tableStyles" Target="tableStyles.xml" /><Relationship Id="rId4" Type="http://schemas.openxmlformats.org/officeDocument/2006/relationships/slide" Target="slides/slide2.xml" /><Relationship Id="rId9" Type="http://schemas.openxmlformats.org/officeDocument/2006/relationships/slide" Target="slides/slide7.xml" /><Relationship Id="rId13" Type="http://schemas.openxmlformats.org/officeDocument/2006/relationships/slide" Target="slides/slide11.xml" /><Relationship Id="rId18" Type="http://schemas.openxmlformats.org/officeDocument/2006/relationships/slide" Target="slides/slide16.xml" /><Relationship Id="rId39" Type="http://schemas.openxmlformats.org/officeDocument/2006/relationships/slide" Target="slides/slide37.xml" /><Relationship Id="rId109" Type="http://schemas.openxmlformats.org/officeDocument/2006/relationships/slide" Target="slides/slide107.xml" /><Relationship Id="rId34" Type="http://schemas.openxmlformats.org/officeDocument/2006/relationships/slide" Target="slides/slide32.xml" /><Relationship Id="rId50" Type="http://schemas.openxmlformats.org/officeDocument/2006/relationships/slide" Target="slides/slide48.xml" /><Relationship Id="rId55" Type="http://schemas.openxmlformats.org/officeDocument/2006/relationships/slide" Target="slides/slide53.xml" /><Relationship Id="rId76" Type="http://schemas.openxmlformats.org/officeDocument/2006/relationships/slide" Target="slides/slide74.xml" /><Relationship Id="rId97" Type="http://schemas.openxmlformats.org/officeDocument/2006/relationships/slide" Target="slides/slide95.xml" /><Relationship Id="rId104" Type="http://schemas.openxmlformats.org/officeDocument/2006/relationships/slide" Target="slides/slide102.xml" /><Relationship Id="rId120" Type="http://schemas.openxmlformats.org/officeDocument/2006/relationships/viewProps" Target="viewProps.xml" /><Relationship Id="rId7" Type="http://schemas.openxmlformats.org/officeDocument/2006/relationships/slide" Target="slides/slide5.xml" /><Relationship Id="rId71" Type="http://schemas.openxmlformats.org/officeDocument/2006/relationships/slide" Target="slides/slide69.xml" /><Relationship Id="rId92" Type="http://schemas.openxmlformats.org/officeDocument/2006/relationships/slide" Target="slides/slide90.xml" /><Relationship Id="rId2" Type="http://schemas.openxmlformats.org/officeDocument/2006/relationships/slideMaster" Target="slideMasters/slideMaster2.xml" /><Relationship Id="rId29" Type="http://schemas.openxmlformats.org/officeDocument/2006/relationships/slide" Target="slides/slide27.xml" /><Relationship Id="rId24" Type="http://schemas.openxmlformats.org/officeDocument/2006/relationships/slide" Target="slides/slide22.xml" /><Relationship Id="rId40" Type="http://schemas.openxmlformats.org/officeDocument/2006/relationships/slide" Target="slides/slide38.xml" /><Relationship Id="rId45" Type="http://schemas.openxmlformats.org/officeDocument/2006/relationships/slide" Target="slides/slide43.xml" /><Relationship Id="rId66" Type="http://schemas.openxmlformats.org/officeDocument/2006/relationships/slide" Target="slides/slide64.xml" /><Relationship Id="rId87" Type="http://schemas.openxmlformats.org/officeDocument/2006/relationships/slide" Target="slides/slide85.xml" /><Relationship Id="rId110" Type="http://schemas.openxmlformats.org/officeDocument/2006/relationships/slide" Target="slides/slide108.xml" /><Relationship Id="rId115" Type="http://schemas.openxmlformats.org/officeDocument/2006/relationships/slide" Target="slides/slide113.xml" /></Relationships>
</file>

<file path=ppt/diagrams/_rels/data7.xml.rels><?xml version="1.0" encoding="UTF-8" standalone="yes"?>
<Relationships xmlns="http://schemas.openxmlformats.org/package/2006/relationships"><Relationship Id="rId3" Type="http://schemas.openxmlformats.org/officeDocument/2006/relationships/image" Target="../media/image98.png" /><Relationship Id="rId2" Type="http://schemas.openxmlformats.org/officeDocument/2006/relationships/image" Target="../media/image97.svg" /><Relationship Id="rId1" Type="http://schemas.openxmlformats.org/officeDocument/2006/relationships/image" Target="../media/image96.png" /><Relationship Id="rId6" Type="http://schemas.openxmlformats.org/officeDocument/2006/relationships/image" Target="../media/image101.svg" /><Relationship Id="rId5" Type="http://schemas.openxmlformats.org/officeDocument/2006/relationships/image" Target="../media/image100.png" /><Relationship Id="rId4" Type="http://schemas.openxmlformats.org/officeDocument/2006/relationships/image" Target="../media/image99.svg" /></Relationships>
</file>

<file path=ppt/diagrams/_rels/data8.xml.rels><?xml version="1.0" encoding="UTF-8" standalone="yes"?>
<Relationships xmlns="http://schemas.openxmlformats.org/package/2006/relationships"><Relationship Id="rId8" Type="http://schemas.openxmlformats.org/officeDocument/2006/relationships/image" Target="../media/image110.svg" /><Relationship Id="rId13" Type="http://schemas.openxmlformats.org/officeDocument/2006/relationships/image" Target="../media/image113.png" /><Relationship Id="rId3" Type="http://schemas.openxmlformats.org/officeDocument/2006/relationships/image" Target="../media/image105.png" /><Relationship Id="rId7" Type="http://schemas.openxmlformats.org/officeDocument/2006/relationships/image" Target="../media/image109.png" /><Relationship Id="rId12" Type="http://schemas.openxmlformats.org/officeDocument/2006/relationships/image" Target="../media/image97.svg" /><Relationship Id="rId2" Type="http://schemas.openxmlformats.org/officeDocument/2006/relationships/image" Target="../media/image104.svg" /><Relationship Id="rId1" Type="http://schemas.openxmlformats.org/officeDocument/2006/relationships/image" Target="../media/image103.png" /><Relationship Id="rId6" Type="http://schemas.openxmlformats.org/officeDocument/2006/relationships/image" Target="../media/image108.svg" /><Relationship Id="rId11" Type="http://schemas.openxmlformats.org/officeDocument/2006/relationships/image" Target="../media/image96.png" /><Relationship Id="rId5" Type="http://schemas.openxmlformats.org/officeDocument/2006/relationships/image" Target="../media/image107.png" /><Relationship Id="rId10" Type="http://schemas.openxmlformats.org/officeDocument/2006/relationships/image" Target="../media/image112.svg" /><Relationship Id="rId4" Type="http://schemas.openxmlformats.org/officeDocument/2006/relationships/image" Target="../media/image106.svg" /><Relationship Id="rId9" Type="http://schemas.openxmlformats.org/officeDocument/2006/relationships/image" Target="../media/image111.png" /><Relationship Id="rId14" Type="http://schemas.openxmlformats.org/officeDocument/2006/relationships/image" Target="../media/image114.svg" /></Relationships>
</file>

<file path=ppt/diagrams/_rels/data9.xml.rels><?xml version="1.0" encoding="UTF-8" standalone="yes"?>
<Relationships xmlns="http://schemas.openxmlformats.org/package/2006/relationships"><Relationship Id="rId8" Type="http://schemas.openxmlformats.org/officeDocument/2006/relationships/image" Target="../media/image121.svg" /><Relationship Id="rId3" Type="http://schemas.openxmlformats.org/officeDocument/2006/relationships/image" Target="../media/image117.png" /><Relationship Id="rId7" Type="http://schemas.openxmlformats.org/officeDocument/2006/relationships/image" Target="../media/image120.png" /><Relationship Id="rId2" Type="http://schemas.openxmlformats.org/officeDocument/2006/relationships/image" Target="../media/image116.svg" /><Relationship Id="rId1" Type="http://schemas.openxmlformats.org/officeDocument/2006/relationships/image" Target="../media/image115.png" /><Relationship Id="rId6" Type="http://schemas.openxmlformats.org/officeDocument/2006/relationships/image" Target="../media/image119.svg" /><Relationship Id="rId5" Type="http://schemas.openxmlformats.org/officeDocument/2006/relationships/image" Target="../media/image81.png" /><Relationship Id="rId4" Type="http://schemas.openxmlformats.org/officeDocument/2006/relationships/image" Target="../media/image118.svg" /></Relationships>
</file>

<file path=ppt/diagrams/_rels/data13.xml.rels><?xml version="1.0" encoding="UTF-8" standalone="yes"?>
<Relationships xmlns="http://schemas.openxmlformats.org/package/2006/relationships"><Relationship Id="rId8" Type="http://schemas.openxmlformats.org/officeDocument/2006/relationships/image" Target="../media/image137.svg" /><Relationship Id="rId3" Type="http://schemas.openxmlformats.org/officeDocument/2006/relationships/image" Target="../media/image132.png" /><Relationship Id="rId7" Type="http://schemas.openxmlformats.org/officeDocument/2006/relationships/image" Target="../media/image136.png" /><Relationship Id="rId2" Type="http://schemas.openxmlformats.org/officeDocument/2006/relationships/image" Target="../media/image131.svg" /><Relationship Id="rId1" Type="http://schemas.openxmlformats.org/officeDocument/2006/relationships/image" Target="../media/image130.png" /><Relationship Id="rId6" Type="http://schemas.openxmlformats.org/officeDocument/2006/relationships/image" Target="../media/image135.svg" /><Relationship Id="rId5" Type="http://schemas.openxmlformats.org/officeDocument/2006/relationships/image" Target="../media/image134.png" /><Relationship Id="rId4" Type="http://schemas.openxmlformats.org/officeDocument/2006/relationships/image" Target="../media/image133.svg" /></Relationships>
</file>

<file path=ppt/diagrams/_rels/data17.xml.rels><?xml version="1.0" encoding="UTF-8" standalone="yes"?>
<Relationships xmlns="http://schemas.openxmlformats.org/package/2006/relationships"><Relationship Id="rId3" Type="http://schemas.openxmlformats.org/officeDocument/2006/relationships/image" Target="../media/image140.png" /><Relationship Id="rId2" Type="http://schemas.openxmlformats.org/officeDocument/2006/relationships/image" Target="../media/image139.svg" /><Relationship Id="rId1" Type="http://schemas.openxmlformats.org/officeDocument/2006/relationships/image" Target="../media/image138.png" /><Relationship Id="rId6" Type="http://schemas.openxmlformats.org/officeDocument/2006/relationships/image" Target="../media/image143.svg" /><Relationship Id="rId5" Type="http://schemas.openxmlformats.org/officeDocument/2006/relationships/image" Target="../media/image142.png" /><Relationship Id="rId4" Type="http://schemas.openxmlformats.org/officeDocument/2006/relationships/image" Target="../media/image141.svg" /></Relationships>
</file>

<file path=ppt/diagrams/_rels/data20.xml.rels><?xml version="1.0" encoding="UTF-8" standalone="yes"?>
<Relationships xmlns="http://schemas.openxmlformats.org/package/2006/relationships"><Relationship Id="rId3" Type="http://schemas.openxmlformats.org/officeDocument/2006/relationships/image" Target="../media/image146.png" /><Relationship Id="rId2" Type="http://schemas.openxmlformats.org/officeDocument/2006/relationships/image" Target="../media/image145.svg" /><Relationship Id="rId1" Type="http://schemas.openxmlformats.org/officeDocument/2006/relationships/image" Target="../media/image144.png" /><Relationship Id="rId6" Type="http://schemas.openxmlformats.org/officeDocument/2006/relationships/image" Target="../media/image149.svg" /><Relationship Id="rId5" Type="http://schemas.openxmlformats.org/officeDocument/2006/relationships/image" Target="../media/image148.png" /><Relationship Id="rId4" Type="http://schemas.openxmlformats.org/officeDocument/2006/relationships/image" Target="../media/image147.svg" /></Relationships>
</file>

<file path=ppt/diagrams/_rels/drawing7.xml.rels><?xml version="1.0" encoding="UTF-8" standalone="yes"?>
<Relationships xmlns="http://schemas.openxmlformats.org/package/2006/relationships"><Relationship Id="rId3" Type="http://schemas.openxmlformats.org/officeDocument/2006/relationships/image" Target="../media/image98.png" /><Relationship Id="rId2" Type="http://schemas.openxmlformats.org/officeDocument/2006/relationships/image" Target="../media/image97.svg" /><Relationship Id="rId1" Type="http://schemas.openxmlformats.org/officeDocument/2006/relationships/image" Target="../media/image96.png" /><Relationship Id="rId6" Type="http://schemas.openxmlformats.org/officeDocument/2006/relationships/image" Target="../media/image101.svg" /><Relationship Id="rId5" Type="http://schemas.openxmlformats.org/officeDocument/2006/relationships/image" Target="../media/image100.png" /><Relationship Id="rId4" Type="http://schemas.openxmlformats.org/officeDocument/2006/relationships/image" Target="../media/image99.svg" /></Relationships>
</file>

<file path=ppt/diagrams/_rels/drawing8.xml.rels><?xml version="1.0" encoding="UTF-8" standalone="yes"?>
<Relationships xmlns="http://schemas.openxmlformats.org/package/2006/relationships"><Relationship Id="rId8" Type="http://schemas.openxmlformats.org/officeDocument/2006/relationships/image" Target="../media/image110.svg" /><Relationship Id="rId13" Type="http://schemas.openxmlformats.org/officeDocument/2006/relationships/image" Target="../media/image113.png" /><Relationship Id="rId3" Type="http://schemas.openxmlformats.org/officeDocument/2006/relationships/image" Target="../media/image105.png" /><Relationship Id="rId7" Type="http://schemas.openxmlformats.org/officeDocument/2006/relationships/image" Target="../media/image109.png" /><Relationship Id="rId12" Type="http://schemas.openxmlformats.org/officeDocument/2006/relationships/image" Target="../media/image97.svg" /><Relationship Id="rId2" Type="http://schemas.openxmlformats.org/officeDocument/2006/relationships/image" Target="../media/image104.svg" /><Relationship Id="rId1" Type="http://schemas.openxmlformats.org/officeDocument/2006/relationships/image" Target="../media/image103.png" /><Relationship Id="rId6" Type="http://schemas.openxmlformats.org/officeDocument/2006/relationships/image" Target="../media/image108.svg" /><Relationship Id="rId11" Type="http://schemas.openxmlformats.org/officeDocument/2006/relationships/image" Target="../media/image96.png" /><Relationship Id="rId5" Type="http://schemas.openxmlformats.org/officeDocument/2006/relationships/image" Target="../media/image107.png" /><Relationship Id="rId10" Type="http://schemas.openxmlformats.org/officeDocument/2006/relationships/image" Target="../media/image112.svg" /><Relationship Id="rId4" Type="http://schemas.openxmlformats.org/officeDocument/2006/relationships/image" Target="../media/image106.svg" /><Relationship Id="rId9" Type="http://schemas.openxmlformats.org/officeDocument/2006/relationships/image" Target="../media/image111.png" /><Relationship Id="rId14" Type="http://schemas.openxmlformats.org/officeDocument/2006/relationships/image" Target="../media/image114.svg" /></Relationships>
</file>

<file path=ppt/diagrams/_rels/drawing9.xml.rels><?xml version="1.0" encoding="UTF-8" standalone="yes"?>
<Relationships xmlns="http://schemas.openxmlformats.org/package/2006/relationships"><Relationship Id="rId8" Type="http://schemas.openxmlformats.org/officeDocument/2006/relationships/image" Target="../media/image121.svg" /><Relationship Id="rId3" Type="http://schemas.openxmlformats.org/officeDocument/2006/relationships/image" Target="../media/image117.png" /><Relationship Id="rId7" Type="http://schemas.openxmlformats.org/officeDocument/2006/relationships/image" Target="../media/image120.png" /><Relationship Id="rId2" Type="http://schemas.openxmlformats.org/officeDocument/2006/relationships/image" Target="../media/image116.svg" /><Relationship Id="rId1" Type="http://schemas.openxmlformats.org/officeDocument/2006/relationships/image" Target="../media/image115.png" /><Relationship Id="rId6" Type="http://schemas.openxmlformats.org/officeDocument/2006/relationships/image" Target="../media/image119.svg" /><Relationship Id="rId5" Type="http://schemas.openxmlformats.org/officeDocument/2006/relationships/image" Target="../media/image81.png" /><Relationship Id="rId4" Type="http://schemas.openxmlformats.org/officeDocument/2006/relationships/image" Target="../media/image118.svg" /></Relationships>
</file>

<file path=ppt/diagrams/_rels/drawing13.xml.rels><?xml version="1.0" encoding="UTF-8" standalone="yes"?>
<Relationships xmlns="http://schemas.openxmlformats.org/package/2006/relationships"><Relationship Id="rId8" Type="http://schemas.openxmlformats.org/officeDocument/2006/relationships/image" Target="../media/image137.svg" /><Relationship Id="rId3" Type="http://schemas.openxmlformats.org/officeDocument/2006/relationships/image" Target="../media/image132.png" /><Relationship Id="rId7" Type="http://schemas.openxmlformats.org/officeDocument/2006/relationships/image" Target="../media/image136.png" /><Relationship Id="rId2" Type="http://schemas.openxmlformats.org/officeDocument/2006/relationships/image" Target="../media/image131.svg" /><Relationship Id="rId1" Type="http://schemas.openxmlformats.org/officeDocument/2006/relationships/image" Target="../media/image130.png" /><Relationship Id="rId6" Type="http://schemas.openxmlformats.org/officeDocument/2006/relationships/image" Target="../media/image135.svg" /><Relationship Id="rId5" Type="http://schemas.openxmlformats.org/officeDocument/2006/relationships/image" Target="../media/image134.png" /><Relationship Id="rId4" Type="http://schemas.openxmlformats.org/officeDocument/2006/relationships/image" Target="../media/image133.svg" /></Relationships>
</file>

<file path=ppt/diagrams/_rels/drawing17.xml.rels><?xml version="1.0" encoding="UTF-8" standalone="yes"?>
<Relationships xmlns="http://schemas.openxmlformats.org/package/2006/relationships"><Relationship Id="rId3" Type="http://schemas.openxmlformats.org/officeDocument/2006/relationships/image" Target="../media/image140.png" /><Relationship Id="rId2" Type="http://schemas.openxmlformats.org/officeDocument/2006/relationships/image" Target="../media/image139.svg" /><Relationship Id="rId1" Type="http://schemas.openxmlformats.org/officeDocument/2006/relationships/image" Target="../media/image138.png" /><Relationship Id="rId6" Type="http://schemas.openxmlformats.org/officeDocument/2006/relationships/image" Target="../media/image143.svg" /><Relationship Id="rId5" Type="http://schemas.openxmlformats.org/officeDocument/2006/relationships/image" Target="../media/image142.png" /><Relationship Id="rId4" Type="http://schemas.openxmlformats.org/officeDocument/2006/relationships/image" Target="../media/image141.svg" /></Relationships>
</file>

<file path=ppt/diagrams/_rels/drawing20.xml.rels><?xml version="1.0" encoding="UTF-8" standalone="yes"?>
<Relationships xmlns="http://schemas.openxmlformats.org/package/2006/relationships"><Relationship Id="rId3" Type="http://schemas.openxmlformats.org/officeDocument/2006/relationships/image" Target="../media/image146.png" /><Relationship Id="rId2" Type="http://schemas.openxmlformats.org/officeDocument/2006/relationships/image" Target="../media/image145.svg" /><Relationship Id="rId1" Type="http://schemas.openxmlformats.org/officeDocument/2006/relationships/image" Target="../media/image144.png" /><Relationship Id="rId6" Type="http://schemas.openxmlformats.org/officeDocument/2006/relationships/image" Target="../media/image149.svg" /><Relationship Id="rId5" Type="http://schemas.openxmlformats.org/officeDocument/2006/relationships/image" Target="../media/image148.png" /><Relationship Id="rId4" Type="http://schemas.openxmlformats.org/officeDocument/2006/relationships/image" Target="../media/image147.svg" /></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6EBEF3-0E71-4D04-B64A-20ED3E823ABC}"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2EC31E43-1D47-44BA-9717-905D569795CD}">
      <dgm:prSet custT="1"/>
      <dgm:spPr/>
      <dgm:t>
        <a:bodyPr/>
        <a:lstStyle/>
        <a:p>
          <a:pPr>
            <a:lnSpc>
              <a:spcPct val="100000"/>
            </a:lnSpc>
          </a:pPr>
          <a:r>
            <a:rPr lang="en-GB" sz="1800" b="1" i="0" baseline="0" dirty="0"/>
            <a:t>It will, however, typically include the following information:</a:t>
          </a:r>
          <a:endParaRPr lang="en-US" sz="1800" b="1" dirty="0"/>
        </a:p>
      </dgm:t>
    </dgm:pt>
    <dgm:pt modelId="{C3F472D7-08FF-45C9-BF17-B5F0EB540E12}" type="parTrans" cxnId="{8383F695-1D83-4925-AB2D-C9B55EA77C56}">
      <dgm:prSet/>
      <dgm:spPr/>
      <dgm:t>
        <a:bodyPr/>
        <a:lstStyle/>
        <a:p>
          <a:endParaRPr lang="en-US"/>
        </a:p>
      </dgm:t>
    </dgm:pt>
    <dgm:pt modelId="{AEC09D3D-ABAC-42A3-A861-47EEC835C28F}" type="sibTrans" cxnId="{8383F695-1D83-4925-AB2D-C9B55EA77C56}">
      <dgm:prSet/>
      <dgm:spPr/>
      <dgm:t>
        <a:bodyPr/>
        <a:lstStyle/>
        <a:p>
          <a:pPr>
            <a:lnSpc>
              <a:spcPct val="100000"/>
            </a:lnSpc>
          </a:pPr>
          <a:endParaRPr lang="en-US"/>
        </a:p>
      </dgm:t>
    </dgm:pt>
    <dgm:pt modelId="{27D66F4B-C8BC-4942-A518-9158479521E3}">
      <dgm:prSet custT="1"/>
      <dgm:spPr/>
      <dgm:t>
        <a:bodyPr/>
        <a:lstStyle/>
        <a:p>
          <a:pPr>
            <a:lnSpc>
              <a:spcPct val="100000"/>
            </a:lnSpc>
          </a:pPr>
          <a:r>
            <a:rPr lang="en-GB" sz="1600" b="1" i="0" baseline="0" dirty="0"/>
            <a:t>Product Information: product (name), manufacturer and suppliers names, addresses, and emergency phone numbers</a:t>
          </a:r>
          <a:endParaRPr lang="en-US" sz="1600" b="1" dirty="0"/>
        </a:p>
      </dgm:t>
    </dgm:pt>
    <dgm:pt modelId="{A2F094C3-C4B4-4C29-B0FE-B135286D189B}" type="parTrans" cxnId="{F23669FD-25B9-45FD-A328-B52B1AEEC310}">
      <dgm:prSet/>
      <dgm:spPr/>
      <dgm:t>
        <a:bodyPr/>
        <a:lstStyle/>
        <a:p>
          <a:endParaRPr lang="en-US"/>
        </a:p>
      </dgm:t>
    </dgm:pt>
    <dgm:pt modelId="{48A5719C-414E-4AC1-AEB8-482A31A2565E}" type="sibTrans" cxnId="{F23669FD-25B9-45FD-A328-B52B1AEEC310}">
      <dgm:prSet/>
      <dgm:spPr/>
      <dgm:t>
        <a:bodyPr/>
        <a:lstStyle/>
        <a:p>
          <a:pPr>
            <a:lnSpc>
              <a:spcPct val="100000"/>
            </a:lnSpc>
          </a:pPr>
          <a:endParaRPr lang="en-US"/>
        </a:p>
      </dgm:t>
    </dgm:pt>
    <dgm:pt modelId="{60850605-11B9-4349-81B1-50DD2FE688DC}">
      <dgm:prSet custT="1"/>
      <dgm:spPr/>
      <dgm:t>
        <a:bodyPr/>
        <a:lstStyle/>
        <a:p>
          <a:pPr>
            <a:lnSpc>
              <a:spcPct val="100000"/>
            </a:lnSpc>
          </a:pPr>
          <a:r>
            <a:rPr lang="en-GB" sz="2000" b="1" i="0" baseline="0" dirty="0"/>
            <a:t>Hazardous</a:t>
          </a:r>
        </a:p>
        <a:p>
          <a:pPr>
            <a:lnSpc>
              <a:spcPct val="100000"/>
            </a:lnSpc>
          </a:pPr>
          <a:r>
            <a:rPr lang="en-GB" sz="2000" b="1" i="0" baseline="0" dirty="0"/>
            <a:t> Ingredients</a:t>
          </a:r>
          <a:endParaRPr lang="en-US" sz="2000" b="1" dirty="0"/>
        </a:p>
      </dgm:t>
    </dgm:pt>
    <dgm:pt modelId="{5D6EF479-F337-44E3-B106-61467F6F3B1B}" type="parTrans" cxnId="{D0DB444A-00EA-4797-A1F2-6AF98775AC1F}">
      <dgm:prSet/>
      <dgm:spPr/>
      <dgm:t>
        <a:bodyPr/>
        <a:lstStyle/>
        <a:p>
          <a:endParaRPr lang="en-US"/>
        </a:p>
      </dgm:t>
    </dgm:pt>
    <dgm:pt modelId="{CA04D2E5-01A9-4CE6-85A5-5E37F82DCFFF}" type="sibTrans" cxnId="{D0DB444A-00EA-4797-A1F2-6AF98775AC1F}">
      <dgm:prSet/>
      <dgm:spPr/>
      <dgm:t>
        <a:bodyPr/>
        <a:lstStyle/>
        <a:p>
          <a:pPr>
            <a:lnSpc>
              <a:spcPct val="100000"/>
            </a:lnSpc>
          </a:pPr>
          <a:endParaRPr lang="en-US"/>
        </a:p>
      </dgm:t>
    </dgm:pt>
    <dgm:pt modelId="{47A8DDC2-438B-49BA-B4FD-C7700BC835B2}">
      <dgm:prSet/>
      <dgm:spPr/>
      <dgm:t>
        <a:bodyPr/>
        <a:lstStyle/>
        <a:p>
          <a:pPr>
            <a:lnSpc>
              <a:spcPct val="100000"/>
            </a:lnSpc>
          </a:pPr>
          <a:r>
            <a:rPr lang="en-GB" b="1" i="0" baseline="0" dirty="0"/>
            <a:t>Physical Data Fire or Explosion Hazard Data Reactivity Data: information on the chemical instability of a product and the substances it may react with</a:t>
          </a:r>
          <a:endParaRPr lang="en-US" b="1" dirty="0"/>
        </a:p>
      </dgm:t>
    </dgm:pt>
    <dgm:pt modelId="{56C94942-E9A0-40D0-AE48-EA910AD2F019}" type="parTrans" cxnId="{94DEF64F-C337-4FCD-B507-64CFF7EA0090}">
      <dgm:prSet/>
      <dgm:spPr/>
      <dgm:t>
        <a:bodyPr/>
        <a:lstStyle/>
        <a:p>
          <a:endParaRPr lang="en-US"/>
        </a:p>
      </dgm:t>
    </dgm:pt>
    <dgm:pt modelId="{B2CB63BD-3F05-4173-9F62-9697542323A7}" type="sibTrans" cxnId="{94DEF64F-C337-4FCD-B507-64CFF7EA0090}">
      <dgm:prSet/>
      <dgm:spPr/>
      <dgm:t>
        <a:bodyPr/>
        <a:lstStyle/>
        <a:p>
          <a:pPr>
            <a:lnSpc>
              <a:spcPct val="100000"/>
            </a:lnSpc>
          </a:pPr>
          <a:endParaRPr lang="en-US"/>
        </a:p>
      </dgm:t>
    </dgm:pt>
    <dgm:pt modelId="{E9D01C2C-89AA-49B5-B663-D82CCAFF3588}">
      <dgm:prSet custT="1"/>
      <dgm:spPr/>
      <dgm:t>
        <a:bodyPr/>
        <a:lstStyle/>
        <a:p>
          <a:pPr>
            <a:lnSpc>
              <a:spcPct val="100000"/>
            </a:lnSpc>
          </a:pPr>
          <a:r>
            <a:rPr lang="en-GB" sz="1800" b="1" i="0" baseline="0" dirty="0"/>
            <a:t>· Toxicological Properties: health effects</a:t>
          </a:r>
          <a:endParaRPr lang="en-US" sz="1800" b="1" dirty="0"/>
        </a:p>
      </dgm:t>
    </dgm:pt>
    <dgm:pt modelId="{64BE4F94-81C5-40B1-90F3-260ED6ECD524}" type="parTrans" cxnId="{B4BB225D-4310-48B7-8B45-982300AA2A41}">
      <dgm:prSet/>
      <dgm:spPr/>
      <dgm:t>
        <a:bodyPr/>
        <a:lstStyle/>
        <a:p>
          <a:endParaRPr lang="en-US"/>
        </a:p>
      </dgm:t>
    </dgm:pt>
    <dgm:pt modelId="{39109118-0FB9-4E07-B7CA-90ADE8F0EDFD}" type="sibTrans" cxnId="{B4BB225D-4310-48B7-8B45-982300AA2A41}">
      <dgm:prSet/>
      <dgm:spPr/>
      <dgm:t>
        <a:bodyPr/>
        <a:lstStyle/>
        <a:p>
          <a:pPr>
            <a:lnSpc>
              <a:spcPct val="100000"/>
            </a:lnSpc>
          </a:pPr>
          <a:endParaRPr lang="en-US"/>
        </a:p>
      </dgm:t>
    </dgm:pt>
    <dgm:pt modelId="{4D4308DC-AFF4-4DD8-B94B-EAB37AF60313}">
      <dgm:prSet custT="1"/>
      <dgm:spPr/>
      <dgm:t>
        <a:bodyPr/>
        <a:lstStyle/>
        <a:p>
          <a:pPr>
            <a:lnSpc>
              <a:spcPct val="100000"/>
            </a:lnSpc>
          </a:pPr>
          <a:r>
            <a:rPr lang="en-GB" sz="2000" b="0" i="0" baseline="0" dirty="0"/>
            <a:t>· Preventive Measures</a:t>
          </a:r>
          <a:endParaRPr lang="en-US" sz="2000" dirty="0"/>
        </a:p>
      </dgm:t>
    </dgm:pt>
    <dgm:pt modelId="{D367BB17-7820-4F8A-BFF7-BE9AEFEE5FDC}" type="parTrans" cxnId="{B30800D4-F725-4334-9D4F-02F0652E3D66}">
      <dgm:prSet/>
      <dgm:spPr/>
      <dgm:t>
        <a:bodyPr/>
        <a:lstStyle/>
        <a:p>
          <a:endParaRPr lang="en-US"/>
        </a:p>
      </dgm:t>
    </dgm:pt>
    <dgm:pt modelId="{3EFC8AAF-C59B-43C1-A1A5-3CE75A96135A}" type="sibTrans" cxnId="{B30800D4-F725-4334-9D4F-02F0652E3D66}">
      <dgm:prSet/>
      <dgm:spPr/>
      <dgm:t>
        <a:bodyPr/>
        <a:lstStyle/>
        <a:p>
          <a:pPr>
            <a:lnSpc>
              <a:spcPct val="100000"/>
            </a:lnSpc>
          </a:pPr>
          <a:endParaRPr lang="en-US"/>
        </a:p>
      </dgm:t>
    </dgm:pt>
    <dgm:pt modelId="{FF97433E-7D02-4270-B749-8F538EA446BA}">
      <dgm:prSet custT="1"/>
      <dgm:spPr/>
      <dgm:t>
        <a:bodyPr/>
        <a:lstStyle/>
        <a:p>
          <a:pPr>
            <a:lnSpc>
              <a:spcPct val="100000"/>
            </a:lnSpc>
          </a:pPr>
          <a:r>
            <a:rPr lang="en-GB" sz="1600" b="1" i="0" baseline="0" dirty="0"/>
            <a:t>· First Aid Measures Preparation Information: who is responsible for preparation and date of preparation of MSDS</a:t>
          </a:r>
          <a:endParaRPr lang="en-US" sz="1600" b="1" dirty="0"/>
        </a:p>
      </dgm:t>
    </dgm:pt>
    <dgm:pt modelId="{4CECF903-0DC6-4C12-88BA-ED0EB6ECEA77}" type="parTrans" cxnId="{38987C95-AC45-47F5-90A8-CFEC1D45FEA9}">
      <dgm:prSet/>
      <dgm:spPr/>
      <dgm:t>
        <a:bodyPr/>
        <a:lstStyle/>
        <a:p>
          <a:endParaRPr lang="en-US"/>
        </a:p>
      </dgm:t>
    </dgm:pt>
    <dgm:pt modelId="{F4C56C4E-48F6-4E6C-AE8A-1DB2EEF8B1E8}" type="sibTrans" cxnId="{38987C95-AC45-47F5-90A8-CFEC1D45FEA9}">
      <dgm:prSet/>
      <dgm:spPr/>
      <dgm:t>
        <a:bodyPr/>
        <a:lstStyle/>
        <a:p>
          <a:endParaRPr lang="en-US"/>
        </a:p>
      </dgm:t>
    </dgm:pt>
    <dgm:pt modelId="{BFADB900-7228-4A0A-AAF4-44F811A50143}" type="pres">
      <dgm:prSet presAssocID="{816EBEF3-0E71-4D04-B64A-20ED3E823ABC}" presName="diagram" presStyleCnt="0">
        <dgm:presLayoutVars>
          <dgm:dir/>
          <dgm:resizeHandles val="exact"/>
        </dgm:presLayoutVars>
      </dgm:prSet>
      <dgm:spPr/>
    </dgm:pt>
    <dgm:pt modelId="{9C95967F-3A8D-4B28-A6F2-77197C49DB60}" type="pres">
      <dgm:prSet presAssocID="{2EC31E43-1D47-44BA-9717-905D569795CD}" presName="node" presStyleLbl="node1" presStyleIdx="0" presStyleCnt="7">
        <dgm:presLayoutVars>
          <dgm:bulletEnabled val="1"/>
        </dgm:presLayoutVars>
      </dgm:prSet>
      <dgm:spPr/>
    </dgm:pt>
    <dgm:pt modelId="{88C856AD-81C4-4FE3-9A4F-555F37876CA0}" type="pres">
      <dgm:prSet presAssocID="{AEC09D3D-ABAC-42A3-A861-47EEC835C28F}" presName="sibTrans" presStyleCnt="0"/>
      <dgm:spPr/>
    </dgm:pt>
    <dgm:pt modelId="{13E1D05D-F3BF-448E-AF5C-CD7E9DBDD467}" type="pres">
      <dgm:prSet presAssocID="{27D66F4B-C8BC-4942-A518-9158479521E3}" presName="node" presStyleLbl="node1" presStyleIdx="1" presStyleCnt="7" custScaleX="110000">
        <dgm:presLayoutVars>
          <dgm:bulletEnabled val="1"/>
        </dgm:presLayoutVars>
      </dgm:prSet>
      <dgm:spPr/>
    </dgm:pt>
    <dgm:pt modelId="{11A1B375-1858-4CE4-8089-3CC3AFAA3F12}" type="pres">
      <dgm:prSet presAssocID="{48A5719C-414E-4AC1-AEB8-482A31A2565E}" presName="sibTrans" presStyleCnt="0"/>
      <dgm:spPr/>
    </dgm:pt>
    <dgm:pt modelId="{065B0143-9D06-4FE7-81E8-660E94309ED7}" type="pres">
      <dgm:prSet presAssocID="{60850605-11B9-4349-81B1-50DD2FE688DC}" presName="node" presStyleLbl="node1" presStyleIdx="2" presStyleCnt="7">
        <dgm:presLayoutVars>
          <dgm:bulletEnabled val="1"/>
        </dgm:presLayoutVars>
      </dgm:prSet>
      <dgm:spPr/>
    </dgm:pt>
    <dgm:pt modelId="{1790CB7D-408C-451C-933C-311007847CA3}" type="pres">
      <dgm:prSet presAssocID="{CA04D2E5-01A9-4CE6-85A5-5E37F82DCFFF}" presName="sibTrans" presStyleCnt="0"/>
      <dgm:spPr/>
    </dgm:pt>
    <dgm:pt modelId="{EA7F32F8-790D-4AAF-9C68-4EE54F74C39F}" type="pres">
      <dgm:prSet presAssocID="{47A8DDC2-438B-49BA-B4FD-C7700BC835B2}" presName="node" presStyleLbl="node1" presStyleIdx="3" presStyleCnt="7">
        <dgm:presLayoutVars>
          <dgm:bulletEnabled val="1"/>
        </dgm:presLayoutVars>
      </dgm:prSet>
      <dgm:spPr/>
    </dgm:pt>
    <dgm:pt modelId="{B44BE6C6-CDD4-434E-914F-584BB2DA2B58}" type="pres">
      <dgm:prSet presAssocID="{B2CB63BD-3F05-4173-9F62-9697542323A7}" presName="sibTrans" presStyleCnt="0"/>
      <dgm:spPr/>
    </dgm:pt>
    <dgm:pt modelId="{C0AF6A06-88AA-42A0-ACC0-A2A56D2E580C}" type="pres">
      <dgm:prSet presAssocID="{E9D01C2C-89AA-49B5-B663-D82CCAFF3588}" presName="node" presStyleLbl="node1" presStyleIdx="4" presStyleCnt="7">
        <dgm:presLayoutVars>
          <dgm:bulletEnabled val="1"/>
        </dgm:presLayoutVars>
      </dgm:prSet>
      <dgm:spPr/>
    </dgm:pt>
    <dgm:pt modelId="{AD0B34B1-5793-45A5-A096-99B4F7F20773}" type="pres">
      <dgm:prSet presAssocID="{39109118-0FB9-4E07-B7CA-90ADE8F0EDFD}" presName="sibTrans" presStyleCnt="0"/>
      <dgm:spPr/>
    </dgm:pt>
    <dgm:pt modelId="{994217B9-87A4-4F13-A9CD-634C7D81FB20}" type="pres">
      <dgm:prSet presAssocID="{4D4308DC-AFF4-4DD8-B94B-EAB37AF60313}" presName="node" presStyleLbl="node1" presStyleIdx="5" presStyleCnt="7">
        <dgm:presLayoutVars>
          <dgm:bulletEnabled val="1"/>
        </dgm:presLayoutVars>
      </dgm:prSet>
      <dgm:spPr/>
    </dgm:pt>
    <dgm:pt modelId="{506F742A-0BED-40A5-B472-0AE10C235570}" type="pres">
      <dgm:prSet presAssocID="{3EFC8AAF-C59B-43C1-A1A5-3CE75A96135A}" presName="sibTrans" presStyleCnt="0"/>
      <dgm:spPr/>
    </dgm:pt>
    <dgm:pt modelId="{E2F9DD6E-FDAE-4541-B98A-2D86E89FDAC9}" type="pres">
      <dgm:prSet presAssocID="{FF97433E-7D02-4270-B749-8F538EA446BA}" presName="node" presStyleLbl="node1" presStyleIdx="6" presStyleCnt="7" custScaleX="104034">
        <dgm:presLayoutVars>
          <dgm:bulletEnabled val="1"/>
        </dgm:presLayoutVars>
      </dgm:prSet>
      <dgm:spPr/>
    </dgm:pt>
  </dgm:ptLst>
  <dgm:cxnLst>
    <dgm:cxn modelId="{F05EFA28-4599-40A3-A4C4-6274A3558041}" type="presOf" srcId="{2EC31E43-1D47-44BA-9717-905D569795CD}" destId="{9C95967F-3A8D-4B28-A6F2-77197C49DB60}" srcOrd="0" destOrd="0" presId="urn:microsoft.com/office/officeart/2005/8/layout/default"/>
    <dgm:cxn modelId="{B4BB225D-4310-48B7-8B45-982300AA2A41}" srcId="{816EBEF3-0E71-4D04-B64A-20ED3E823ABC}" destId="{E9D01C2C-89AA-49B5-B663-D82CCAFF3588}" srcOrd="4" destOrd="0" parTransId="{64BE4F94-81C5-40B1-90F3-260ED6ECD524}" sibTransId="{39109118-0FB9-4E07-B7CA-90ADE8F0EDFD}"/>
    <dgm:cxn modelId="{D0DB444A-00EA-4797-A1F2-6AF98775AC1F}" srcId="{816EBEF3-0E71-4D04-B64A-20ED3E823ABC}" destId="{60850605-11B9-4349-81B1-50DD2FE688DC}" srcOrd="2" destOrd="0" parTransId="{5D6EF479-F337-44E3-B106-61467F6F3B1B}" sibTransId="{CA04D2E5-01A9-4CE6-85A5-5E37F82DCFFF}"/>
    <dgm:cxn modelId="{8DF75F4F-EA88-4CC3-BAA6-CD4CE14389F6}" type="presOf" srcId="{47A8DDC2-438B-49BA-B4FD-C7700BC835B2}" destId="{EA7F32F8-790D-4AAF-9C68-4EE54F74C39F}" srcOrd="0" destOrd="0" presId="urn:microsoft.com/office/officeart/2005/8/layout/default"/>
    <dgm:cxn modelId="{94DEF64F-C337-4FCD-B507-64CFF7EA0090}" srcId="{816EBEF3-0E71-4D04-B64A-20ED3E823ABC}" destId="{47A8DDC2-438B-49BA-B4FD-C7700BC835B2}" srcOrd="3" destOrd="0" parTransId="{56C94942-E9A0-40D0-AE48-EA910AD2F019}" sibTransId="{B2CB63BD-3F05-4173-9F62-9697542323A7}"/>
    <dgm:cxn modelId="{FBE58473-7EE2-46E1-9467-F8E23370ACC8}" type="presOf" srcId="{816EBEF3-0E71-4D04-B64A-20ED3E823ABC}" destId="{BFADB900-7228-4A0A-AAF4-44F811A50143}" srcOrd="0" destOrd="0" presId="urn:microsoft.com/office/officeart/2005/8/layout/default"/>
    <dgm:cxn modelId="{27DE8B79-8EB6-4001-AE5D-146ADACF3DE6}" type="presOf" srcId="{27D66F4B-C8BC-4942-A518-9158479521E3}" destId="{13E1D05D-F3BF-448E-AF5C-CD7E9DBDD467}" srcOrd="0" destOrd="0" presId="urn:microsoft.com/office/officeart/2005/8/layout/default"/>
    <dgm:cxn modelId="{38987C95-AC45-47F5-90A8-CFEC1D45FEA9}" srcId="{816EBEF3-0E71-4D04-B64A-20ED3E823ABC}" destId="{FF97433E-7D02-4270-B749-8F538EA446BA}" srcOrd="6" destOrd="0" parTransId="{4CECF903-0DC6-4C12-88BA-ED0EB6ECEA77}" sibTransId="{F4C56C4E-48F6-4E6C-AE8A-1DB2EEF8B1E8}"/>
    <dgm:cxn modelId="{8383F695-1D83-4925-AB2D-C9B55EA77C56}" srcId="{816EBEF3-0E71-4D04-B64A-20ED3E823ABC}" destId="{2EC31E43-1D47-44BA-9717-905D569795CD}" srcOrd="0" destOrd="0" parTransId="{C3F472D7-08FF-45C9-BF17-B5F0EB540E12}" sibTransId="{AEC09D3D-ABAC-42A3-A861-47EEC835C28F}"/>
    <dgm:cxn modelId="{8F3A3B9C-111F-4CB3-BD78-1A2A6DC7F92E}" type="presOf" srcId="{FF97433E-7D02-4270-B749-8F538EA446BA}" destId="{E2F9DD6E-FDAE-4541-B98A-2D86E89FDAC9}" srcOrd="0" destOrd="0" presId="urn:microsoft.com/office/officeart/2005/8/layout/default"/>
    <dgm:cxn modelId="{CC657FD0-B307-427A-A28B-66276355D992}" type="presOf" srcId="{60850605-11B9-4349-81B1-50DD2FE688DC}" destId="{065B0143-9D06-4FE7-81E8-660E94309ED7}" srcOrd="0" destOrd="0" presId="urn:microsoft.com/office/officeart/2005/8/layout/default"/>
    <dgm:cxn modelId="{B30800D4-F725-4334-9D4F-02F0652E3D66}" srcId="{816EBEF3-0E71-4D04-B64A-20ED3E823ABC}" destId="{4D4308DC-AFF4-4DD8-B94B-EAB37AF60313}" srcOrd="5" destOrd="0" parTransId="{D367BB17-7820-4F8A-BFF7-BE9AEFEE5FDC}" sibTransId="{3EFC8AAF-C59B-43C1-A1A5-3CE75A96135A}"/>
    <dgm:cxn modelId="{45BEA1DF-CB1F-45AC-8F01-226A6D55E9E8}" type="presOf" srcId="{E9D01C2C-89AA-49B5-B663-D82CCAFF3588}" destId="{C0AF6A06-88AA-42A0-ACC0-A2A56D2E580C}" srcOrd="0" destOrd="0" presId="urn:microsoft.com/office/officeart/2005/8/layout/default"/>
    <dgm:cxn modelId="{D4922EE8-CCB2-4E12-B205-47AF27992F08}" type="presOf" srcId="{4D4308DC-AFF4-4DD8-B94B-EAB37AF60313}" destId="{994217B9-87A4-4F13-A9CD-634C7D81FB20}" srcOrd="0" destOrd="0" presId="urn:microsoft.com/office/officeart/2005/8/layout/default"/>
    <dgm:cxn modelId="{F23669FD-25B9-45FD-A328-B52B1AEEC310}" srcId="{816EBEF3-0E71-4D04-B64A-20ED3E823ABC}" destId="{27D66F4B-C8BC-4942-A518-9158479521E3}" srcOrd="1" destOrd="0" parTransId="{A2F094C3-C4B4-4C29-B0FE-B135286D189B}" sibTransId="{48A5719C-414E-4AC1-AEB8-482A31A2565E}"/>
    <dgm:cxn modelId="{04F3FDD1-2E85-43B4-8E1D-41CAC2407391}" type="presParOf" srcId="{BFADB900-7228-4A0A-AAF4-44F811A50143}" destId="{9C95967F-3A8D-4B28-A6F2-77197C49DB60}" srcOrd="0" destOrd="0" presId="urn:microsoft.com/office/officeart/2005/8/layout/default"/>
    <dgm:cxn modelId="{07331FEB-B9B2-444E-ADDF-AA61813C6DB2}" type="presParOf" srcId="{BFADB900-7228-4A0A-AAF4-44F811A50143}" destId="{88C856AD-81C4-4FE3-9A4F-555F37876CA0}" srcOrd="1" destOrd="0" presId="urn:microsoft.com/office/officeart/2005/8/layout/default"/>
    <dgm:cxn modelId="{A1DAA02B-18B2-469D-9A9C-853D84DE9ABC}" type="presParOf" srcId="{BFADB900-7228-4A0A-AAF4-44F811A50143}" destId="{13E1D05D-F3BF-448E-AF5C-CD7E9DBDD467}" srcOrd="2" destOrd="0" presId="urn:microsoft.com/office/officeart/2005/8/layout/default"/>
    <dgm:cxn modelId="{D2FB8906-2364-4269-AD05-92C623547AB2}" type="presParOf" srcId="{BFADB900-7228-4A0A-AAF4-44F811A50143}" destId="{11A1B375-1858-4CE4-8089-3CC3AFAA3F12}" srcOrd="3" destOrd="0" presId="urn:microsoft.com/office/officeart/2005/8/layout/default"/>
    <dgm:cxn modelId="{D933DFA8-B89C-410F-91EA-9DB92F12FD75}" type="presParOf" srcId="{BFADB900-7228-4A0A-AAF4-44F811A50143}" destId="{065B0143-9D06-4FE7-81E8-660E94309ED7}" srcOrd="4" destOrd="0" presId="urn:microsoft.com/office/officeart/2005/8/layout/default"/>
    <dgm:cxn modelId="{B9BFFFE6-75ED-4F54-9D41-68AEA9717C9F}" type="presParOf" srcId="{BFADB900-7228-4A0A-AAF4-44F811A50143}" destId="{1790CB7D-408C-451C-933C-311007847CA3}" srcOrd="5" destOrd="0" presId="urn:microsoft.com/office/officeart/2005/8/layout/default"/>
    <dgm:cxn modelId="{50244C13-8F48-4981-8B65-54680B144356}" type="presParOf" srcId="{BFADB900-7228-4A0A-AAF4-44F811A50143}" destId="{EA7F32F8-790D-4AAF-9C68-4EE54F74C39F}" srcOrd="6" destOrd="0" presId="urn:microsoft.com/office/officeart/2005/8/layout/default"/>
    <dgm:cxn modelId="{74155EB3-6C8B-43AF-AC32-9C8B631652BC}" type="presParOf" srcId="{BFADB900-7228-4A0A-AAF4-44F811A50143}" destId="{B44BE6C6-CDD4-434E-914F-584BB2DA2B58}" srcOrd="7" destOrd="0" presId="urn:microsoft.com/office/officeart/2005/8/layout/default"/>
    <dgm:cxn modelId="{F2886536-FCAD-4324-B67B-A6E0409B2E1A}" type="presParOf" srcId="{BFADB900-7228-4A0A-AAF4-44F811A50143}" destId="{C0AF6A06-88AA-42A0-ACC0-A2A56D2E580C}" srcOrd="8" destOrd="0" presId="urn:microsoft.com/office/officeart/2005/8/layout/default"/>
    <dgm:cxn modelId="{76B62549-82FC-444B-A13C-CE97EB0659D2}" type="presParOf" srcId="{BFADB900-7228-4A0A-AAF4-44F811A50143}" destId="{AD0B34B1-5793-45A5-A096-99B4F7F20773}" srcOrd="9" destOrd="0" presId="urn:microsoft.com/office/officeart/2005/8/layout/default"/>
    <dgm:cxn modelId="{A359AAD1-F0F4-4D77-9431-698433170C7B}" type="presParOf" srcId="{BFADB900-7228-4A0A-AAF4-44F811A50143}" destId="{994217B9-87A4-4F13-A9CD-634C7D81FB20}" srcOrd="10" destOrd="0" presId="urn:microsoft.com/office/officeart/2005/8/layout/default"/>
    <dgm:cxn modelId="{B2156529-E87A-49DE-9549-67625589E7B9}" type="presParOf" srcId="{BFADB900-7228-4A0A-AAF4-44F811A50143}" destId="{506F742A-0BED-40A5-B472-0AE10C235570}" srcOrd="11" destOrd="0" presId="urn:microsoft.com/office/officeart/2005/8/layout/default"/>
    <dgm:cxn modelId="{99AE87DC-C405-4815-A208-CB65CC2476A6}" type="presParOf" srcId="{BFADB900-7228-4A0A-AAF4-44F811A50143}" destId="{E2F9DD6E-FDAE-4541-B98A-2D86E89FDAC9}"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FE8EB97-5CDB-47F1-98BD-DD25E03DA568}"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01B6E81F-3122-404C-B054-E12A0790BA3F}">
      <dgm:prSet custT="1"/>
      <dgm:spPr/>
      <dgm:t>
        <a:bodyPr/>
        <a:lstStyle/>
        <a:p>
          <a:pPr>
            <a:lnSpc>
              <a:spcPct val="100000"/>
            </a:lnSpc>
          </a:pPr>
          <a:r>
            <a:rPr lang="en-GB" sz="2000" b="1" i="0" baseline="0"/>
            <a:t>Elimination </a:t>
          </a:r>
          <a:r>
            <a:rPr lang="en-GB" sz="2000" b="0" i="0" baseline="0"/>
            <a:t>: options which get rid of the hazard altogether</a:t>
          </a:r>
          <a:endParaRPr lang="en-US" sz="2000"/>
        </a:p>
      </dgm:t>
    </dgm:pt>
    <dgm:pt modelId="{0FFADC8C-1A77-4E1F-A139-840B9A66351D}" type="parTrans" cxnId="{94AADD54-A973-4CA9-A933-EBFDD19148F3}">
      <dgm:prSet/>
      <dgm:spPr/>
      <dgm:t>
        <a:bodyPr/>
        <a:lstStyle/>
        <a:p>
          <a:endParaRPr lang="en-US" sz="2000"/>
        </a:p>
      </dgm:t>
    </dgm:pt>
    <dgm:pt modelId="{6F731A43-7CF7-44AB-A70E-DC6ECDEADDD3}" type="sibTrans" cxnId="{94AADD54-A973-4CA9-A933-EBFDD19148F3}">
      <dgm:prSet/>
      <dgm:spPr/>
      <dgm:t>
        <a:bodyPr/>
        <a:lstStyle/>
        <a:p>
          <a:endParaRPr lang="en-US" sz="2000"/>
        </a:p>
      </dgm:t>
    </dgm:pt>
    <dgm:pt modelId="{A3382915-149A-4CD8-A51F-06690F5560A7}">
      <dgm:prSet custT="1"/>
      <dgm:spPr/>
      <dgm:t>
        <a:bodyPr/>
        <a:lstStyle/>
        <a:p>
          <a:pPr>
            <a:lnSpc>
              <a:spcPct val="100000"/>
            </a:lnSpc>
          </a:pPr>
          <a:r>
            <a:rPr lang="en-GB" sz="2000" b="1" i="0" baseline="0"/>
            <a:t>Substitution- </a:t>
          </a:r>
          <a:r>
            <a:rPr lang="en-GB" sz="2000" b="0" i="0" baseline="0"/>
            <a:t>Replacing a hazardous chemical with a less hazardous one wherever possible.</a:t>
          </a:r>
          <a:endParaRPr lang="en-US" sz="2000"/>
        </a:p>
      </dgm:t>
    </dgm:pt>
    <dgm:pt modelId="{42216121-B934-4787-AA53-467156324AD7}" type="parTrans" cxnId="{8F30E23D-0C6D-4BB4-B2FF-1A55138A5C05}">
      <dgm:prSet/>
      <dgm:spPr/>
      <dgm:t>
        <a:bodyPr/>
        <a:lstStyle/>
        <a:p>
          <a:endParaRPr lang="en-US" sz="2000"/>
        </a:p>
      </dgm:t>
    </dgm:pt>
    <dgm:pt modelId="{C975D5DB-EB8D-4B4B-8178-D985892195A5}" type="sibTrans" cxnId="{8F30E23D-0C6D-4BB4-B2FF-1A55138A5C05}">
      <dgm:prSet/>
      <dgm:spPr/>
      <dgm:t>
        <a:bodyPr/>
        <a:lstStyle/>
        <a:p>
          <a:endParaRPr lang="en-US" sz="2000"/>
        </a:p>
      </dgm:t>
    </dgm:pt>
    <dgm:pt modelId="{0113DD9A-D0D7-45A8-813D-FADC95CB9614}">
      <dgm:prSet custT="1"/>
      <dgm:spPr/>
      <dgm:t>
        <a:bodyPr/>
        <a:lstStyle/>
        <a:p>
          <a:pPr>
            <a:lnSpc>
              <a:spcPct val="100000"/>
            </a:lnSpc>
          </a:pPr>
          <a:r>
            <a:rPr lang="en-GB" sz="2000" b="1" i="0" baseline="0"/>
            <a:t>Engineering Controls- </a:t>
          </a:r>
          <a:r>
            <a:rPr lang="en-GB" sz="2000" b="0" i="0" baseline="0"/>
            <a:t>Fume Hoods, local exhaust ventilation, etc.</a:t>
          </a:r>
          <a:endParaRPr lang="en-US" sz="2000"/>
        </a:p>
      </dgm:t>
    </dgm:pt>
    <dgm:pt modelId="{571BD3CD-F9F8-42CD-8A76-A5FCD09934FE}" type="parTrans" cxnId="{509FE0C0-FE61-44EF-A8B8-84665D928DD8}">
      <dgm:prSet/>
      <dgm:spPr/>
      <dgm:t>
        <a:bodyPr/>
        <a:lstStyle/>
        <a:p>
          <a:endParaRPr lang="en-US" sz="2000"/>
        </a:p>
      </dgm:t>
    </dgm:pt>
    <dgm:pt modelId="{06B0857E-269E-4720-9B32-47FAFDF80FAB}" type="sibTrans" cxnId="{509FE0C0-FE61-44EF-A8B8-84665D928DD8}">
      <dgm:prSet/>
      <dgm:spPr/>
      <dgm:t>
        <a:bodyPr/>
        <a:lstStyle/>
        <a:p>
          <a:endParaRPr lang="en-US" sz="2000"/>
        </a:p>
      </dgm:t>
    </dgm:pt>
    <dgm:pt modelId="{73646361-8568-4C24-B713-BE3EED107911}">
      <dgm:prSet custT="1"/>
      <dgm:spPr/>
      <dgm:t>
        <a:bodyPr/>
        <a:lstStyle/>
        <a:p>
          <a:pPr>
            <a:lnSpc>
              <a:spcPct val="100000"/>
            </a:lnSpc>
          </a:pPr>
          <a:r>
            <a:rPr lang="en-GB" sz="2000" b="1" i="0" baseline="0"/>
            <a:t>Administrative control</a:t>
          </a:r>
          <a:r>
            <a:rPr lang="en-GB" sz="2000" b="0" i="0" baseline="0"/>
            <a:t>- Standard Operating Procedures (SOP), caution signages, etc. •</a:t>
          </a:r>
          <a:endParaRPr lang="en-US" sz="2000"/>
        </a:p>
      </dgm:t>
    </dgm:pt>
    <dgm:pt modelId="{DD897FF2-8E8D-4BCC-BF3F-9FD5ED6CC598}" type="parTrans" cxnId="{2EBB2CA7-1D2A-4225-93E1-9DD91A1BD1B9}">
      <dgm:prSet/>
      <dgm:spPr/>
      <dgm:t>
        <a:bodyPr/>
        <a:lstStyle/>
        <a:p>
          <a:endParaRPr lang="en-US" sz="2000"/>
        </a:p>
      </dgm:t>
    </dgm:pt>
    <dgm:pt modelId="{71380055-D099-4364-8822-DDF16AA67282}" type="sibTrans" cxnId="{2EBB2CA7-1D2A-4225-93E1-9DD91A1BD1B9}">
      <dgm:prSet/>
      <dgm:spPr/>
      <dgm:t>
        <a:bodyPr/>
        <a:lstStyle/>
        <a:p>
          <a:endParaRPr lang="en-US" sz="2000"/>
        </a:p>
      </dgm:t>
    </dgm:pt>
    <dgm:pt modelId="{5E306428-1DCC-40B2-9912-C6E08D9859F5}">
      <dgm:prSet custT="1"/>
      <dgm:spPr/>
      <dgm:t>
        <a:bodyPr/>
        <a:lstStyle/>
        <a:p>
          <a:pPr>
            <a:lnSpc>
              <a:spcPct val="100000"/>
            </a:lnSpc>
          </a:pPr>
          <a:r>
            <a:rPr lang="en-GB" sz="2000" b="1" i="0" baseline="0"/>
            <a:t>Personal protective equipment</a:t>
          </a:r>
          <a:r>
            <a:rPr lang="en-GB" sz="2000" b="0" i="0" baseline="0"/>
            <a:t>- Lab coats, safety glasses,hand gloves, etc.</a:t>
          </a:r>
          <a:endParaRPr lang="en-US" sz="2000"/>
        </a:p>
      </dgm:t>
    </dgm:pt>
    <dgm:pt modelId="{F72A42B2-5EC2-42E2-8FD5-F042AE1C9ED6}" type="parTrans" cxnId="{B222E7A1-DE3B-4979-AFEC-1DA6F188EE41}">
      <dgm:prSet/>
      <dgm:spPr/>
      <dgm:t>
        <a:bodyPr/>
        <a:lstStyle/>
        <a:p>
          <a:endParaRPr lang="en-US" sz="2000"/>
        </a:p>
      </dgm:t>
    </dgm:pt>
    <dgm:pt modelId="{067BD697-6348-4388-9054-60839BBBB4DA}" type="sibTrans" cxnId="{B222E7A1-DE3B-4979-AFEC-1DA6F188EE41}">
      <dgm:prSet/>
      <dgm:spPr/>
      <dgm:t>
        <a:bodyPr/>
        <a:lstStyle/>
        <a:p>
          <a:endParaRPr lang="en-US" sz="2000"/>
        </a:p>
      </dgm:t>
    </dgm:pt>
    <dgm:pt modelId="{50519B41-BD47-4A4F-90BA-BBD369B06652}" type="pres">
      <dgm:prSet presAssocID="{6FE8EB97-5CDB-47F1-98BD-DD25E03DA568}" presName="outerComposite" presStyleCnt="0">
        <dgm:presLayoutVars>
          <dgm:chMax val="5"/>
          <dgm:dir/>
          <dgm:resizeHandles val="exact"/>
        </dgm:presLayoutVars>
      </dgm:prSet>
      <dgm:spPr/>
    </dgm:pt>
    <dgm:pt modelId="{3B84FDAD-94F5-478D-AD5A-DE5660E09311}" type="pres">
      <dgm:prSet presAssocID="{6FE8EB97-5CDB-47F1-98BD-DD25E03DA568}" presName="dummyMaxCanvas" presStyleCnt="0">
        <dgm:presLayoutVars/>
      </dgm:prSet>
      <dgm:spPr/>
    </dgm:pt>
    <dgm:pt modelId="{7C053147-9523-4CC4-A34F-A4A02BAD1BEE}" type="pres">
      <dgm:prSet presAssocID="{6FE8EB97-5CDB-47F1-98BD-DD25E03DA568}" presName="FiveNodes_1" presStyleLbl="node1" presStyleIdx="0" presStyleCnt="5">
        <dgm:presLayoutVars>
          <dgm:bulletEnabled val="1"/>
        </dgm:presLayoutVars>
      </dgm:prSet>
      <dgm:spPr/>
    </dgm:pt>
    <dgm:pt modelId="{E7CA757F-E91E-4247-89CD-16E8B05E0A00}" type="pres">
      <dgm:prSet presAssocID="{6FE8EB97-5CDB-47F1-98BD-DD25E03DA568}" presName="FiveNodes_2" presStyleLbl="node1" presStyleIdx="1" presStyleCnt="5">
        <dgm:presLayoutVars>
          <dgm:bulletEnabled val="1"/>
        </dgm:presLayoutVars>
      </dgm:prSet>
      <dgm:spPr/>
    </dgm:pt>
    <dgm:pt modelId="{FD4BEA70-FCD6-4269-ABAA-270384147DC3}" type="pres">
      <dgm:prSet presAssocID="{6FE8EB97-5CDB-47F1-98BD-DD25E03DA568}" presName="FiveNodes_3" presStyleLbl="node1" presStyleIdx="2" presStyleCnt="5">
        <dgm:presLayoutVars>
          <dgm:bulletEnabled val="1"/>
        </dgm:presLayoutVars>
      </dgm:prSet>
      <dgm:spPr/>
    </dgm:pt>
    <dgm:pt modelId="{55121001-3908-4C25-A123-3E4ED9258003}" type="pres">
      <dgm:prSet presAssocID="{6FE8EB97-5CDB-47F1-98BD-DD25E03DA568}" presName="FiveNodes_4" presStyleLbl="node1" presStyleIdx="3" presStyleCnt="5">
        <dgm:presLayoutVars>
          <dgm:bulletEnabled val="1"/>
        </dgm:presLayoutVars>
      </dgm:prSet>
      <dgm:spPr/>
    </dgm:pt>
    <dgm:pt modelId="{A78D5F95-A34A-4DDE-81F7-6F95EBC3EAB8}" type="pres">
      <dgm:prSet presAssocID="{6FE8EB97-5CDB-47F1-98BD-DD25E03DA568}" presName="FiveNodes_5" presStyleLbl="node1" presStyleIdx="4" presStyleCnt="5">
        <dgm:presLayoutVars>
          <dgm:bulletEnabled val="1"/>
        </dgm:presLayoutVars>
      </dgm:prSet>
      <dgm:spPr/>
    </dgm:pt>
    <dgm:pt modelId="{8066492C-DA15-4620-9624-18F3BCA2D44E}" type="pres">
      <dgm:prSet presAssocID="{6FE8EB97-5CDB-47F1-98BD-DD25E03DA568}" presName="FiveConn_1-2" presStyleLbl="fgAccFollowNode1" presStyleIdx="0" presStyleCnt="4">
        <dgm:presLayoutVars>
          <dgm:bulletEnabled val="1"/>
        </dgm:presLayoutVars>
      </dgm:prSet>
      <dgm:spPr/>
    </dgm:pt>
    <dgm:pt modelId="{03302BFA-8DB6-4681-A8D5-961C04124EEB}" type="pres">
      <dgm:prSet presAssocID="{6FE8EB97-5CDB-47F1-98BD-DD25E03DA568}" presName="FiveConn_2-3" presStyleLbl="fgAccFollowNode1" presStyleIdx="1" presStyleCnt="4">
        <dgm:presLayoutVars>
          <dgm:bulletEnabled val="1"/>
        </dgm:presLayoutVars>
      </dgm:prSet>
      <dgm:spPr/>
    </dgm:pt>
    <dgm:pt modelId="{18B575F8-F0EF-42FD-BD4D-BC18790B98A1}" type="pres">
      <dgm:prSet presAssocID="{6FE8EB97-5CDB-47F1-98BD-DD25E03DA568}" presName="FiveConn_3-4" presStyleLbl="fgAccFollowNode1" presStyleIdx="2" presStyleCnt="4">
        <dgm:presLayoutVars>
          <dgm:bulletEnabled val="1"/>
        </dgm:presLayoutVars>
      </dgm:prSet>
      <dgm:spPr/>
    </dgm:pt>
    <dgm:pt modelId="{F6CFC1DC-AA1B-4EBA-89F9-D08A347798C7}" type="pres">
      <dgm:prSet presAssocID="{6FE8EB97-5CDB-47F1-98BD-DD25E03DA568}" presName="FiveConn_4-5" presStyleLbl="fgAccFollowNode1" presStyleIdx="3" presStyleCnt="4">
        <dgm:presLayoutVars>
          <dgm:bulletEnabled val="1"/>
        </dgm:presLayoutVars>
      </dgm:prSet>
      <dgm:spPr/>
    </dgm:pt>
    <dgm:pt modelId="{1F49572B-6E15-4270-A3FA-25D180C29828}" type="pres">
      <dgm:prSet presAssocID="{6FE8EB97-5CDB-47F1-98BD-DD25E03DA568}" presName="FiveNodes_1_text" presStyleLbl="node1" presStyleIdx="4" presStyleCnt="5">
        <dgm:presLayoutVars>
          <dgm:bulletEnabled val="1"/>
        </dgm:presLayoutVars>
      </dgm:prSet>
      <dgm:spPr/>
    </dgm:pt>
    <dgm:pt modelId="{916B27F7-6CC1-4FBA-9802-272BFB52347B}" type="pres">
      <dgm:prSet presAssocID="{6FE8EB97-5CDB-47F1-98BD-DD25E03DA568}" presName="FiveNodes_2_text" presStyleLbl="node1" presStyleIdx="4" presStyleCnt="5">
        <dgm:presLayoutVars>
          <dgm:bulletEnabled val="1"/>
        </dgm:presLayoutVars>
      </dgm:prSet>
      <dgm:spPr/>
    </dgm:pt>
    <dgm:pt modelId="{9F994E94-371A-4A76-9A30-0A584AFAE100}" type="pres">
      <dgm:prSet presAssocID="{6FE8EB97-5CDB-47F1-98BD-DD25E03DA568}" presName="FiveNodes_3_text" presStyleLbl="node1" presStyleIdx="4" presStyleCnt="5">
        <dgm:presLayoutVars>
          <dgm:bulletEnabled val="1"/>
        </dgm:presLayoutVars>
      </dgm:prSet>
      <dgm:spPr/>
    </dgm:pt>
    <dgm:pt modelId="{FA1F6EB7-BE23-4C3A-882A-7308A5E58AE9}" type="pres">
      <dgm:prSet presAssocID="{6FE8EB97-5CDB-47F1-98BD-DD25E03DA568}" presName="FiveNodes_4_text" presStyleLbl="node1" presStyleIdx="4" presStyleCnt="5">
        <dgm:presLayoutVars>
          <dgm:bulletEnabled val="1"/>
        </dgm:presLayoutVars>
      </dgm:prSet>
      <dgm:spPr/>
    </dgm:pt>
    <dgm:pt modelId="{3126A28C-0182-4C0B-9C26-12F820344600}" type="pres">
      <dgm:prSet presAssocID="{6FE8EB97-5CDB-47F1-98BD-DD25E03DA568}" presName="FiveNodes_5_text" presStyleLbl="node1" presStyleIdx="4" presStyleCnt="5">
        <dgm:presLayoutVars>
          <dgm:bulletEnabled val="1"/>
        </dgm:presLayoutVars>
      </dgm:prSet>
      <dgm:spPr/>
    </dgm:pt>
  </dgm:ptLst>
  <dgm:cxnLst>
    <dgm:cxn modelId="{32FD1A01-3960-45F0-B666-32823F6AD76B}" type="presOf" srcId="{A3382915-149A-4CD8-A51F-06690F5560A7}" destId="{916B27F7-6CC1-4FBA-9802-272BFB52347B}" srcOrd="1" destOrd="0" presId="urn:microsoft.com/office/officeart/2005/8/layout/vProcess5"/>
    <dgm:cxn modelId="{35B19E15-A472-472E-8E5F-BC885C3A8C36}" type="presOf" srcId="{6F731A43-7CF7-44AB-A70E-DC6ECDEADDD3}" destId="{8066492C-DA15-4620-9624-18F3BCA2D44E}" srcOrd="0" destOrd="0" presId="urn:microsoft.com/office/officeart/2005/8/layout/vProcess5"/>
    <dgm:cxn modelId="{440AE32D-2218-4C9C-B26A-1C35D257532B}" type="presOf" srcId="{73646361-8568-4C24-B713-BE3EED107911}" destId="{FA1F6EB7-BE23-4C3A-882A-7308A5E58AE9}" srcOrd="1" destOrd="0" presId="urn:microsoft.com/office/officeart/2005/8/layout/vProcess5"/>
    <dgm:cxn modelId="{CD39C632-29CF-451D-A759-6AE5B1F4CA68}" type="presOf" srcId="{6FE8EB97-5CDB-47F1-98BD-DD25E03DA568}" destId="{50519B41-BD47-4A4F-90BA-BBD369B06652}" srcOrd="0" destOrd="0" presId="urn:microsoft.com/office/officeart/2005/8/layout/vProcess5"/>
    <dgm:cxn modelId="{11FE2D33-6505-4D2B-8141-062F92FEDF38}" type="presOf" srcId="{01B6E81F-3122-404C-B054-E12A0790BA3F}" destId="{1F49572B-6E15-4270-A3FA-25D180C29828}" srcOrd="1" destOrd="0" presId="urn:microsoft.com/office/officeart/2005/8/layout/vProcess5"/>
    <dgm:cxn modelId="{8F30E23D-0C6D-4BB4-B2FF-1A55138A5C05}" srcId="{6FE8EB97-5CDB-47F1-98BD-DD25E03DA568}" destId="{A3382915-149A-4CD8-A51F-06690F5560A7}" srcOrd="1" destOrd="0" parTransId="{42216121-B934-4787-AA53-467156324AD7}" sibTransId="{C975D5DB-EB8D-4B4B-8178-D985892195A5}"/>
    <dgm:cxn modelId="{F1809961-0E9D-4FF5-B7C6-BA21210D8DD2}" type="presOf" srcId="{5E306428-1DCC-40B2-9912-C6E08D9859F5}" destId="{3126A28C-0182-4C0B-9C26-12F820344600}" srcOrd="1" destOrd="0" presId="urn:microsoft.com/office/officeart/2005/8/layout/vProcess5"/>
    <dgm:cxn modelId="{1F1D0073-4B9A-42C9-A8E7-B108FB7B6167}" type="presOf" srcId="{71380055-D099-4364-8822-DDF16AA67282}" destId="{F6CFC1DC-AA1B-4EBA-89F9-D08A347798C7}" srcOrd="0" destOrd="0" presId="urn:microsoft.com/office/officeart/2005/8/layout/vProcess5"/>
    <dgm:cxn modelId="{94AADD54-A973-4CA9-A933-EBFDD19148F3}" srcId="{6FE8EB97-5CDB-47F1-98BD-DD25E03DA568}" destId="{01B6E81F-3122-404C-B054-E12A0790BA3F}" srcOrd="0" destOrd="0" parTransId="{0FFADC8C-1A77-4E1F-A139-840B9A66351D}" sibTransId="{6F731A43-7CF7-44AB-A70E-DC6ECDEADDD3}"/>
    <dgm:cxn modelId="{BCAA0F7F-5184-41E9-8048-E78FFB182218}" type="presOf" srcId="{01B6E81F-3122-404C-B054-E12A0790BA3F}" destId="{7C053147-9523-4CC4-A34F-A4A02BAD1BEE}" srcOrd="0" destOrd="0" presId="urn:microsoft.com/office/officeart/2005/8/layout/vProcess5"/>
    <dgm:cxn modelId="{B222E7A1-DE3B-4979-AFEC-1DA6F188EE41}" srcId="{6FE8EB97-5CDB-47F1-98BD-DD25E03DA568}" destId="{5E306428-1DCC-40B2-9912-C6E08D9859F5}" srcOrd="4" destOrd="0" parTransId="{F72A42B2-5EC2-42E2-8FD5-F042AE1C9ED6}" sibTransId="{067BD697-6348-4388-9054-60839BBBB4DA}"/>
    <dgm:cxn modelId="{DA7C85A2-9101-4DF7-AAFA-3821CAC7E4E6}" type="presOf" srcId="{5E306428-1DCC-40B2-9912-C6E08D9859F5}" destId="{A78D5F95-A34A-4DDE-81F7-6F95EBC3EAB8}" srcOrd="0" destOrd="0" presId="urn:microsoft.com/office/officeart/2005/8/layout/vProcess5"/>
    <dgm:cxn modelId="{2EBB2CA7-1D2A-4225-93E1-9DD91A1BD1B9}" srcId="{6FE8EB97-5CDB-47F1-98BD-DD25E03DA568}" destId="{73646361-8568-4C24-B713-BE3EED107911}" srcOrd="3" destOrd="0" parTransId="{DD897FF2-8E8D-4BCC-BF3F-9FD5ED6CC598}" sibTransId="{71380055-D099-4364-8822-DDF16AA67282}"/>
    <dgm:cxn modelId="{509FE0C0-FE61-44EF-A8B8-84665D928DD8}" srcId="{6FE8EB97-5CDB-47F1-98BD-DD25E03DA568}" destId="{0113DD9A-D0D7-45A8-813D-FADC95CB9614}" srcOrd="2" destOrd="0" parTransId="{571BD3CD-F9F8-42CD-8A76-A5FCD09934FE}" sibTransId="{06B0857E-269E-4720-9B32-47FAFDF80FAB}"/>
    <dgm:cxn modelId="{A3DD5BC8-B5D3-45B9-8F3B-D449C97F6984}" type="presOf" srcId="{73646361-8568-4C24-B713-BE3EED107911}" destId="{55121001-3908-4C25-A123-3E4ED9258003}" srcOrd="0" destOrd="0" presId="urn:microsoft.com/office/officeart/2005/8/layout/vProcess5"/>
    <dgm:cxn modelId="{C89BFECC-7C85-4B8E-BF76-E2D78894DEBD}" type="presOf" srcId="{A3382915-149A-4CD8-A51F-06690F5560A7}" destId="{E7CA757F-E91E-4247-89CD-16E8B05E0A00}" srcOrd="0" destOrd="0" presId="urn:microsoft.com/office/officeart/2005/8/layout/vProcess5"/>
    <dgm:cxn modelId="{6B15ACD2-1E3E-4799-B4FD-07DFE36155D3}" type="presOf" srcId="{0113DD9A-D0D7-45A8-813D-FADC95CB9614}" destId="{9F994E94-371A-4A76-9A30-0A584AFAE100}" srcOrd="1" destOrd="0" presId="urn:microsoft.com/office/officeart/2005/8/layout/vProcess5"/>
    <dgm:cxn modelId="{D469D1D8-AAED-4DCD-9F7B-43A1684C3420}" type="presOf" srcId="{06B0857E-269E-4720-9B32-47FAFDF80FAB}" destId="{18B575F8-F0EF-42FD-BD4D-BC18790B98A1}" srcOrd="0" destOrd="0" presId="urn:microsoft.com/office/officeart/2005/8/layout/vProcess5"/>
    <dgm:cxn modelId="{A7BCDDDB-AEC1-4B0C-92B7-4CD60A894534}" type="presOf" srcId="{C975D5DB-EB8D-4B4B-8178-D985892195A5}" destId="{03302BFA-8DB6-4681-A8D5-961C04124EEB}" srcOrd="0" destOrd="0" presId="urn:microsoft.com/office/officeart/2005/8/layout/vProcess5"/>
    <dgm:cxn modelId="{12FAACE6-506F-4825-B954-D68D98A62CF2}" type="presOf" srcId="{0113DD9A-D0D7-45A8-813D-FADC95CB9614}" destId="{FD4BEA70-FCD6-4269-ABAA-270384147DC3}" srcOrd="0" destOrd="0" presId="urn:microsoft.com/office/officeart/2005/8/layout/vProcess5"/>
    <dgm:cxn modelId="{3548A5B1-3D60-4791-90FF-52B094882AC6}" type="presParOf" srcId="{50519B41-BD47-4A4F-90BA-BBD369B06652}" destId="{3B84FDAD-94F5-478D-AD5A-DE5660E09311}" srcOrd="0" destOrd="0" presId="urn:microsoft.com/office/officeart/2005/8/layout/vProcess5"/>
    <dgm:cxn modelId="{39CE316C-CE42-44E0-88B9-8D8C61E2E2B1}" type="presParOf" srcId="{50519B41-BD47-4A4F-90BA-BBD369B06652}" destId="{7C053147-9523-4CC4-A34F-A4A02BAD1BEE}" srcOrd="1" destOrd="0" presId="urn:microsoft.com/office/officeart/2005/8/layout/vProcess5"/>
    <dgm:cxn modelId="{1B6D8649-80AF-42BE-8C57-53E83873E0C4}" type="presParOf" srcId="{50519B41-BD47-4A4F-90BA-BBD369B06652}" destId="{E7CA757F-E91E-4247-89CD-16E8B05E0A00}" srcOrd="2" destOrd="0" presId="urn:microsoft.com/office/officeart/2005/8/layout/vProcess5"/>
    <dgm:cxn modelId="{97D77334-7B39-4054-AAC6-BAFD22AD2986}" type="presParOf" srcId="{50519B41-BD47-4A4F-90BA-BBD369B06652}" destId="{FD4BEA70-FCD6-4269-ABAA-270384147DC3}" srcOrd="3" destOrd="0" presId="urn:microsoft.com/office/officeart/2005/8/layout/vProcess5"/>
    <dgm:cxn modelId="{718A90B9-321E-40EF-92DE-33F632069535}" type="presParOf" srcId="{50519B41-BD47-4A4F-90BA-BBD369B06652}" destId="{55121001-3908-4C25-A123-3E4ED9258003}" srcOrd="4" destOrd="0" presId="urn:microsoft.com/office/officeart/2005/8/layout/vProcess5"/>
    <dgm:cxn modelId="{561A7CD6-051A-4D15-838E-AB6FBF7F3F9E}" type="presParOf" srcId="{50519B41-BD47-4A4F-90BA-BBD369B06652}" destId="{A78D5F95-A34A-4DDE-81F7-6F95EBC3EAB8}" srcOrd="5" destOrd="0" presId="urn:microsoft.com/office/officeart/2005/8/layout/vProcess5"/>
    <dgm:cxn modelId="{B55958C2-6DE7-4823-BD68-312B69E994BC}" type="presParOf" srcId="{50519B41-BD47-4A4F-90BA-BBD369B06652}" destId="{8066492C-DA15-4620-9624-18F3BCA2D44E}" srcOrd="6" destOrd="0" presId="urn:microsoft.com/office/officeart/2005/8/layout/vProcess5"/>
    <dgm:cxn modelId="{44958E87-FD06-481D-87F7-93BD048945E4}" type="presParOf" srcId="{50519B41-BD47-4A4F-90BA-BBD369B06652}" destId="{03302BFA-8DB6-4681-A8D5-961C04124EEB}" srcOrd="7" destOrd="0" presId="urn:microsoft.com/office/officeart/2005/8/layout/vProcess5"/>
    <dgm:cxn modelId="{1F7758FA-3826-41B7-B161-5052A8B7B4C3}" type="presParOf" srcId="{50519B41-BD47-4A4F-90BA-BBD369B06652}" destId="{18B575F8-F0EF-42FD-BD4D-BC18790B98A1}" srcOrd="8" destOrd="0" presId="urn:microsoft.com/office/officeart/2005/8/layout/vProcess5"/>
    <dgm:cxn modelId="{F700BB5A-BECB-46A0-8754-DD78AC622800}" type="presParOf" srcId="{50519B41-BD47-4A4F-90BA-BBD369B06652}" destId="{F6CFC1DC-AA1B-4EBA-89F9-D08A347798C7}" srcOrd="9" destOrd="0" presId="urn:microsoft.com/office/officeart/2005/8/layout/vProcess5"/>
    <dgm:cxn modelId="{4DC099F8-0942-4FD2-A448-393FF330F833}" type="presParOf" srcId="{50519B41-BD47-4A4F-90BA-BBD369B06652}" destId="{1F49572B-6E15-4270-A3FA-25D180C29828}" srcOrd="10" destOrd="0" presId="urn:microsoft.com/office/officeart/2005/8/layout/vProcess5"/>
    <dgm:cxn modelId="{00E10C99-616B-4BB3-8E4F-ACC504EA7485}" type="presParOf" srcId="{50519B41-BD47-4A4F-90BA-BBD369B06652}" destId="{916B27F7-6CC1-4FBA-9802-272BFB52347B}" srcOrd="11" destOrd="0" presId="urn:microsoft.com/office/officeart/2005/8/layout/vProcess5"/>
    <dgm:cxn modelId="{1ADFC0DB-4873-4956-91BA-EB289323D270}" type="presParOf" srcId="{50519B41-BD47-4A4F-90BA-BBD369B06652}" destId="{9F994E94-371A-4A76-9A30-0A584AFAE100}" srcOrd="12" destOrd="0" presId="urn:microsoft.com/office/officeart/2005/8/layout/vProcess5"/>
    <dgm:cxn modelId="{ED656E79-DEBA-4FD3-95BB-01299ADA30F0}" type="presParOf" srcId="{50519B41-BD47-4A4F-90BA-BBD369B06652}" destId="{FA1F6EB7-BE23-4C3A-882A-7308A5E58AE9}" srcOrd="13" destOrd="0" presId="urn:microsoft.com/office/officeart/2005/8/layout/vProcess5"/>
    <dgm:cxn modelId="{FC61BB3C-7D9B-4CFF-B40B-34C0C085FB5E}" type="presParOf" srcId="{50519B41-BD47-4A4F-90BA-BBD369B06652}" destId="{3126A28C-0182-4C0B-9C26-12F820344600}"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B09DED7-A689-4706-B8B1-C21B278B91A2}" type="doc">
      <dgm:prSet loTypeId="urn:microsoft.com/office/officeart/2005/8/layout/vProcess5" loCatId="process" qsTypeId="urn:microsoft.com/office/officeart/2005/8/quickstyle/simple2" qsCatId="simple" csTypeId="urn:microsoft.com/office/officeart/2005/8/colors/colorful1" csCatId="colorful" phldr="1"/>
      <dgm:spPr/>
      <dgm:t>
        <a:bodyPr/>
        <a:lstStyle/>
        <a:p>
          <a:endParaRPr lang="en-US"/>
        </a:p>
      </dgm:t>
    </dgm:pt>
    <dgm:pt modelId="{50CCA719-43A2-4B85-A2D2-D20D52D8A9B5}">
      <dgm:prSet custT="1"/>
      <dgm:spPr/>
      <dgm:t>
        <a:bodyPr/>
        <a:lstStyle/>
        <a:p>
          <a:pPr algn="just"/>
          <a:r>
            <a:rPr lang="en-GB" sz="2000" b="0" i="0" baseline="0" dirty="0">
              <a:latin typeface="Times New Roman" panose="02020603050405020304" pitchFamily="18" charset="0"/>
              <a:cs typeface="Times New Roman" panose="02020603050405020304" pitchFamily="18" charset="0"/>
            </a:rPr>
            <a:t>Chemical substances that have the ability to create a physical or health hazard are considered hazardous, Due to their may</a:t>
          </a:r>
          <a:r>
            <a:rPr lang="en-GB" sz="2000" dirty="0">
              <a:latin typeface="Times New Roman" panose="02020603050405020304" pitchFamily="18" charset="0"/>
              <a:cs typeface="Times New Roman" panose="02020603050405020304" pitchFamily="18" charset="0"/>
            </a:rPr>
            <a:t> </a:t>
          </a:r>
          <a:r>
            <a:rPr lang="en-GB" sz="2000" b="0" i="0" baseline="0" dirty="0">
              <a:latin typeface="Times New Roman" panose="02020603050405020304" pitchFamily="18" charset="0"/>
              <a:cs typeface="Times New Roman" panose="02020603050405020304" pitchFamily="18" charset="0"/>
            </a:rPr>
            <a:t>be but are n properties chemical hazardous substances may be, but are not limited to being toxic, explosive, flammable, self-reactive, oxidizing, or corrosive.</a:t>
          </a:r>
          <a:endParaRPr lang="en-US" sz="2000" dirty="0">
            <a:latin typeface="Times New Roman" panose="02020603050405020304" pitchFamily="18" charset="0"/>
            <a:cs typeface="Times New Roman" panose="02020603050405020304" pitchFamily="18" charset="0"/>
          </a:endParaRPr>
        </a:p>
      </dgm:t>
    </dgm:pt>
    <dgm:pt modelId="{BF5FCE21-8D04-4145-9F0D-C36E48DAEBC1}" type="parTrans" cxnId="{AA58BC8D-3ED8-4605-BEF9-6AEA2DD5F6B2}">
      <dgm:prSet/>
      <dgm:spPr/>
      <dgm:t>
        <a:bodyPr/>
        <a:lstStyle/>
        <a:p>
          <a:endParaRPr lang="en-US"/>
        </a:p>
      </dgm:t>
    </dgm:pt>
    <dgm:pt modelId="{E08CA565-7829-49B3-A488-3D1E6B631302}" type="sibTrans" cxnId="{AA58BC8D-3ED8-4605-BEF9-6AEA2DD5F6B2}">
      <dgm:prSet/>
      <dgm:spPr/>
      <dgm:t>
        <a:bodyPr/>
        <a:lstStyle/>
        <a:p>
          <a:endParaRPr lang="en-US"/>
        </a:p>
      </dgm:t>
    </dgm:pt>
    <dgm:pt modelId="{225DC567-591C-42BC-8EAA-E13E09F554FB}">
      <dgm:prSet custT="1"/>
      <dgm:spPr/>
      <dgm:t>
        <a:bodyPr/>
        <a:lstStyle/>
        <a:p>
          <a:pPr algn="just"/>
          <a:r>
            <a:rPr lang="en-GB" sz="2000" b="0" i="0" baseline="0" dirty="0"/>
            <a:t>Exposure to these substances by different routes including inhalation, dermal absorption, or ingestion can lead to adverse health effects, enhancing the need to know about the hazards associated to these substances beforehand.</a:t>
          </a:r>
          <a:endParaRPr lang="en-US" sz="2000" dirty="0"/>
        </a:p>
      </dgm:t>
    </dgm:pt>
    <dgm:pt modelId="{8F17ADE2-F1FC-47CB-B010-E3820918A84D}" type="parTrans" cxnId="{67AA1B3E-9506-468C-B2E2-7A9DA9BBC27B}">
      <dgm:prSet/>
      <dgm:spPr/>
      <dgm:t>
        <a:bodyPr/>
        <a:lstStyle/>
        <a:p>
          <a:endParaRPr lang="en-US"/>
        </a:p>
      </dgm:t>
    </dgm:pt>
    <dgm:pt modelId="{EFC715C8-05C1-49CA-B09B-B388A63ADCDE}" type="sibTrans" cxnId="{67AA1B3E-9506-468C-B2E2-7A9DA9BBC27B}">
      <dgm:prSet/>
      <dgm:spPr/>
      <dgm:t>
        <a:bodyPr/>
        <a:lstStyle/>
        <a:p>
          <a:endParaRPr lang="en-US"/>
        </a:p>
      </dgm:t>
    </dgm:pt>
    <dgm:pt modelId="{D26DBBDF-D973-4CFB-ADE0-855E3CBB2974}" type="pres">
      <dgm:prSet presAssocID="{DB09DED7-A689-4706-B8B1-C21B278B91A2}" presName="outerComposite" presStyleCnt="0">
        <dgm:presLayoutVars>
          <dgm:chMax val="5"/>
          <dgm:dir/>
          <dgm:resizeHandles val="exact"/>
        </dgm:presLayoutVars>
      </dgm:prSet>
      <dgm:spPr/>
    </dgm:pt>
    <dgm:pt modelId="{71043D2B-A752-4281-8599-F7C7097F976E}" type="pres">
      <dgm:prSet presAssocID="{DB09DED7-A689-4706-B8B1-C21B278B91A2}" presName="dummyMaxCanvas" presStyleCnt="0">
        <dgm:presLayoutVars/>
      </dgm:prSet>
      <dgm:spPr/>
    </dgm:pt>
    <dgm:pt modelId="{8D367A99-7EAE-491E-B0DC-776AF7E5A716}" type="pres">
      <dgm:prSet presAssocID="{DB09DED7-A689-4706-B8B1-C21B278B91A2}" presName="TwoNodes_1" presStyleLbl="node1" presStyleIdx="0" presStyleCnt="2" custScaleX="115095" custScaleY="93768">
        <dgm:presLayoutVars>
          <dgm:bulletEnabled val="1"/>
        </dgm:presLayoutVars>
      </dgm:prSet>
      <dgm:spPr/>
    </dgm:pt>
    <dgm:pt modelId="{FA70B0C8-E674-424F-B2EE-B2065E63DAA5}" type="pres">
      <dgm:prSet presAssocID="{DB09DED7-A689-4706-B8B1-C21B278B91A2}" presName="TwoNodes_2" presStyleLbl="node1" presStyleIdx="1" presStyleCnt="2" custScaleY="118370">
        <dgm:presLayoutVars>
          <dgm:bulletEnabled val="1"/>
        </dgm:presLayoutVars>
      </dgm:prSet>
      <dgm:spPr/>
    </dgm:pt>
    <dgm:pt modelId="{C74C553B-E1E5-4CA1-B828-3B43A0E07129}" type="pres">
      <dgm:prSet presAssocID="{DB09DED7-A689-4706-B8B1-C21B278B91A2}" presName="TwoConn_1-2" presStyleLbl="fgAccFollowNode1" presStyleIdx="0" presStyleCnt="1">
        <dgm:presLayoutVars>
          <dgm:bulletEnabled val="1"/>
        </dgm:presLayoutVars>
      </dgm:prSet>
      <dgm:spPr/>
    </dgm:pt>
    <dgm:pt modelId="{21A3F22C-22E1-4DFD-A9F2-602263C8C80E}" type="pres">
      <dgm:prSet presAssocID="{DB09DED7-A689-4706-B8B1-C21B278B91A2}" presName="TwoNodes_1_text" presStyleLbl="node1" presStyleIdx="1" presStyleCnt="2">
        <dgm:presLayoutVars>
          <dgm:bulletEnabled val="1"/>
        </dgm:presLayoutVars>
      </dgm:prSet>
      <dgm:spPr/>
    </dgm:pt>
    <dgm:pt modelId="{00AFC330-00DE-4808-83CC-8C21F11D177D}" type="pres">
      <dgm:prSet presAssocID="{DB09DED7-A689-4706-B8B1-C21B278B91A2}" presName="TwoNodes_2_text" presStyleLbl="node1" presStyleIdx="1" presStyleCnt="2">
        <dgm:presLayoutVars>
          <dgm:bulletEnabled val="1"/>
        </dgm:presLayoutVars>
      </dgm:prSet>
      <dgm:spPr/>
    </dgm:pt>
  </dgm:ptLst>
  <dgm:cxnLst>
    <dgm:cxn modelId="{B54A7F32-5BC3-4202-A6A7-F43274ECC41B}" type="presOf" srcId="{DB09DED7-A689-4706-B8B1-C21B278B91A2}" destId="{D26DBBDF-D973-4CFB-ADE0-855E3CBB2974}" srcOrd="0" destOrd="0" presId="urn:microsoft.com/office/officeart/2005/8/layout/vProcess5"/>
    <dgm:cxn modelId="{E91E013B-C847-4552-913A-F3D765AB3E8B}" type="presOf" srcId="{E08CA565-7829-49B3-A488-3D1E6B631302}" destId="{C74C553B-E1E5-4CA1-B828-3B43A0E07129}" srcOrd="0" destOrd="0" presId="urn:microsoft.com/office/officeart/2005/8/layout/vProcess5"/>
    <dgm:cxn modelId="{67AA1B3E-9506-468C-B2E2-7A9DA9BBC27B}" srcId="{DB09DED7-A689-4706-B8B1-C21B278B91A2}" destId="{225DC567-591C-42BC-8EAA-E13E09F554FB}" srcOrd="1" destOrd="0" parTransId="{8F17ADE2-F1FC-47CB-B010-E3820918A84D}" sibTransId="{EFC715C8-05C1-49CA-B09B-B388A63ADCDE}"/>
    <dgm:cxn modelId="{8B0EAB46-81D8-4BA6-A075-C6D5159BBACB}" type="presOf" srcId="{50CCA719-43A2-4B85-A2D2-D20D52D8A9B5}" destId="{21A3F22C-22E1-4DFD-A9F2-602263C8C80E}" srcOrd="1" destOrd="0" presId="urn:microsoft.com/office/officeart/2005/8/layout/vProcess5"/>
    <dgm:cxn modelId="{63BA8B8A-6946-40F4-BD16-585212917E9A}" type="presOf" srcId="{225DC567-591C-42BC-8EAA-E13E09F554FB}" destId="{00AFC330-00DE-4808-83CC-8C21F11D177D}" srcOrd="1" destOrd="0" presId="urn:microsoft.com/office/officeart/2005/8/layout/vProcess5"/>
    <dgm:cxn modelId="{AA58BC8D-3ED8-4605-BEF9-6AEA2DD5F6B2}" srcId="{DB09DED7-A689-4706-B8B1-C21B278B91A2}" destId="{50CCA719-43A2-4B85-A2D2-D20D52D8A9B5}" srcOrd="0" destOrd="0" parTransId="{BF5FCE21-8D04-4145-9F0D-C36E48DAEBC1}" sibTransId="{E08CA565-7829-49B3-A488-3D1E6B631302}"/>
    <dgm:cxn modelId="{E92CE6A8-1B85-46D5-BB4B-142E4C652BE5}" type="presOf" srcId="{50CCA719-43A2-4B85-A2D2-D20D52D8A9B5}" destId="{8D367A99-7EAE-491E-B0DC-776AF7E5A716}" srcOrd="0" destOrd="0" presId="urn:microsoft.com/office/officeart/2005/8/layout/vProcess5"/>
    <dgm:cxn modelId="{C98D1BDB-A439-4EF1-8D54-CF36E793B84D}" type="presOf" srcId="{225DC567-591C-42BC-8EAA-E13E09F554FB}" destId="{FA70B0C8-E674-424F-B2EE-B2065E63DAA5}" srcOrd="0" destOrd="0" presId="urn:microsoft.com/office/officeart/2005/8/layout/vProcess5"/>
    <dgm:cxn modelId="{C6E5901F-62A3-4D67-A5B8-189D30F56FD5}" type="presParOf" srcId="{D26DBBDF-D973-4CFB-ADE0-855E3CBB2974}" destId="{71043D2B-A752-4281-8599-F7C7097F976E}" srcOrd="0" destOrd="0" presId="urn:microsoft.com/office/officeart/2005/8/layout/vProcess5"/>
    <dgm:cxn modelId="{5D100536-54E8-4457-8FC8-DB0DB3DD9978}" type="presParOf" srcId="{D26DBBDF-D973-4CFB-ADE0-855E3CBB2974}" destId="{8D367A99-7EAE-491E-B0DC-776AF7E5A716}" srcOrd="1" destOrd="0" presId="urn:microsoft.com/office/officeart/2005/8/layout/vProcess5"/>
    <dgm:cxn modelId="{2645A099-9E68-41C5-B5CE-8C67CE163C9C}" type="presParOf" srcId="{D26DBBDF-D973-4CFB-ADE0-855E3CBB2974}" destId="{FA70B0C8-E674-424F-B2EE-B2065E63DAA5}" srcOrd="2" destOrd="0" presId="urn:microsoft.com/office/officeart/2005/8/layout/vProcess5"/>
    <dgm:cxn modelId="{FB775C10-4AE9-42A8-9BEB-590FF8B5F180}" type="presParOf" srcId="{D26DBBDF-D973-4CFB-ADE0-855E3CBB2974}" destId="{C74C553B-E1E5-4CA1-B828-3B43A0E07129}" srcOrd="3" destOrd="0" presId="urn:microsoft.com/office/officeart/2005/8/layout/vProcess5"/>
    <dgm:cxn modelId="{829C6BA6-1BF2-45CE-8722-9BB5EB1A7E95}" type="presParOf" srcId="{D26DBBDF-D973-4CFB-ADE0-855E3CBB2974}" destId="{21A3F22C-22E1-4DFD-A9F2-602263C8C80E}" srcOrd="4" destOrd="0" presId="urn:microsoft.com/office/officeart/2005/8/layout/vProcess5"/>
    <dgm:cxn modelId="{C3019E2A-CCCB-4459-8CD5-57FB459EC40A}" type="presParOf" srcId="{D26DBBDF-D973-4CFB-ADE0-855E3CBB2974}" destId="{00AFC330-00DE-4808-83CC-8C21F11D177D}" srcOrd="5"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F69FFC0-CA2D-4196-AB63-2542EEC62162}" type="doc">
      <dgm:prSet loTypeId="urn:microsoft.com/office/officeart/2005/8/layout/vProcess5" loCatId="process" qsTypeId="urn:microsoft.com/office/officeart/2005/8/quickstyle/simple5" qsCatId="simple" csTypeId="urn:microsoft.com/office/officeart/2005/8/colors/colorful1" csCatId="colorful" phldr="1"/>
      <dgm:spPr/>
      <dgm:t>
        <a:bodyPr/>
        <a:lstStyle/>
        <a:p>
          <a:endParaRPr lang="en-US"/>
        </a:p>
      </dgm:t>
    </dgm:pt>
    <dgm:pt modelId="{12112D55-FEA9-4AC3-B2D5-D5940D08132C}">
      <dgm:prSet/>
      <dgm:spPr/>
      <dgm:t>
        <a:bodyPr/>
        <a:lstStyle/>
        <a:p>
          <a:r>
            <a:rPr lang="en-GB" b="0" i="0" baseline="0"/>
            <a:t>A HAZOP is a systematic assessment tool used to identify and address potential hazards in industrial processes before an incident occurs that could affect the Safety of people or assets while hindering Productivity. </a:t>
          </a:r>
          <a:endParaRPr lang="en-US"/>
        </a:p>
      </dgm:t>
    </dgm:pt>
    <dgm:pt modelId="{DB54B64E-EF00-46C1-AC8A-D3B1C6B272B2}" type="parTrans" cxnId="{DD6D23E5-DC69-4E4B-86BB-265ECD1B463B}">
      <dgm:prSet/>
      <dgm:spPr/>
      <dgm:t>
        <a:bodyPr/>
        <a:lstStyle/>
        <a:p>
          <a:endParaRPr lang="en-US"/>
        </a:p>
      </dgm:t>
    </dgm:pt>
    <dgm:pt modelId="{4EC99AC7-65EC-4D8A-BB20-394AA89B8EC7}" type="sibTrans" cxnId="{DD6D23E5-DC69-4E4B-86BB-265ECD1B463B}">
      <dgm:prSet/>
      <dgm:spPr/>
      <dgm:t>
        <a:bodyPr/>
        <a:lstStyle/>
        <a:p>
          <a:endParaRPr lang="en-US"/>
        </a:p>
      </dgm:t>
    </dgm:pt>
    <dgm:pt modelId="{32F7FC16-016F-46B8-B584-E888BD16379D}">
      <dgm:prSet/>
      <dgm:spPr/>
      <dgm:t>
        <a:bodyPr/>
        <a:lstStyle/>
        <a:p>
          <a:r>
            <a:rPr lang="en-GB" b="0" i="0" baseline="0"/>
            <a:t>HAZOP studies are typically performed while new facilities are being designed and constructed, when new processes are added or when processes change.</a:t>
          </a:r>
          <a:endParaRPr lang="en-US"/>
        </a:p>
      </dgm:t>
    </dgm:pt>
    <dgm:pt modelId="{F264D732-473A-4E24-9EA7-0CC82A4DAD45}" type="parTrans" cxnId="{91527369-A526-47F3-9A3A-244F7CE09861}">
      <dgm:prSet/>
      <dgm:spPr/>
      <dgm:t>
        <a:bodyPr/>
        <a:lstStyle/>
        <a:p>
          <a:endParaRPr lang="en-US"/>
        </a:p>
      </dgm:t>
    </dgm:pt>
    <dgm:pt modelId="{0EA59AEC-B18C-4DD3-9A78-63E0C37D5930}" type="sibTrans" cxnId="{91527369-A526-47F3-9A3A-244F7CE09861}">
      <dgm:prSet/>
      <dgm:spPr/>
      <dgm:t>
        <a:bodyPr/>
        <a:lstStyle/>
        <a:p>
          <a:endParaRPr lang="en-US"/>
        </a:p>
      </dgm:t>
    </dgm:pt>
    <dgm:pt modelId="{3A1653CF-5580-4E82-AD4A-C4631A965E32}">
      <dgm:prSet/>
      <dgm:spPr/>
      <dgm:t>
        <a:bodyPr/>
        <a:lstStyle/>
        <a:p>
          <a:r>
            <a:rPr lang="en-GB" b="0" i="0" baseline="0"/>
            <a:t>Most regulatory agencies also require periodic HAZOP studies on existing processes.</a:t>
          </a:r>
          <a:endParaRPr lang="en-US"/>
        </a:p>
      </dgm:t>
    </dgm:pt>
    <dgm:pt modelId="{604F13B6-F262-4C1E-BEF0-580A200E4BE2}" type="parTrans" cxnId="{A5B5CC6F-C1AA-42F0-93B4-D229E9705F69}">
      <dgm:prSet/>
      <dgm:spPr/>
      <dgm:t>
        <a:bodyPr/>
        <a:lstStyle/>
        <a:p>
          <a:endParaRPr lang="en-US"/>
        </a:p>
      </dgm:t>
    </dgm:pt>
    <dgm:pt modelId="{F2202BBE-F6F0-4545-B660-33ADD21D550B}" type="sibTrans" cxnId="{A5B5CC6F-C1AA-42F0-93B4-D229E9705F69}">
      <dgm:prSet/>
      <dgm:spPr/>
      <dgm:t>
        <a:bodyPr/>
        <a:lstStyle/>
        <a:p>
          <a:endParaRPr lang="en-US"/>
        </a:p>
      </dgm:t>
    </dgm:pt>
    <dgm:pt modelId="{1A470E3F-96E9-48E5-BE0E-4C1EA0300842}">
      <dgm:prSet/>
      <dgm:spPr/>
      <dgm:t>
        <a:bodyPr/>
        <a:lstStyle/>
        <a:p>
          <a:r>
            <a:rPr lang="en-GB" b="0" i="0" baseline="0"/>
            <a:t>The HAZOP assessment is typically performed by a small team that breaks each step of a process down for individual review to identify potential deviations from the original process design.</a:t>
          </a:r>
          <a:endParaRPr lang="en-US"/>
        </a:p>
      </dgm:t>
    </dgm:pt>
    <dgm:pt modelId="{7DE22672-8721-47D7-843D-DC1DC3066630}" type="parTrans" cxnId="{C2634D9B-B83A-4442-8686-4B8941E8D91E}">
      <dgm:prSet/>
      <dgm:spPr/>
      <dgm:t>
        <a:bodyPr/>
        <a:lstStyle/>
        <a:p>
          <a:endParaRPr lang="en-US"/>
        </a:p>
      </dgm:t>
    </dgm:pt>
    <dgm:pt modelId="{7C26C1D7-C84E-4D32-A5BB-ABFDC372974D}" type="sibTrans" cxnId="{C2634D9B-B83A-4442-8686-4B8941E8D91E}">
      <dgm:prSet/>
      <dgm:spPr/>
      <dgm:t>
        <a:bodyPr/>
        <a:lstStyle/>
        <a:p>
          <a:endParaRPr lang="en-US"/>
        </a:p>
      </dgm:t>
    </dgm:pt>
    <dgm:pt modelId="{04859B13-2242-4861-9CCF-11E8B637A73D}">
      <dgm:prSet/>
      <dgm:spPr/>
      <dgm:t>
        <a:bodyPr/>
        <a:lstStyle/>
        <a:p>
          <a:r>
            <a:rPr lang="en-GB" b="0" i="0" baseline="0"/>
            <a:t>Like all PHAs, HAZOPs go beyond the review of how a process is supposed to operate in order to identify unintended outcomes and explore their potential ripple effects on health and safety.</a:t>
          </a:r>
          <a:endParaRPr lang="en-US"/>
        </a:p>
      </dgm:t>
    </dgm:pt>
    <dgm:pt modelId="{C58FC99E-8553-4CFF-827B-1C69EA117219}" type="parTrans" cxnId="{041069DB-EFA6-4D7A-A48A-B0B8D0AC0EDF}">
      <dgm:prSet/>
      <dgm:spPr/>
      <dgm:t>
        <a:bodyPr/>
        <a:lstStyle/>
        <a:p>
          <a:endParaRPr lang="en-US"/>
        </a:p>
      </dgm:t>
    </dgm:pt>
    <dgm:pt modelId="{7793F2D7-1551-4146-ABFE-5EEBF93EE1EF}" type="sibTrans" cxnId="{041069DB-EFA6-4D7A-A48A-B0B8D0AC0EDF}">
      <dgm:prSet/>
      <dgm:spPr/>
      <dgm:t>
        <a:bodyPr/>
        <a:lstStyle/>
        <a:p>
          <a:endParaRPr lang="en-US"/>
        </a:p>
      </dgm:t>
    </dgm:pt>
    <dgm:pt modelId="{17A8C3B0-F12E-43B9-B2A6-F2E506A01761}" type="pres">
      <dgm:prSet presAssocID="{EF69FFC0-CA2D-4196-AB63-2542EEC62162}" presName="outerComposite" presStyleCnt="0">
        <dgm:presLayoutVars>
          <dgm:chMax val="5"/>
          <dgm:dir/>
          <dgm:resizeHandles val="exact"/>
        </dgm:presLayoutVars>
      </dgm:prSet>
      <dgm:spPr/>
    </dgm:pt>
    <dgm:pt modelId="{B02C095F-9BD7-49B0-9883-3E54B9E8E494}" type="pres">
      <dgm:prSet presAssocID="{EF69FFC0-CA2D-4196-AB63-2542EEC62162}" presName="dummyMaxCanvas" presStyleCnt="0">
        <dgm:presLayoutVars/>
      </dgm:prSet>
      <dgm:spPr/>
    </dgm:pt>
    <dgm:pt modelId="{F3C682BE-1C3B-465B-AA2E-78CE7460247E}" type="pres">
      <dgm:prSet presAssocID="{EF69FFC0-CA2D-4196-AB63-2542EEC62162}" presName="FiveNodes_1" presStyleLbl="node1" presStyleIdx="0" presStyleCnt="5">
        <dgm:presLayoutVars>
          <dgm:bulletEnabled val="1"/>
        </dgm:presLayoutVars>
      </dgm:prSet>
      <dgm:spPr/>
    </dgm:pt>
    <dgm:pt modelId="{11B1DF0F-A292-492F-A178-FCFF12318652}" type="pres">
      <dgm:prSet presAssocID="{EF69FFC0-CA2D-4196-AB63-2542EEC62162}" presName="FiveNodes_2" presStyleLbl="node1" presStyleIdx="1" presStyleCnt="5">
        <dgm:presLayoutVars>
          <dgm:bulletEnabled val="1"/>
        </dgm:presLayoutVars>
      </dgm:prSet>
      <dgm:spPr/>
    </dgm:pt>
    <dgm:pt modelId="{8386B7BB-4A39-4047-8070-6D40DD9BE377}" type="pres">
      <dgm:prSet presAssocID="{EF69FFC0-CA2D-4196-AB63-2542EEC62162}" presName="FiveNodes_3" presStyleLbl="node1" presStyleIdx="2" presStyleCnt="5">
        <dgm:presLayoutVars>
          <dgm:bulletEnabled val="1"/>
        </dgm:presLayoutVars>
      </dgm:prSet>
      <dgm:spPr/>
    </dgm:pt>
    <dgm:pt modelId="{40F47895-FF31-44D5-9138-825851BB421A}" type="pres">
      <dgm:prSet presAssocID="{EF69FFC0-CA2D-4196-AB63-2542EEC62162}" presName="FiveNodes_4" presStyleLbl="node1" presStyleIdx="3" presStyleCnt="5">
        <dgm:presLayoutVars>
          <dgm:bulletEnabled val="1"/>
        </dgm:presLayoutVars>
      </dgm:prSet>
      <dgm:spPr/>
    </dgm:pt>
    <dgm:pt modelId="{873C56D2-6C17-4880-8A21-46B76F1DB09E}" type="pres">
      <dgm:prSet presAssocID="{EF69FFC0-CA2D-4196-AB63-2542EEC62162}" presName="FiveNodes_5" presStyleLbl="node1" presStyleIdx="4" presStyleCnt="5">
        <dgm:presLayoutVars>
          <dgm:bulletEnabled val="1"/>
        </dgm:presLayoutVars>
      </dgm:prSet>
      <dgm:spPr/>
    </dgm:pt>
    <dgm:pt modelId="{F9DA6028-C44D-4995-90E4-3E8C61B6F2D2}" type="pres">
      <dgm:prSet presAssocID="{EF69FFC0-CA2D-4196-AB63-2542EEC62162}" presName="FiveConn_1-2" presStyleLbl="fgAccFollowNode1" presStyleIdx="0" presStyleCnt="4">
        <dgm:presLayoutVars>
          <dgm:bulletEnabled val="1"/>
        </dgm:presLayoutVars>
      </dgm:prSet>
      <dgm:spPr/>
    </dgm:pt>
    <dgm:pt modelId="{B9975C21-688C-4137-815C-389AD8FE98C0}" type="pres">
      <dgm:prSet presAssocID="{EF69FFC0-CA2D-4196-AB63-2542EEC62162}" presName="FiveConn_2-3" presStyleLbl="fgAccFollowNode1" presStyleIdx="1" presStyleCnt="4">
        <dgm:presLayoutVars>
          <dgm:bulletEnabled val="1"/>
        </dgm:presLayoutVars>
      </dgm:prSet>
      <dgm:spPr/>
    </dgm:pt>
    <dgm:pt modelId="{18581E60-CD4B-429F-8E00-70EF479EDCFF}" type="pres">
      <dgm:prSet presAssocID="{EF69FFC0-CA2D-4196-AB63-2542EEC62162}" presName="FiveConn_3-4" presStyleLbl="fgAccFollowNode1" presStyleIdx="2" presStyleCnt="4">
        <dgm:presLayoutVars>
          <dgm:bulletEnabled val="1"/>
        </dgm:presLayoutVars>
      </dgm:prSet>
      <dgm:spPr/>
    </dgm:pt>
    <dgm:pt modelId="{21523940-2337-4706-B23A-BAD68428A694}" type="pres">
      <dgm:prSet presAssocID="{EF69FFC0-CA2D-4196-AB63-2542EEC62162}" presName="FiveConn_4-5" presStyleLbl="fgAccFollowNode1" presStyleIdx="3" presStyleCnt="4">
        <dgm:presLayoutVars>
          <dgm:bulletEnabled val="1"/>
        </dgm:presLayoutVars>
      </dgm:prSet>
      <dgm:spPr/>
    </dgm:pt>
    <dgm:pt modelId="{695C68AD-1860-428A-9422-C08AF44A20A5}" type="pres">
      <dgm:prSet presAssocID="{EF69FFC0-CA2D-4196-AB63-2542EEC62162}" presName="FiveNodes_1_text" presStyleLbl="node1" presStyleIdx="4" presStyleCnt="5">
        <dgm:presLayoutVars>
          <dgm:bulletEnabled val="1"/>
        </dgm:presLayoutVars>
      </dgm:prSet>
      <dgm:spPr/>
    </dgm:pt>
    <dgm:pt modelId="{D97A2D3C-CEF0-404E-91F8-E5EE0E0386D8}" type="pres">
      <dgm:prSet presAssocID="{EF69FFC0-CA2D-4196-AB63-2542EEC62162}" presName="FiveNodes_2_text" presStyleLbl="node1" presStyleIdx="4" presStyleCnt="5">
        <dgm:presLayoutVars>
          <dgm:bulletEnabled val="1"/>
        </dgm:presLayoutVars>
      </dgm:prSet>
      <dgm:spPr/>
    </dgm:pt>
    <dgm:pt modelId="{79D63018-0E39-4B60-B9EE-0A476B394515}" type="pres">
      <dgm:prSet presAssocID="{EF69FFC0-CA2D-4196-AB63-2542EEC62162}" presName="FiveNodes_3_text" presStyleLbl="node1" presStyleIdx="4" presStyleCnt="5">
        <dgm:presLayoutVars>
          <dgm:bulletEnabled val="1"/>
        </dgm:presLayoutVars>
      </dgm:prSet>
      <dgm:spPr/>
    </dgm:pt>
    <dgm:pt modelId="{68918EA2-48D7-44D3-9905-63B1A1C801E3}" type="pres">
      <dgm:prSet presAssocID="{EF69FFC0-CA2D-4196-AB63-2542EEC62162}" presName="FiveNodes_4_text" presStyleLbl="node1" presStyleIdx="4" presStyleCnt="5">
        <dgm:presLayoutVars>
          <dgm:bulletEnabled val="1"/>
        </dgm:presLayoutVars>
      </dgm:prSet>
      <dgm:spPr/>
    </dgm:pt>
    <dgm:pt modelId="{A7902EAD-9D22-4711-A6ED-898720E48177}" type="pres">
      <dgm:prSet presAssocID="{EF69FFC0-CA2D-4196-AB63-2542EEC62162}" presName="FiveNodes_5_text" presStyleLbl="node1" presStyleIdx="4" presStyleCnt="5">
        <dgm:presLayoutVars>
          <dgm:bulletEnabled val="1"/>
        </dgm:presLayoutVars>
      </dgm:prSet>
      <dgm:spPr/>
    </dgm:pt>
  </dgm:ptLst>
  <dgm:cxnLst>
    <dgm:cxn modelId="{D66E7A19-CF25-4361-882B-9BE6274142DA}" type="presOf" srcId="{32F7FC16-016F-46B8-B584-E888BD16379D}" destId="{D97A2D3C-CEF0-404E-91F8-E5EE0E0386D8}" srcOrd="1" destOrd="0" presId="urn:microsoft.com/office/officeart/2005/8/layout/vProcess5"/>
    <dgm:cxn modelId="{59EE7529-C50C-40BB-8153-2657C22B85F3}" type="presOf" srcId="{F2202BBE-F6F0-4545-B660-33ADD21D550B}" destId="{18581E60-CD4B-429F-8E00-70EF479EDCFF}" srcOrd="0" destOrd="0" presId="urn:microsoft.com/office/officeart/2005/8/layout/vProcess5"/>
    <dgm:cxn modelId="{0EB16339-958A-46D2-9868-720F96B65A48}" type="presOf" srcId="{04859B13-2242-4861-9CCF-11E8B637A73D}" destId="{A7902EAD-9D22-4711-A6ED-898720E48177}" srcOrd="1" destOrd="0" presId="urn:microsoft.com/office/officeart/2005/8/layout/vProcess5"/>
    <dgm:cxn modelId="{3FF8F43B-D6E2-4431-BB12-39979ADE4737}" type="presOf" srcId="{12112D55-FEA9-4AC3-B2D5-D5940D08132C}" destId="{695C68AD-1860-428A-9422-C08AF44A20A5}" srcOrd="1" destOrd="0" presId="urn:microsoft.com/office/officeart/2005/8/layout/vProcess5"/>
    <dgm:cxn modelId="{68F87860-BA06-49FC-95B7-0CB495A7F0E2}" type="presOf" srcId="{1A470E3F-96E9-48E5-BE0E-4C1EA0300842}" destId="{40F47895-FF31-44D5-9138-825851BB421A}" srcOrd="0" destOrd="0" presId="urn:microsoft.com/office/officeart/2005/8/layout/vProcess5"/>
    <dgm:cxn modelId="{91527369-A526-47F3-9A3A-244F7CE09861}" srcId="{EF69FFC0-CA2D-4196-AB63-2542EEC62162}" destId="{32F7FC16-016F-46B8-B584-E888BD16379D}" srcOrd="1" destOrd="0" parTransId="{F264D732-473A-4E24-9EA7-0CC82A4DAD45}" sibTransId="{0EA59AEC-B18C-4DD3-9A78-63E0C37D5930}"/>
    <dgm:cxn modelId="{A5B5CC6F-C1AA-42F0-93B4-D229E9705F69}" srcId="{EF69FFC0-CA2D-4196-AB63-2542EEC62162}" destId="{3A1653CF-5580-4E82-AD4A-C4631A965E32}" srcOrd="2" destOrd="0" parTransId="{604F13B6-F262-4C1E-BEF0-580A200E4BE2}" sibTransId="{F2202BBE-F6F0-4545-B660-33ADD21D550B}"/>
    <dgm:cxn modelId="{C2634D9B-B83A-4442-8686-4B8941E8D91E}" srcId="{EF69FFC0-CA2D-4196-AB63-2542EEC62162}" destId="{1A470E3F-96E9-48E5-BE0E-4C1EA0300842}" srcOrd="3" destOrd="0" parTransId="{7DE22672-8721-47D7-843D-DC1DC3066630}" sibTransId="{7C26C1D7-C84E-4D32-A5BB-ABFDC372974D}"/>
    <dgm:cxn modelId="{9FAF05AC-B972-4EF9-8958-43A973132EF0}" type="presOf" srcId="{1A470E3F-96E9-48E5-BE0E-4C1EA0300842}" destId="{68918EA2-48D7-44D3-9905-63B1A1C801E3}" srcOrd="1" destOrd="0" presId="urn:microsoft.com/office/officeart/2005/8/layout/vProcess5"/>
    <dgm:cxn modelId="{5EB756B6-604A-4FFE-A01A-0CE5FE6C3F65}" type="presOf" srcId="{3A1653CF-5580-4E82-AD4A-C4631A965E32}" destId="{8386B7BB-4A39-4047-8070-6D40DD9BE377}" srcOrd="0" destOrd="0" presId="urn:microsoft.com/office/officeart/2005/8/layout/vProcess5"/>
    <dgm:cxn modelId="{04E3BFBC-04AF-4FA8-93A5-28A7670ADDF7}" type="presOf" srcId="{7C26C1D7-C84E-4D32-A5BB-ABFDC372974D}" destId="{21523940-2337-4706-B23A-BAD68428A694}" srcOrd="0" destOrd="0" presId="urn:microsoft.com/office/officeart/2005/8/layout/vProcess5"/>
    <dgm:cxn modelId="{394BD8BD-63E6-4106-838B-700569BEA19A}" type="presOf" srcId="{3A1653CF-5580-4E82-AD4A-C4631A965E32}" destId="{79D63018-0E39-4B60-B9EE-0A476B394515}" srcOrd="1" destOrd="0" presId="urn:microsoft.com/office/officeart/2005/8/layout/vProcess5"/>
    <dgm:cxn modelId="{C925D3CD-FC55-4CD0-9224-8F36C38E45B5}" type="presOf" srcId="{12112D55-FEA9-4AC3-B2D5-D5940D08132C}" destId="{F3C682BE-1C3B-465B-AA2E-78CE7460247E}" srcOrd="0" destOrd="0" presId="urn:microsoft.com/office/officeart/2005/8/layout/vProcess5"/>
    <dgm:cxn modelId="{766560D6-FBD9-4D63-8DDC-9B54B5DC5BB1}" type="presOf" srcId="{04859B13-2242-4861-9CCF-11E8B637A73D}" destId="{873C56D2-6C17-4880-8A21-46B76F1DB09E}" srcOrd="0" destOrd="0" presId="urn:microsoft.com/office/officeart/2005/8/layout/vProcess5"/>
    <dgm:cxn modelId="{041069DB-EFA6-4D7A-A48A-B0B8D0AC0EDF}" srcId="{EF69FFC0-CA2D-4196-AB63-2542EEC62162}" destId="{04859B13-2242-4861-9CCF-11E8B637A73D}" srcOrd="4" destOrd="0" parTransId="{C58FC99E-8553-4CFF-827B-1C69EA117219}" sibTransId="{7793F2D7-1551-4146-ABFE-5EEBF93EE1EF}"/>
    <dgm:cxn modelId="{56F779E0-F5FD-414C-BCDC-DEEA63AB23D3}" type="presOf" srcId="{EF69FFC0-CA2D-4196-AB63-2542EEC62162}" destId="{17A8C3B0-F12E-43B9-B2A6-F2E506A01761}" srcOrd="0" destOrd="0" presId="urn:microsoft.com/office/officeart/2005/8/layout/vProcess5"/>
    <dgm:cxn modelId="{DD6D23E5-DC69-4E4B-86BB-265ECD1B463B}" srcId="{EF69FFC0-CA2D-4196-AB63-2542EEC62162}" destId="{12112D55-FEA9-4AC3-B2D5-D5940D08132C}" srcOrd="0" destOrd="0" parTransId="{DB54B64E-EF00-46C1-AC8A-D3B1C6B272B2}" sibTransId="{4EC99AC7-65EC-4D8A-BB20-394AA89B8EC7}"/>
    <dgm:cxn modelId="{21C3F3EC-C6C4-4775-9E0E-2CA397191A67}" type="presOf" srcId="{4EC99AC7-65EC-4D8A-BB20-394AA89B8EC7}" destId="{F9DA6028-C44D-4995-90E4-3E8C61B6F2D2}" srcOrd="0" destOrd="0" presId="urn:microsoft.com/office/officeart/2005/8/layout/vProcess5"/>
    <dgm:cxn modelId="{774628FF-24A2-48F6-B5EA-9DF1FF654637}" type="presOf" srcId="{0EA59AEC-B18C-4DD3-9A78-63E0C37D5930}" destId="{B9975C21-688C-4137-815C-389AD8FE98C0}" srcOrd="0" destOrd="0" presId="urn:microsoft.com/office/officeart/2005/8/layout/vProcess5"/>
    <dgm:cxn modelId="{02A340FF-43D9-4D28-8867-15D93237A401}" type="presOf" srcId="{32F7FC16-016F-46B8-B584-E888BD16379D}" destId="{11B1DF0F-A292-492F-A178-FCFF12318652}" srcOrd="0" destOrd="0" presId="urn:microsoft.com/office/officeart/2005/8/layout/vProcess5"/>
    <dgm:cxn modelId="{9AC863AE-C7E6-475E-9D43-50C6B0E01BA3}" type="presParOf" srcId="{17A8C3B0-F12E-43B9-B2A6-F2E506A01761}" destId="{B02C095F-9BD7-49B0-9883-3E54B9E8E494}" srcOrd="0" destOrd="0" presId="urn:microsoft.com/office/officeart/2005/8/layout/vProcess5"/>
    <dgm:cxn modelId="{DFD85B06-30C9-476B-8753-E9C70C93557E}" type="presParOf" srcId="{17A8C3B0-F12E-43B9-B2A6-F2E506A01761}" destId="{F3C682BE-1C3B-465B-AA2E-78CE7460247E}" srcOrd="1" destOrd="0" presId="urn:microsoft.com/office/officeart/2005/8/layout/vProcess5"/>
    <dgm:cxn modelId="{67F11013-A30C-4447-B35E-BF8BBAC8EDA3}" type="presParOf" srcId="{17A8C3B0-F12E-43B9-B2A6-F2E506A01761}" destId="{11B1DF0F-A292-492F-A178-FCFF12318652}" srcOrd="2" destOrd="0" presId="urn:microsoft.com/office/officeart/2005/8/layout/vProcess5"/>
    <dgm:cxn modelId="{DDE525CC-B0DE-4EA1-B1CD-6D37F365CDA4}" type="presParOf" srcId="{17A8C3B0-F12E-43B9-B2A6-F2E506A01761}" destId="{8386B7BB-4A39-4047-8070-6D40DD9BE377}" srcOrd="3" destOrd="0" presId="urn:microsoft.com/office/officeart/2005/8/layout/vProcess5"/>
    <dgm:cxn modelId="{7333B145-2679-46FF-8EC7-C598A20E6316}" type="presParOf" srcId="{17A8C3B0-F12E-43B9-B2A6-F2E506A01761}" destId="{40F47895-FF31-44D5-9138-825851BB421A}" srcOrd="4" destOrd="0" presId="urn:microsoft.com/office/officeart/2005/8/layout/vProcess5"/>
    <dgm:cxn modelId="{59A136B0-169D-4814-9D14-CAFF7DE4380D}" type="presParOf" srcId="{17A8C3B0-F12E-43B9-B2A6-F2E506A01761}" destId="{873C56D2-6C17-4880-8A21-46B76F1DB09E}" srcOrd="5" destOrd="0" presId="urn:microsoft.com/office/officeart/2005/8/layout/vProcess5"/>
    <dgm:cxn modelId="{55E28DE8-FBA1-40F0-9553-926EC8B5069A}" type="presParOf" srcId="{17A8C3B0-F12E-43B9-B2A6-F2E506A01761}" destId="{F9DA6028-C44D-4995-90E4-3E8C61B6F2D2}" srcOrd="6" destOrd="0" presId="urn:microsoft.com/office/officeart/2005/8/layout/vProcess5"/>
    <dgm:cxn modelId="{F6118336-FBB0-4F2E-AF37-EDD51BC85506}" type="presParOf" srcId="{17A8C3B0-F12E-43B9-B2A6-F2E506A01761}" destId="{B9975C21-688C-4137-815C-389AD8FE98C0}" srcOrd="7" destOrd="0" presId="urn:microsoft.com/office/officeart/2005/8/layout/vProcess5"/>
    <dgm:cxn modelId="{CA0EF741-EB26-4849-9CF9-3A09B907F929}" type="presParOf" srcId="{17A8C3B0-F12E-43B9-B2A6-F2E506A01761}" destId="{18581E60-CD4B-429F-8E00-70EF479EDCFF}" srcOrd="8" destOrd="0" presId="urn:microsoft.com/office/officeart/2005/8/layout/vProcess5"/>
    <dgm:cxn modelId="{75F853C1-ECCC-42BC-8698-3CBDA9E86DE9}" type="presParOf" srcId="{17A8C3B0-F12E-43B9-B2A6-F2E506A01761}" destId="{21523940-2337-4706-B23A-BAD68428A694}" srcOrd="9" destOrd="0" presId="urn:microsoft.com/office/officeart/2005/8/layout/vProcess5"/>
    <dgm:cxn modelId="{B8B09024-35DC-409E-B0EC-6391DCB8A559}" type="presParOf" srcId="{17A8C3B0-F12E-43B9-B2A6-F2E506A01761}" destId="{695C68AD-1860-428A-9422-C08AF44A20A5}" srcOrd="10" destOrd="0" presId="urn:microsoft.com/office/officeart/2005/8/layout/vProcess5"/>
    <dgm:cxn modelId="{DCD95EF3-7ECE-4D76-9523-1C2A51ECCF7C}" type="presParOf" srcId="{17A8C3B0-F12E-43B9-B2A6-F2E506A01761}" destId="{D97A2D3C-CEF0-404E-91F8-E5EE0E0386D8}" srcOrd="11" destOrd="0" presId="urn:microsoft.com/office/officeart/2005/8/layout/vProcess5"/>
    <dgm:cxn modelId="{16AA070A-A0A5-4EA5-8CA2-AEDF6488CC6C}" type="presParOf" srcId="{17A8C3B0-F12E-43B9-B2A6-F2E506A01761}" destId="{79D63018-0E39-4B60-B9EE-0A476B394515}" srcOrd="12" destOrd="0" presId="urn:microsoft.com/office/officeart/2005/8/layout/vProcess5"/>
    <dgm:cxn modelId="{F48DFF2B-953B-4A20-912D-BBCE2FA83062}" type="presParOf" srcId="{17A8C3B0-F12E-43B9-B2A6-F2E506A01761}" destId="{68918EA2-48D7-44D3-9905-63B1A1C801E3}" srcOrd="13" destOrd="0" presId="urn:microsoft.com/office/officeart/2005/8/layout/vProcess5"/>
    <dgm:cxn modelId="{10E0E09B-0DD7-4659-A8AF-EA34F92B12F4}" type="presParOf" srcId="{17A8C3B0-F12E-43B9-B2A6-F2E506A01761}" destId="{A7902EAD-9D22-4711-A6ED-898720E48177}"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1608D71-8C0F-4CC0-8C33-BBB567AE70B6}"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3E0E0982-5C2C-4F4A-80E5-2CC1A0913EA8}">
      <dgm:prSet/>
      <dgm:spPr/>
      <dgm:t>
        <a:bodyPr/>
        <a:lstStyle/>
        <a:p>
          <a:r>
            <a:rPr lang="en-GB" b="0" i="0" baseline="0"/>
            <a:t>The goal is to find potential situations that would cause that element to pose a hazard or limit the operability of the process as a whole. There are four basic steps to the process:</a:t>
          </a:r>
          <a:endParaRPr lang="en-US"/>
        </a:p>
      </dgm:t>
    </dgm:pt>
    <dgm:pt modelId="{B6492A0E-4F08-4FC5-93E3-06973F2E60C7}" type="parTrans" cxnId="{A40D3145-91BF-4664-8F02-78A158C20460}">
      <dgm:prSet/>
      <dgm:spPr/>
      <dgm:t>
        <a:bodyPr/>
        <a:lstStyle/>
        <a:p>
          <a:endParaRPr lang="en-US"/>
        </a:p>
      </dgm:t>
    </dgm:pt>
    <dgm:pt modelId="{CFCCC44B-DC63-4578-92C0-509A9318B834}" type="sibTrans" cxnId="{A40D3145-91BF-4664-8F02-78A158C20460}">
      <dgm:prSet/>
      <dgm:spPr/>
      <dgm:t>
        <a:bodyPr/>
        <a:lstStyle/>
        <a:p>
          <a:endParaRPr lang="en-US"/>
        </a:p>
      </dgm:t>
    </dgm:pt>
    <dgm:pt modelId="{B094DF94-2147-4C5D-8AA8-719CCA54470B}">
      <dgm:prSet/>
      <dgm:spPr/>
      <dgm:t>
        <a:bodyPr/>
        <a:lstStyle/>
        <a:p>
          <a:r>
            <a:rPr lang="en-GB" b="0" i="0" baseline="0"/>
            <a:t>1. Forming a HAZOP team</a:t>
          </a:r>
          <a:endParaRPr lang="en-US"/>
        </a:p>
      </dgm:t>
    </dgm:pt>
    <dgm:pt modelId="{42F889DF-5050-455E-AD87-192FFDE2A172}" type="parTrans" cxnId="{8001BDD0-96C8-47C8-B17D-5D22DD764AA2}">
      <dgm:prSet/>
      <dgm:spPr/>
      <dgm:t>
        <a:bodyPr/>
        <a:lstStyle/>
        <a:p>
          <a:endParaRPr lang="en-US"/>
        </a:p>
      </dgm:t>
    </dgm:pt>
    <dgm:pt modelId="{E46287E8-5E92-4F92-8D24-D52820E6C829}" type="sibTrans" cxnId="{8001BDD0-96C8-47C8-B17D-5D22DD764AA2}">
      <dgm:prSet/>
      <dgm:spPr/>
      <dgm:t>
        <a:bodyPr/>
        <a:lstStyle/>
        <a:p>
          <a:endParaRPr lang="en-US"/>
        </a:p>
      </dgm:t>
    </dgm:pt>
    <dgm:pt modelId="{AB66D4C1-DEAE-4EF7-8B09-6F8C44103222}">
      <dgm:prSet/>
      <dgm:spPr/>
      <dgm:t>
        <a:bodyPr/>
        <a:lstStyle/>
        <a:p>
          <a:r>
            <a:rPr lang="en-GB" b="0" i="0" baseline="0"/>
            <a:t>2. Identifying the elements of the system</a:t>
          </a:r>
          <a:endParaRPr lang="en-US"/>
        </a:p>
      </dgm:t>
    </dgm:pt>
    <dgm:pt modelId="{3675A48D-2A70-4BAA-A6BD-E20BDAE63EE6}" type="parTrans" cxnId="{ECE8CB61-87D8-48E0-A1EF-6B69F23F9DCA}">
      <dgm:prSet/>
      <dgm:spPr/>
      <dgm:t>
        <a:bodyPr/>
        <a:lstStyle/>
        <a:p>
          <a:endParaRPr lang="en-US"/>
        </a:p>
      </dgm:t>
    </dgm:pt>
    <dgm:pt modelId="{11C38D48-B8C3-466E-90A4-E3AEAE286525}" type="sibTrans" cxnId="{ECE8CB61-87D8-48E0-A1EF-6B69F23F9DCA}">
      <dgm:prSet/>
      <dgm:spPr/>
      <dgm:t>
        <a:bodyPr/>
        <a:lstStyle/>
        <a:p>
          <a:endParaRPr lang="en-US"/>
        </a:p>
      </dgm:t>
    </dgm:pt>
    <dgm:pt modelId="{BF8C7936-5E2C-4F67-A9FB-7375CD39244B}">
      <dgm:prSet/>
      <dgm:spPr/>
      <dgm:t>
        <a:bodyPr/>
        <a:lstStyle/>
        <a:p>
          <a:r>
            <a:rPr lang="en-GB" b="0" i="0" baseline="0"/>
            <a:t>3. Considering possible variations in operating parameters</a:t>
          </a:r>
          <a:endParaRPr lang="en-US"/>
        </a:p>
      </dgm:t>
    </dgm:pt>
    <dgm:pt modelId="{BDCCE1E4-5A47-40EF-985C-B0F2EEC8FB8E}" type="parTrans" cxnId="{6778ADF3-B8A8-40A1-B70A-6A2860EA1A3B}">
      <dgm:prSet/>
      <dgm:spPr/>
      <dgm:t>
        <a:bodyPr/>
        <a:lstStyle/>
        <a:p>
          <a:endParaRPr lang="en-US"/>
        </a:p>
      </dgm:t>
    </dgm:pt>
    <dgm:pt modelId="{653A4279-3361-434F-80B5-CD792FCA2ADF}" type="sibTrans" cxnId="{6778ADF3-B8A8-40A1-B70A-6A2860EA1A3B}">
      <dgm:prSet/>
      <dgm:spPr/>
      <dgm:t>
        <a:bodyPr/>
        <a:lstStyle/>
        <a:p>
          <a:endParaRPr lang="en-US"/>
        </a:p>
      </dgm:t>
    </dgm:pt>
    <dgm:pt modelId="{C638E801-A530-414E-ADE9-98FF9CEA2D24}">
      <dgm:prSet/>
      <dgm:spPr/>
      <dgm:t>
        <a:bodyPr/>
        <a:lstStyle/>
        <a:p>
          <a:r>
            <a:rPr lang="en-GB" b="0" i="0" baseline="0"/>
            <a:t>4. Identifying any hazards or failure points</a:t>
          </a:r>
          <a:endParaRPr lang="en-US"/>
        </a:p>
      </dgm:t>
    </dgm:pt>
    <dgm:pt modelId="{E5EAEBDE-E41F-4B7E-925A-E581DBCA19DF}" type="parTrans" cxnId="{43BDE929-2A6A-45AB-844E-F29FD49FC3A8}">
      <dgm:prSet/>
      <dgm:spPr/>
      <dgm:t>
        <a:bodyPr/>
        <a:lstStyle/>
        <a:p>
          <a:endParaRPr lang="en-US"/>
        </a:p>
      </dgm:t>
    </dgm:pt>
    <dgm:pt modelId="{F023C9EF-9292-4C9E-8732-0B4CF6A86295}" type="sibTrans" cxnId="{43BDE929-2A6A-45AB-844E-F29FD49FC3A8}">
      <dgm:prSet/>
      <dgm:spPr/>
      <dgm:t>
        <a:bodyPr/>
        <a:lstStyle/>
        <a:p>
          <a:endParaRPr lang="en-US"/>
        </a:p>
      </dgm:t>
    </dgm:pt>
    <dgm:pt modelId="{21122B81-F506-4A21-9021-9ECC42A31627}" type="pres">
      <dgm:prSet presAssocID="{71608D71-8C0F-4CC0-8C33-BBB567AE70B6}" presName="linear" presStyleCnt="0">
        <dgm:presLayoutVars>
          <dgm:animLvl val="lvl"/>
          <dgm:resizeHandles val="exact"/>
        </dgm:presLayoutVars>
      </dgm:prSet>
      <dgm:spPr/>
    </dgm:pt>
    <dgm:pt modelId="{AF46AB90-380D-4DBE-8E5F-C862790575EA}" type="pres">
      <dgm:prSet presAssocID="{3E0E0982-5C2C-4F4A-80E5-2CC1A0913EA8}" presName="parentText" presStyleLbl="node1" presStyleIdx="0" presStyleCnt="1">
        <dgm:presLayoutVars>
          <dgm:chMax val="0"/>
          <dgm:bulletEnabled val="1"/>
        </dgm:presLayoutVars>
      </dgm:prSet>
      <dgm:spPr/>
    </dgm:pt>
    <dgm:pt modelId="{4FC5CE57-3567-4040-A3EE-594DEA247713}" type="pres">
      <dgm:prSet presAssocID="{3E0E0982-5C2C-4F4A-80E5-2CC1A0913EA8}" presName="childText" presStyleLbl="revTx" presStyleIdx="0" presStyleCnt="1">
        <dgm:presLayoutVars>
          <dgm:bulletEnabled val="1"/>
        </dgm:presLayoutVars>
      </dgm:prSet>
      <dgm:spPr/>
    </dgm:pt>
  </dgm:ptLst>
  <dgm:cxnLst>
    <dgm:cxn modelId="{75DF5907-2B48-41AC-B593-1F191027BF00}" type="presOf" srcId="{BF8C7936-5E2C-4F67-A9FB-7375CD39244B}" destId="{4FC5CE57-3567-4040-A3EE-594DEA247713}" srcOrd="0" destOrd="2" presId="urn:microsoft.com/office/officeart/2005/8/layout/vList2"/>
    <dgm:cxn modelId="{A47B1217-C732-4D6D-8C35-F9CC48E67C0F}" type="presOf" srcId="{3E0E0982-5C2C-4F4A-80E5-2CC1A0913EA8}" destId="{AF46AB90-380D-4DBE-8E5F-C862790575EA}" srcOrd="0" destOrd="0" presId="urn:microsoft.com/office/officeart/2005/8/layout/vList2"/>
    <dgm:cxn modelId="{43BDE929-2A6A-45AB-844E-F29FD49FC3A8}" srcId="{3E0E0982-5C2C-4F4A-80E5-2CC1A0913EA8}" destId="{C638E801-A530-414E-ADE9-98FF9CEA2D24}" srcOrd="3" destOrd="0" parTransId="{E5EAEBDE-E41F-4B7E-925A-E581DBCA19DF}" sibTransId="{F023C9EF-9292-4C9E-8732-0B4CF6A86295}"/>
    <dgm:cxn modelId="{9AB21B2B-7EC6-46C4-B53E-C6B5E1AA48F7}" type="presOf" srcId="{C638E801-A530-414E-ADE9-98FF9CEA2D24}" destId="{4FC5CE57-3567-4040-A3EE-594DEA247713}" srcOrd="0" destOrd="3" presId="urn:microsoft.com/office/officeart/2005/8/layout/vList2"/>
    <dgm:cxn modelId="{ECE8CB61-87D8-48E0-A1EF-6B69F23F9DCA}" srcId="{3E0E0982-5C2C-4F4A-80E5-2CC1A0913EA8}" destId="{AB66D4C1-DEAE-4EF7-8B09-6F8C44103222}" srcOrd="1" destOrd="0" parTransId="{3675A48D-2A70-4BAA-A6BD-E20BDAE63EE6}" sibTransId="{11C38D48-B8C3-466E-90A4-E3AEAE286525}"/>
    <dgm:cxn modelId="{A40D3145-91BF-4664-8F02-78A158C20460}" srcId="{71608D71-8C0F-4CC0-8C33-BBB567AE70B6}" destId="{3E0E0982-5C2C-4F4A-80E5-2CC1A0913EA8}" srcOrd="0" destOrd="0" parTransId="{B6492A0E-4F08-4FC5-93E3-06973F2E60C7}" sibTransId="{CFCCC44B-DC63-4578-92C0-509A9318B834}"/>
    <dgm:cxn modelId="{8906E085-79DF-446A-9068-F8CA4656EDCD}" type="presOf" srcId="{B094DF94-2147-4C5D-8AA8-719CCA54470B}" destId="{4FC5CE57-3567-4040-A3EE-594DEA247713}" srcOrd="0" destOrd="0" presId="urn:microsoft.com/office/officeart/2005/8/layout/vList2"/>
    <dgm:cxn modelId="{049E92A2-CD8B-479D-8025-8A11A0A2841D}" type="presOf" srcId="{71608D71-8C0F-4CC0-8C33-BBB567AE70B6}" destId="{21122B81-F506-4A21-9021-9ECC42A31627}" srcOrd="0" destOrd="0" presId="urn:microsoft.com/office/officeart/2005/8/layout/vList2"/>
    <dgm:cxn modelId="{8001BDD0-96C8-47C8-B17D-5D22DD764AA2}" srcId="{3E0E0982-5C2C-4F4A-80E5-2CC1A0913EA8}" destId="{B094DF94-2147-4C5D-8AA8-719CCA54470B}" srcOrd="0" destOrd="0" parTransId="{42F889DF-5050-455E-AD87-192FFDE2A172}" sibTransId="{E46287E8-5E92-4F92-8D24-D52820E6C829}"/>
    <dgm:cxn modelId="{B12146D4-20D7-4258-8260-BB597F30D4FE}" type="presOf" srcId="{AB66D4C1-DEAE-4EF7-8B09-6F8C44103222}" destId="{4FC5CE57-3567-4040-A3EE-594DEA247713}" srcOrd="0" destOrd="1" presId="urn:microsoft.com/office/officeart/2005/8/layout/vList2"/>
    <dgm:cxn modelId="{6778ADF3-B8A8-40A1-B70A-6A2860EA1A3B}" srcId="{3E0E0982-5C2C-4F4A-80E5-2CC1A0913EA8}" destId="{BF8C7936-5E2C-4F67-A9FB-7375CD39244B}" srcOrd="2" destOrd="0" parTransId="{BDCCE1E4-5A47-40EF-985C-B0F2EEC8FB8E}" sibTransId="{653A4279-3361-434F-80B5-CD792FCA2ADF}"/>
    <dgm:cxn modelId="{C4A7F7A7-6A0A-4F3B-9AA0-ECFC87444754}" type="presParOf" srcId="{21122B81-F506-4A21-9021-9ECC42A31627}" destId="{AF46AB90-380D-4DBE-8E5F-C862790575EA}" srcOrd="0" destOrd="0" presId="urn:microsoft.com/office/officeart/2005/8/layout/vList2"/>
    <dgm:cxn modelId="{7971F31F-1E9F-47FF-AD7D-3338168921E5}" type="presParOf" srcId="{21122B81-F506-4A21-9021-9ECC42A31627}" destId="{4FC5CE57-3567-4040-A3EE-594DEA247713}"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3588FA4-5039-4DD9-8CEB-22C91207252E}" type="doc">
      <dgm:prSet loTypeId="urn:microsoft.com/office/officeart/2005/8/layout/vProcess5" loCatId="process" qsTypeId="urn:microsoft.com/office/officeart/2005/8/quickstyle/simple4" qsCatId="simple" csTypeId="urn:microsoft.com/office/officeart/2005/8/colors/accent2_2" csCatId="accent2"/>
      <dgm:spPr/>
      <dgm:t>
        <a:bodyPr/>
        <a:lstStyle/>
        <a:p>
          <a:endParaRPr lang="en-US"/>
        </a:p>
      </dgm:t>
    </dgm:pt>
    <dgm:pt modelId="{45A52EFC-5F21-4B82-ABAD-DF7A78DC6807}">
      <dgm:prSet/>
      <dgm:spPr/>
      <dgm:t>
        <a:bodyPr/>
        <a:lstStyle/>
        <a:p>
          <a:r>
            <a:rPr lang="en-GB" b="0" i="0" baseline="0"/>
            <a:t>To perform a HAZOP, a team of workers is formed, including people with a variety of expertise such as operations, maintenance, instrumentation, engineering/process design, and other specialists as needed. </a:t>
          </a:r>
          <a:endParaRPr lang="en-GB" b="1" i="0" baseline="0"/>
        </a:p>
      </dgm:t>
    </dgm:pt>
    <dgm:pt modelId="{98EBAB82-37DC-4CE8-9827-611876EA951D}" type="parTrans" cxnId="{83B1C82D-7A48-419D-9F2A-B3488EC5F51D}">
      <dgm:prSet/>
      <dgm:spPr/>
      <dgm:t>
        <a:bodyPr/>
        <a:lstStyle/>
        <a:p>
          <a:endParaRPr lang="en-US"/>
        </a:p>
      </dgm:t>
    </dgm:pt>
    <dgm:pt modelId="{85590D0A-744C-4ABE-92DB-8545C17C1F38}" type="sibTrans" cxnId="{83B1C82D-7A48-419D-9F2A-B3488EC5F51D}">
      <dgm:prSet/>
      <dgm:spPr/>
      <dgm:t>
        <a:bodyPr/>
        <a:lstStyle/>
        <a:p>
          <a:endParaRPr lang="en-US"/>
        </a:p>
      </dgm:t>
    </dgm:pt>
    <dgm:pt modelId="{A8127B13-1645-4C89-AAB0-E8EA105F71A6}">
      <dgm:prSet/>
      <dgm:spPr/>
      <dgm:t>
        <a:bodyPr/>
        <a:lstStyle/>
        <a:p>
          <a:r>
            <a:rPr lang="en-GB" b="0" i="0" baseline="0"/>
            <a:t>These should not be "newbies, but people with experience, knowledge, and an understanding of their part of the system. </a:t>
          </a:r>
          <a:endParaRPr lang="en-US"/>
        </a:p>
      </dgm:t>
    </dgm:pt>
    <dgm:pt modelId="{FC680920-07E2-4B54-9BA9-8C51F5525FD2}" type="parTrans" cxnId="{77892807-CA7E-472F-A2D4-88BDCFA17140}">
      <dgm:prSet/>
      <dgm:spPr/>
      <dgm:t>
        <a:bodyPr/>
        <a:lstStyle/>
        <a:p>
          <a:endParaRPr lang="en-US"/>
        </a:p>
      </dgm:t>
    </dgm:pt>
    <dgm:pt modelId="{C14440F1-510E-4F85-8994-9A3CC11DCC49}" type="sibTrans" cxnId="{77892807-CA7E-472F-A2D4-88BDCFA17140}">
      <dgm:prSet/>
      <dgm:spPr/>
      <dgm:t>
        <a:bodyPr/>
        <a:lstStyle/>
        <a:p>
          <a:endParaRPr lang="en-US"/>
        </a:p>
      </dgm:t>
    </dgm:pt>
    <dgm:pt modelId="{CB1F5687-EB18-4623-9D97-DECAC1EE8792}">
      <dgm:prSet/>
      <dgm:spPr/>
      <dgm:t>
        <a:bodyPr/>
        <a:lstStyle/>
        <a:p>
          <a:r>
            <a:rPr lang="en-GB" b="0" i="0" baseline="0"/>
            <a:t>The key requirements are a understanding of the system, and a willingness to consider all reasonable variations at each point in the system.</a:t>
          </a:r>
          <a:endParaRPr lang="en-US"/>
        </a:p>
      </dgm:t>
    </dgm:pt>
    <dgm:pt modelId="{623E9E32-0593-49CF-9959-4A6CAB776A3D}" type="parTrans" cxnId="{858DA02C-B362-42A2-B8A3-6EDB1670D232}">
      <dgm:prSet/>
      <dgm:spPr/>
      <dgm:t>
        <a:bodyPr/>
        <a:lstStyle/>
        <a:p>
          <a:endParaRPr lang="en-US"/>
        </a:p>
      </dgm:t>
    </dgm:pt>
    <dgm:pt modelId="{FE90398F-4D63-41BB-AD15-C8985ED93AEC}" type="sibTrans" cxnId="{858DA02C-B362-42A2-B8A3-6EDB1670D232}">
      <dgm:prSet/>
      <dgm:spPr/>
      <dgm:t>
        <a:bodyPr/>
        <a:lstStyle/>
        <a:p>
          <a:endParaRPr lang="en-US"/>
        </a:p>
      </dgm:t>
    </dgm:pt>
    <dgm:pt modelId="{D848E479-5C13-4822-BD97-E303A6B783D0}" type="pres">
      <dgm:prSet presAssocID="{A3588FA4-5039-4DD9-8CEB-22C91207252E}" presName="outerComposite" presStyleCnt="0">
        <dgm:presLayoutVars>
          <dgm:chMax val="5"/>
          <dgm:dir/>
          <dgm:resizeHandles val="exact"/>
        </dgm:presLayoutVars>
      </dgm:prSet>
      <dgm:spPr/>
    </dgm:pt>
    <dgm:pt modelId="{0B67D4C8-CC64-4F65-9A13-D22C927D1D6F}" type="pres">
      <dgm:prSet presAssocID="{A3588FA4-5039-4DD9-8CEB-22C91207252E}" presName="dummyMaxCanvas" presStyleCnt="0">
        <dgm:presLayoutVars/>
      </dgm:prSet>
      <dgm:spPr/>
    </dgm:pt>
    <dgm:pt modelId="{0BA03B52-02AA-40D9-B8B8-A2914F39B3FA}" type="pres">
      <dgm:prSet presAssocID="{A3588FA4-5039-4DD9-8CEB-22C91207252E}" presName="ThreeNodes_1" presStyleLbl="node1" presStyleIdx="0" presStyleCnt="3">
        <dgm:presLayoutVars>
          <dgm:bulletEnabled val="1"/>
        </dgm:presLayoutVars>
      </dgm:prSet>
      <dgm:spPr/>
    </dgm:pt>
    <dgm:pt modelId="{3076E087-7269-40A1-A1A3-F6EAED5171B1}" type="pres">
      <dgm:prSet presAssocID="{A3588FA4-5039-4DD9-8CEB-22C91207252E}" presName="ThreeNodes_2" presStyleLbl="node1" presStyleIdx="1" presStyleCnt="3">
        <dgm:presLayoutVars>
          <dgm:bulletEnabled val="1"/>
        </dgm:presLayoutVars>
      </dgm:prSet>
      <dgm:spPr/>
    </dgm:pt>
    <dgm:pt modelId="{DB031169-616D-4E3D-ADAF-B88EE0AF5F4D}" type="pres">
      <dgm:prSet presAssocID="{A3588FA4-5039-4DD9-8CEB-22C91207252E}" presName="ThreeNodes_3" presStyleLbl="node1" presStyleIdx="2" presStyleCnt="3">
        <dgm:presLayoutVars>
          <dgm:bulletEnabled val="1"/>
        </dgm:presLayoutVars>
      </dgm:prSet>
      <dgm:spPr/>
    </dgm:pt>
    <dgm:pt modelId="{8A1EF037-C10B-48A6-A828-9679F5BAC1E5}" type="pres">
      <dgm:prSet presAssocID="{A3588FA4-5039-4DD9-8CEB-22C91207252E}" presName="ThreeConn_1-2" presStyleLbl="fgAccFollowNode1" presStyleIdx="0" presStyleCnt="2">
        <dgm:presLayoutVars>
          <dgm:bulletEnabled val="1"/>
        </dgm:presLayoutVars>
      </dgm:prSet>
      <dgm:spPr/>
    </dgm:pt>
    <dgm:pt modelId="{5C428AA4-C0BF-4B39-9B4F-D7BFDE72C2CD}" type="pres">
      <dgm:prSet presAssocID="{A3588FA4-5039-4DD9-8CEB-22C91207252E}" presName="ThreeConn_2-3" presStyleLbl="fgAccFollowNode1" presStyleIdx="1" presStyleCnt="2">
        <dgm:presLayoutVars>
          <dgm:bulletEnabled val="1"/>
        </dgm:presLayoutVars>
      </dgm:prSet>
      <dgm:spPr/>
    </dgm:pt>
    <dgm:pt modelId="{A5D284C3-0144-4399-BA15-390916525B02}" type="pres">
      <dgm:prSet presAssocID="{A3588FA4-5039-4DD9-8CEB-22C91207252E}" presName="ThreeNodes_1_text" presStyleLbl="node1" presStyleIdx="2" presStyleCnt="3">
        <dgm:presLayoutVars>
          <dgm:bulletEnabled val="1"/>
        </dgm:presLayoutVars>
      </dgm:prSet>
      <dgm:spPr/>
    </dgm:pt>
    <dgm:pt modelId="{7EE876D6-6AA6-4FFA-A07E-68F0DBCD0611}" type="pres">
      <dgm:prSet presAssocID="{A3588FA4-5039-4DD9-8CEB-22C91207252E}" presName="ThreeNodes_2_text" presStyleLbl="node1" presStyleIdx="2" presStyleCnt="3">
        <dgm:presLayoutVars>
          <dgm:bulletEnabled val="1"/>
        </dgm:presLayoutVars>
      </dgm:prSet>
      <dgm:spPr/>
    </dgm:pt>
    <dgm:pt modelId="{86C1B7F9-8A51-4660-9832-629D44E48F30}" type="pres">
      <dgm:prSet presAssocID="{A3588FA4-5039-4DD9-8CEB-22C91207252E}" presName="ThreeNodes_3_text" presStyleLbl="node1" presStyleIdx="2" presStyleCnt="3">
        <dgm:presLayoutVars>
          <dgm:bulletEnabled val="1"/>
        </dgm:presLayoutVars>
      </dgm:prSet>
      <dgm:spPr/>
    </dgm:pt>
  </dgm:ptLst>
  <dgm:cxnLst>
    <dgm:cxn modelId="{288B4003-67F1-4F65-8F1F-60D73702AEFA}" type="presOf" srcId="{A8127B13-1645-4C89-AAB0-E8EA105F71A6}" destId="{3076E087-7269-40A1-A1A3-F6EAED5171B1}" srcOrd="0" destOrd="0" presId="urn:microsoft.com/office/officeart/2005/8/layout/vProcess5"/>
    <dgm:cxn modelId="{77892807-CA7E-472F-A2D4-88BDCFA17140}" srcId="{A3588FA4-5039-4DD9-8CEB-22C91207252E}" destId="{A8127B13-1645-4C89-AAB0-E8EA105F71A6}" srcOrd="1" destOrd="0" parTransId="{FC680920-07E2-4B54-9BA9-8C51F5525FD2}" sibTransId="{C14440F1-510E-4F85-8994-9A3CC11DCC49}"/>
    <dgm:cxn modelId="{425D7D1D-F85E-44B0-BC1A-49FEE709106C}" type="presOf" srcId="{CB1F5687-EB18-4623-9D97-DECAC1EE8792}" destId="{86C1B7F9-8A51-4660-9832-629D44E48F30}" srcOrd="1" destOrd="0" presId="urn:microsoft.com/office/officeart/2005/8/layout/vProcess5"/>
    <dgm:cxn modelId="{E3A52425-AADB-44D3-B383-96BEED25B523}" type="presOf" srcId="{45A52EFC-5F21-4B82-ABAD-DF7A78DC6807}" destId="{A5D284C3-0144-4399-BA15-390916525B02}" srcOrd="1" destOrd="0" presId="urn:microsoft.com/office/officeart/2005/8/layout/vProcess5"/>
    <dgm:cxn modelId="{858DA02C-B362-42A2-B8A3-6EDB1670D232}" srcId="{A3588FA4-5039-4DD9-8CEB-22C91207252E}" destId="{CB1F5687-EB18-4623-9D97-DECAC1EE8792}" srcOrd="2" destOrd="0" parTransId="{623E9E32-0593-49CF-9959-4A6CAB776A3D}" sibTransId="{FE90398F-4D63-41BB-AD15-C8985ED93AEC}"/>
    <dgm:cxn modelId="{83B1C82D-7A48-419D-9F2A-B3488EC5F51D}" srcId="{A3588FA4-5039-4DD9-8CEB-22C91207252E}" destId="{45A52EFC-5F21-4B82-ABAD-DF7A78DC6807}" srcOrd="0" destOrd="0" parTransId="{98EBAB82-37DC-4CE8-9827-611876EA951D}" sibTransId="{85590D0A-744C-4ABE-92DB-8545C17C1F38}"/>
    <dgm:cxn modelId="{6752F136-39B6-408E-BB5B-916DF3A6D994}" type="presOf" srcId="{CB1F5687-EB18-4623-9D97-DECAC1EE8792}" destId="{DB031169-616D-4E3D-ADAF-B88EE0AF5F4D}" srcOrd="0" destOrd="0" presId="urn:microsoft.com/office/officeart/2005/8/layout/vProcess5"/>
    <dgm:cxn modelId="{29664CA8-6DDC-4DFA-BD84-F726D87BE6EF}" type="presOf" srcId="{A8127B13-1645-4C89-AAB0-E8EA105F71A6}" destId="{7EE876D6-6AA6-4FFA-A07E-68F0DBCD0611}" srcOrd="1" destOrd="0" presId="urn:microsoft.com/office/officeart/2005/8/layout/vProcess5"/>
    <dgm:cxn modelId="{1E15EAD5-27C6-4827-9F85-F54069A6D872}" type="presOf" srcId="{C14440F1-510E-4F85-8994-9A3CC11DCC49}" destId="{5C428AA4-C0BF-4B39-9B4F-D7BFDE72C2CD}" srcOrd="0" destOrd="0" presId="urn:microsoft.com/office/officeart/2005/8/layout/vProcess5"/>
    <dgm:cxn modelId="{3ABC4BDE-0E23-4004-86D7-22E2E74D9F84}" type="presOf" srcId="{85590D0A-744C-4ABE-92DB-8545C17C1F38}" destId="{8A1EF037-C10B-48A6-A828-9679F5BAC1E5}" srcOrd="0" destOrd="0" presId="urn:microsoft.com/office/officeart/2005/8/layout/vProcess5"/>
    <dgm:cxn modelId="{71E08FDE-979C-4DAE-ADD8-64B41A4BADE4}" type="presOf" srcId="{45A52EFC-5F21-4B82-ABAD-DF7A78DC6807}" destId="{0BA03B52-02AA-40D9-B8B8-A2914F39B3FA}" srcOrd="0" destOrd="0" presId="urn:microsoft.com/office/officeart/2005/8/layout/vProcess5"/>
    <dgm:cxn modelId="{5B682DF6-26E1-4F18-87EA-B33BBE96E26D}" type="presOf" srcId="{A3588FA4-5039-4DD9-8CEB-22C91207252E}" destId="{D848E479-5C13-4822-BD97-E303A6B783D0}" srcOrd="0" destOrd="0" presId="urn:microsoft.com/office/officeart/2005/8/layout/vProcess5"/>
    <dgm:cxn modelId="{F69E2D3C-6D9D-4EF6-B930-69EEB59B377B}" type="presParOf" srcId="{D848E479-5C13-4822-BD97-E303A6B783D0}" destId="{0B67D4C8-CC64-4F65-9A13-D22C927D1D6F}" srcOrd="0" destOrd="0" presId="urn:microsoft.com/office/officeart/2005/8/layout/vProcess5"/>
    <dgm:cxn modelId="{6248EDCB-0AB1-406C-BEC1-698412FC0920}" type="presParOf" srcId="{D848E479-5C13-4822-BD97-E303A6B783D0}" destId="{0BA03B52-02AA-40D9-B8B8-A2914F39B3FA}" srcOrd="1" destOrd="0" presId="urn:microsoft.com/office/officeart/2005/8/layout/vProcess5"/>
    <dgm:cxn modelId="{D6BBF11D-10DA-43FF-AFEE-E5FD2FA16194}" type="presParOf" srcId="{D848E479-5C13-4822-BD97-E303A6B783D0}" destId="{3076E087-7269-40A1-A1A3-F6EAED5171B1}" srcOrd="2" destOrd="0" presId="urn:microsoft.com/office/officeart/2005/8/layout/vProcess5"/>
    <dgm:cxn modelId="{C24AF36C-1CEB-48F7-9621-7D86891E75F5}" type="presParOf" srcId="{D848E479-5C13-4822-BD97-E303A6B783D0}" destId="{DB031169-616D-4E3D-ADAF-B88EE0AF5F4D}" srcOrd="3" destOrd="0" presId="urn:microsoft.com/office/officeart/2005/8/layout/vProcess5"/>
    <dgm:cxn modelId="{D322418D-F94F-4734-8162-3A2F16A4CDBA}" type="presParOf" srcId="{D848E479-5C13-4822-BD97-E303A6B783D0}" destId="{8A1EF037-C10B-48A6-A828-9679F5BAC1E5}" srcOrd="4" destOrd="0" presId="urn:microsoft.com/office/officeart/2005/8/layout/vProcess5"/>
    <dgm:cxn modelId="{AADAC23C-8CB1-4862-B53B-04849A2DBC8F}" type="presParOf" srcId="{D848E479-5C13-4822-BD97-E303A6B783D0}" destId="{5C428AA4-C0BF-4B39-9B4F-D7BFDE72C2CD}" srcOrd="5" destOrd="0" presId="urn:microsoft.com/office/officeart/2005/8/layout/vProcess5"/>
    <dgm:cxn modelId="{E4138060-001B-41EA-841D-7DCA34C29C6D}" type="presParOf" srcId="{D848E479-5C13-4822-BD97-E303A6B783D0}" destId="{A5D284C3-0144-4399-BA15-390916525B02}" srcOrd="6" destOrd="0" presId="urn:microsoft.com/office/officeart/2005/8/layout/vProcess5"/>
    <dgm:cxn modelId="{1344587C-EDC9-4CE1-B4EB-39F9D624D722}" type="presParOf" srcId="{D848E479-5C13-4822-BD97-E303A6B783D0}" destId="{7EE876D6-6AA6-4FFA-A07E-68F0DBCD0611}" srcOrd="7" destOrd="0" presId="urn:microsoft.com/office/officeart/2005/8/layout/vProcess5"/>
    <dgm:cxn modelId="{89BFA109-29C0-4A3E-890B-E8CD652B7A14}" type="presParOf" srcId="{D848E479-5C13-4822-BD97-E303A6B783D0}" destId="{86C1B7F9-8A51-4660-9832-629D44E48F30}"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C4071DB-5D17-493C-B4A0-5BD199DAC11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6B1ACEA-5510-4CE7-9E33-F9FCCAC3012A}">
      <dgm:prSet/>
      <dgm:spPr/>
      <dgm:t>
        <a:bodyPr/>
        <a:lstStyle/>
        <a:p>
          <a:r>
            <a:rPr lang="en-GB" b="0" i="0" baseline="0"/>
            <a:t>The HAZOP team will then create a plan for the complete work process, identifying the individual steps or elements. </a:t>
          </a:r>
          <a:endParaRPr lang="en-US"/>
        </a:p>
      </dgm:t>
    </dgm:pt>
    <dgm:pt modelId="{2E715D4D-7A9E-4375-AABE-08B24AD1BCDF}" type="parTrans" cxnId="{8D9490D6-0F3A-4A19-AB2D-83DFB84BB4B1}">
      <dgm:prSet/>
      <dgm:spPr/>
      <dgm:t>
        <a:bodyPr/>
        <a:lstStyle/>
        <a:p>
          <a:endParaRPr lang="en-US"/>
        </a:p>
      </dgm:t>
    </dgm:pt>
    <dgm:pt modelId="{E9B96581-E5A1-48C8-8395-68BD542BDA83}" type="sibTrans" cxnId="{8D9490D6-0F3A-4A19-AB2D-83DFB84BB4B1}">
      <dgm:prSet/>
      <dgm:spPr/>
      <dgm:t>
        <a:bodyPr/>
        <a:lstStyle/>
        <a:p>
          <a:endParaRPr lang="en-US"/>
        </a:p>
      </dgm:t>
    </dgm:pt>
    <dgm:pt modelId="{1620812C-3BE3-4452-A901-6CB20AB84018}">
      <dgm:prSet/>
      <dgm:spPr/>
      <dgm:t>
        <a:bodyPr/>
        <a:lstStyle/>
        <a:p>
          <a:r>
            <a:rPr lang="en-GB" b="0" i="0" baseline="0"/>
            <a:t>This typically involves using the piping and instrument diagrams (P&amp;ID), or a plant model, as a guide for examining every section and component of a process.</a:t>
          </a:r>
          <a:endParaRPr lang="en-US"/>
        </a:p>
      </dgm:t>
    </dgm:pt>
    <dgm:pt modelId="{716BA4AA-AC90-4682-8B83-E940F5135A66}" type="parTrans" cxnId="{9C86C32B-9D04-49EA-958B-27137746493F}">
      <dgm:prSet/>
      <dgm:spPr/>
      <dgm:t>
        <a:bodyPr/>
        <a:lstStyle/>
        <a:p>
          <a:endParaRPr lang="en-US"/>
        </a:p>
      </dgm:t>
    </dgm:pt>
    <dgm:pt modelId="{28361AC9-FE8E-4FA2-AE9B-5B632265EF6B}" type="sibTrans" cxnId="{9C86C32B-9D04-49EA-958B-27137746493F}">
      <dgm:prSet/>
      <dgm:spPr/>
      <dgm:t>
        <a:bodyPr/>
        <a:lstStyle/>
        <a:p>
          <a:endParaRPr lang="en-US"/>
        </a:p>
      </dgm:t>
    </dgm:pt>
    <dgm:pt modelId="{3E3C8171-B1B5-4D33-9F2D-75843945DFFB}">
      <dgm:prSet/>
      <dgm:spPr/>
      <dgm:t>
        <a:bodyPr/>
        <a:lstStyle/>
        <a:p>
          <a:r>
            <a:rPr lang="en-GB" b="0" i="0" baseline="0"/>
            <a:t>For each element, the team will identify the planned operating parameters of the system at that point: flow rate, pressure, temperature, vibration, and so on.</a:t>
          </a:r>
          <a:endParaRPr lang="en-US"/>
        </a:p>
      </dgm:t>
    </dgm:pt>
    <dgm:pt modelId="{1FF183EE-AACD-48E8-8C16-4AE1BA87BFC0}" type="parTrans" cxnId="{A12B1BB1-F66C-44AB-8161-DC9624731785}">
      <dgm:prSet/>
      <dgm:spPr/>
      <dgm:t>
        <a:bodyPr/>
        <a:lstStyle/>
        <a:p>
          <a:endParaRPr lang="en-US"/>
        </a:p>
      </dgm:t>
    </dgm:pt>
    <dgm:pt modelId="{3A6598FF-6548-4381-9606-69B44570A2AD}" type="sibTrans" cxnId="{A12B1BB1-F66C-44AB-8161-DC9624731785}">
      <dgm:prSet/>
      <dgm:spPr/>
      <dgm:t>
        <a:bodyPr/>
        <a:lstStyle/>
        <a:p>
          <a:endParaRPr lang="en-US"/>
        </a:p>
      </dgm:t>
    </dgm:pt>
    <dgm:pt modelId="{3CAB2C69-ED76-4991-9D04-E852B58D65E6}" type="pres">
      <dgm:prSet presAssocID="{0C4071DB-5D17-493C-B4A0-5BD199DAC11B}" presName="root" presStyleCnt="0">
        <dgm:presLayoutVars>
          <dgm:dir/>
          <dgm:resizeHandles val="exact"/>
        </dgm:presLayoutVars>
      </dgm:prSet>
      <dgm:spPr/>
    </dgm:pt>
    <dgm:pt modelId="{9ED23857-3E3E-4281-89F9-913958B43D1A}" type="pres">
      <dgm:prSet presAssocID="{16B1ACEA-5510-4CE7-9E33-F9FCCAC3012A}" presName="compNode" presStyleCnt="0"/>
      <dgm:spPr/>
    </dgm:pt>
    <dgm:pt modelId="{4DD3C0BB-B456-40EB-B795-CF8D8024CFBB}" type="pres">
      <dgm:prSet presAssocID="{16B1ACEA-5510-4CE7-9E33-F9FCCAC3012A}" presName="bgRect" presStyleLbl="bgShp" presStyleIdx="0" presStyleCnt="3"/>
      <dgm:spPr/>
    </dgm:pt>
    <dgm:pt modelId="{D01F5FD9-EA61-4667-8086-B25E70D014A8}" type="pres">
      <dgm:prSet presAssocID="{16B1ACEA-5510-4CE7-9E33-F9FCCAC3012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orkflow"/>
        </a:ext>
      </dgm:extLst>
    </dgm:pt>
    <dgm:pt modelId="{B8276F72-3372-4293-AEAF-D07C0B7E92C2}" type="pres">
      <dgm:prSet presAssocID="{16B1ACEA-5510-4CE7-9E33-F9FCCAC3012A}" presName="spaceRect" presStyleCnt="0"/>
      <dgm:spPr/>
    </dgm:pt>
    <dgm:pt modelId="{480EEDDB-1959-4C3F-B159-0B3C08A89984}" type="pres">
      <dgm:prSet presAssocID="{16B1ACEA-5510-4CE7-9E33-F9FCCAC3012A}" presName="parTx" presStyleLbl="revTx" presStyleIdx="0" presStyleCnt="3">
        <dgm:presLayoutVars>
          <dgm:chMax val="0"/>
          <dgm:chPref val="0"/>
        </dgm:presLayoutVars>
      </dgm:prSet>
      <dgm:spPr/>
    </dgm:pt>
    <dgm:pt modelId="{A16D31C3-1358-4D27-B874-B87D286DF668}" type="pres">
      <dgm:prSet presAssocID="{E9B96581-E5A1-48C8-8395-68BD542BDA83}" presName="sibTrans" presStyleCnt="0"/>
      <dgm:spPr/>
    </dgm:pt>
    <dgm:pt modelId="{A7FE0A5A-5613-47B4-80FA-34639149BFD4}" type="pres">
      <dgm:prSet presAssocID="{1620812C-3BE3-4452-A901-6CB20AB84018}" presName="compNode" presStyleCnt="0"/>
      <dgm:spPr/>
    </dgm:pt>
    <dgm:pt modelId="{DF928AAF-4AF1-482B-9109-31CA6FF66292}" type="pres">
      <dgm:prSet presAssocID="{1620812C-3BE3-4452-A901-6CB20AB84018}" presName="bgRect" presStyleLbl="bgShp" presStyleIdx="1" presStyleCnt="3"/>
      <dgm:spPr/>
    </dgm:pt>
    <dgm:pt modelId="{673DB3C2-35F8-4793-B355-DCB263B84B58}" type="pres">
      <dgm:prSet presAssocID="{1620812C-3BE3-4452-A901-6CB20AB8401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ammable"/>
        </a:ext>
      </dgm:extLst>
    </dgm:pt>
    <dgm:pt modelId="{8B914C56-29CC-4104-BB93-457074E30B9D}" type="pres">
      <dgm:prSet presAssocID="{1620812C-3BE3-4452-A901-6CB20AB84018}" presName="spaceRect" presStyleCnt="0"/>
      <dgm:spPr/>
    </dgm:pt>
    <dgm:pt modelId="{DC02DE34-87B7-4362-B52A-850F4247E0E5}" type="pres">
      <dgm:prSet presAssocID="{1620812C-3BE3-4452-A901-6CB20AB84018}" presName="parTx" presStyleLbl="revTx" presStyleIdx="1" presStyleCnt="3">
        <dgm:presLayoutVars>
          <dgm:chMax val="0"/>
          <dgm:chPref val="0"/>
        </dgm:presLayoutVars>
      </dgm:prSet>
      <dgm:spPr/>
    </dgm:pt>
    <dgm:pt modelId="{9A6D5608-794E-4602-93E8-C08048E7FDD3}" type="pres">
      <dgm:prSet presAssocID="{28361AC9-FE8E-4FA2-AE9B-5B632265EF6B}" presName="sibTrans" presStyleCnt="0"/>
      <dgm:spPr/>
    </dgm:pt>
    <dgm:pt modelId="{9379B86C-D99D-4301-B487-4AFE823E6A10}" type="pres">
      <dgm:prSet presAssocID="{3E3C8171-B1B5-4D33-9F2D-75843945DFFB}" presName="compNode" presStyleCnt="0"/>
      <dgm:spPr/>
    </dgm:pt>
    <dgm:pt modelId="{66FD5CCF-0F5C-4679-B7BE-68B1562DC02F}" type="pres">
      <dgm:prSet presAssocID="{3E3C8171-B1B5-4D33-9F2D-75843945DFFB}" presName="bgRect" presStyleLbl="bgShp" presStyleIdx="2" presStyleCnt="3"/>
      <dgm:spPr/>
    </dgm:pt>
    <dgm:pt modelId="{8F15BA86-7693-436F-A805-53D70D9B4F6E}" type="pres">
      <dgm:prSet presAssocID="{3E3C8171-B1B5-4D33-9F2D-75843945DFF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sconnected"/>
        </a:ext>
      </dgm:extLst>
    </dgm:pt>
    <dgm:pt modelId="{C6ABA71D-7167-4936-B345-00E0E4F4C4AE}" type="pres">
      <dgm:prSet presAssocID="{3E3C8171-B1B5-4D33-9F2D-75843945DFFB}" presName="spaceRect" presStyleCnt="0"/>
      <dgm:spPr/>
    </dgm:pt>
    <dgm:pt modelId="{8FB2F9B6-C813-45C9-8B17-E49627760686}" type="pres">
      <dgm:prSet presAssocID="{3E3C8171-B1B5-4D33-9F2D-75843945DFFB}" presName="parTx" presStyleLbl="revTx" presStyleIdx="2" presStyleCnt="3">
        <dgm:presLayoutVars>
          <dgm:chMax val="0"/>
          <dgm:chPref val="0"/>
        </dgm:presLayoutVars>
      </dgm:prSet>
      <dgm:spPr/>
    </dgm:pt>
  </dgm:ptLst>
  <dgm:cxnLst>
    <dgm:cxn modelId="{5458811B-71B2-43C0-9BA7-A4270B8A6F6C}" type="presOf" srcId="{3E3C8171-B1B5-4D33-9F2D-75843945DFFB}" destId="{8FB2F9B6-C813-45C9-8B17-E49627760686}" srcOrd="0" destOrd="0" presId="urn:microsoft.com/office/officeart/2018/2/layout/IconVerticalSolidList"/>
    <dgm:cxn modelId="{9C86C32B-9D04-49EA-958B-27137746493F}" srcId="{0C4071DB-5D17-493C-B4A0-5BD199DAC11B}" destId="{1620812C-3BE3-4452-A901-6CB20AB84018}" srcOrd="1" destOrd="0" parTransId="{716BA4AA-AC90-4682-8B83-E940F5135A66}" sibTransId="{28361AC9-FE8E-4FA2-AE9B-5B632265EF6B}"/>
    <dgm:cxn modelId="{5F714F58-9A23-4929-8E5B-7AE5B45D632A}" type="presOf" srcId="{0C4071DB-5D17-493C-B4A0-5BD199DAC11B}" destId="{3CAB2C69-ED76-4991-9D04-E852B58D65E6}" srcOrd="0" destOrd="0" presId="urn:microsoft.com/office/officeart/2018/2/layout/IconVerticalSolidList"/>
    <dgm:cxn modelId="{C8360185-B49D-424A-A419-1C883AFCE5E3}" type="presOf" srcId="{16B1ACEA-5510-4CE7-9E33-F9FCCAC3012A}" destId="{480EEDDB-1959-4C3F-B159-0B3C08A89984}" srcOrd="0" destOrd="0" presId="urn:microsoft.com/office/officeart/2018/2/layout/IconVerticalSolidList"/>
    <dgm:cxn modelId="{A12B1BB1-F66C-44AB-8161-DC9624731785}" srcId="{0C4071DB-5D17-493C-B4A0-5BD199DAC11B}" destId="{3E3C8171-B1B5-4D33-9F2D-75843945DFFB}" srcOrd="2" destOrd="0" parTransId="{1FF183EE-AACD-48E8-8C16-4AE1BA87BFC0}" sibTransId="{3A6598FF-6548-4381-9606-69B44570A2AD}"/>
    <dgm:cxn modelId="{C35A71C6-B71B-4DA6-8AE9-6ABA4226FC95}" type="presOf" srcId="{1620812C-3BE3-4452-A901-6CB20AB84018}" destId="{DC02DE34-87B7-4362-B52A-850F4247E0E5}" srcOrd="0" destOrd="0" presId="urn:microsoft.com/office/officeart/2018/2/layout/IconVerticalSolidList"/>
    <dgm:cxn modelId="{8D9490D6-0F3A-4A19-AB2D-83DFB84BB4B1}" srcId="{0C4071DB-5D17-493C-B4A0-5BD199DAC11B}" destId="{16B1ACEA-5510-4CE7-9E33-F9FCCAC3012A}" srcOrd="0" destOrd="0" parTransId="{2E715D4D-7A9E-4375-AABE-08B24AD1BCDF}" sibTransId="{E9B96581-E5A1-48C8-8395-68BD542BDA83}"/>
    <dgm:cxn modelId="{A9C6A492-532C-47F0-9966-656C1108B779}" type="presParOf" srcId="{3CAB2C69-ED76-4991-9D04-E852B58D65E6}" destId="{9ED23857-3E3E-4281-89F9-913958B43D1A}" srcOrd="0" destOrd="0" presId="urn:microsoft.com/office/officeart/2018/2/layout/IconVerticalSolidList"/>
    <dgm:cxn modelId="{3FD1A4EF-8632-454C-8BDC-5AF5DC54E7C7}" type="presParOf" srcId="{9ED23857-3E3E-4281-89F9-913958B43D1A}" destId="{4DD3C0BB-B456-40EB-B795-CF8D8024CFBB}" srcOrd="0" destOrd="0" presId="urn:microsoft.com/office/officeart/2018/2/layout/IconVerticalSolidList"/>
    <dgm:cxn modelId="{98EE4BA9-17DA-49E0-8011-29AA14586276}" type="presParOf" srcId="{9ED23857-3E3E-4281-89F9-913958B43D1A}" destId="{D01F5FD9-EA61-4667-8086-B25E70D014A8}" srcOrd="1" destOrd="0" presId="urn:microsoft.com/office/officeart/2018/2/layout/IconVerticalSolidList"/>
    <dgm:cxn modelId="{7D82135B-4C82-4541-BC74-4FCC423EAF5A}" type="presParOf" srcId="{9ED23857-3E3E-4281-89F9-913958B43D1A}" destId="{B8276F72-3372-4293-AEAF-D07C0B7E92C2}" srcOrd="2" destOrd="0" presId="urn:microsoft.com/office/officeart/2018/2/layout/IconVerticalSolidList"/>
    <dgm:cxn modelId="{3C0B4528-1C79-4292-9CB7-D42FFFC92C44}" type="presParOf" srcId="{9ED23857-3E3E-4281-89F9-913958B43D1A}" destId="{480EEDDB-1959-4C3F-B159-0B3C08A89984}" srcOrd="3" destOrd="0" presId="urn:microsoft.com/office/officeart/2018/2/layout/IconVerticalSolidList"/>
    <dgm:cxn modelId="{B1366D5A-ABEE-49F8-A58C-3F0786FB726C}" type="presParOf" srcId="{3CAB2C69-ED76-4991-9D04-E852B58D65E6}" destId="{A16D31C3-1358-4D27-B874-B87D286DF668}" srcOrd="1" destOrd="0" presId="urn:microsoft.com/office/officeart/2018/2/layout/IconVerticalSolidList"/>
    <dgm:cxn modelId="{C804F20D-5976-4665-B984-18A44F2A3ABB}" type="presParOf" srcId="{3CAB2C69-ED76-4991-9D04-E852B58D65E6}" destId="{A7FE0A5A-5613-47B4-80FA-34639149BFD4}" srcOrd="2" destOrd="0" presId="urn:microsoft.com/office/officeart/2018/2/layout/IconVerticalSolidList"/>
    <dgm:cxn modelId="{4BAE17A6-C9B3-4312-B6CF-81749F70DB55}" type="presParOf" srcId="{A7FE0A5A-5613-47B4-80FA-34639149BFD4}" destId="{DF928AAF-4AF1-482B-9109-31CA6FF66292}" srcOrd="0" destOrd="0" presId="urn:microsoft.com/office/officeart/2018/2/layout/IconVerticalSolidList"/>
    <dgm:cxn modelId="{B01CEDC4-E600-4AD0-A78E-749F31B8637B}" type="presParOf" srcId="{A7FE0A5A-5613-47B4-80FA-34639149BFD4}" destId="{673DB3C2-35F8-4793-B355-DCB263B84B58}" srcOrd="1" destOrd="0" presId="urn:microsoft.com/office/officeart/2018/2/layout/IconVerticalSolidList"/>
    <dgm:cxn modelId="{00D46804-297A-4E58-9411-AC1573ED5BE9}" type="presParOf" srcId="{A7FE0A5A-5613-47B4-80FA-34639149BFD4}" destId="{8B914C56-29CC-4104-BB93-457074E30B9D}" srcOrd="2" destOrd="0" presId="urn:microsoft.com/office/officeart/2018/2/layout/IconVerticalSolidList"/>
    <dgm:cxn modelId="{8BFC7A99-2851-431C-8036-2F4CCD6EDD52}" type="presParOf" srcId="{A7FE0A5A-5613-47B4-80FA-34639149BFD4}" destId="{DC02DE34-87B7-4362-B52A-850F4247E0E5}" srcOrd="3" destOrd="0" presId="urn:microsoft.com/office/officeart/2018/2/layout/IconVerticalSolidList"/>
    <dgm:cxn modelId="{D3050A99-086D-414C-A66C-F147FF96E076}" type="presParOf" srcId="{3CAB2C69-ED76-4991-9D04-E852B58D65E6}" destId="{9A6D5608-794E-4602-93E8-C08048E7FDD3}" srcOrd="3" destOrd="0" presId="urn:microsoft.com/office/officeart/2018/2/layout/IconVerticalSolidList"/>
    <dgm:cxn modelId="{EA92A11E-E37B-43A0-86D3-3EEE628EE09B}" type="presParOf" srcId="{3CAB2C69-ED76-4991-9D04-E852B58D65E6}" destId="{9379B86C-D99D-4301-B487-4AFE823E6A10}" srcOrd="4" destOrd="0" presId="urn:microsoft.com/office/officeart/2018/2/layout/IconVerticalSolidList"/>
    <dgm:cxn modelId="{6D32998B-F035-43F3-900F-5A80811711E6}" type="presParOf" srcId="{9379B86C-D99D-4301-B487-4AFE823E6A10}" destId="{66FD5CCF-0F5C-4679-B7BE-68B1562DC02F}" srcOrd="0" destOrd="0" presId="urn:microsoft.com/office/officeart/2018/2/layout/IconVerticalSolidList"/>
    <dgm:cxn modelId="{06AD7397-BD44-46D3-A936-A57BA0D9E091}" type="presParOf" srcId="{9379B86C-D99D-4301-B487-4AFE823E6A10}" destId="{8F15BA86-7693-436F-A805-53D70D9B4F6E}" srcOrd="1" destOrd="0" presId="urn:microsoft.com/office/officeart/2018/2/layout/IconVerticalSolidList"/>
    <dgm:cxn modelId="{058B7924-2897-4CE2-A4F3-231E22F52D85}" type="presParOf" srcId="{9379B86C-D99D-4301-B487-4AFE823E6A10}" destId="{C6ABA71D-7167-4936-B345-00E0E4F4C4AE}" srcOrd="2" destOrd="0" presId="urn:microsoft.com/office/officeart/2018/2/layout/IconVerticalSolidList"/>
    <dgm:cxn modelId="{7B2549CA-B6EC-489C-AF9C-4EAB2400B9B5}" type="presParOf" srcId="{9379B86C-D99D-4301-B487-4AFE823E6A10}" destId="{8FB2F9B6-C813-45C9-8B17-E4962776068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DE2879C-AF4D-495C-9E76-323C88526B30}"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319A16C-A0DD-4411-8951-D3AB340492CA}">
      <dgm:prSet/>
      <dgm:spPr/>
      <dgm:t>
        <a:bodyPr/>
        <a:lstStyle/>
        <a:p>
          <a:r>
            <a:rPr lang="en-GB" b="0" i="0" baseline="0"/>
            <a:t>For each parameter, the team considers the effects of deviation from normal. </a:t>
          </a:r>
          <a:endParaRPr lang="en-US"/>
        </a:p>
      </dgm:t>
    </dgm:pt>
    <dgm:pt modelId="{697E68F3-3700-4D68-BFAA-CCA8D4F19C64}" type="parTrans" cxnId="{DEDC7DA9-0BA9-48D2-B43B-A81F319ABCF0}">
      <dgm:prSet/>
      <dgm:spPr/>
      <dgm:t>
        <a:bodyPr/>
        <a:lstStyle/>
        <a:p>
          <a:endParaRPr lang="en-US"/>
        </a:p>
      </dgm:t>
    </dgm:pt>
    <dgm:pt modelId="{EF17C839-D5E1-411B-8C51-B3F35588C25E}" type="sibTrans" cxnId="{DEDC7DA9-0BA9-48D2-B43B-A81F319ABCF0}">
      <dgm:prSet/>
      <dgm:spPr/>
      <dgm:t>
        <a:bodyPr/>
        <a:lstStyle/>
        <a:p>
          <a:endParaRPr lang="en-US"/>
        </a:p>
      </dgm:t>
    </dgm:pt>
    <dgm:pt modelId="{09BB06D0-CBF1-49EF-927E-EB83609A1187}">
      <dgm:prSet/>
      <dgm:spPr/>
      <dgm:t>
        <a:bodyPr/>
        <a:lstStyle/>
        <a:p>
          <a:r>
            <a:rPr lang="en-GB" b="0" i="0" baseline="0"/>
            <a:t>For example,</a:t>
          </a:r>
          <a:endParaRPr lang="en-US"/>
        </a:p>
      </dgm:t>
    </dgm:pt>
    <dgm:pt modelId="{0BFEA117-9E2F-47CE-BDDA-D8742542E11A}" type="parTrans" cxnId="{2FB66555-FA68-41B8-A5B0-5ADEA27F29F0}">
      <dgm:prSet/>
      <dgm:spPr/>
      <dgm:t>
        <a:bodyPr/>
        <a:lstStyle/>
        <a:p>
          <a:endParaRPr lang="en-US"/>
        </a:p>
      </dgm:t>
    </dgm:pt>
    <dgm:pt modelId="{9EA5AF48-35CA-41A2-94C1-DD745DF86D07}" type="sibTrans" cxnId="{2FB66555-FA68-41B8-A5B0-5ADEA27F29F0}">
      <dgm:prSet/>
      <dgm:spPr/>
      <dgm:t>
        <a:bodyPr/>
        <a:lstStyle/>
        <a:p>
          <a:endParaRPr lang="en-US"/>
        </a:p>
      </dgm:t>
    </dgm:pt>
    <dgm:pt modelId="{D9C849A3-38D7-4E5C-AE7B-E20B0822B335}">
      <dgm:prSet/>
      <dgm:spPr/>
      <dgm:t>
        <a:bodyPr/>
        <a:lstStyle/>
        <a:p>
          <a:r>
            <a:rPr lang="en-GB" b="0" i="0" baseline="0"/>
            <a:t>"What would happen if the pressure at this valve was too high? </a:t>
          </a:r>
          <a:endParaRPr lang="en-US"/>
        </a:p>
      </dgm:t>
    </dgm:pt>
    <dgm:pt modelId="{DB361441-67BA-40E8-9BC1-79AC67051B88}" type="parTrans" cxnId="{43705BBC-027B-4178-B4A8-7B27EC6336CA}">
      <dgm:prSet/>
      <dgm:spPr/>
      <dgm:t>
        <a:bodyPr/>
        <a:lstStyle/>
        <a:p>
          <a:endParaRPr lang="en-US"/>
        </a:p>
      </dgm:t>
    </dgm:pt>
    <dgm:pt modelId="{31B5D870-6512-4501-9533-00C1EFA05A53}" type="sibTrans" cxnId="{43705BBC-027B-4178-B4A8-7B27EC6336CA}">
      <dgm:prSet/>
      <dgm:spPr/>
      <dgm:t>
        <a:bodyPr/>
        <a:lstStyle/>
        <a:p>
          <a:endParaRPr lang="en-US"/>
        </a:p>
      </dgm:t>
    </dgm:pt>
    <dgm:pt modelId="{0605DD72-0E38-49A4-A0B8-2651BDDCF4CE}">
      <dgm:prSet/>
      <dgm:spPr/>
      <dgm:t>
        <a:bodyPr/>
        <a:lstStyle/>
        <a:p>
          <a:r>
            <a:rPr lang="en-GB" b="0" i="0" baseline="0"/>
            <a:t>What if the pressure was unexpectedly low?</a:t>
          </a:r>
          <a:endParaRPr lang="en-US"/>
        </a:p>
      </dgm:t>
    </dgm:pt>
    <dgm:pt modelId="{3FB1FB9E-3A10-4D0E-A02E-46CDCF3550C7}" type="parTrans" cxnId="{AFD147F8-92F6-430B-AA12-B627E8A42FC0}">
      <dgm:prSet/>
      <dgm:spPr/>
      <dgm:t>
        <a:bodyPr/>
        <a:lstStyle/>
        <a:p>
          <a:endParaRPr lang="en-US"/>
        </a:p>
      </dgm:t>
    </dgm:pt>
    <dgm:pt modelId="{7E833296-265F-4E6E-91B7-B292F30DB576}" type="sibTrans" cxnId="{AFD147F8-92F6-430B-AA12-B627E8A42FC0}">
      <dgm:prSet/>
      <dgm:spPr/>
      <dgm:t>
        <a:bodyPr/>
        <a:lstStyle/>
        <a:p>
          <a:endParaRPr lang="en-US"/>
        </a:p>
      </dgm:t>
    </dgm:pt>
    <dgm:pt modelId="{9F6696A3-4879-4A69-8BB6-D33DF847909F}">
      <dgm:prSet/>
      <dgm:spPr/>
      <dgm:t>
        <a:bodyPr/>
        <a:lstStyle/>
        <a:p>
          <a:r>
            <a:rPr lang="en-GB" b="0" i="0" baseline="0"/>
            <a:t>Would the rate of change in pressure (delta- p) pose its own problems here?"</a:t>
          </a:r>
          <a:endParaRPr lang="en-US"/>
        </a:p>
      </dgm:t>
    </dgm:pt>
    <dgm:pt modelId="{E09B7FFF-3B9F-430E-948B-532D8F74C169}" type="parTrans" cxnId="{FD91098F-7E25-4C7D-9206-78941F36FA29}">
      <dgm:prSet/>
      <dgm:spPr/>
      <dgm:t>
        <a:bodyPr/>
        <a:lstStyle/>
        <a:p>
          <a:endParaRPr lang="en-US"/>
        </a:p>
      </dgm:t>
    </dgm:pt>
    <dgm:pt modelId="{1BCF0265-331B-4F17-A965-97EF1C303507}" type="sibTrans" cxnId="{FD91098F-7E25-4C7D-9206-78941F36FA29}">
      <dgm:prSet/>
      <dgm:spPr/>
      <dgm:t>
        <a:bodyPr/>
        <a:lstStyle/>
        <a:p>
          <a:endParaRPr lang="en-US"/>
        </a:p>
      </dgm:t>
    </dgm:pt>
    <dgm:pt modelId="{08F892C5-7F7A-4927-93BD-2BB7B8CE74C8}">
      <dgm:prSet/>
      <dgm:spPr/>
      <dgm:t>
        <a:bodyPr/>
        <a:lstStyle/>
        <a:p>
          <a:r>
            <a:rPr lang="en-GB" b="0" i="0" baseline="0"/>
            <a:t>Don't forget to consider the ways that each element interacts with others over time; for example,</a:t>
          </a:r>
          <a:endParaRPr lang="en-US"/>
        </a:p>
      </dgm:t>
    </dgm:pt>
    <dgm:pt modelId="{50AD83D3-8AFD-4BCF-B5F4-3535044943D1}" type="parTrans" cxnId="{EDA277E6-8962-4E1F-89AF-BE925090ED09}">
      <dgm:prSet/>
      <dgm:spPr/>
      <dgm:t>
        <a:bodyPr/>
        <a:lstStyle/>
        <a:p>
          <a:endParaRPr lang="en-US"/>
        </a:p>
      </dgm:t>
    </dgm:pt>
    <dgm:pt modelId="{21803922-3E2B-47A1-803E-C702D16D8155}" type="sibTrans" cxnId="{EDA277E6-8962-4E1F-89AF-BE925090ED09}">
      <dgm:prSet/>
      <dgm:spPr/>
      <dgm:t>
        <a:bodyPr/>
        <a:lstStyle/>
        <a:p>
          <a:endParaRPr lang="en-US"/>
        </a:p>
      </dgm:t>
    </dgm:pt>
    <dgm:pt modelId="{B378FDC9-680B-4828-8045-E38FA68D86EC}">
      <dgm:prSet/>
      <dgm:spPr/>
      <dgm:t>
        <a:bodyPr/>
        <a:lstStyle/>
        <a:p>
          <a:r>
            <a:rPr lang="en-GB" b="0" i="0" baseline="0"/>
            <a:t>"What would happen if the valve was opened too early, or too late?"</a:t>
          </a:r>
          <a:endParaRPr lang="en-US"/>
        </a:p>
      </dgm:t>
    </dgm:pt>
    <dgm:pt modelId="{3ED1F0BD-4102-486A-BB6C-28646BC663BF}" type="parTrans" cxnId="{528D1365-E21D-4659-9B84-ED507567E148}">
      <dgm:prSet/>
      <dgm:spPr/>
      <dgm:t>
        <a:bodyPr/>
        <a:lstStyle/>
        <a:p>
          <a:endParaRPr lang="en-US"/>
        </a:p>
      </dgm:t>
    </dgm:pt>
    <dgm:pt modelId="{7A54658D-BE9A-4926-972A-A41A071C5FD0}" type="sibTrans" cxnId="{528D1365-E21D-4659-9B84-ED507567E148}">
      <dgm:prSet/>
      <dgm:spPr/>
      <dgm:t>
        <a:bodyPr/>
        <a:lstStyle/>
        <a:p>
          <a:endParaRPr lang="en-US"/>
        </a:p>
      </dgm:t>
    </dgm:pt>
    <dgm:pt modelId="{24F09B05-8E91-423E-8117-D2B8CD87ED9A}" type="pres">
      <dgm:prSet presAssocID="{CDE2879C-AF4D-495C-9E76-323C88526B30}" presName="root" presStyleCnt="0">
        <dgm:presLayoutVars>
          <dgm:dir/>
          <dgm:resizeHandles val="exact"/>
        </dgm:presLayoutVars>
      </dgm:prSet>
      <dgm:spPr/>
    </dgm:pt>
    <dgm:pt modelId="{74C097D1-7BC9-43AC-BEF4-D90C2CCEEBC3}" type="pres">
      <dgm:prSet presAssocID="{0319A16C-A0DD-4411-8951-D3AB340492CA}" presName="compNode" presStyleCnt="0"/>
      <dgm:spPr/>
    </dgm:pt>
    <dgm:pt modelId="{4F0C278B-A7EA-470F-9A35-90DC88D1A2A6}" type="pres">
      <dgm:prSet presAssocID="{0319A16C-A0DD-4411-8951-D3AB340492CA}" presName="bgRect" presStyleLbl="bgShp" presStyleIdx="0" presStyleCnt="7"/>
      <dgm:spPr/>
    </dgm:pt>
    <dgm:pt modelId="{F7A9E3D0-3295-46D5-8300-163CF41C3051}" type="pres">
      <dgm:prSet presAssocID="{0319A16C-A0DD-4411-8951-D3AB340492CA}"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orbidden"/>
        </a:ext>
      </dgm:extLst>
    </dgm:pt>
    <dgm:pt modelId="{0474E11D-F8A8-4597-8AA4-C296B1130663}" type="pres">
      <dgm:prSet presAssocID="{0319A16C-A0DD-4411-8951-D3AB340492CA}" presName="spaceRect" presStyleCnt="0"/>
      <dgm:spPr/>
    </dgm:pt>
    <dgm:pt modelId="{25160778-9C52-4440-B08E-32873FD2128E}" type="pres">
      <dgm:prSet presAssocID="{0319A16C-A0DD-4411-8951-D3AB340492CA}" presName="parTx" presStyleLbl="revTx" presStyleIdx="0" presStyleCnt="7">
        <dgm:presLayoutVars>
          <dgm:chMax val="0"/>
          <dgm:chPref val="0"/>
        </dgm:presLayoutVars>
      </dgm:prSet>
      <dgm:spPr/>
    </dgm:pt>
    <dgm:pt modelId="{CE3F86A2-132D-472B-B8A3-9C0658BD2492}" type="pres">
      <dgm:prSet presAssocID="{EF17C839-D5E1-411B-8C51-B3F35588C25E}" presName="sibTrans" presStyleCnt="0"/>
      <dgm:spPr/>
    </dgm:pt>
    <dgm:pt modelId="{A15F5354-C77E-41B4-8CA8-545BFBDB633C}" type="pres">
      <dgm:prSet presAssocID="{09BB06D0-CBF1-49EF-927E-EB83609A1187}" presName="compNode" presStyleCnt="0"/>
      <dgm:spPr/>
    </dgm:pt>
    <dgm:pt modelId="{9A860A6B-C8B5-4364-8D0F-0C2B7F47240F}" type="pres">
      <dgm:prSet presAssocID="{09BB06D0-CBF1-49EF-927E-EB83609A1187}" presName="bgRect" presStyleLbl="bgShp" presStyleIdx="1" presStyleCnt="7"/>
      <dgm:spPr/>
    </dgm:pt>
    <dgm:pt modelId="{41D6E3F1-57A7-4ACF-8A96-947B3720204E}" type="pres">
      <dgm:prSet presAssocID="{09BB06D0-CBF1-49EF-927E-EB83609A1187}"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sed Quotation Mark"/>
        </a:ext>
      </dgm:extLst>
    </dgm:pt>
    <dgm:pt modelId="{AA68315C-A49C-4AEA-BE17-71FC6A878025}" type="pres">
      <dgm:prSet presAssocID="{09BB06D0-CBF1-49EF-927E-EB83609A1187}" presName="spaceRect" presStyleCnt="0"/>
      <dgm:spPr/>
    </dgm:pt>
    <dgm:pt modelId="{AA4692EA-F1D3-4F27-87DC-8350ACFDC2B8}" type="pres">
      <dgm:prSet presAssocID="{09BB06D0-CBF1-49EF-927E-EB83609A1187}" presName="parTx" presStyleLbl="revTx" presStyleIdx="1" presStyleCnt="7">
        <dgm:presLayoutVars>
          <dgm:chMax val="0"/>
          <dgm:chPref val="0"/>
        </dgm:presLayoutVars>
      </dgm:prSet>
      <dgm:spPr/>
    </dgm:pt>
    <dgm:pt modelId="{B59169DB-A329-4A64-8702-DE9C3C593AE5}" type="pres">
      <dgm:prSet presAssocID="{9EA5AF48-35CA-41A2-94C1-DD745DF86D07}" presName="sibTrans" presStyleCnt="0"/>
      <dgm:spPr/>
    </dgm:pt>
    <dgm:pt modelId="{1865B857-A5DC-4B4C-8E56-157D8E03035D}" type="pres">
      <dgm:prSet presAssocID="{D9C849A3-38D7-4E5C-AE7B-E20B0822B335}" presName="compNode" presStyleCnt="0"/>
      <dgm:spPr/>
    </dgm:pt>
    <dgm:pt modelId="{A0BC49FE-5D22-40E8-BB5C-654E891DD2E0}" type="pres">
      <dgm:prSet presAssocID="{D9C849A3-38D7-4E5C-AE7B-E20B0822B335}" presName="bgRect" presStyleLbl="bgShp" presStyleIdx="2" presStyleCnt="7"/>
      <dgm:spPr/>
    </dgm:pt>
    <dgm:pt modelId="{C9752B28-4A9F-40E4-9FCA-20EBEB45A38B}" type="pres">
      <dgm:prSet presAssocID="{D9C849A3-38D7-4E5C-AE7B-E20B0822B335}"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rtbeat"/>
        </a:ext>
      </dgm:extLst>
    </dgm:pt>
    <dgm:pt modelId="{CAB515B0-C552-4D97-840D-79EE590E3989}" type="pres">
      <dgm:prSet presAssocID="{D9C849A3-38D7-4E5C-AE7B-E20B0822B335}" presName="spaceRect" presStyleCnt="0"/>
      <dgm:spPr/>
    </dgm:pt>
    <dgm:pt modelId="{500DE534-3A37-4500-98D9-20A19F6606D5}" type="pres">
      <dgm:prSet presAssocID="{D9C849A3-38D7-4E5C-AE7B-E20B0822B335}" presName="parTx" presStyleLbl="revTx" presStyleIdx="2" presStyleCnt="7">
        <dgm:presLayoutVars>
          <dgm:chMax val="0"/>
          <dgm:chPref val="0"/>
        </dgm:presLayoutVars>
      </dgm:prSet>
      <dgm:spPr/>
    </dgm:pt>
    <dgm:pt modelId="{49A48997-CEF3-44E5-BE66-83064206D483}" type="pres">
      <dgm:prSet presAssocID="{31B5D870-6512-4501-9533-00C1EFA05A53}" presName="sibTrans" presStyleCnt="0"/>
      <dgm:spPr/>
    </dgm:pt>
    <dgm:pt modelId="{7338F6C6-EF45-40AE-AAAA-DE6B9011DA91}" type="pres">
      <dgm:prSet presAssocID="{0605DD72-0E38-49A4-A0B8-2651BDDCF4CE}" presName="compNode" presStyleCnt="0"/>
      <dgm:spPr/>
    </dgm:pt>
    <dgm:pt modelId="{3AEE75DC-7A66-443C-AE86-8AF2EF61D3F6}" type="pres">
      <dgm:prSet presAssocID="{0605DD72-0E38-49A4-A0B8-2651BDDCF4CE}" presName="bgRect" presStyleLbl="bgShp" presStyleIdx="3" presStyleCnt="7"/>
      <dgm:spPr/>
    </dgm:pt>
    <dgm:pt modelId="{1C496C57-71D5-4288-9632-6D74958A7AD6}" type="pres">
      <dgm:prSet presAssocID="{0605DD72-0E38-49A4-A0B8-2651BDDCF4CE}"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orried Face with No Fill"/>
        </a:ext>
      </dgm:extLst>
    </dgm:pt>
    <dgm:pt modelId="{F593C47C-19A5-4529-8380-7C7FD624C637}" type="pres">
      <dgm:prSet presAssocID="{0605DD72-0E38-49A4-A0B8-2651BDDCF4CE}" presName="spaceRect" presStyleCnt="0"/>
      <dgm:spPr/>
    </dgm:pt>
    <dgm:pt modelId="{51FF2F8E-04C1-47E8-AE2E-8D41E4A018AC}" type="pres">
      <dgm:prSet presAssocID="{0605DD72-0E38-49A4-A0B8-2651BDDCF4CE}" presName="parTx" presStyleLbl="revTx" presStyleIdx="3" presStyleCnt="7">
        <dgm:presLayoutVars>
          <dgm:chMax val="0"/>
          <dgm:chPref val="0"/>
        </dgm:presLayoutVars>
      </dgm:prSet>
      <dgm:spPr/>
    </dgm:pt>
    <dgm:pt modelId="{22991235-0DF2-499C-9187-C3ABF23ADACE}" type="pres">
      <dgm:prSet presAssocID="{7E833296-265F-4E6E-91B7-B292F30DB576}" presName="sibTrans" presStyleCnt="0"/>
      <dgm:spPr/>
    </dgm:pt>
    <dgm:pt modelId="{8E641F65-3901-48DD-9CEA-EB9547E240FE}" type="pres">
      <dgm:prSet presAssocID="{9F6696A3-4879-4A69-8BB6-D33DF847909F}" presName="compNode" presStyleCnt="0"/>
      <dgm:spPr/>
    </dgm:pt>
    <dgm:pt modelId="{FFB4DCC2-3434-4B8B-B27F-B785222D1087}" type="pres">
      <dgm:prSet presAssocID="{9F6696A3-4879-4A69-8BB6-D33DF847909F}" presName="bgRect" presStyleLbl="bgShp" presStyleIdx="4" presStyleCnt="7"/>
      <dgm:spPr/>
    </dgm:pt>
    <dgm:pt modelId="{5D1A7C88-E4C8-4A61-A6CE-8A76C601BA62}" type="pres">
      <dgm:prSet presAssocID="{9F6696A3-4879-4A69-8BB6-D33DF847909F}"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Yuan"/>
        </a:ext>
      </dgm:extLst>
    </dgm:pt>
    <dgm:pt modelId="{20FA7947-C81F-4A23-ADAE-67A6AA500DDC}" type="pres">
      <dgm:prSet presAssocID="{9F6696A3-4879-4A69-8BB6-D33DF847909F}" presName="spaceRect" presStyleCnt="0"/>
      <dgm:spPr/>
    </dgm:pt>
    <dgm:pt modelId="{AF7CFF12-D7D6-4ED7-8C47-C21CF99EBF1B}" type="pres">
      <dgm:prSet presAssocID="{9F6696A3-4879-4A69-8BB6-D33DF847909F}" presName="parTx" presStyleLbl="revTx" presStyleIdx="4" presStyleCnt="7">
        <dgm:presLayoutVars>
          <dgm:chMax val="0"/>
          <dgm:chPref val="0"/>
        </dgm:presLayoutVars>
      </dgm:prSet>
      <dgm:spPr/>
    </dgm:pt>
    <dgm:pt modelId="{03F53591-92BF-4922-A3C2-37EBE68BB400}" type="pres">
      <dgm:prSet presAssocID="{1BCF0265-331B-4F17-A965-97EF1C303507}" presName="sibTrans" presStyleCnt="0"/>
      <dgm:spPr/>
    </dgm:pt>
    <dgm:pt modelId="{27735662-E46C-476B-A955-CD0DBFD79732}" type="pres">
      <dgm:prSet presAssocID="{08F892C5-7F7A-4927-93BD-2BB7B8CE74C8}" presName="compNode" presStyleCnt="0"/>
      <dgm:spPr/>
    </dgm:pt>
    <dgm:pt modelId="{8304DF21-B85C-480E-99C5-BE99FE86B4F9}" type="pres">
      <dgm:prSet presAssocID="{08F892C5-7F7A-4927-93BD-2BB7B8CE74C8}" presName="bgRect" presStyleLbl="bgShp" presStyleIdx="5" presStyleCnt="7"/>
      <dgm:spPr/>
    </dgm:pt>
    <dgm:pt modelId="{09A3F917-0299-4723-87D0-61891C3908E6}" type="pres">
      <dgm:prSet presAssocID="{08F892C5-7F7A-4927-93BD-2BB7B8CE74C8}"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Workflow"/>
        </a:ext>
      </dgm:extLst>
    </dgm:pt>
    <dgm:pt modelId="{BE1D176E-1F37-4732-A145-F8BEB14FA188}" type="pres">
      <dgm:prSet presAssocID="{08F892C5-7F7A-4927-93BD-2BB7B8CE74C8}" presName="spaceRect" presStyleCnt="0"/>
      <dgm:spPr/>
    </dgm:pt>
    <dgm:pt modelId="{D24C32EA-DF9F-42C3-9EAE-9444B07AB8D3}" type="pres">
      <dgm:prSet presAssocID="{08F892C5-7F7A-4927-93BD-2BB7B8CE74C8}" presName="parTx" presStyleLbl="revTx" presStyleIdx="5" presStyleCnt="7">
        <dgm:presLayoutVars>
          <dgm:chMax val="0"/>
          <dgm:chPref val="0"/>
        </dgm:presLayoutVars>
      </dgm:prSet>
      <dgm:spPr/>
    </dgm:pt>
    <dgm:pt modelId="{1CE82813-1989-413C-8F2C-A7325FFA178E}" type="pres">
      <dgm:prSet presAssocID="{21803922-3E2B-47A1-803E-C702D16D8155}" presName="sibTrans" presStyleCnt="0"/>
      <dgm:spPr/>
    </dgm:pt>
    <dgm:pt modelId="{914BD8C0-91D1-445B-8142-BC1F723FC3A1}" type="pres">
      <dgm:prSet presAssocID="{B378FDC9-680B-4828-8045-E38FA68D86EC}" presName="compNode" presStyleCnt="0"/>
      <dgm:spPr/>
    </dgm:pt>
    <dgm:pt modelId="{63E463AF-7612-4F75-BB34-14BC635F7636}" type="pres">
      <dgm:prSet presAssocID="{B378FDC9-680B-4828-8045-E38FA68D86EC}" presName="bgRect" presStyleLbl="bgShp" presStyleIdx="6" presStyleCnt="7"/>
      <dgm:spPr/>
    </dgm:pt>
    <dgm:pt modelId="{62A82F75-500A-4C5D-908A-9C9DADC7FBA1}" type="pres">
      <dgm:prSet presAssocID="{B378FDC9-680B-4828-8045-E38FA68D86EC}"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Stethoscope"/>
        </a:ext>
      </dgm:extLst>
    </dgm:pt>
    <dgm:pt modelId="{F5ED9219-5BC8-464C-9931-156A94599DF8}" type="pres">
      <dgm:prSet presAssocID="{B378FDC9-680B-4828-8045-E38FA68D86EC}" presName="spaceRect" presStyleCnt="0"/>
      <dgm:spPr/>
    </dgm:pt>
    <dgm:pt modelId="{DC8C375D-D53A-4A88-B989-2A70A58A9157}" type="pres">
      <dgm:prSet presAssocID="{B378FDC9-680B-4828-8045-E38FA68D86EC}" presName="parTx" presStyleLbl="revTx" presStyleIdx="6" presStyleCnt="7">
        <dgm:presLayoutVars>
          <dgm:chMax val="0"/>
          <dgm:chPref val="0"/>
        </dgm:presLayoutVars>
      </dgm:prSet>
      <dgm:spPr/>
    </dgm:pt>
  </dgm:ptLst>
  <dgm:cxnLst>
    <dgm:cxn modelId="{0D83C614-92B5-46C9-967E-E426EC39427F}" type="presOf" srcId="{08F892C5-7F7A-4927-93BD-2BB7B8CE74C8}" destId="{D24C32EA-DF9F-42C3-9EAE-9444B07AB8D3}" srcOrd="0" destOrd="0" presId="urn:microsoft.com/office/officeart/2018/2/layout/IconVerticalSolidList"/>
    <dgm:cxn modelId="{0CADE02D-4E0F-4F5F-A5F8-111B9124758D}" type="presOf" srcId="{D9C849A3-38D7-4E5C-AE7B-E20B0822B335}" destId="{500DE534-3A37-4500-98D9-20A19F6606D5}" srcOrd="0" destOrd="0" presId="urn:microsoft.com/office/officeart/2018/2/layout/IconVerticalSolidList"/>
    <dgm:cxn modelId="{CFB5F038-E18D-4E49-9000-4A50E93A9BF7}" type="presOf" srcId="{0319A16C-A0DD-4411-8951-D3AB340492CA}" destId="{25160778-9C52-4440-B08E-32873FD2128E}" srcOrd="0" destOrd="0" presId="urn:microsoft.com/office/officeart/2018/2/layout/IconVerticalSolidList"/>
    <dgm:cxn modelId="{010B0242-00C0-4DE2-A049-00396D71C9F6}" type="presOf" srcId="{B378FDC9-680B-4828-8045-E38FA68D86EC}" destId="{DC8C375D-D53A-4A88-B989-2A70A58A9157}" srcOrd="0" destOrd="0" presId="urn:microsoft.com/office/officeart/2018/2/layout/IconVerticalSolidList"/>
    <dgm:cxn modelId="{528D1365-E21D-4659-9B84-ED507567E148}" srcId="{CDE2879C-AF4D-495C-9E76-323C88526B30}" destId="{B378FDC9-680B-4828-8045-E38FA68D86EC}" srcOrd="6" destOrd="0" parTransId="{3ED1F0BD-4102-486A-BB6C-28646BC663BF}" sibTransId="{7A54658D-BE9A-4926-972A-A41A071C5FD0}"/>
    <dgm:cxn modelId="{5AF4574E-FB69-406E-B823-A330AA4F968E}" type="presOf" srcId="{09BB06D0-CBF1-49EF-927E-EB83609A1187}" destId="{AA4692EA-F1D3-4F27-87DC-8350ACFDC2B8}" srcOrd="0" destOrd="0" presId="urn:microsoft.com/office/officeart/2018/2/layout/IconVerticalSolidList"/>
    <dgm:cxn modelId="{FFBD6551-D92A-4C57-802B-C681B3069A8D}" type="presOf" srcId="{CDE2879C-AF4D-495C-9E76-323C88526B30}" destId="{24F09B05-8E91-423E-8117-D2B8CD87ED9A}" srcOrd="0" destOrd="0" presId="urn:microsoft.com/office/officeart/2018/2/layout/IconVerticalSolidList"/>
    <dgm:cxn modelId="{2FB66555-FA68-41B8-A5B0-5ADEA27F29F0}" srcId="{CDE2879C-AF4D-495C-9E76-323C88526B30}" destId="{09BB06D0-CBF1-49EF-927E-EB83609A1187}" srcOrd="1" destOrd="0" parTransId="{0BFEA117-9E2F-47CE-BDDA-D8742542E11A}" sibTransId="{9EA5AF48-35CA-41A2-94C1-DD745DF86D07}"/>
    <dgm:cxn modelId="{FD91098F-7E25-4C7D-9206-78941F36FA29}" srcId="{CDE2879C-AF4D-495C-9E76-323C88526B30}" destId="{9F6696A3-4879-4A69-8BB6-D33DF847909F}" srcOrd="4" destOrd="0" parTransId="{E09B7FFF-3B9F-430E-948B-532D8F74C169}" sibTransId="{1BCF0265-331B-4F17-A965-97EF1C303507}"/>
    <dgm:cxn modelId="{22FDC093-96AF-4740-BD24-E2F31B3115C0}" type="presOf" srcId="{9F6696A3-4879-4A69-8BB6-D33DF847909F}" destId="{AF7CFF12-D7D6-4ED7-8C47-C21CF99EBF1B}" srcOrd="0" destOrd="0" presId="urn:microsoft.com/office/officeart/2018/2/layout/IconVerticalSolidList"/>
    <dgm:cxn modelId="{DEDC7DA9-0BA9-48D2-B43B-A81F319ABCF0}" srcId="{CDE2879C-AF4D-495C-9E76-323C88526B30}" destId="{0319A16C-A0DD-4411-8951-D3AB340492CA}" srcOrd="0" destOrd="0" parTransId="{697E68F3-3700-4D68-BFAA-CCA8D4F19C64}" sibTransId="{EF17C839-D5E1-411B-8C51-B3F35588C25E}"/>
    <dgm:cxn modelId="{43705BBC-027B-4178-B4A8-7B27EC6336CA}" srcId="{CDE2879C-AF4D-495C-9E76-323C88526B30}" destId="{D9C849A3-38D7-4E5C-AE7B-E20B0822B335}" srcOrd="2" destOrd="0" parTransId="{DB361441-67BA-40E8-9BC1-79AC67051B88}" sibTransId="{31B5D870-6512-4501-9533-00C1EFA05A53}"/>
    <dgm:cxn modelId="{4049F3CB-2BF9-4875-BD5E-2B1D3BB4BF19}" type="presOf" srcId="{0605DD72-0E38-49A4-A0B8-2651BDDCF4CE}" destId="{51FF2F8E-04C1-47E8-AE2E-8D41E4A018AC}" srcOrd="0" destOrd="0" presId="urn:microsoft.com/office/officeart/2018/2/layout/IconVerticalSolidList"/>
    <dgm:cxn modelId="{EDA277E6-8962-4E1F-89AF-BE925090ED09}" srcId="{CDE2879C-AF4D-495C-9E76-323C88526B30}" destId="{08F892C5-7F7A-4927-93BD-2BB7B8CE74C8}" srcOrd="5" destOrd="0" parTransId="{50AD83D3-8AFD-4BCF-B5F4-3535044943D1}" sibTransId="{21803922-3E2B-47A1-803E-C702D16D8155}"/>
    <dgm:cxn modelId="{AFD147F8-92F6-430B-AA12-B627E8A42FC0}" srcId="{CDE2879C-AF4D-495C-9E76-323C88526B30}" destId="{0605DD72-0E38-49A4-A0B8-2651BDDCF4CE}" srcOrd="3" destOrd="0" parTransId="{3FB1FB9E-3A10-4D0E-A02E-46CDCF3550C7}" sibTransId="{7E833296-265F-4E6E-91B7-B292F30DB576}"/>
    <dgm:cxn modelId="{17A3EDA1-A17C-4BD9-8891-28048F2B5B3E}" type="presParOf" srcId="{24F09B05-8E91-423E-8117-D2B8CD87ED9A}" destId="{74C097D1-7BC9-43AC-BEF4-D90C2CCEEBC3}" srcOrd="0" destOrd="0" presId="urn:microsoft.com/office/officeart/2018/2/layout/IconVerticalSolidList"/>
    <dgm:cxn modelId="{B23B3B59-F5FB-473B-831D-468389FD01B6}" type="presParOf" srcId="{74C097D1-7BC9-43AC-BEF4-D90C2CCEEBC3}" destId="{4F0C278B-A7EA-470F-9A35-90DC88D1A2A6}" srcOrd="0" destOrd="0" presId="urn:microsoft.com/office/officeart/2018/2/layout/IconVerticalSolidList"/>
    <dgm:cxn modelId="{B1ECE426-37FB-4332-9DDD-7C34629BCE32}" type="presParOf" srcId="{74C097D1-7BC9-43AC-BEF4-D90C2CCEEBC3}" destId="{F7A9E3D0-3295-46D5-8300-163CF41C3051}" srcOrd="1" destOrd="0" presId="urn:microsoft.com/office/officeart/2018/2/layout/IconVerticalSolidList"/>
    <dgm:cxn modelId="{659A8C45-F2F4-4FA6-B436-9AE6C9D848C3}" type="presParOf" srcId="{74C097D1-7BC9-43AC-BEF4-D90C2CCEEBC3}" destId="{0474E11D-F8A8-4597-8AA4-C296B1130663}" srcOrd="2" destOrd="0" presId="urn:microsoft.com/office/officeart/2018/2/layout/IconVerticalSolidList"/>
    <dgm:cxn modelId="{ABFBF212-4ECD-480E-BF7D-5954ED974C8F}" type="presParOf" srcId="{74C097D1-7BC9-43AC-BEF4-D90C2CCEEBC3}" destId="{25160778-9C52-4440-B08E-32873FD2128E}" srcOrd="3" destOrd="0" presId="urn:microsoft.com/office/officeart/2018/2/layout/IconVerticalSolidList"/>
    <dgm:cxn modelId="{59F3C3C8-2582-4DA2-942A-C25F6264B8AE}" type="presParOf" srcId="{24F09B05-8E91-423E-8117-D2B8CD87ED9A}" destId="{CE3F86A2-132D-472B-B8A3-9C0658BD2492}" srcOrd="1" destOrd="0" presId="urn:microsoft.com/office/officeart/2018/2/layout/IconVerticalSolidList"/>
    <dgm:cxn modelId="{87016953-B71B-47EF-A809-CE3510A96C95}" type="presParOf" srcId="{24F09B05-8E91-423E-8117-D2B8CD87ED9A}" destId="{A15F5354-C77E-41B4-8CA8-545BFBDB633C}" srcOrd="2" destOrd="0" presId="urn:microsoft.com/office/officeart/2018/2/layout/IconVerticalSolidList"/>
    <dgm:cxn modelId="{8455CD45-42F6-4CA3-BB49-30923E203F36}" type="presParOf" srcId="{A15F5354-C77E-41B4-8CA8-545BFBDB633C}" destId="{9A860A6B-C8B5-4364-8D0F-0C2B7F47240F}" srcOrd="0" destOrd="0" presId="urn:microsoft.com/office/officeart/2018/2/layout/IconVerticalSolidList"/>
    <dgm:cxn modelId="{079C5AC1-66E4-4868-BC3C-D68624DA91C9}" type="presParOf" srcId="{A15F5354-C77E-41B4-8CA8-545BFBDB633C}" destId="{41D6E3F1-57A7-4ACF-8A96-947B3720204E}" srcOrd="1" destOrd="0" presId="urn:microsoft.com/office/officeart/2018/2/layout/IconVerticalSolidList"/>
    <dgm:cxn modelId="{5D51F288-CF2C-4B45-B8A5-457C8EFD7C89}" type="presParOf" srcId="{A15F5354-C77E-41B4-8CA8-545BFBDB633C}" destId="{AA68315C-A49C-4AEA-BE17-71FC6A878025}" srcOrd="2" destOrd="0" presId="urn:microsoft.com/office/officeart/2018/2/layout/IconVerticalSolidList"/>
    <dgm:cxn modelId="{8C469DCA-FDCA-4660-9006-86090AC2FFBC}" type="presParOf" srcId="{A15F5354-C77E-41B4-8CA8-545BFBDB633C}" destId="{AA4692EA-F1D3-4F27-87DC-8350ACFDC2B8}" srcOrd="3" destOrd="0" presId="urn:microsoft.com/office/officeart/2018/2/layout/IconVerticalSolidList"/>
    <dgm:cxn modelId="{65BE8F56-0AA9-4FC3-917E-4191B45B978C}" type="presParOf" srcId="{24F09B05-8E91-423E-8117-D2B8CD87ED9A}" destId="{B59169DB-A329-4A64-8702-DE9C3C593AE5}" srcOrd="3" destOrd="0" presId="urn:microsoft.com/office/officeart/2018/2/layout/IconVerticalSolidList"/>
    <dgm:cxn modelId="{292E3984-61DC-4FD5-B772-02FE93F413F1}" type="presParOf" srcId="{24F09B05-8E91-423E-8117-D2B8CD87ED9A}" destId="{1865B857-A5DC-4B4C-8E56-157D8E03035D}" srcOrd="4" destOrd="0" presId="urn:microsoft.com/office/officeart/2018/2/layout/IconVerticalSolidList"/>
    <dgm:cxn modelId="{CD9BECFE-82FE-4284-A842-2F1A98A45EA6}" type="presParOf" srcId="{1865B857-A5DC-4B4C-8E56-157D8E03035D}" destId="{A0BC49FE-5D22-40E8-BB5C-654E891DD2E0}" srcOrd="0" destOrd="0" presId="urn:microsoft.com/office/officeart/2018/2/layout/IconVerticalSolidList"/>
    <dgm:cxn modelId="{F2DCEC37-7DCE-4301-AE52-1C981288E0F6}" type="presParOf" srcId="{1865B857-A5DC-4B4C-8E56-157D8E03035D}" destId="{C9752B28-4A9F-40E4-9FCA-20EBEB45A38B}" srcOrd="1" destOrd="0" presId="urn:microsoft.com/office/officeart/2018/2/layout/IconVerticalSolidList"/>
    <dgm:cxn modelId="{2A5FDABF-B9D8-4721-A6CC-621ED99867A5}" type="presParOf" srcId="{1865B857-A5DC-4B4C-8E56-157D8E03035D}" destId="{CAB515B0-C552-4D97-840D-79EE590E3989}" srcOrd="2" destOrd="0" presId="urn:microsoft.com/office/officeart/2018/2/layout/IconVerticalSolidList"/>
    <dgm:cxn modelId="{4FFD7648-4AA6-443A-86CA-067AD23F126C}" type="presParOf" srcId="{1865B857-A5DC-4B4C-8E56-157D8E03035D}" destId="{500DE534-3A37-4500-98D9-20A19F6606D5}" srcOrd="3" destOrd="0" presId="urn:microsoft.com/office/officeart/2018/2/layout/IconVerticalSolidList"/>
    <dgm:cxn modelId="{A7C2403F-C648-431B-AC08-E5BEFEAC9EA5}" type="presParOf" srcId="{24F09B05-8E91-423E-8117-D2B8CD87ED9A}" destId="{49A48997-CEF3-44E5-BE66-83064206D483}" srcOrd="5" destOrd="0" presId="urn:microsoft.com/office/officeart/2018/2/layout/IconVerticalSolidList"/>
    <dgm:cxn modelId="{26D1D2AD-9C16-4EEE-AE52-A2508C89F095}" type="presParOf" srcId="{24F09B05-8E91-423E-8117-D2B8CD87ED9A}" destId="{7338F6C6-EF45-40AE-AAAA-DE6B9011DA91}" srcOrd="6" destOrd="0" presId="urn:microsoft.com/office/officeart/2018/2/layout/IconVerticalSolidList"/>
    <dgm:cxn modelId="{491496B8-7EAF-4CB2-BC91-AAE7695AD4FC}" type="presParOf" srcId="{7338F6C6-EF45-40AE-AAAA-DE6B9011DA91}" destId="{3AEE75DC-7A66-443C-AE86-8AF2EF61D3F6}" srcOrd="0" destOrd="0" presId="urn:microsoft.com/office/officeart/2018/2/layout/IconVerticalSolidList"/>
    <dgm:cxn modelId="{31E7B969-02CF-4804-9F6D-60765B533C64}" type="presParOf" srcId="{7338F6C6-EF45-40AE-AAAA-DE6B9011DA91}" destId="{1C496C57-71D5-4288-9632-6D74958A7AD6}" srcOrd="1" destOrd="0" presId="urn:microsoft.com/office/officeart/2018/2/layout/IconVerticalSolidList"/>
    <dgm:cxn modelId="{3145B7B5-5B05-4B14-A302-3DAB95F559A2}" type="presParOf" srcId="{7338F6C6-EF45-40AE-AAAA-DE6B9011DA91}" destId="{F593C47C-19A5-4529-8380-7C7FD624C637}" srcOrd="2" destOrd="0" presId="urn:microsoft.com/office/officeart/2018/2/layout/IconVerticalSolidList"/>
    <dgm:cxn modelId="{B397DDCF-0BE6-4CAC-82B5-38467A908477}" type="presParOf" srcId="{7338F6C6-EF45-40AE-AAAA-DE6B9011DA91}" destId="{51FF2F8E-04C1-47E8-AE2E-8D41E4A018AC}" srcOrd="3" destOrd="0" presId="urn:microsoft.com/office/officeart/2018/2/layout/IconVerticalSolidList"/>
    <dgm:cxn modelId="{18BC212E-8763-4C06-9886-DABFF880B2B4}" type="presParOf" srcId="{24F09B05-8E91-423E-8117-D2B8CD87ED9A}" destId="{22991235-0DF2-499C-9187-C3ABF23ADACE}" srcOrd="7" destOrd="0" presId="urn:microsoft.com/office/officeart/2018/2/layout/IconVerticalSolidList"/>
    <dgm:cxn modelId="{5F884F85-F08A-40F4-A472-CF83784599B1}" type="presParOf" srcId="{24F09B05-8E91-423E-8117-D2B8CD87ED9A}" destId="{8E641F65-3901-48DD-9CEA-EB9547E240FE}" srcOrd="8" destOrd="0" presId="urn:microsoft.com/office/officeart/2018/2/layout/IconVerticalSolidList"/>
    <dgm:cxn modelId="{D6975F5F-CFB3-4858-8596-A383D1EDBA24}" type="presParOf" srcId="{8E641F65-3901-48DD-9CEA-EB9547E240FE}" destId="{FFB4DCC2-3434-4B8B-B27F-B785222D1087}" srcOrd="0" destOrd="0" presId="urn:microsoft.com/office/officeart/2018/2/layout/IconVerticalSolidList"/>
    <dgm:cxn modelId="{A4623ADC-4C6A-4EE5-AD2D-A718C1BC85C7}" type="presParOf" srcId="{8E641F65-3901-48DD-9CEA-EB9547E240FE}" destId="{5D1A7C88-E4C8-4A61-A6CE-8A76C601BA62}" srcOrd="1" destOrd="0" presId="urn:microsoft.com/office/officeart/2018/2/layout/IconVerticalSolidList"/>
    <dgm:cxn modelId="{87DC2A39-BCF3-48B9-9DED-0CA2E21EBBFD}" type="presParOf" srcId="{8E641F65-3901-48DD-9CEA-EB9547E240FE}" destId="{20FA7947-C81F-4A23-ADAE-67A6AA500DDC}" srcOrd="2" destOrd="0" presId="urn:microsoft.com/office/officeart/2018/2/layout/IconVerticalSolidList"/>
    <dgm:cxn modelId="{10E705F4-157B-468A-A338-89EF9E067132}" type="presParOf" srcId="{8E641F65-3901-48DD-9CEA-EB9547E240FE}" destId="{AF7CFF12-D7D6-4ED7-8C47-C21CF99EBF1B}" srcOrd="3" destOrd="0" presId="urn:microsoft.com/office/officeart/2018/2/layout/IconVerticalSolidList"/>
    <dgm:cxn modelId="{9220F034-E2DB-490C-A0E1-02384941421E}" type="presParOf" srcId="{24F09B05-8E91-423E-8117-D2B8CD87ED9A}" destId="{03F53591-92BF-4922-A3C2-37EBE68BB400}" srcOrd="9" destOrd="0" presId="urn:microsoft.com/office/officeart/2018/2/layout/IconVerticalSolidList"/>
    <dgm:cxn modelId="{323F9D7E-5652-4B54-AAA6-A20B095F26F5}" type="presParOf" srcId="{24F09B05-8E91-423E-8117-D2B8CD87ED9A}" destId="{27735662-E46C-476B-A955-CD0DBFD79732}" srcOrd="10" destOrd="0" presId="urn:microsoft.com/office/officeart/2018/2/layout/IconVerticalSolidList"/>
    <dgm:cxn modelId="{D75411E2-9AD3-423F-8D48-5C94E94CF2F0}" type="presParOf" srcId="{27735662-E46C-476B-A955-CD0DBFD79732}" destId="{8304DF21-B85C-480E-99C5-BE99FE86B4F9}" srcOrd="0" destOrd="0" presId="urn:microsoft.com/office/officeart/2018/2/layout/IconVerticalSolidList"/>
    <dgm:cxn modelId="{1F8999CA-B475-4FE6-AAA9-15044EC818EC}" type="presParOf" srcId="{27735662-E46C-476B-A955-CD0DBFD79732}" destId="{09A3F917-0299-4723-87D0-61891C3908E6}" srcOrd="1" destOrd="0" presId="urn:microsoft.com/office/officeart/2018/2/layout/IconVerticalSolidList"/>
    <dgm:cxn modelId="{E9E0CA63-0526-4541-9B9C-795C6DDA6540}" type="presParOf" srcId="{27735662-E46C-476B-A955-CD0DBFD79732}" destId="{BE1D176E-1F37-4732-A145-F8BEB14FA188}" srcOrd="2" destOrd="0" presId="urn:microsoft.com/office/officeart/2018/2/layout/IconVerticalSolidList"/>
    <dgm:cxn modelId="{57A71ED1-2C7C-4166-9DC3-39EB96CA848E}" type="presParOf" srcId="{27735662-E46C-476B-A955-CD0DBFD79732}" destId="{D24C32EA-DF9F-42C3-9EAE-9444B07AB8D3}" srcOrd="3" destOrd="0" presId="urn:microsoft.com/office/officeart/2018/2/layout/IconVerticalSolidList"/>
    <dgm:cxn modelId="{A2AC1ED0-E41A-4C78-AB6B-F7074A6F6AF3}" type="presParOf" srcId="{24F09B05-8E91-423E-8117-D2B8CD87ED9A}" destId="{1CE82813-1989-413C-8F2C-A7325FFA178E}" srcOrd="11" destOrd="0" presId="urn:microsoft.com/office/officeart/2018/2/layout/IconVerticalSolidList"/>
    <dgm:cxn modelId="{0E98D830-E8AA-45C9-A86B-859D34733935}" type="presParOf" srcId="{24F09B05-8E91-423E-8117-D2B8CD87ED9A}" destId="{914BD8C0-91D1-445B-8142-BC1F723FC3A1}" srcOrd="12" destOrd="0" presId="urn:microsoft.com/office/officeart/2018/2/layout/IconVerticalSolidList"/>
    <dgm:cxn modelId="{678AE556-F64B-45B7-A8D9-D0E9C6E5FB71}" type="presParOf" srcId="{914BD8C0-91D1-445B-8142-BC1F723FC3A1}" destId="{63E463AF-7612-4F75-BB34-14BC635F7636}" srcOrd="0" destOrd="0" presId="urn:microsoft.com/office/officeart/2018/2/layout/IconVerticalSolidList"/>
    <dgm:cxn modelId="{F020DFAD-53A0-471E-AD4B-CC4E504009BF}" type="presParOf" srcId="{914BD8C0-91D1-445B-8142-BC1F723FC3A1}" destId="{62A82F75-500A-4C5D-908A-9C9DADC7FBA1}" srcOrd="1" destOrd="0" presId="urn:microsoft.com/office/officeart/2018/2/layout/IconVerticalSolidList"/>
    <dgm:cxn modelId="{1F9B1A11-D902-4D42-844E-9330C258CCCC}" type="presParOf" srcId="{914BD8C0-91D1-445B-8142-BC1F723FC3A1}" destId="{F5ED9219-5BC8-464C-9931-156A94599DF8}" srcOrd="2" destOrd="0" presId="urn:microsoft.com/office/officeart/2018/2/layout/IconVerticalSolidList"/>
    <dgm:cxn modelId="{AFE3B4D5-03E2-45D3-ADBE-CFA3A60AEC06}" type="presParOf" srcId="{914BD8C0-91D1-445B-8142-BC1F723FC3A1}" destId="{DC8C375D-D53A-4A88-B989-2A70A58A915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C9A1F3F-56B3-4F8A-90FF-1DBEA4AD941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7301F53-B866-4191-92BD-3EBEA208EB52}">
      <dgm:prSet/>
      <dgm:spPr/>
      <dgm:t>
        <a:bodyPr/>
        <a:lstStyle/>
        <a:p>
          <a:pPr>
            <a:lnSpc>
              <a:spcPct val="100000"/>
            </a:lnSpc>
          </a:pPr>
          <a:r>
            <a:rPr lang="en-GB" b="0" i="0" baseline="0"/>
            <a:t>Where the result of a variation would be a danger to workers or to the production process, we've found a potential problem.</a:t>
          </a:r>
          <a:endParaRPr lang="en-US"/>
        </a:p>
      </dgm:t>
    </dgm:pt>
    <dgm:pt modelId="{A1AF7033-0226-4C69-A793-2A3988B80F6E}" type="parTrans" cxnId="{A34C94AE-EB09-4131-9EF9-3ECF401EC313}">
      <dgm:prSet/>
      <dgm:spPr/>
      <dgm:t>
        <a:bodyPr/>
        <a:lstStyle/>
        <a:p>
          <a:endParaRPr lang="en-US"/>
        </a:p>
      </dgm:t>
    </dgm:pt>
    <dgm:pt modelId="{EAEDDFD9-FC36-474F-B07D-6527817319F7}" type="sibTrans" cxnId="{A34C94AE-EB09-4131-9EF9-3ECF401EC313}">
      <dgm:prSet/>
      <dgm:spPr/>
      <dgm:t>
        <a:bodyPr/>
        <a:lstStyle/>
        <a:p>
          <a:endParaRPr lang="en-US"/>
        </a:p>
      </dgm:t>
    </dgm:pt>
    <dgm:pt modelId="{001A1AA1-69D8-4073-93CE-EF1C2B59D0CA}">
      <dgm:prSet/>
      <dgm:spPr/>
      <dgm:t>
        <a:bodyPr/>
        <a:lstStyle/>
        <a:p>
          <a:pPr>
            <a:lnSpc>
              <a:spcPct val="100000"/>
            </a:lnSpc>
          </a:pPr>
          <a:r>
            <a:rPr lang="en-GB" b="0" i="0" baseline="0"/>
            <a:t>Document this concern, and estimate the impact of a failure at that point. </a:t>
          </a:r>
          <a:endParaRPr lang="en-US"/>
        </a:p>
      </dgm:t>
    </dgm:pt>
    <dgm:pt modelId="{D7232404-A034-4B52-B618-FE8CBCB83B22}" type="parTrans" cxnId="{B300F4F6-0004-48AC-82A6-481C64475FC2}">
      <dgm:prSet/>
      <dgm:spPr/>
      <dgm:t>
        <a:bodyPr/>
        <a:lstStyle/>
        <a:p>
          <a:endParaRPr lang="en-US"/>
        </a:p>
      </dgm:t>
    </dgm:pt>
    <dgm:pt modelId="{1717D3F0-13DA-408B-927C-82697C698A97}" type="sibTrans" cxnId="{B300F4F6-0004-48AC-82A6-481C64475FC2}">
      <dgm:prSet/>
      <dgm:spPr/>
      <dgm:t>
        <a:bodyPr/>
        <a:lstStyle/>
        <a:p>
          <a:endParaRPr lang="en-US"/>
        </a:p>
      </dgm:t>
    </dgm:pt>
    <dgm:pt modelId="{BE3993E3-C705-49DD-AC1D-C5DEE5257F6F}">
      <dgm:prSet/>
      <dgm:spPr/>
      <dgm:t>
        <a:bodyPr/>
        <a:lstStyle/>
        <a:p>
          <a:pPr>
            <a:lnSpc>
              <a:spcPct val="100000"/>
            </a:lnSpc>
          </a:pPr>
          <a:r>
            <a:rPr lang="en-GB" b="0" i="0" baseline="0"/>
            <a:t>Then, determine the likelihood of that failure; is there a real cause for the harmful variation? </a:t>
          </a:r>
          <a:endParaRPr lang="en-US"/>
        </a:p>
      </dgm:t>
    </dgm:pt>
    <dgm:pt modelId="{F1783DE9-2A6F-4723-8307-4F1A134CE789}" type="parTrans" cxnId="{B485D8CB-099F-400D-B9D2-068AE22CA632}">
      <dgm:prSet/>
      <dgm:spPr/>
      <dgm:t>
        <a:bodyPr/>
        <a:lstStyle/>
        <a:p>
          <a:endParaRPr lang="en-US"/>
        </a:p>
      </dgm:t>
    </dgm:pt>
    <dgm:pt modelId="{39D8EA12-6141-45D6-AD5E-464AF24F041D}" type="sibTrans" cxnId="{B485D8CB-099F-400D-B9D2-068AE22CA632}">
      <dgm:prSet/>
      <dgm:spPr/>
      <dgm:t>
        <a:bodyPr/>
        <a:lstStyle/>
        <a:p>
          <a:endParaRPr lang="en-US"/>
        </a:p>
      </dgm:t>
    </dgm:pt>
    <dgm:pt modelId="{4DEA1A5B-DDF3-4B03-965D-EB43CA9302C8}">
      <dgm:prSet/>
      <dgm:spPr/>
      <dgm:t>
        <a:bodyPr/>
        <a:lstStyle/>
        <a:p>
          <a:pPr>
            <a:lnSpc>
              <a:spcPct val="100000"/>
            </a:lnSpc>
          </a:pPr>
          <a:r>
            <a:rPr lang="en-GB" b="0" i="0" baseline="0"/>
            <a:t>Evaluate the existing safeguards and protection systems, and evaluate their ability to handle the deviations that we've considered.</a:t>
          </a:r>
          <a:endParaRPr lang="en-US"/>
        </a:p>
      </dgm:t>
    </dgm:pt>
    <dgm:pt modelId="{BA311C3E-B086-4454-9A8C-BE077C960748}" type="parTrans" cxnId="{FD87E144-1D12-4D85-A0AB-EA6E2638DEC0}">
      <dgm:prSet/>
      <dgm:spPr/>
      <dgm:t>
        <a:bodyPr/>
        <a:lstStyle/>
        <a:p>
          <a:endParaRPr lang="en-US"/>
        </a:p>
      </dgm:t>
    </dgm:pt>
    <dgm:pt modelId="{841065F0-95F8-4EC1-ACE0-7CDE91B03C32}" type="sibTrans" cxnId="{FD87E144-1D12-4D85-A0AB-EA6E2638DEC0}">
      <dgm:prSet/>
      <dgm:spPr/>
      <dgm:t>
        <a:bodyPr/>
        <a:lstStyle/>
        <a:p>
          <a:endParaRPr lang="en-US"/>
        </a:p>
      </dgm:t>
    </dgm:pt>
    <dgm:pt modelId="{87874A44-AF32-48FB-AB93-B0EB7B7E2B69}" type="pres">
      <dgm:prSet presAssocID="{3C9A1F3F-56B3-4F8A-90FF-1DBEA4AD941B}" presName="root" presStyleCnt="0">
        <dgm:presLayoutVars>
          <dgm:dir/>
          <dgm:resizeHandles val="exact"/>
        </dgm:presLayoutVars>
      </dgm:prSet>
      <dgm:spPr/>
    </dgm:pt>
    <dgm:pt modelId="{1C756B5C-255D-4405-A4DC-726C0EC718DA}" type="pres">
      <dgm:prSet presAssocID="{27301F53-B866-4191-92BD-3EBEA208EB52}" presName="compNode" presStyleCnt="0"/>
      <dgm:spPr/>
    </dgm:pt>
    <dgm:pt modelId="{845A3C55-25EA-47A0-9EEF-2C0574DD9FCF}" type="pres">
      <dgm:prSet presAssocID="{27301F53-B866-4191-92BD-3EBEA208EB52}" presName="bgRect" presStyleLbl="bgShp" presStyleIdx="0" presStyleCnt="4"/>
      <dgm:spPr/>
    </dgm:pt>
    <dgm:pt modelId="{067BCD87-45B4-45F5-91D2-9C1C28A1CFAB}" type="pres">
      <dgm:prSet presAssocID="{27301F53-B866-4191-92BD-3EBEA208EB5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peed Bump"/>
        </a:ext>
      </dgm:extLst>
    </dgm:pt>
    <dgm:pt modelId="{4C9DAE83-B221-4610-BADE-5A21FA66945B}" type="pres">
      <dgm:prSet presAssocID="{27301F53-B866-4191-92BD-3EBEA208EB52}" presName="spaceRect" presStyleCnt="0"/>
      <dgm:spPr/>
    </dgm:pt>
    <dgm:pt modelId="{C2B48114-A186-430B-9DE4-DE1D189621CD}" type="pres">
      <dgm:prSet presAssocID="{27301F53-B866-4191-92BD-3EBEA208EB52}" presName="parTx" presStyleLbl="revTx" presStyleIdx="0" presStyleCnt="4">
        <dgm:presLayoutVars>
          <dgm:chMax val="0"/>
          <dgm:chPref val="0"/>
        </dgm:presLayoutVars>
      </dgm:prSet>
      <dgm:spPr/>
    </dgm:pt>
    <dgm:pt modelId="{878A8CA0-1B5B-4593-8B3C-C404A372A073}" type="pres">
      <dgm:prSet presAssocID="{EAEDDFD9-FC36-474F-B07D-6527817319F7}" presName="sibTrans" presStyleCnt="0"/>
      <dgm:spPr/>
    </dgm:pt>
    <dgm:pt modelId="{197D76C5-72A7-4DA3-ADC1-E45BD8E1507A}" type="pres">
      <dgm:prSet presAssocID="{001A1AA1-69D8-4073-93CE-EF1C2B59D0CA}" presName="compNode" presStyleCnt="0"/>
      <dgm:spPr/>
    </dgm:pt>
    <dgm:pt modelId="{1E42FD1D-BE24-4871-8E02-E86D0646A499}" type="pres">
      <dgm:prSet presAssocID="{001A1AA1-69D8-4073-93CE-EF1C2B59D0CA}" presName="bgRect" presStyleLbl="bgShp" presStyleIdx="1" presStyleCnt="4"/>
      <dgm:spPr/>
    </dgm:pt>
    <dgm:pt modelId="{55C97EAF-A87B-4734-B02D-B7D4D6D2CB7C}" type="pres">
      <dgm:prSet presAssocID="{001A1AA1-69D8-4073-93CE-EF1C2B59D0C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ocument"/>
        </a:ext>
      </dgm:extLst>
    </dgm:pt>
    <dgm:pt modelId="{B20B3872-73D3-44CA-B9F8-2A4F66E0E429}" type="pres">
      <dgm:prSet presAssocID="{001A1AA1-69D8-4073-93CE-EF1C2B59D0CA}" presName="spaceRect" presStyleCnt="0"/>
      <dgm:spPr/>
    </dgm:pt>
    <dgm:pt modelId="{8A48EB71-7979-49A8-AAB2-323810FBDA0E}" type="pres">
      <dgm:prSet presAssocID="{001A1AA1-69D8-4073-93CE-EF1C2B59D0CA}" presName="parTx" presStyleLbl="revTx" presStyleIdx="1" presStyleCnt="4">
        <dgm:presLayoutVars>
          <dgm:chMax val="0"/>
          <dgm:chPref val="0"/>
        </dgm:presLayoutVars>
      </dgm:prSet>
      <dgm:spPr/>
    </dgm:pt>
    <dgm:pt modelId="{FFE24CF2-2B03-46B9-82A7-A55C2F0E6E8F}" type="pres">
      <dgm:prSet presAssocID="{1717D3F0-13DA-408B-927C-82697C698A97}" presName="sibTrans" presStyleCnt="0"/>
      <dgm:spPr/>
    </dgm:pt>
    <dgm:pt modelId="{8003542D-385E-45A7-8747-3DB249623130}" type="pres">
      <dgm:prSet presAssocID="{BE3993E3-C705-49DD-AC1D-C5DEE5257F6F}" presName="compNode" presStyleCnt="0"/>
      <dgm:spPr/>
    </dgm:pt>
    <dgm:pt modelId="{A6238F0A-3164-4018-957A-D891586F0BF7}" type="pres">
      <dgm:prSet presAssocID="{BE3993E3-C705-49DD-AC1D-C5DEE5257F6F}" presName="bgRect" presStyleLbl="bgShp" presStyleIdx="2" presStyleCnt="4"/>
      <dgm:spPr/>
    </dgm:pt>
    <dgm:pt modelId="{DB74CC84-BA79-44F3-A836-D5A890D61326}" type="pres">
      <dgm:prSet presAssocID="{BE3993E3-C705-49DD-AC1D-C5DEE5257F6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anger"/>
        </a:ext>
      </dgm:extLst>
    </dgm:pt>
    <dgm:pt modelId="{76A538F9-C7D6-459B-8456-34F533F2B0E9}" type="pres">
      <dgm:prSet presAssocID="{BE3993E3-C705-49DD-AC1D-C5DEE5257F6F}" presName="spaceRect" presStyleCnt="0"/>
      <dgm:spPr/>
    </dgm:pt>
    <dgm:pt modelId="{3824F985-5123-447B-B59F-58D68999C32F}" type="pres">
      <dgm:prSet presAssocID="{BE3993E3-C705-49DD-AC1D-C5DEE5257F6F}" presName="parTx" presStyleLbl="revTx" presStyleIdx="2" presStyleCnt="4">
        <dgm:presLayoutVars>
          <dgm:chMax val="0"/>
          <dgm:chPref val="0"/>
        </dgm:presLayoutVars>
      </dgm:prSet>
      <dgm:spPr/>
    </dgm:pt>
    <dgm:pt modelId="{74306419-8599-41D6-816E-C7CEF3E587F7}" type="pres">
      <dgm:prSet presAssocID="{39D8EA12-6141-45D6-AD5E-464AF24F041D}" presName="sibTrans" presStyleCnt="0"/>
      <dgm:spPr/>
    </dgm:pt>
    <dgm:pt modelId="{119A8AAC-FDF0-4554-8BCA-AF67A3A26B06}" type="pres">
      <dgm:prSet presAssocID="{4DEA1A5B-DDF3-4B03-965D-EB43CA9302C8}" presName="compNode" presStyleCnt="0"/>
      <dgm:spPr/>
    </dgm:pt>
    <dgm:pt modelId="{2436E3D7-0B3D-48A3-A709-25147544B7CE}" type="pres">
      <dgm:prSet presAssocID="{4DEA1A5B-DDF3-4B03-965D-EB43CA9302C8}" presName="bgRect" presStyleLbl="bgShp" presStyleIdx="3" presStyleCnt="4"/>
      <dgm:spPr/>
    </dgm:pt>
    <dgm:pt modelId="{F5FA19DD-FEB5-457E-B867-75689BB28AFE}" type="pres">
      <dgm:prSet presAssocID="{4DEA1A5B-DDF3-4B03-965D-EB43CA9302C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Lock"/>
        </a:ext>
      </dgm:extLst>
    </dgm:pt>
    <dgm:pt modelId="{85F146F3-5915-4F6D-81F6-878597B534F6}" type="pres">
      <dgm:prSet presAssocID="{4DEA1A5B-DDF3-4B03-965D-EB43CA9302C8}" presName="spaceRect" presStyleCnt="0"/>
      <dgm:spPr/>
    </dgm:pt>
    <dgm:pt modelId="{C94E3A88-C78E-472A-A6F9-50CB1A227981}" type="pres">
      <dgm:prSet presAssocID="{4DEA1A5B-DDF3-4B03-965D-EB43CA9302C8}" presName="parTx" presStyleLbl="revTx" presStyleIdx="3" presStyleCnt="4">
        <dgm:presLayoutVars>
          <dgm:chMax val="0"/>
          <dgm:chPref val="0"/>
        </dgm:presLayoutVars>
      </dgm:prSet>
      <dgm:spPr/>
    </dgm:pt>
  </dgm:ptLst>
  <dgm:cxnLst>
    <dgm:cxn modelId="{14E9DA1D-7E41-41E9-ADD0-170BAC5A6000}" type="presOf" srcId="{27301F53-B866-4191-92BD-3EBEA208EB52}" destId="{C2B48114-A186-430B-9DE4-DE1D189621CD}" srcOrd="0" destOrd="0" presId="urn:microsoft.com/office/officeart/2018/2/layout/IconVerticalSolidList"/>
    <dgm:cxn modelId="{FD87E144-1D12-4D85-A0AB-EA6E2638DEC0}" srcId="{3C9A1F3F-56B3-4F8A-90FF-1DBEA4AD941B}" destId="{4DEA1A5B-DDF3-4B03-965D-EB43CA9302C8}" srcOrd="3" destOrd="0" parTransId="{BA311C3E-B086-4454-9A8C-BE077C960748}" sibTransId="{841065F0-95F8-4EC1-ACE0-7CDE91B03C32}"/>
    <dgm:cxn modelId="{E1404347-CADE-4900-B714-D5F1CA23A200}" type="presOf" srcId="{BE3993E3-C705-49DD-AC1D-C5DEE5257F6F}" destId="{3824F985-5123-447B-B59F-58D68999C32F}" srcOrd="0" destOrd="0" presId="urn:microsoft.com/office/officeart/2018/2/layout/IconVerticalSolidList"/>
    <dgm:cxn modelId="{DCB1E56F-C348-4A37-9C62-C7CB8D368522}" type="presOf" srcId="{4DEA1A5B-DDF3-4B03-965D-EB43CA9302C8}" destId="{C94E3A88-C78E-472A-A6F9-50CB1A227981}" srcOrd="0" destOrd="0" presId="urn:microsoft.com/office/officeart/2018/2/layout/IconVerticalSolidList"/>
    <dgm:cxn modelId="{867984A9-0E4E-46B2-9B9B-2D85289A78C0}" type="presOf" srcId="{3C9A1F3F-56B3-4F8A-90FF-1DBEA4AD941B}" destId="{87874A44-AF32-48FB-AB93-B0EB7B7E2B69}" srcOrd="0" destOrd="0" presId="urn:microsoft.com/office/officeart/2018/2/layout/IconVerticalSolidList"/>
    <dgm:cxn modelId="{A34C94AE-EB09-4131-9EF9-3ECF401EC313}" srcId="{3C9A1F3F-56B3-4F8A-90FF-1DBEA4AD941B}" destId="{27301F53-B866-4191-92BD-3EBEA208EB52}" srcOrd="0" destOrd="0" parTransId="{A1AF7033-0226-4C69-A793-2A3988B80F6E}" sibTransId="{EAEDDFD9-FC36-474F-B07D-6527817319F7}"/>
    <dgm:cxn modelId="{B485D8CB-099F-400D-B9D2-068AE22CA632}" srcId="{3C9A1F3F-56B3-4F8A-90FF-1DBEA4AD941B}" destId="{BE3993E3-C705-49DD-AC1D-C5DEE5257F6F}" srcOrd="2" destOrd="0" parTransId="{F1783DE9-2A6F-4723-8307-4F1A134CE789}" sibTransId="{39D8EA12-6141-45D6-AD5E-464AF24F041D}"/>
    <dgm:cxn modelId="{F174BBE5-B0E0-42C9-89A5-C941F7D33398}" type="presOf" srcId="{001A1AA1-69D8-4073-93CE-EF1C2B59D0CA}" destId="{8A48EB71-7979-49A8-AAB2-323810FBDA0E}" srcOrd="0" destOrd="0" presId="urn:microsoft.com/office/officeart/2018/2/layout/IconVerticalSolidList"/>
    <dgm:cxn modelId="{B300F4F6-0004-48AC-82A6-481C64475FC2}" srcId="{3C9A1F3F-56B3-4F8A-90FF-1DBEA4AD941B}" destId="{001A1AA1-69D8-4073-93CE-EF1C2B59D0CA}" srcOrd="1" destOrd="0" parTransId="{D7232404-A034-4B52-B618-FE8CBCB83B22}" sibTransId="{1717D3F0-13DA-408B-927C-82697C698A97}"/>
    <dgm:cxn modelId="{06EB745A-7703-4BF1-964E-6816B7E6DE1A}" type="presParOf" srcId="{87874A44-AF32-48FB-AB93-B0EB7B7E2B69}" destId="{1C756B5C-255D-4405-A4DC-726C0EC718DA}" srcOrd="0" destOrd="0" presId="urn:microsoft.com/office/officeart/2018/2/layout/IconVerticalSolidList"/>
    <dgm:cxn modelId="{B1440DA1-5EBE-4C37-83E7-E95D515CFB1C}" type="presParOf" srcId="{1C756B5C-255D-4405-A4DC-726C0EC718DA}" destId="{845A3C55-25EA-47A0-9EEF-2C0574DD9FCF}" srcOrd="0" destOrd="0" presId="urn:microsoft.com/office/officeart/2018/2/layout/IconVerticalSolidList"/>
    <dgm:cxn modelId="{CDA8D51D-18F7-482B-AAF3-1349F0BE1900}" type="presParOf" srcId="{1C756B5C-255D-4405-A4DC-726C0EC718DA}" destId="{067BCD87-45B4-45F5-91D2-9C1C28A1CFAB}" srcOrd="1" destOrd="0" presId="urn:microsoft.com/office/officeart/2018/2/layout/IconVerticalSolidList"/>
    <dgm:cxn modelId="{D3F4863C-8D42-4A3D-8DA3-82086100F07F}" type="presParOf" srcId="{1C756B5C-255D-4405-A4DC-726C0EC718DA}" destId="{4C9DAE83-B221-4610-BADE-5A21FA66945B}" srcOrd="2" destOrd="0" presId="urn:microsoft.com/office/officeart/2018/2/layout/IconVerticalSolidList"/>
    <dgm:cxn modelId="{A72DB35D-04BE-491A-A135-6C1270637D36}" type="presParOf" srcId="{1C756B5C-255D-4405-A4DC-726C0EC718DA}" destId="{C2B48114-A186-430B-9DE4-DE1D189621CD}" srcOrd="3" destOrd="0" presId="urn:microsoft.com/office/officeart/2018/2/layout/IconVerticalSolidList"/>
    <dgm:cxn modelId="{E4A8C9D7-F176-456D-894B-B90B4BB6A090}" type="presParOf" srcId="{87874A44-AF32-48FB-AB93-B0EB7B7E2B69}" destId="{878A8CA0-1B5B-4593-8B3C-C404A372A073}" srcOrd="1" destOrd="0" presId="urn:microsoft.com/office/officeart/2018/2/layout/IconVerticalSolidList"/>
    <dgm:cxn modelId="{F0995626-E29E-4DC9-A351-829551CDB203}" type="presParOf" srcId="{87874A44-AF32-48FB-AB93-B0EB7B7E2B69}" destId="{197D76C5-72A7-4DA3-ADC1-E45BD8E1507A}" srcOrd="2" destOrd="0" presId="urn:microsoft.com/office/officeart/2018/2/layout/IconVerticalSolidList"/>
    <dgm:cxn modelId="{61D8FB32-D7BF-4A05-9A02-F57ED42EE252}" type="presParOf" srcId="{197D76C5-72A7-4DA3-ADC1-E45BD8E1507A}" destId="{1E42FD1D-BE24-4871-8E02-E86D0646A499}" srcOrd="0" destOrd="0" presId="urn:microsoft.com/office/officeart/2018/2/layout/IconVerticalSolidList"/>
    <dgm:cxn modelId="{4B1C42B6-3E9F-4270-9870-A754CE374FF6}" type="presParOf" srcId="{197D76C5-72A7-4DA3-ADC1-E45BD8E1507A}" destId="{55C97EAF-A87B-4734-B02D-B7D4D6D2CB7C}" srcOrd="1" destOrd="0" presId="urn:microsoft.com/office/officeart/2018/2/layout/IconVerticalSolidList"/>
    <dgm:cxn modelId="{A2E5D452-AA62-4A5C-863B-A89B74E053D6}" type="presParOf" srcId="{197D76C5-72A7-4DA3-ADC1-E45BD8E1507A}" destId="{B20B3872-73D3-44CA-B9F8-2A4F66E0E429}" srcOrd="2" destOrd="0" presId="urn:microsoft.com/office/officeart/2018/2/layout/IconVerticalSolidList"/>
    <dgm:cxn modelId="{C547D0B2-7F42-4105-9AC6-A5483A53922A}" type="presParOf" srcId="{197D76C5-72A7-4DA3-ADC1-E45BD8E1507A}" destId="{8A48EB71-7979-49A8-AAB2-323810FBDA0E}" srcOrd="3" destOrd="0" presId="urn:microsoft.com/office/officeart/2018/2/layout/IconVerticalSolidList"/>
    <dgm:cxn modelId="{BCF6264A-2243-47E9-BF2C-3448313C344D}" type="presParOf" srcId="{87874A44-AF32-48FB-AB93-B0EB7B7E2B69}" destId="{FFE24CF2-2B03-46B9-82A7-A55C2F0E6E8F}" srcOrd="3" destOrd="0" presId="urn:microsoft.com/office/officeart/2018/2/layout/IconVerticalSolidList"/>
    <dgm:cxn modelId="{93C162D2-EE00-4049-8C88-7BBD358F75C2}" type="presParOf" srcId="{87874A44-AF32-48FB-AB93-B0EB7B7E2B69}" destId="{8003542D-385E-45A7-8747-3DB249623130}" srcOrd="4" destOrd="0" presId="urn:microsoft.com/office/officeart/2018/2/layout/IconVerticalSolidList"/>
    <dgm:cxn modelId="{E4431020-BD18-48F2-9BFA-E042D312A687}" type="presParOf" srcId="{8003542D-385E-45A7-8747-3DB249623130}" destId="{A6238F0A-3164-4018-957A-D891586F0BF7}" srcOrd="0" destOrd="0" presId="urn:microsoft.com/office/officeart/2018/2/layout/IconVerticalSolidList"/>
    <dgm:cxn modelId="{C6EF2E05-4222-4534-BCA0-DAEE1BD7EC7F}" type="presParOf" srcId="{8003542D-385E-45A7-8747-3DB249623130}" destId="{DB74CC84-BA79-44F3-A836-D5A890D61326}" srcOrd="1" destOrd="0" presId="urn:microsoft.com/office/officeart/2018/2/layout/IconVerticalSolidList"/>
    <dgm:cxn modelId="{DA10B6D3-F866-402A-9D10-E710EE0DDFDB}" type="presParOf" srcId="{8003542D-385E-45A7-8747-3DB249623130}" destId="{76A538F9-C7D6-459B-8456-34F533F2B0E9}" srcOrd="2" destOrd="0" presId="urn:microsoft.com/office/officeart/2018/2/layout/IconVerticalSolidList"/>
    <dgm:cxn modelId="{19358C53-3E37-4672-9E13-F37A763C1D7F}" type="presParOf" srcId="{8003542D-385E-45A7-8747-3DB249623130}" destId="{3824F985-5123-447B-B59F-58D68999C32F}" srcOrd="3" destOrd="0" presId="urn:microsoft.com/office/officeart/2018/2/layout/IconVerticalSolidList"/>
    <dgm:cxn modelId="{E5FD45B1-B5E7-4C4B-A299-CA0817EBE6A2}" type="presParOf" srcId="{87874A44-AF32-48FB-AB93-B0EB7B7E2B69}" destId="{74306419-8599-41D6-816E-C7CEF3E587F7}" srcOrd="5" destOrd="0" presId="urn:microsoft.com/office/officeart/2018/2/layout/IconVerticalSolidList"/>
    <dgm:cxn modelId="{DDD7343E-48BE-4DA8-9F42-71C062168CC3}" type="presParOf" srcId="{87874A44-AF32-48FB-AB93-B0EB7B7E2B69}" destId="{119A8AAC-FDF0-4554-8BCA-AF67A3A26B06}" srcOrd="6" destOrd="0" presId="urn:microsoft.com/office/officeart/2018/2/layout/IconVerticalSolidList"/>
    <dgm:cxn modelId="{44B520AE-3ED3-42FB-AE76-8E18479469CC}" type="presParOf" srcId="{119A8AAC-FDF0-4554-8BCA-AF67A3A26B06}" destId="{2436E3D7-0B3D-48A3-A709-25147544B7CE}" srcOrd="0" destOrd="0" presId="urn:microsoft.com/office/officeart/2018/2/layout/IconVerticalSolidList"/>
    <dgm:cxn modelId="{2C40F5A5-10D4-4D62-A082-D3401DF62CD3}" type="presParOf" srcId="{119A8AAC-FDF0-4554-8BCA-AF67A3A26B06}" destId="{F5FA19DD-FEB5-457E-B867-75689BB28AFE}" srcOrd="1" destOrd="0" presId="urn:microsoft.com/office/officeart/2018/2/layout/IconVerticalSolidList"/>
    <dgm:cxn modelId="{DBC066B6-9D56-4638-A802-E336C0350D7E}" type="presParOf" srcId="{119A8AAC-FDF0-4554-8BCA-AF67A3A26B06}" destId="{85F146F3-5915-4F6D-81F6-878597B534F6}" srcOrd="2" destOrd="0" presId="urn:microsoft.com/office/officeart/2018/2/layout/IconVerticalSolidList"/>
    <dgm:cxn modelId="{7BA6637E-48B5-4251-A0FE-D00D891D116D}" type="presParOf" srcId="{119A8AAC-FDF0-4554-8BCA-AF67A3A26B06}" destId="{C94E3A88-C78E-472A-A6F9-50CB1A22798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2A8F710-7EDB-446B-AE6E-7497CD4B8E4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5C8A5562-D265-4505-8A89-ACAF611FF938}">
      <dgm:prSet/>
      <dgm:spPr/>
      <dgm:t>
        <a:bodyPr/>
        <a:lstStyle/>
        <a:p>
          <a:r>
            <a:rPr lang="en-GB" b="0" i="0" baseline="0" dirty="0"/>
            <a:t>. Instead of a single, large assessment, the study's results will be released a as a stream of action items, as each problem is identified and a solution is created.</a:t>
          </a:r>
          <a:endParaRPr lang="en-US" dirty="0"/>
        </a:p>
      </dgm:t>
    </dgm:pt>
    <dgm:pt modelId="{D719DEFB-8207-4FE6-BD6B-5B54BA218138}" type="parTrans" cxnId="{D7F2262B-31A5-48C5-8741-F07684A54D59}">
      <dgm:prSet/>
      <dgm:spPr/>
      <dgm:t>
        <a:bodyPr/>
        <a:lstStyle/>
        <a:p>
          <a:endParaRPr lang="en-US"/>
        </a:p>
      </dgm:t>
    </dgm:pt>
    <dgm:pt modelId="{D7D21C2D-E46B-452C-B3ED-A79B9706573B}" type="sibTrans" cxnId="{D7F2262B-31A5-48C5-8741-F07684A54D59}">
      <dgm:prSet/>
      <dgm:spPr/>
      <dgm:t>
        <a:bodyPr/>
        <a:lstStyle/>
        <a:p>
          <a:endParaRPr lang="en-US"/>
        </a:p>
      </dgm:t>
    </dgm:pt>
    <dgm:pt modelId="{8AF7AC78-2FB5-470D-A448-B198906DF507}">
      <dgm:prSet/>
      <dgm:spPr/>
      <dgm:t>
        <a:bodyPr/>
        <a:lstStyle/>
        <a:p>
          <a:r>
            <a:rPr lang="en-GB" b="0" i="0" baseline="0"/>
            <a:t>In both cases, when a hazardous condition is identified, recommendations may be made for process or system modifications, or further study by a specialist may be required.</a:t>
          </a:r>
          <a:endParaRPr lang="en-US"/>
        </a:p>
      </dgm:t>
    </dgm:pt>
    <dgm:pt modelId="{34910B4C-8331-42B7-B681-348ED60F5215}" type="parTrans" cxnId="{B8C3F5E9-0C21-4172-8E8B-4E2A28D95284}">
      <dgm:prSet/>
      <dgm:spPr/>
      <dgm:t>
        <a:bodyPr/>
        <a:lstStyle/>
        <a:p>
          <a:endParaRPr lang="en-US"/>
        </a:p>
      </dgm:t>
    </dgm:pt>
    <dgm:pt modelId="{7CA5613C-F28C-4DD1-9448-A862BB416232}" type="sibTrans" cxnId="{B8C3F5E9-0C21-4172-8E8B-4E2A28D95284}">
      <dgm:prSet/>
      <dgm:spPr/>
      <dgm:t>
        <a:bodyPr/>
        <a:lstStyle/>
        <a:p>
          <a:endParaRPr lang="en-US"/>
        </a:p>
      </dgm:t>
    </dgm:pt>
    <dgm:pt modelId="{00E4D07D-E37A-424B-8130-C801DA95794F}">
      <dgm:prSet/>
      <dgm:spPr/>
      <dgm:t>
        <a:bodyPr/>
        <a:lstStyle/>
        <a:p>
          <a:r>
            <a:rPr lang="en-GB" b="0" i="0" baseline="0"/>
            <a:t>A HAZOP study might recommend these typical actions:</a:t>
          </a:r>
          <a:endParaRPr lang="en-US"/>
        </a:p>
      </dgm:t>
    </dgm:pt>
    <dgm:pt modelId="{FA3A668A-80E3-4EB1-A6F1-34B89F38DB28}" type="parTrans" cxnId="{89A61241-2A60-4334-A657-A51BEBF66BD2}">
      <dgm:prSet/>
      <dgm:spPr/>
      <dgm:t>
        <a:bodyPr/>
        <a:lstStyle/>
        <a:p>
          <a:endParaRPr lang="en-US"/>
        </a:p>
      </dgm:t>
    </dgm:pt>
    <dgm:pt modelId="{75BD35B5-6D59-494F-B5FB-6A64A0BF3F7A}" type="sibTrans" cxnId="{89A61241-2A60-4334-A657-A51BEBF66BD2}">
      <dgm:prSet/>
      <dgm:spPr/>
      <dgm:t>
        <a:bodyPr/>
        <a:lstStyle/>
        <a:p>
          <a:endParaRPr lang="en-US"/>
        </a:p>
      </dgm:t>
    </dgm:pt>
    <dgm:pt modelId="{8EDDC2E5-D22B-44D0-86C1-48172F93E9E3}">
      <dgm:prSet/>
      <dgm:spPr/>
      <dgm:t>
        <a:bodyPr/>
        <a:lstStyle/>
        <a:p>
          <a:r>
            <a:rPr lang="en-GB" b="0" i="0" baseline="0"/>
            <a:t>· A review of existing protection system designs by a specialist</a:t>
          </a:r>
          <a:endParaRPr lang="en-US"/>
        </a:p>
      </dgm:t>
    </dgm:pt>
    <dgm:pt modelId="{0B3A1E60-78D4-4E17-BD38-C72D388EE96B}" type="parTrans" cxnId="{1A1C3A70-9F14-4436-8950-58BC2D4E1491}">
      <dgm:prSet/>
      <dgm:spPr/>
      <dgm:t>
        <a:bodyPr/>
        <a:lstStyle/>
        <a:p>
          <a:endParaRPr lang="en-US"/>
        </a:p>
      </dgm:t>
    </dgm:pt>
    <dgm:pt modelId="{0D09AA6E-C710-47A9-8678-AAC9DA245FA6}" type="sibTrans" cxnId="{1A1C3A70-9F14-4436-8950-58BC2D4E1491}">
      <dgm:prSet/>
      <dgm:spPr/>
      <dgm:t>
        <a:bodyPr/>
        <a:lstStyle/>
        <a:p>
          <a:endParaRPr lang="en-US"/>
        </a:p>
      </dgm:t>
    </dgm:pt>
    <dgm:pt modelId="{395CBA63-B49A-4525-B862-C8050EDB4B85}">
      <dgm:prSet/>
      <dgm:spPr/>
      <dgm:t>
        <a:bodyPr/>
        <a:lstStyle/>
        <a:p>
          <a:r>
            <a:rPr lang="en-GB" b="0" i="0" baseline="0"/>
            <a:t>· Adding or modifying alarms that warn of deviations</a:t>
          </a:r>
          <a:endParaRPr lang="en-US"/>
        </a:p>
      </dgm:t>
    </dgm:pt>
    <dgm:pt modelId="{1D760FCA-B171-4332-83CA-8D1412D8F689}" type="parTrans" cxnId="{07ABAADD-CCFF-478B-B6E1-77B083629316}">
      <dgm:prSet/>
      <dgm:spPr/>
      <dgm:t>
        <a:bodyPr/>
        <a:lstStyle/>
        <a:p>
          <a:endParaRPr lang="en-US"/>
        </a:p>
      </dgm:t>
    </dgm:pt>
    <dgm:pt modelId="{9F7363F8-E3AE-49AB-9BDD-DB5243D7EB8C}" type="sibTrans" cxnId="{07ABAADD-CCFF-478B-B6E1-77B083629316}">
      <dgm:prSet/>
      <dgm:spPr/>
      <dgm:t>
        <a:bodyPr/>
        <a:lstStyle/>
        <a:p>
          <a:endParaRPr lang="en-US"/>
        </a:p>
      </dgm:t>
    </dgm:pt>
    <dgm:pt modelId="{CE22FBDE-3958-4FC9-84B1-B78B6A0197A8}">
      <dgm:prSet/>
      <dgm:spPr/>
      <dgm:t>
        <a:bodyPr/>
        <a:lstStyle/>
        <a:p>
          <a:r>
            <a:rPr lang="en-GB" b="0" i="0" baseline="0"/>
            <a:t>· Adding or modifying relief systems</a:t>
          </a:r>
          <a:endParaRPr lang="en-US"/>
        </a:p>
      </dgm:t>
    </dgm:pt>
    <dgm:pt modelId="{A9577EA2-DD16-401C-B471-B965DDB12F66}" type="parTrans" cxnId="{6BBB48DB-5197-4910-B465-F37678E13031}">
      <dgm:prSet/>
      <dgm:spPr/>
      <dgm:t>
        <a:bodyPr/>
        <a:lstStyle/>
        <a:p>
          <a:endParaRPr lang="en-US"/>
        </a:p>
      </dgm:t>
    </dgm:pt>
    <dgm:pt modelId="{AC2D8ECA-9696-4039-9B89-D6072E558D37}" type="sibTrans" cxnId="{6BBB48DB-5197-4910-B465-F37678E13031}">
      <dgm:prSet/>
      <dgm:spPr/>
      <dgm:t>
        <a:bodyPr/>
        <a:lstStyle/>
        <a:p>
          <a:endParaRPr lang="en-US"/>
        </a:p>
      </dgm:t>
    </dgm:pt>
    <dgm:pt modelId="{BF61626B-FABD-47F7-B889-FBB82709637D}">
      <dgm:prSet/>
      <dgm:spPr/>
      <dgm:t>
        <a:bodyPr/>
        <a:lstStyle/>
        <a:p>
          <a:r>
            <a:rPr lang="en-GB" b="0" i="0" baseline="0"/>
            <a:t>· Adding or modifying ventilation systems</a:t>
          </a:r>
          <a:endParaRPr lang="en-US"/>
        </a:p>
      </dgm:t>
    </dgm:pt>
    <dgm:pt modelId="{9CE2B271-43A8-45C6-8B44-638F7684CDC4}" type="parTrans" cxnId="{1A84ED40-E106-4746-8060-5A3A6BCFA29D}">
      <dgm:prSet/>
      <dgm:spPr/>
      <dgm:t>
        <a:bodyPr/>
        <a:lstStyle/>
        <a:p>
          <a:endParaRPr lang="en-US"/>
        </a:p>
      </dgm:t>
    </dgm:pt>
    <dgm:pt modelId="{821DAEBC-DAFA-471C-B253-B763773D264B}" type="sibTrans" cxnId="{1A84ED40-E106-4746-8060-5A3A6BCFA29D}">
      <dgm:prSet/>
      <dgm:spPr/>
      <dgm:t>
        <a:bodyPr/>
        <a:lstStyle/>
        <a:p>
          <a:endParaRPr lang="en-US"/>
        </a:p>
      </dgm:t>
    </dgm:pt>
    <dgm:pt modelId="{33CEDF07-3CAD-4DF4-A2F8-61DA1C6CE29E}">
      <dgm:prSet/>
      <dgm:spPr/>
      <dgm:t>
        <a:bodyPr/>
        <a:lstStyle/>
        <a:p>
          <a:r>
            <a:rPr lang="en-GB" b="0" i="0" baseline="0"/>
            <a:t>· Increasing sampling and testing frequency</a:t>
          </a:r>
          <a:endParaRPr lang="en-US"/>
        </a:p>
      </dgm:t>
    </dgm:pt>
    <dgm:pt modelId="{672D2772-E378-4118-A4E6-52545D1D711E}" type="parTrans" cxnId="{559E0BA4-2787-4FFE-B6B9-7DAD2218DFC0}">
      <dgm:prSet/>
      <dgm:spPr/>
      <dgm:t>
        <a:bodyPr/>
        <a:lstStyle/>
        <a:p>
          <a:endParaRPr lang="en-US"/>
        </a:p>
      </dgm:t>
    </dgm:pt>
    <dgm:pt modelId="{7201B5A3-B63C-4B2A-9ED5-6142B8CE1BB5}" type="sibTrans" cxnId="{559E0BA4-2787-4FFE-B6B9-7DAD2218DFC0}">
      <dgm:prSet/>
      <dgm:spPr/>
      <dgm:t>
        <a:bodyPr/>
        <a:lstStyle/>
        <a:p>
          <a:endParaRPr lang="en-US"/>
        </a:p>
      </dgm:t>
    </dgm:pt>
    <dgm:pt modelId="{5388F7AC-5685-4E6A-9401-6B6CFA66753D}" type="pres">
      <dgm:prSet presAssocID="{E2A8F710-7EDB-446B-AE6E-7497CD4B8E44}" presName="linear" presStyleCnt="0">
        <dgm:presLayoutVars>
          <dgm:animLvl val="lvl"/>
          <dgm:resizeHandles val="exact"/>
        </dgm:presLayoutVars>
      </dgm:prSet>
      <dgm:spPr/>
    </dgm:pt>
    <dgm:pt modelId="{7C31FCEF-454E-49D7-B851-8BED6156B7B5}" type="pres">
      <dgm:prSet presAssocID="{5C8A5562-D265-4505-8A89-ACAF611FF938}" presName="parentText" presStyleLbl="node1" presStyleIdx="0" presStyleCnt="8">
        <dgm:presLayoutVars>
          <dgm:chMax val="0"/>
          <dgm:bulletEnabled val="1"/>
        </dgm:presLayoutVars>
      </dgm:prSet>
      <dgm:spPr/>
    </dgm:pt>
    <dgm:pt modelId="{A9311B93-F7C2-435C-8E81-71364F187997}" type="pres">
      <dgm:prSet presAssocID="{D7D21C2D-E46B-452C-B3ED-A79B9706573B}" presName="spacer" presStyleCnt="0"/>
      <dgm:spPr/>
    </dgm:pt>
    <dgm:pt modelId="{03A93A9C-7554-43E6-BC98-C6DD8CF6DEEF}" type="pres">
      <dgm:prSet presAssocID="{8AF7AC78-2FB5-470D-A448-B198906DF507}" presName="parentText" presStyleLbl="node1" presStyleIdx="1" presStyleCnt="8">
        <dgm:presLayoutVars>
          <dgm:chMax val="0"/>
          <dgm:bulletEnabled val="1"/>
        </dgm:presLayoutVars>
      </dgm:prSet>
      <dgm:spPr/>
    </dgm:pt>
    <dgm:pt modelId="{5C99CC66-CC68-46A2-9D56-9A478E1501BC}" type="pres">
      <dgm:prSet presAssocID="{7CA5613C-F28C-4DD1-9448-A862BB416232}" presName="spacer" presStyleCnt="0"/>
      <dgm:spPr/>
    </dgm:pt>
    <dgm:pt modelId="{154B45E9-D7BE-4390-8E03-E6EA506C72C0}" type="pres">
      <dgm:prSet presAssocID="{00E4D07D-E37A-424B-8130-C801DA95794F}" presName="parentText" presStyleLbl="node1" presStyleIdx="2" presStyleCnt="8">
        <dgm:presLayoutVars>
          <dgm:chMax val="0"/>
          <dgm:bulletEnabled val="1"/>
        </dgm:presLayoutVars>
      </dgm:prSet>
      <dgm:spPr/>
    </dgm:pt>
    <dgm:pt modelId="{467F89D2-C9E9-4AFB-896C-E5CCAEE11D3C}" type="pres">
      <dgm:prSet presAssocID="{75BD35B5-6D59-494F-B5FB-6A64A0BF3F7A}" presName="spacer" presStyleCnt="0"/>
      <dgm:spPr/>
    </dgm:pt>
    <dgm:pt modelId="{41B7FC61-71C4-4CE3-AE4E-990D484C0CBC}" type="pres">
      <dgm:prSet presAssocID="{8EDDC2E5-D22B-44D0-86C1-48172F93E9E3}" presName="parentText" presStyleLbl="node1" presStyleIdx="3" presStyleCnt="8">
        <dgm:presLayoutVars>
          <dgm:chMax val="0"/>
          <dgm:bulletEnabled val="1"/>
        </dgm:presLayoutVars>
      </dgm:prSet>
      <dgm:spPr/>
    </dgm:pt>
    <dgm:pt modelId="{A99C58C3-EAA4-4D88-ADE6-E05D8C472F1F}" type="pres">
      <dgm:prSet presAssocID="{0D09AA6E-C710-47A9-8678-AAC9DA245FA6}" presName="spacer" presStyleCnt="0"/>
      <dgm:spPr/>
    </dgm:pt>
    <dgm:pt modelId="{4C9DDCA4-D4AC-457F-8309-D33FC7DC81DF}" type="pres">
      <dgm:prSet presAssocID="{395CBA63-B49A-4525-B862-C8050EDB4B85}" presName="parentText" presStyleLbl="node1" presStyleIdx="4" presStyleCnt="8">
        <dgm:presLayoutVars>
          <dgm:chMax val="0"/>
          <dgm:bulletEnabled val="1"/>
        </dgm:presLayoutVars>
      </dgm:prSet>
      <dgm:spPr/>
    </dgm:pt>
    <dgm:pt modelId="{D73DA189-915D-4677-93B2-A826A9ECA1B8}" type="pres">
      <dgm:prSet presAssocID="{9F7363F8-E3AE-49AB-9BDD-DB5243D7EB8C}" presName="spacer" presStyleCnt="0"/>
      <dgm:spPr/>
    </dgm:pt>
    <dgm:pt modelId="{E0431AA8-D022-4ABB-90DE-835EBD39D8BF}" type="pres">
      <dgm:prSet presAssocID="{CE22FBDE-3958-4FC9-84B1-B78B6A0197A8}" presName="parentText" presStyleLbl="node1" presStyleIdx="5" presStyleCnt="8">
        <dgm:presLayoutVars>
          <dgm:chMax val="0"/>
          <dgm:bulletEnabled val="1"/>
        </dgm:presLayoutVars>
      </dgm:prSet>
      <dgm:spPr/>
    </dgm:pt>
    <dgm:pt modelId="{F1BA2A01-2B06-4E31-9D5D-071157E59FEE}" type="pres">
      <dgm:prSet presAssocID="{AC2D8ECA-9696-4039-9B89-D6072E558D37}" presName="spacer" presStyleCnt="0"/>
      <dgm:spPr/>
    </dgm:pt>
    <dgm:pt modelId="{C471A742-50BA-45EF-985C-557EBA5A578F}" type="pres">
      <dgm:prSet presAssocID="{BF61626B-FABD-47F7-B889-FBB82709637D}" presName="parentText" presStyleLbl="node1" presStyleIdx="6" presStyleCnt="8">
        <dgm:presLayoutVars>
          <dgm:chMax val="0"/>
          <dgm:bulletEnabled val="1"/>
        </dgm:presLayoutVars>
      </dgm:prSet>
      <dgm:spPr/>
    </dgm:pt>
    <dgm:pt modelId="{0EA026BD-797B-45E5-AA14-E80843426560}" type="pres">
      <dgm:prSet presAssocID="{821DAEBC-DAFA-471C-B253-B763773D264B}" presName="spacer" presStyleCnt="0"/>
      <dgm:spPr/>
    </dgm:pt>
    <dgm:pt modelId="{49299F15-86BD-41C6-9649-AB73B09F63A1}" type="pres">
      <dgm:prSet presAssocID="{33CEDF07-3CAD-4DF4-A2F8-61DA1C6CE29E}" presName="parentText" presStyleLbl="node1" presStyleIdx="7" presStyleCnt="8">
        <dgm:presLayoutVars>
          <dgm:chMax val="0"/>
          <dgm:bulletEnabled val="1"/>
        </dgm:presLayoutVars>
      </dgm:prSet>
      <dgm:spPr/>
    </dgm:pt>
  </dgm:ptLst>
  <dgm:cxnLst>
    <dgm:cxn modelId="{37FF930A-46EB-4F55-80CB-A7B21428DAE0}" type="presOf" srcId="{33CEDF07-3CAD-4DF4-A2F8-61DA1C6CE29E}" destId="{49299F15-86BD-41C6-9649-AB73B09F63A1}" srcOrd="0" destOrd="0" presId="urn:microsoft.com/office/officeart/2005/8/layout/vList2"/>
    <dgm:cxn modelId="{2E02C10D-9F2F-420C-AEB2-813C7BA31C85}" type="presOf" srcId="{8EDDC2E5-D22B-44D0-86C1-48172F93E9E3}" destId="{41B7FC61-71C4-4CE3-AE4E-990D484C0CBC}" srcOrd="0" destOrd="0" presId="urn:microsoft.com/office/officeart/2005/8/layout/vList2"/>
    <dgm:cxn modelId="{D7F2262B-31A5-48C5-8741-F07684A54D59}" srcId="{E2A8F710-7EDB-446B-AE6E-7497CD4B8E44}" destId="{5C8A5562-D265-4505-8A89-ACAF611FF938}" srcOrd="0" destOrd="0" parTransId="{D719DEFB-8207-4FE6-BD6B-5B54BA218138}" sibTransId="{D7D21C2D-E46B-452C-B3ED-A79B9706573B}"/>
    <dgm:cxn modelId="{1A84ED40-E106-4746-8060-5A3A6BCFA29D}" srcId="{E2A8F710-7EDB-446B-AE6E-7497CD4B8E44}" destId="{BF61626B-FABD-47F7-B889-FBB82709637D}" srcOrd="6" destOrd="0" parTransId="{9CE2B271-43A8-45C6-8B44-638F7684CDC4}" sibTransId="{821DAEBC-DAFA-471C-B253-B763773D264B}"/>
    <dgm:cxn modelId="{89A61241-2A60-4334-A657-A51BEBF66BD2}" srcId="{E2A8F710-7EDB-446B-AE6E-7497CD4B8E44}" destId="{00E4D07D-E37A-424B-8130-C801DA95794F}" srcOrd="2" destOrd="0" parTransId="{FA3A668A-80E3-4EB1-A6F1-34B89F38DB28}" sibTransId="{75BD35B5-6D59-494F-B5FB-6A64A0BF3F7A}"/>
    <dgm:cxn modelId="{1A1C3A70-9F14-4436-8950-58BC2D4E1491}" srcId="{E2A8F710-7EDB-446B-AE6E-7497CD4B8E44}" destId="{8EDDC2E5-D22B-44D0-86C1-48172F93E9E3}" srcOrd="3" destOrd="0" parTransId="{0B3A1E60-78D4-4E17-BD38-C72D388EE96B}" sibTransId="{0D09AA6E-C710-47A9-8678-AAC9DA245FA6}"/>
    <dgm:cxn modelId="{DF35CF75-B14A-4DC5-93BB-462640E7D747}" type="presOf" srcId="{5C8A5562-D265-4505-8A89-ACAF611FF938}" destId="{7C31FCEF-454E-49D7-B851-8BED6156B7B5}" srcOrd="0" destOrd="0" presId="urn:microsoft.com/office/officeart/2005/8/layout/vList2"/>
    <dgm:cxn modelId="{9104B97D-5933-40C7-B9EF-BCB20E887AFE}" type="presOf" srcId="{8AF7AC78-2FB5-470D-A448-B198906DF507}" destId="{03A93A9C-7554-43E6-BC98-C6DD8CF6DEEF}" srcOrd="0" destOrd="0" presId="urn:microsoft.com/office/officeart/2005/8/layout/vList2"/>
    <dgm:cxn modelId="{BFFCE386-B6CA-4EFD-854B-35F8E4FEAE10}" type="presOf" srcId="{00E4D07D-E37A-424B-8130-C801DA95794F}" destId="{154B45E9-D7BE-4390-8E03-E6EA506C72C0}" srcOrd="0" destOrd="0" presId="urn:microsoft.com/office/officeart/2005/8/layout/vList2"/>
    <dgm:cxn modelId="{643EDB9C-30D1-4044-B33F-FC622A5EF242}" type="presOf" srcId="{CE22FBDE-3958-4FC9-84B1-B78B6A0197A8}" destId="{E0431AA8-D022-4ABB-90DE-835EBD39D8BF}" srcOrd="0" destOrd="0" presId="urn:microsoft.com/office/officeart/2005/8/layout/vList2"/>
    <dgm:cxn modelId="{87D7889D-F21C-46F9-819D-B28D504AC992}" type="presOf" srcId="{E2A8F710-7EDB-446B-AE6E-7497CD4B8E44}" destId="{5388F7AC-5685-4E6A-9401-6B6CFA66753D}" srcOrd="0" destOrd="0" presId="urn:microsoft.com/office/officeart/2005/8/layout/vList2"/>
    <dgm:cxn modelId="{559E0BA4-2787-4FFE-B6B9-7DAD2218DFC0}" srcId="{E2A8F710-7EDB-446B-AE6E-7497CD4B8E44}" destId="{33CEDF07-3CAD-4DF4-A2F8-61DA1C6CE29E}" srcOrd="7" destOrd="0" parTransId="{672D2772-E378-4118-A4E6-52545D1D711E}" sibTransId="{7201B5A3-B63C-4B2A-9ED5-6142B8CE1BB5}"/>
    <dgm:cxn modelId="{D8455FDA-8A88-448B-8E7E-4B0E800C8F67}" type="presOf" srcId="{BF61626B-FABD-47F7-B889-FBB82709637D}" destId="{C471A742-50BA-45EF-985C-557EBA5A578F}" srcOrd="0" destOrd="0" presId="urn:microsoft.com/office/officeart/2005/8/layout/vList2"/>
    <dgm:cxn modelId="{6BBB48DB-5197-4910-B465-F37678E13031}" srcId="{E2A8F710-7EDB-446B-AE6E-7497CD4B8E44}" destId="{CE22FBDE-3958-4FC9-84B1-B78B6A0197A8}" srcOrd="5" destOrd="0" parTransId="{A9577EA2-DD16-401C-B471-B965DDB12F66}" sibTransId="{AC2D8ECA-9696-4039-9B89-D6072E558D37}"/>
    <dgm:cxn modelId="{07ABAADD-CCFF-478B-B6E1-77B083629316}" srcId="{E2A8F710-7EDB-446B-AE6E-7497CD4B8E44}" destId="{395CBA63-B49A-4525-B862-C8050EDB4B85}" srcOrd="4" destOrd="0" parTransId="{1D760FCA-B171-4332-83CA-8D1412D8F689}" sibTransId="{9F7363F8-E3AE-49AB-9BDD-DB5243D7EB8C}"/>
    <dgm:cxn modelId="{B8C3F5E9-0C21-4172-8E8B-4E2A28D95284}" srcId="{E2A8F710-7EDB-446B-AE6E-7497CD4B8E44}" destId="{8AF7AC78-2FB5-470D-A448-B198906DF507}" srcOrd="1" destOrd="0" parTransId="{34910B4C-8331-42B7-B681-348ED60F5215}" sibTransId="{7CA5613C-F28C-4DD1-9448-A862BB416232}"/>
    <dgm:cxn modelId="{1A638DF9-B85F-4FC4-B2F6-E60E85B62480}" type="presOf" srcId="{395CBA63-B49A-4525-B862-C8050EDB4B85}" destId="{4C9DDCA4-D4AC-457F-8309-D33FC7DC81DF}" srcOrd="0" destOrd="0" presId="urn:microsoft.com/office/officeart/2005/8/layout/vList2"/>
    <dgm:cxn modelId="{93F834C9-F4EF-4DAF-8C62-957839F6796C}" type="presParOf" srcId="{5388F7AC-5685-4E6A-9401-6B6CFA66753D}" destId="{7C31FCEF-454E-49D7-B851-8BED6156B7B5}" srcOrd="0" destOrd="0" presId="urn:microsoft.com/office/officeart/2005/8/layout/vList2"/>
    <dgm:cxn modelId="{79615758-FA0A-4DC8-AFFA-C06620CF7D81}" type="presParOf" srcId="{5388F7AC-5685-4E6A-9401-6B6CFA66753D}" destId="{A9311B93-F7C2-435C-8E81-71364F187997}" srcOrd="1" destOrd="0" presId="urn:microsoft.com/office/officeart/2005/8/layout/vList2"/>
    <dgm:cxn modelId="{6A6D288E-8A59-4957-8A82-0607D785A614}" type="presParOf" srcId="{5388F7AC-5685-4E6A-9401-6B6CFA66753D}" destId="{03A93A9C-7554-43E6-BC98-C6DD8CF6DEEF}" srcOrd="2" destOrd="0" presId="urn:microsoft.com/office/officeart/2005/8/layout/vList2"/>
    <dgm:cxn modelId="{0748E1C0-C921-4CCB-B9D9-1463EBAFA80C}" type="presParOf" srcId="{5388F7AC-5685-4E6A-9401-6B6CFA66753D}" destId="{5C99CC66-CC68-46A2-9D56-9A478E1501BC}" srcOrd="3" destOrd="0" presId="urn:microsoft.com/office/officeart/2005/8/layout/vList2"/>
    <dgm:cxn modelId="{BF3429ED-779A-4A37-BAC8-C507F1A2F266}" type="presParOf" srcId="{5388F7AC-5685-4E6A-9401-6B6CFA66753D}" destId="{154B45E9-D7BE-4390-8E03-E6EA506C72C0}" srcOrd="4" destOrd="0" presId="urn:microsoft.com/office/officeart/2005/8/layout/vList2"/>
    <dgm:cxn modelId="{7D314291-78E4-4143-97B5-3BE0DE4193AB}" type="presParOf" srcId="{5388F7AC-5685-4E6A-9401-6B6CFA66753D}" destId="{467F89D2-C9E9-4AFB-896C-E5CCAEE11D3C}" srcOrd="5" destOrd="0" presId="urn:microsoft.com/office/officeart/2005/8/layout/vList2"/>
    <dgm:cxn modelId="{1A4446C7-0471-49A1-8902-2CA7386FE437}" type="presParOf" srcId="{5388F7AC-5685-4E6A-9401-6B6CFA66753D}" destId="{41B7FC61-71C4-4CE3-AE4E-990D484C0CBC}" srcOrd="6" destOrd="0" presId="urn:microsoft.com/office/officeart/2005/8/layout/vList2"/>
    <dgm:cxn modelId="{2CB5B7D9-8397-4B93-87F7-FA7DC5F6A345}" type="presParOf" srcId="{5388F7AC-5685-4E6A-9401-6B6CFA66753D}" destId="{A99C58C3-EAA4-4D88-ADE6-E05D8C472F1F}" srcOrd="7" destOrd="0" presId="urn:microsoft.com/office/officeart/2005/8/layout/vList2"/>
    <dgm:cxn modelId="{2E6DE83E-9AC9-4125-ACC3-DC35E96DC843}" type="presParOf" srcId="{5388F7AC-5685-4E6A-9401-6B6CFA66753D}" destId="{4C9DDCA4-D4AC-457F-8309-D33FC7DC81DF}" srcOrd="8" destOrd="0" presId="urn:microsoft.com/office/officeart/2005/8/layout/vList2"/>
    <dgm:cxn modelId="{F77B2C4F-A090-46BA-8EED-0060D10F0C18}" type="presParOf" srcId="{5388F7AC-5685-4E6A-9401-6B6CFA66753D}" destId="{D73DA189-915D-4677-93B2-A826A9ECA1B8}" srcOrd="9" destOrd="0" presId="urn:microsoft.com/office/officeart/2005/8/layout/vList2"/>
    <dgm:cxn modelId="{22E28EA4-E68F-45CA-86AA-C923646A3C5E}" type="presParOf" srcId="{5388F7AC-5685-4E6A-9401-6B6CFA66753D}" destId="{E0431AA8-D022-4ABB-90DE-835EBD39D8BF}" srcOrd="10" destOrd="0" presId="urn:microsoft.com/office/officeart/2005/8/layout/vList2"/>
    <dgm:cxn modelId="{51989EB6-D6A8-453B-A26F-58427FFDFB8B}" type="presParOf" srcId="{5388F7AC-5685-4E6A-9401-6B6CFA66753D}" destId="{F1BA2A01-2B06-4E31-9D5D-071157E59FEE}" srcOrd="11" destOrd="0" presId="urn:microsoft.com/office/officeart/2005/8/layout/vList2"/>
    <dgm:cxn modelId="{2FB9F3EA-F479-4B55-8827-A1AB8C74CF22}" type="presParOf" srcId="{5388F7AC-5685-4E6A-9401-6B6CFA66753D}" destId="{C471A742-50BA-45EF-985C-557EBA5A578F}" srcOrd="12" destOrd="0" presId="urn:microsoft.com/office/officeart/2005/8/layout/vList2"/>
    <dgm:cxn modelId="{1C7CE846-604C-4EF1-AFEA-21AE3B75E28E}" type="presParOf" srcId="{5388F7AC-5685-4E6A-9401-6B6CFA66753D}" destId="{0EA026BD-797B-45E5-AA14-E80843426560}" srcOrd="13" destOrd="0" presId="urn:microsoft.com/office/officeart/2005/8/layout/vList2"/>
    <dgm:cxn modelId="{7815DFF2-6FD2-4005-B89F-0A5B39FFC82F}" type="presParOf" srcId="{5388F7AC-5685-4E6A-9401-6B6CFA66753D}" destId="{49299F15-86BD-41C6-9649-AB73B09F63A1}"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FFC41EF-AFD1-4556-B6B0-EB83C2760CE7}"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15348E8B-1CFC-4DA2-940F-3F5166CC1D96}">
      <dgm:prSet/>
      <dgm:spPr/>
      <dgm:t>
        <a:bodyPr/>
        <a:lstStyle/>
        <a:p>
          <a:r>
            <a:rPr lang="en-GB" b="0" i="0" baseline="0" dirty="0"/>
            <a:t>Information on workplace hazards may already be available to employers and workers, from both internal and external sources.</a:t>
          </a:r>
          <a:endParaRPr lang="en-US" dirty="0"/>
        </a:p>
      </dgm:t>
    </dgm:pt>
    <dgm:pt modelId="{D98830D9-7246-4C76-AEB1-8231B8ADE54D}" type="parTrans" cxnId="{087D81DA-667D-47C1-8BAE-AFC61650FC9F}">
      <dgm:prSet/>
      <dgm:spPr/>
      <dgm:t>
        <a:bodyPr/>
        <a:lstStyle/>
        <a:p>
          <a:endParaRPr lang="en-US"/>
        </a:p>
      </dgm:t>
    </dgm:pt>
    <dgm:pt modelId="{CAD64B12-4EE3-4A24-9487-7BC816DC6AC7}" type="sibTrans" cxnId="{087D81DA-667D-47C1-8BAE-AFC61650FC9F}">
      <dgm:prSet/>
      <dgm:spPr/>
      <dgm:t>
        <a:bodyPr/>
        <a:lstStyle/>
        <a:p>
          <a:endParaRPr lang="en-US"/>
        </a:p>
      </dgm:t>
    </dgm:pt>
    <dgm:pt modelId="{FD6F414C-C95E-40EE-89B3-BB5A367E4EE2}" type="pres">
      <dgm:prSet presAssocID="{4FFC41EF-AFD1-4556-B6B0-EB83C2760CE7}" presName="hierChild1" presStyleCnt="0">
        <dgm:presLayoutVars>
          <dgm:chPref val="1"/>
          <dgm:dir/>
          <dgm:animOne val="branch"/>
          <dgm:animLvl val="lvl"/>
          <dgm:resizeHandles/>
        </dgm:presLayoutVars>
      </dgm:prSet>
      <dgm:spPr/>
    </dgm:pt>
    <dgm:pt modelId="{AAA71870-8B57-474D-8CA3-56C7741AD459}" type="pres">
      <dgm:prSet presAssocID="{15348E8B-1CFC-4DA2-940F-3F5166CC1D96}" presName="hierRoot1" presStyleCnt="0"/>
      <dgm:spPr/>
    </dgm:pt>
    <dgm:pt modelId="{0C5B0982-B3BD-4ACA-B9ED-7885DE8F008C}" type="pres">
      <dgm:prSet presAssocID="{15348E8B-1CFC-4DA2-940F-3F5166CC1D96}" presName="composite" presStyleCnt="0"/>
      <dgm:spPr/>
    </dgm:pt>
    <dgm:pt modelId="{937709A4-80D7-42FF-AA80-FCDCF253A405}" type="pres">
      <dgm:prSet presAssocID="{15348E8B-1CFC-4DA2-940F-3F5166CC1D96}" presName="background" presStyleLbl="node0" presStyleIdx="0" presStyleCnt="1"/>
      <dgm:spPr/>
    </dgm:pt>
    <dgm:pt modelId="{7FF2A6BF-E7EC-42A8-8A9F-B72A5425952B}" type="pres">
      <dgm:prSet presAssocID="{15348E8B-1CFC-4DA2-940F-3F5166CC1D96}" presName="text" presStyleLbl="fgAcc0" presStyleIdx="0" presStyleCnt="1">
        <dgm:presLayoutVars>
          <dgm:chPref val="3"/>
        </dgm:presLayoutVars>
      </dgm:prSet>
      <dgm:spPr/>
    </dgm:pt>
    <dgm:pt modelId="{6C277395-D255-492D-8037-6A4AA672808E}" type="pres">
      <dgm:prSet presAssocID="{15348E8B-1CFC-4DA2-940F-3F5166CC1D96}" presName="hierChild2" presStyleCnt="0"/>
      <dgm:spPr/>
    </dgm:pt>
  </dgm:ptLst>
  <dgm:cxnLst>
    <dgm:cxn modelId="{087D81DA-667D-47C1-8BAE-AFC61650FC9F}" srcId="{4FFC41EF-AFD1-4556-B6B0-EB83C2760CE7}" destId="{15348E8B-1CFC-4DA2-940F-3F5166CC1D96}" srcOrd="0" destOrd="0" parTransId="{D98830D9-7246-4C76-AEB1-8231B8ADE54D}" sibTransId="{CAD64B12-4EE3-4A24-9487-7BC816DC6AC7}"/>
    <dgm:cxn modelId="{E8F516E6-963C-4727-BCDB-A0947612CA0E}" type="presOf" srcId="{4FFC41EF-AFD1-4556-B6B0-EB83C2760CE7}" destId="{FD6F414C-C95E-40EE-89B3-BB5A367E4EE2}" srcOrd="0" destOrd="0" presId="urn:microsoft.com/office/officeart/2005/8/layout/hierarchy1"/>
    <dgm:cxn modelId="{1FE5D8F5-7464-411C-96D9-7A9971A3B1DC}" type="presOf" srcId="{15348E8B-1CFC-4DA2-940F-3F5166CC1D96}" destId="{7FF2A6BF-E7EC-42A8-8A9F-B72A5425952B}" srcOrd="0" destOrd="0" presId="urn:microsoft.com/office/officeart/2005/8/layout/hierarchy1"/>
    <dgm:cxn modelId="{40A66BF8-CB62-4291-84A7-04396CCBFED4}" type="presParOf" srcId="{FD6F414C-C95E-40EE-89B3-BB5A367E4EE2}" destId="{AAA71870-8B57-474D-8CA3-56C7741AD459}" srcOrd="0" destOrd="0" presId="urn:microsoft.com/office/officeart/2005/8/layout/hierarchy1"/>
    <dgm:cxn modelId="{6427F803-C5F2-4504-9E0A-891D05A73695}" type="presParOf" srcId="{AAA71870-8B57-474D-8CA3-56C7741AD459}" destId="{0C5B0982-B3BD-4ACA-B9ED-7885DE8F008C}" srcOrd="0" destOrd="0" presId="urn:microsoft.com/office/officeart/2005/8/layout/hierarchy1"/>
    <dgm:cxn modelId="{C0655C1F-C540-4AD3-9F16-DE89E75DE799}" type="presParOf" srcId="{0C5B0982-B3BD-4ACA-B9ED-7885DE8F008C}" destId="{937709A4-80D7-42FF-AA80-FCDCF253A405}" srcOrd="0" destOrd="0" presId="urn:microsoft.com/office/officeart/2005/8/layout/hierarchy1"/>
    <dgm:cxn modelId="{A8D4F40C-D085-4132-B064-5AAF37BEFE1F}" type="presParOf" srcId="{0C5B0982-B3BD-4ACA-B9ED-7885DE8F008C}" destId="{7FF2A6BF-E7EC-42A8-8A9F-B72A5425952B}" srcOrd="1" destOrd="0" presId="urn:microsoft.com/office/officeart/2005/8/layout/hierarchy1"/>
    <dgm:cxn modelId="{291E6358-C6F6-4206-A6AE-5A3083C8F7BE}" type="presParOf" srcId="{AAA71870-8B57-474D-8CA3-56C7741AD459}" destId="{6C277395-D255-492D-8037-6A4AA672808E}"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2ABBA84-1537-4B2C-9E4D-51A79D44145D}"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BA11AA8F-B345-462A-AB15-FAF17D410425}">
      <dgm:prSet/>
      <dgm:spPr/>
      <dgm:t>
        <a:bodyPr/>
        <a:lstStyle/>
        <a:p>
          <a:r>
            <a:rPr lang="en-GB" b="0" i="0" baseline="0"/>
            <a:t>· Equipment and machinery operating manuals.</a:t>
          </a:r>
          <a:endParaRPr lang="en-US"/>
        </a:p>
      </dgm:t>
    </dgm:pt>
    <dgm:pt modelId="{0CC30646-0AAA-45D9-AFD4-8AE098EF5CD1}" type="parTrans" cxnId="{A1F6B1EA-F6D7-4037-9387-43CFA8073C7F}">
      <dgm:prSet/>
      <dgm:spPr/>
      <dgm:t>
        <a:bodyPr/>
        <a:lstStyle/>
        <a:p>
          <a:endParaRPr lang="en-US"/>
        </a:p>
      </dgm:t>
    </dgm:pt>
    <dgm:pt modelId="{0A9CF26A-146B-4E35-AAA4-0E1C9860EC5C}" type="sibTrans" cxnId="{A1F6B1EA-F6D7-4037-9387-43CFA8073C7F}">
      <dgm:prSet/>
      <dgm:spPr/>
      <dgm:t>
        <a:bodyPr/>
        <a:lstStyle/>
        <a:p>
          <a:endParaRPr lang="en-US"/>
        </a:p>
      </dgm:t>
    </dgm:pt>
    <dgm:pt modelId="{C5AD26AC-4B5A-4042-B0C2-890887FA68DF}">
      <dgm:prSet/>
      <dgm:spPr/>
      <dgm:t>
        <a:bodyPr/>
        <a:lstStyle/>
        <a:p>
          <a:r>
            <a:rPr lang="en-GB" b="0" i="0" baseline="0"/>
            <a:t>· Safety Data Sheets (SDS) provided by chemical manufacturers.</a:t>
          </a:r>
          <a:endParaRPr lang="en-US"/>
        </a:p>
      </dgm:t>
    </dgm:pt>
    <dgm:pt modelId="{6BDCCF7E-40B1-4052-89A3-21D21C352FCC}" type="parTrans" cxnId="{58C54D22-15C2-433E-B5EB-F64A6BF60D61}">
      <dgm:prSet/>
      <dgm:spPr/>
      <dgm:t>
        <a:bodyPr/>
        <a:lstStyle/>
        <a:p>
          <a:endParaRPr lang="en-US"/>
        </a:p>
      </dgm:t>
    </dgm:pt>
    <dgm:pt modelId="{56634540-2BB9-431F-BDA9-8EF2C9EEED6D}" type="sibTrans" cxnId="{58C54D22-15C2-433E-B5EB-F64A6BF60D61}">
      <dgm:prSet/>
      <dgm:spPr/>
      <dgm:t>
        <a:bodyPr/>
        <a:lstStyle/>
        <a:p>
          <a:endParaRPr lang="en-US"/>
        </a:p>
      </dgm:t>
    </dgm:pt>
    <dgm:pt modelId="{FD1A0038-9A28-4C6C-8159-95A1AFFA6C49}">
      <dgm:prSet/>
      <dgm:spPr/>
      <dgm:t>
        <a:bodyPr/>
        <a:lstStyle/>
        <a:p>
          <a:r>
            <a:rPr lang="en-GB" b="0" i="0" baseline="0"/>
            <a:t>· Self-inspection reports and inspection reports from insurance carriers, government agencies, and consultants.</a:t>
          </a:r>
          <a:endParaRPr lang="en-US"/>
        </a:p>
      </dgm:t>
    </dgm:pt>
    <dgm:pt modelId="{5B14F7E9-B570-4F08-8A39-9D970FE0313A}" type="parTrans" cxnId="{696E36C7-D0E7-44C9-A620-20CBC7E7E68B}">
      <dgm:prSet/>
      <dgm:spPr/>
      <dgm:t>
        <a:bodyPr/>
        <a:lstStyle/>
        <a:p>
          <a:endParaRPr lang="en-US"/>
        </a:p>
      </dgm:t>
    </dgm:pt>
    <dgm:pt modelId="{83B65588-1DA4-4402-B8EC-8237A9C1E530}" type="sibTrans" cxnId="{696E36C7-D0E7-44C9-A620-20CBC7E7E68B}">
      <dgm:prSet/>
      <dgm:spPr/>
      <dgm:t>
        <a:bodyPr/>
        <a:lstStyle/>
        <a:p>
          <a:endParaRPr lang="en-US"/>
        </a:p>
      </dgm:t>
    </dgm:pt>
    <dgm:pt modelId="{1C9C99E8-3308-4016-995C-A69BDC741C57}">
      <dgm:prSet/>
      <dgm:spPr/>
      <dgm:t>
        <a:bodyPr/>
        <a:lstStyle/>
        <a:p>
          <a:r>
            <a:rPr lang="en-GB" b="0" i="0" baseline="0"/>
            <a:t>· Records of previous injuries and illnesses.</a:t>
          </a:r>
          <a:endParaRPr lang="en-US"/>
        </a:p>
      </dgm:t>
    </dgm:pt>
    <dgm:pt modelId="{3E5AB2E7-BE8B-4E9A-A0F8-0096DDB53A89}" type="parTrans" cxnId="{0FEBE74D-90E4-49B1-A2E3-D9301AEAAB89}">
      <dgm:prSet/>
      <dgm:spPr/>
      <dgm:t>
        <a:bodyPr/>
        <a:lstStyle/>
        <a:p>
          <a:endParaRPr lang="en-US"/>
        </a:p>
      </dgm:t>
    </dgm:pt>
    <dgm:pt modelId="{3954D252-B922-4B6A-AEC3-01AE2CA87162}" type="sibTrans" cxnId="{0FEBE74D-90E4-49B1-A2E3-D9301AEAAB89}">
      <dgm:prSet/>
      <dgm:spPr/>
      <dgm:t>
        <a:bodyPr/>
        <a:lstStyle/>
        <a:p>
          <a:endParaRPr lang="en-US"/>
        </a:p>
      </dgm:t>
    </dgm:pt>
    <dgm:pt modelId="{536DD4A5-0486-4BC6-BC1E-01AECFB88197}">
      <dgm:prSet/>
      <dgm:spPr/>
      <dgm:t>
        <a:bodyPr/>
        <a:lstStyle/>
        <a:p>
          <a:r>
            <a:rPr lang="en-GB" b="0" i="0" baseline="0"/>
            <a:t>· Workers' compensation records and reports.</a:t>
          </a:r>
          <a:endParaRPr lang="en-US"/>
        </a:p>
      </dgm:t>
    </dgm:pt>
    <dgm:pt modelId="{D0DE2175-374E-41F3-9168-491067FCDC8A}" type="parTrans" cxnId="{FE3F3CBF-E07B-47D9-99E0-3835185AA624}">
      <dgm:prSet/>
      <dgm:spPr/>
      <dgm:t>
        <a:bodyPr/>
        <a:lstStyle/>
        <a:p>
          <a:endParaRPr lang="en-US"/>
        </a:p>
      </dgm:t>
    </dgm:pt>
    <dgm:pt modelId="{301A8D95-6FEE-4DF5-8B38-2A405343EAA4}" type="sibTrans" cxnId="{FE3F3CBF-E07B-47D9-99E0-3835185AA624}">
      <dgm:prSet/>
      <dgm:spPr/>
      <dgm:t>
        <a:bodyPr/>
        <a:lstStyle/>
        <a:p>
          <a:endParaRPr lang="en-US"/>
        </a:p>
      </dgm:t>
    </dgm:pt>
    <dgm:pt modelId="{C5A13588-757E-4001-BD62-5B6BBD9E7468}">
      <dgm:prSet/>
      <dgm:spPr/>
      <dgm:t>
        <a:bodyPr/>
        <a:lstStyle/>
        <a:p>
          <a:r>
            <a:rPr lang="en-GB" b="0" i="0" baseline="0"/>
            <a:t>· Patterns of frequently-occurring injuries and illnesses.</a:t>
          </a:r>
          <a:endParaRPr lang="en-US"/>
        </a:p>
      </dgm:t>
    </dgm:pt>
    <dgm:pt modelId="{8791192F-4A3A-42EA-A65E-F34E8CFD4D13}" type="parTrans" cxnId="{F58D1D65-85E5-46F4-AE43-C315CC25C2A3}">
      <dgm:prSet/>
      <dgm:spPr/>
      <dgm:t>
        <a:bodyPr/>
        <a:lstStyle/>
        <a:p>
          <a:endParaRPr lang="en-US"/>
        </a:p>
      </dgm:t>
    </dgm:pt>
    <dgm:pt modelId="{8C6182D3-4BF4-4C6E-BE19-811D99400779}" type="sibTrans" cxnId="{F58D1D65-85E5-46F4-AE43-C315CC25C2A3}">
      <dgm:prSet/>
      <dgm:spPr/>
      <dgm:t>
        <a:bodyPr/>
        <a:lstStyle/>
        <a:p>
          <a:endParaRPr lang="en-US"/>
        </a:p>
      </dgm:t>
    </dgm:pt>
    <dgm:pt modelId="{879975BC-F0DD-48AC-86FE-7DF3C6728F33}">
      <dgm:prSet/>
      <dgm:spPr/>
      <dgm:t>
        <a:bodyPr/>
        <a:lstStyle/>
        <a:p>
          <a:r>
            <a:rPr lang="en-GB" b="0" i="0" baseline="0"/>
            <a:t>· Exposure monitoring results, industrial hygiene assessments, and medical records (appropriately redacted to ensure patient/worker privacy).</a:t>
          </a:r>
          <a:endParaRPr lang="en-US"/>
        </a:p>
      </dgm:t>
    </dgm:pt>
    <dgm:pt modelId="{4F0ECD25-2458-4882-995A-B5602DE6D36A}" type="parTrans" cxnId="{EC2A51F9-A2E5-4D16-A911-3B6C828570D4}">
      <dgm:prSet/>
      <dgm:spPr/>
      <dgm:t>
        <a:bodyPr/>
        <a:lstStyle/>
        <a:p>
          <a:endParaRPr lang="en-US"/>
        </a:p>
      </dgm:t>
    </dgm:pt>
    <dgm:pt modelId="{5DAE11F2-15E8-4458-B99F-F8BBE0D68C78}" type="sibTrans" cxnId="{EC2A51F9-A2E5-4D16-A911-3B6C828570D4}">
      <dgm:prSet/>
      <dgm:spPr/>
      <dgm:t>
        <a:bodyPr/>
        <a:lstStyle/>
        <a:p>
          <a:endParaRPr lang="en-US"/>
        </a:p>
      </dgm:t>
    </dgm:pt>
    <dgm:pt modelId="{D35CEB92-E00C-465F-8D33-7A577A72EA36}">
      <dgm:prSet/>
      <dgm:spPr/>
      <dgm:t>
        <a:bodyPr/>
        <a:lstStyle/>
        <a:p>
          <a:r>
            <a:rPr lang="en-GB" b="0" i="0" baseline="0"/>
            <a:t>· Existing safety and health programs (lockout/tagout, confined spaces, process safety management, personal protective equipment, etc.).</a:t>
          </a:r>
          <a:endParaRPr lang="en-US"/>
        </a:p>
      </dgm:t>
    </dgm:pt>
    <dgm:pt modelId="{ECD41E02-388E-4C15-9FAE-4569AD5E4898}" type="parTrans" cxnId="{4DBBFEF7-AEFD-4A67-A3F5-A2432DCBD1F8}">
      <dgm:prSet/>
      <dgm:spPr/>
      <dgm:t>
        <a:bodyPr/>
        <a:lstStyle/>
        <a:p>
          <a:endParaRPr lang="en-US"/>
        </a:p>
      </dgm:t>
    </dgm:pt>
    <dgm:pt modelId="{7B15454D-D11E-4EC0-B994-674807E90EC3}" type="sibTrans" cxnId="{4DBBFEF7-AEFD-4A67-A3F5-A2432DCBD1F8}">
      <dgm:prSet/>
      <dgm:spPr/>
      <dgm:t>
        <a:bodyPr/>
        <a:lstStyle/>
        <a:p>
          <a:endParaRPr lang="en-US"/>
        </a:p>
      </dgm:t>
    </dgm:pt>
    <dgm:pt modelId="{AB2B27F5-B563-47DD-93A4-5C23528EA546}">
      <dgm:prSet/>
      <dgm:spPr/>
      <dgm:t>
        <a:bodyPr/>
        <a:lstStyle/>
        <a:p>
          <a:r>
            <a:rPr lang="en-GB" b="0" i="0" baseline="0"/>
            <a:t>· Input from workers, including surveys or minutes from safety and health committee meetings.</a:t>
          </a:r>
          <a:endParaRPr lang="en-US"/>
        </a:p>
      </dgm:t>
    </dgm:pt>
    <dgm:pt modelId="{256776A4-4F92-4854-8882-1DE3F88BB65A}" type="parTrans" cxnId="{413984F5-1A79-484F-9F64-A7EBF7292E31}">
      <dgm:prSet/>
      <dgm:spPr/>
      <dgm:t>
        <a:bodyPr/>
        <a:lstStyle/>
        <a:p>
          <a:endParaRPr lang="en-US"/>
        </a:p>
      </dgm:t>
    </dgm:pt>
    <dgm:pt modelId="{891704F5-071E-4E2E-AFB9-459DE3B8CE7D}" type="sibTrans" cxnId="{413984F5-1A79-484F-9F64-A7EBF7292E31}">
      <dgm:prSet/>
      <dgm:spPr/>
      <dgm:t>
        <a:bodyPr/>
        <a:lstStyle/>
        <a:p>
          <a:endParaRPr lang="en-US"/>
        </a:p>
      </dgm:t>
    </dgm:pt>
    <dgm:pt modelId="{BBE99F1B-6B9F-4AF0-88FC-6594F13171A1}">
      <dgm:prSet/>
      <dgm:spPr/>
      <dgm:t>
        <a:bodyPr/>
        <a:lstStyle/>
        <a:p>
          <a:r>
            <a:rPr lang="en-GB" b="0" i="0" baseline="0"/>
            <a:t>· Results of job hazard analyses, also known as job safety analyses.</a:t>
          </a:r>
          <a:endParaRPr lang="en-US"/>
        </a:p>
      </dgm:t>
    </dgm:pt>
    <dgm:pt modelId="{A11E2FD1-B9E6-4F98-9AF9-A4779AEFEE22}" type="parTrans" cxnId="{60ABE240-7718-412A-AED8-3E216959EABD}">
      <dgm:prSet/>
      <dgm:spPr/>
      <dgm:t>
        <a:bodyPr/>
        <a:lstStyle/>
        <a:p>
          <a:endParaRPr lang="en-US"/>
        </a:p>
      </dgm:t>
    </dgm:pt>
    <dgm:pt modelId="{29CEB5CE-4DE2-4A94-B27E-3EC288320730}" type="sibTrans" cxnId="{60ABE240-7718-412A-AED8-3E216959EABD}">
      <dgm:prSet/>
      <dgm:spPr/>
      <dgm:t>
        <a:bodyPr/>
        <a:lstStyle/>
        <a:p>
          <a:endParaRPr lang="en-US"/>
        </a:p>
      </dgm:t>
    </dgm:pt>
    <dgm:pt modelId="{193B9948-F2C9-473B-A100-A3415F6873D0}" type="pres">
      <dgm:prSet presAssocID="{82ABBA84-1537-4B2C-9E4D-51A79D44145D}" presName="diagram" presStyleCnt="0">
        <dgm:presLayoutVars>
          <dgm:dir/>
          <dgm:resizeHandles val="exact"/>
        </dgm:presLayoutVars>
      </dgm:prSet>
      <dgm:spPr/>
    </dgm:pt>
    <dgm:pt modelId="{BF1F8085-68E8-4CAF-9451-D77C5EFFD694}" type="pres">
      <dgm:prSet presAssocID="{BA11AA8F-B345-462A-AB15-FAF17D410425}" presName="node" presStyleLbl="node1" presStyleIdx="0" presStyleCnt="10">
        <dgm:presLayoutVars>
          <dgm:bulletEnabled val="1"/>
        </dgm:presLayoutVars>
      </dgm:prSet>
      <dgm:spPr/>
    </dgm:pt>
    <dgm:pt modelId="{EE51D38E-76C0-450A-BC04-63E701323335}" type="pres">
      <dgm:prSet presAssocID="{0A9CF26A-146B-4E35-AAA4-0E1C9860EC5C}" presName="sibTrans" presStyleCnt="0"/>
      <dgm:spPr/>
    </dgm:pt>
    <dgm:pt modelId="{D4535E83-08A8-41D0-9ADD-02FBEFA95EC5}" type="pres">
      <dgm:prSet presAssocID="{C5AD26AC-4B5A-4042-B0C2-890887FA68DF}" presName="node" presStyleLbl="node1" presStyleIdx="1" presStyleCnt="10">
        <dgm:presLayoutVars>
          <dgm:bulletEnabled val="1"/>
        </dgm:presLayoutVars>
      </dgm:prSet>
      <dgm:spPr/>
    </dgm:pt>
    <dgm:pt modelId="{EC8ACB33-40D3-4E74-95BB-005EA8DA44BE}" type="pres">
      <dgm:prSet presAssocID="{56634540-2BB9-431F-BDA9-8EF2C9EEED6D}" presName="sibTrans" presStyleCnt="0"/>
      <dgm:spPr/>
    </dgm:pt>
    <dgm:pt modelId="{A33A89BF-8295-4DDE-97DA-A4E19D349CB3}" type="pres">
      <dgm:prSet presAssocID="{FD1A0038-9A28-4C6C-8159-95A1AFFA6C49}" presName="node" presStyleLbl="node1" presStyleIdx="2" presStyleCnt="10">
        <dgm:presLayoutVars>
          <dgm:bulletEnabled val="1"/>
        </dgm:presLayoutVars>
      </dgm:prSet>
      <dgm:spPr/>
    </dgm:pt>
    <dgm:pt modelId="{214010AE-95BA-49A1-9141-719DDFF1AC6A}" type="pres">
      <dgm:prSet presAssocID="{83B65588-1DA4-4402-B8EC-8237A9C1E530}" presName="sibTrans" presStyleCnt="0"/>
      <dgm:spPr/>
    </dgm:pt>
    <dgm:pt modelId="{08B466AC-4EEE-4468-A12C-A1631D8EA99A}" type="pres">
      <dgm:prSet presAssocID="{1C9C99E8-3308-4016-995C-A69BDC741C57}" presName="node" presStyleLbl="node1" presStyleIdx="3" presStyleCnt="10">
        <dgm:presLayoutVars>
          <dgm:bulletEnabled val="1"/>
        </dgm:presLayoutVars>
      </dgm:prSet>
      <dgm:spPr/>
    </dgm:pt>
    <dgm:pt modelId="{7BC974D2-DA0E-43A1-A783-33DB4DD7C823}" type="pres">
      <dgm:prSet presAssocID="{3954D252-B922-4B6A-AEC3-01AE2CA87162}" presName="sibTrans" presStyleCnt="0"/>
      <dgm:spPr/>
    </dgm:pt>
    <dgm:pt modelId="{D0CA7428-30A2-4216-A990-110A00E9B08A}" type="pres">
      <dgm:prSet presAssocID="{536DD4A5-0486-4BC6-BC1E-01AECFB88197}" presName="node" presStyleLbl="node1" presStyleIdx="4" presStyleCnt="10">
        <dgm:presLayoutVars>
          <dgm:bulletEnabled val="1"/>
        </dgm:presLayoutVars>
      </dgm:prSet>
      <dgm:spPr/>
    </dgm:pt>
    <dgm:pt modelId="{A3E63E01-5C84-4117-9CAF-BD4F6FEEB522}" type="pres">
      <dgm:prSet presAssocID="{301A8D95-6FEE-4DF5-8B38-2A405343EAA4}" presName="sibTrans" presStyleCnt="0"/>
      <dgm:spPr/>
    </dgm:pt>
    <dgm:pt modelId="{98CA3552-C192-4B88-B00B-086938CADD93}" type="pres">
      <dgm:prSet presAssocID="{C5A13588-757E-4001-BD62-5B6BBD9E7468}" presName="node" presStyleLbl="node1" presStyleIdx="5" presStyleCnt="10">
        <dgm:presLayoutVars>
          <dgm:bulletEnabled val="1"/>
        </dgm:presLayoutVars>
      </dgm:prSet>
      <dgm:spPr/>
    </dgm:pt>
    <dgm:pt modelId="{856675F9-514A-45EC-8C19-F09D44ECB769}" type="pres">
      <dgm:prSet presAssocID="{8C6182D3-4BF4-4C6E-BE19-811D99400779}" presName="sibTrans" presStyleCnt="0"/>
      <dgm:spPr/>
    </dgm:pt>
    <dgm:pt modelId="{4605411D-585C-4B81-94B9-02A62A752010}" type="pres">
      <dgm:prSet presAssocID="{879975BC-F0DD-48AC-86FE-7DF3C6728F33}" presName="node" presStyleLbl="node1" presStyleIdx="6" presStyleCnt="10">
        <dgm:presLayoutVars>
          <dgm:bulletEnabled val="1"/>
        </dgm:presLayoutVars>
      </dgm:prSet>
      <dgm:spPr/>
    </dgm:pt>
    <dgm:pt modelId="{F66977FA-0595-4C55-BF3C-E77C3E1E3F93}" type="pres">
      <dgm:prSet presAssocID="{5DAE11F2-15E8-4458-B99F-F8BBE0D68C78}" presName="sibTrans" presStyleCnt="0"/>
      <dgm:spPr/>
    </dgm:pt>
    <dgm:pt modelId="{128FDAC1-5272-48FD-BB74-CA3AA1C19E18}" type="pres">
      <dgm:prSet presAssocID="{D35CEB92-E00C-465F-8D33-7A577A72EA36}" presName="node" presStyleLbl="node1" presStyleIdx="7" presStyleCnt="10">
        <dgm:presLayoutVars>
          <dgm:bulletEnabled val="1"/>
        </dgm:presLayoutVars>
      </dgm:prSet>
      <dgm:spPr/>
    </dgm:pt>
    <dgm:pt modelId="{E6547380-B23A-450F-98C0-6307129AB6D2}" type="pres">
      <dgm:prSet presAssocID="{7B15454D-D11E-4EC0-B994-674807E90EC3}" presName="sibTrans" presStyleCnt="0"/>
      <dgm:spPr/>
    </dgm:pt>
    <dgm:pt modelId="{91BE0315-7F13-45D6-B041-F3128960509E}" type="pres">
      <dgm:prSet presAssocID="{AB2B27F5-B563-47DD-93A4-5C23528EA546}" presName="node" presStyleLbl="node1" presStyleIdx="8" presStyleCnt="10">
        <dgm:presLayoutVars>
          <dgm:bulletEnabled val="1"/>
        </dgm:presLayoutVars>
      </dgm:prSet>
      <dgm:spPr/>
    </dgm:pt>
    <dgm:pt modelId="{6D82FFFB-5169-4895-8ACE-530851288048}" type="pres">
      <dgm:prSet presAssocID="{891704F5-071E-4E2E-AFB9-459DE3B8CE7D}" presName="sibTrans" presStyleCnt="0"/>
      <dgm:spPr/>
    </dgm:pt>
    <dgm:pt modelId="{3FA7A395-7FEA-4069-812D-04E865EA62E9}" type="pres">
      <dgm:prSet presAssocID="{BBE99F1B-6B9F-4AF0-88FC-6594F13171A1}" presName="node" presStyleLbl="node1" presStyleIdx="9" presStyleCnt="10">
        <dgm:presLayoutVars>
          <dgm:bulletEnabled val="1"/>
        </dgm:presLayoutVars>
      </dgm:prSet>
      <dgm:spPr/>
    </dgm:pt>
  </dgm:ptLst>
  <dgm:cxnLst>
    <dgm:cxn modelId="{E2EC450A-8AB4-4431-AF35-814678182F31}" type="presOf" srcId="{C5AD26AC-4B5A-4042-B0C2-890887FA68DF}" destId="{D4535E83-08A8-41D0-9ADD-02FBEFA95EC5}" srcOrd="0" destOrd="0" presId="urn:microsoft.com/office/officeart/2005/8/layout/default"/>
    <dgm:cxn modelId="{3DB4D215-A5B0-4B58-BD06-6311E32053CD}" type="presOf" srcId="{AB2B27F5-B563-47DD-93A4-5C23528EA546}" destId="{91BE0315-7F13-45D6-B041-F3128960509E}" srcOrd="0" destOrd="0" presId="urn:microsoft.com/office/officeart/2005/8/layout/default"/>
    <dgm:cxn modelId="{58C54D22-15C2-433E-B5EB-F64A6BF60D61}" srcId="{82ABBA84-1537-4B2C-9E4D-51A79D44145D}" destId="{C5AD26AC-4B5A-4042-B0C2-890887FA68DF}" srcOrd="1" destOrd="0" parTransId="{6BDCCF7E-40B1-4052-89A3-21D21C352FCC}" sibTransId="{56634540-2BB9-431F-BDA9-8EF2C9EEED6D}"/>
    <dgm:cxn modelId="{60ABE240-7718-412A-AED8-3E216959EABD}" srcId="{82ABBA84-1537-4B2C-9E4D-51A79D44145D}" destId="{BBE99F1B-6B9F-4AF0-88FC-6594F13171A1}" srcOrd="9" destOrd="0" parTransId="{A11E2FD1-B9E6-4F98-9AF9-A4779AEFEE22}" sibTransId="{29CEB5CE-4DE2-4A94-B27E-3EC288320730}"/>
    <dgm:cxn modelId="{5497915D-3FB0-476D-A94A-A1B1688E5FEE}" type="presOf" srcId="{C5A13588-757E-4001-BD62-5B6BBD9E7468}" destId="{98CA3552-C192-4B88-B00B-086938CADD93}" srcOrd="0" destOrd="0" presId="urn:microsoft.com/office/officeart/2005/8/layout/default"/>
    <dgm:cxn modelId="{4C43FD5F-67DF-4CFA-90BD-8F5BD5E232C1}" type="presOf" srcId="{BA11AA8F-B345-462A-AB15-FAF17D410425}" destId="{BF1F8085-68E8-4CAF-9451-D77C5EFFD694}" srcOrd="0" destOrd="0" presId="urn:microsoft.com/office/officeart/2005/8/layout/default"/>
    <dgm:cxn modelId="{F58D1D65-85E5-46F4-AE43-C315CC25C2A3}" srcId="{82ABBA84-1537-4B2C-9E4D-51A79D44145D}" destId="{C5A13588-757E-4001-BD62-5B6BBD9E7468}" srcOrd="5" destOrd="0" parTransId="{8791192F-4A3A-42EA-A65E-F34E8CFD4D13}" sibTransId="{8C6182D3-4BF4-4C6E-BE19-811D99400779}"/>
    <dgm:cxn modelId="{985FB769-4ED6-4ABA-A0D9-E9C91846929E}" type="presOf" srcId="{FD1A0038-9A28-4C6C-8159-95A1AFFA6C49}" destId="{A33A89BF-8295-4DDE-97DA-A4E19D349CB3}" srcOrd="0" destOrd="0" presId="urn:microsoft.com/office/officeart/2005/8/layout/default"/>
    <dgm:cxn modelId="{0FEBE74D-90E4-49B1-A2E3-D9301AEAAB89}" srcId="{82ABBA84-1537-4B2C-9E4D-51A79D44145D}" destId="{1C9C99E8-3308-4016-995C-A69BDC741C57}" srcOrd="3" destOrd="0" parTransId="{3E5AB2E7-BE8B-4E9A-A0F8-0096DDB53A89}" sibTransId="{3954D252-B922-4B6A-AEC3-01AE2CA87162}"/>
    <dgm:cxn modelId="{32669F8B-BCED-4BDE-8CE5-A6DFB3635184}" type="presOf" srcId="{82ABBA84-1537-4B2C-9E4D-51A79D44145D}" destId="{193B9948-F2C9-473B-A100-A3415F6873D0}" srcOrd="0" destOrd="0" presId="urn:microsoft.com/office/officeart/2005/8/layout/default"/>
    <dgm:cxn modelId="{6E7A55AE-31AF-4FFB-8A42-F95F9C51BE1B}" type="presOf" srcId="{536DD4A5-0486-4BC6-BC1E-01AECFB88197}" destId="{D0CA7428-30A2-4216-A990-110A00E9B08A}" srcOrd="0" destOrd="0" presId="urn:microsoft.com/office/officeart/2005/8/layout/default"/>
    <dgm:cxn modelId="{9AE1FAB4-8868-4BE2-98D2-C4CF3D8A01C9}" type="presOf" srcId="{BBE99F1B-6B9F-4AF0-88FC-6594F13171A1}" destId="{3FA7A395-7FEA-4069-812D-04E865EA62E9}" srcOrd="0" destOrd="0" presId="urn:microsoft.com/office/officeart/2005/8/layout/default"/>
    <dgm:cxn modelId="{DD687FBD-18D1-4AE7-BE7F-C0B54FB82CFA}" type="presOf" srcId="{1C9C99E8-3308-4016-995C-A69BDC741C57}" destId="{08B466AC-4EEE-4468-A12C-A1631D8EA99A}" srcOrd="0" destOrd="0" presId="urn:microsoft.com/office/officeart/2005/8/layout/default"/>
    <dgm:cxn modelId="{FE3F3CBF-E07B-47D9-99E0-3835185AA624}" srcId="{82ABBA84-1537-4B2C-9E4D-51A79D44145D}" destId="{536DD4A5-0486-4BC6-BC1E-01AECFB88197}" srcOrd="4" destOrd="0" parTransId="{D0DE2175-374E-41F3-9168-491067FCDC8A}" sibTransId="{301A8D95-6FEE-4DF5-8B38-2A405343EAA4}"/>
    <dgm:cxn modelId="{622E95BF-B976-4397-A094-CCE8625223DD}" type="presOf" srcId="{D35CEB92-E00C-465F-8D33-7A577A72EA36}" destId="{128FDAC1-5272-48FD-BB74-CA3AA1C19E18}" srcOrd="0" destOrd="0" presId="urn:microsoft.com/office/officeart/2005/8/layout/default"/>
    <dgm:cxn modelId="{696E36C7-D0E7-44C9-A620-20CBC7E7E68B}" srcId="{82ABBA84-1537-4B2C-9E4D-51A79D44145D}" destId="{FD1A0038-9A28-4C6C-8159-95A1AFFA6C49}" srcOrd="2" destOrd="0" parTransId="{5B14F7E9-B570-4F08-8A39-9D970FE0313A}" sibTransId="{83B65588-1DA4-4402-B8EC-8237A9C1E530}"/>
    <dgm:cxn modelId="{A1F6B1EA-F6D7-4037-9387-43CFA8073C7F}" srcId="{82ABBA84-1537-4B2C-9E4D-51A79D44145D}" destId="{BA11AA8F-B345-462A-AB15-FAF17D410425}" srcOrd="0" destOrd="0" parTransId="{0CC30646-0AAA-45D9-AFD4-8AE098EF5CD1}" sibTransId="{0A9CF26A-146B-4E35-AAA4-0E1C9860EC5C}"/>
    <dgm:cxn modelId="{E2B47DF0-D63E-47AB-AFF8-A62FFF0ED310}" type="presOf" srcId="{879975BC-F0DD-48AC-86FE-7DF3C6728F33}" destId="{4605411D-585C-4B81-94B9-02A62A752010}" srcOrd="0" destOrd="0" presId="urn:microsoft.com/office/officeart/2005/8/layout/default"/>
    <dgm:cxn modelId="{413984F5-1A79-484F-9F64-A7EBF7292E31}" srcId="{82ABBA84-1537-4B2C-9E4D-51A79D44145D}" destId="{AB2B27F5-B563-47DD-93A4-5C23528EA546}" srcOrd="8" destOrd="0" parTransId="{256776A4-4F92-4854-8882-1DE3F88BB65A}" sibTransId="{891704F5-071E-4E2E-AFB9-459DE3B8CE7D}"/>
    <dgm:cxn modelId="{4DBBFEF7-AEFD-4A67-A3F5-A2432DCBD1F8}" srcId="{82ABBA84-1537-4B2C-9E4D-51A79D44145D}" destId="{D35CEB92-E00C-465F-8D33-7A577A72EA36}" srcOrd="7" destOrd="0" parTransId="{ECD41E02-388E-4C15-9FAE-4569AD5E4898}" sibTransId="{7B15454D-D11E-4EC0-B994-674807E90EC3}"/>
    <dgm:cxn modelId="{EC2A51F9-A2E5-4D16-A911-3B6C828570D4}" srcId="{82ABBA84-1537-4B2C-9E4D-51A79D44145D}" destId="{879975BC-F0DD-48AC-86FE-7DF3C6728F33}" srcOrd="6" destOrd="0" parTransId="{4F0ECD25-2458-4882-995A-B5602DE6D36A}" sibTransId="{5DAE11F2-15E8-4458-B99F-F8BBE0D68C78}"/>
    <dgm:cxn modelId="{DC9ADF10-FB09-41F0-A442-DB560F477E12}" type="presParOf" srcId="{193B9948-F2C9-473B-A100-A3415F6873D0}" destId="{BF1F8085-68E8-4CAF-9451-D77C5EFFD694}" srcOrd="0" destOrd="0" presId="urn:microsoft.com/office/officeart/2005/8/layout/default"/>
    <dgm:cxn modelId="{46BFEB02-3AF2-4BA9-94E6-48FB8093C520}" type="presParOf" srcId="{193B9948-F2C9-473B-A100-A3415F6873D0}" destId="{EE51D38E-76C0-450A-BC04-63E701323335}" srcOrd="1" destOrd="0" presId="urn:microsoft.com/office/officeart/2005/8/layout/default"/>
    <dgm:cxn modelId="{2C2BCDD8-43B4-479D-8054-5EED12F260BB}" type="presParOf" srcId="{193B9948-F2C9-473B-A100-A3415F6873D0}" destId="{D4535E83-08A8-41D0-9ADD-02FBEFA95EC5}" srcOrd="2" destOrd="0" presId="urn:microsoft.com/office/officeart/2005/8/layout/default"/>
    <dgm:cxn modelId="{4E489D1D-C683-47C2-8D3A-073BE1AE1261}" type="presParOf" srcId="{193B9948-F2C9-473B-A100-A3415F6873D0}" destId="{EC8ACB33-40D3-4E74-95BB-005EA8DA44BE}" srcOrd="3" destOrd="0" presId="urn:microsoft.com/office/officeart/2005/8/layout/default"/>
    <dgm:cxn modelId="{F0381547-BAB2-4268-A4B8-97BD158DA940}" type="presParOf" srcId="{193B9948-F2C9-473B-A100-A3415F6873D0}" destId="{A33A89BF-8295-4DDE-97DA-A4E19D349CB3}" srcOrd="4" destOrd="0" presId="urn:microsoft.com/office/officeart/2005/8/layout/default"/>
    <dgm:cxn modelId="{93EAC03A-E083-41AF-830E-EE6A9A5CAB69}" type="presParOf" srcId="{193B9948-F2C9-473B-A100-A3415F6873D0}" destId="{214010AE-95BA-49A1-9141-719DDFF1AC6A}" srcOrd="5" destOrd="0" presId="urn:microsoft.com/office/officeart/2005/8/layout/default"/>
    <dgm:cxn modelId="{70817DD3-2FEB-4B7E-91DE-CD504699B282}" type="presParOf" srcId="{193B9948-F2C9-473B-A100-A3415F6873D0}" destId="{08B466AC-4EEE-4468-A12C-A1631D8EA99A}" srcOrd="6" destOrd="0" presId="urn:microsoft.com/office/officeart/2005/8/layout/default"/>
    <dgm:cxn modelId="{D07EBCB9-A0BC-444B-92A3-342597FFA27A}" type="presParOf" srcId="{193B9948-F2C9-473B-A100-A3415F6873D0}" destId="{7BC974D2-DA0E-43A1-A783-33DB4DD7C823}" srcOrd="7" destOrd="0" presId="urn:microsoft.com/office/officeart/2005/8/layout/default"/>
    <dgm:cxn modelId="{A75E142E-9420-49CB-9768-0EE811C31DF7}" type="presParOf" srcId="{193B9948-F2C9-473B-A100-A3415F6873D0}" destId="{D0CA7428-30A2-4216-A990-110A00E9B08A}" srcOrd="8" destOrd="0" presId="urn:microsoft.com/office/officeart/2005/8/layout/default"/>
    <dgm:cxn modelId="{03517D83-9B19-4240-ADC0-37A048FD8C19}" type="presParOf" srcId="{193B9948-F2C9-473B-A100-A3415F6873D0}" destId="{A3E63E01-5C84-4117-9CAF-BD4F6FEEB522}" srcOrd="9" destOrd="0" presId="urn:microsoft.com/office/officeart/2005/8/layout/default"/>
    <dgm:cxn modelId="{95BC8F50-1067-43E4-B4D4-704ACDE68C69}" type="presParOf" srcId="{193B9948-F2C9-473B-A100-A3415F6873D0}" destId="{98CA3552-C192-4B88-B00B-086938CADD93}" srcOrd="10" destOrd="0" presId="urn:microsoft.com/office/officeart/2005/8/layout/default"/>
    <dgm:cxn modelId="{7C8683B7-292D-49CA-B622-EE11456345CF}" type="presParOf" srcId="{193B9948-F2C9-473B-A100-A3415F6873D0}" destId="{856675F9-514A-45EC-8C19-F09D44ECB769}" srcOrd="11" destOrd="0" presId="urn:microsoft.com/office/officeart/2005/8/layout/default"/>
    <dgm:cxn modelId="{1F6B6C38-2EFE-4B0B-85D2-DA88B36A4098}" type="presParOf" srcId="{193B9948-F2C9-473B-A100-A3415F6873D0}" destId="{4605411D-585C-4B81-94B9-02A62A752010}" srcOrd="12" destOrd="0" presId="urn:microsoft.com/office/officeart/2005/8/layout/default"/>
    <dgm:cxn modelId="{60F9C571-2067-479D-AB81-A4B6F001EC82}" type="presParOf" srcId="{193B9948-F2C9-473B-A100-A3415F6873D0}" destId="{F66977FA-0595-4C55-BF3C-E77C3E1E3F93}" srcOrd="13" destOrd="0" presId="urn:microsoft.com/office/officeart/2005/8/layout/default"/>
    <dgm:cxn modelId="{A690273C-37F9-4FFD-84D1-09C5CC7472C1}" type="presParOf" srcId="{193B9948-F2C9-473B-A100-A3415F6873D0}" destId="{128FDAC1-5272-48FD-BB74-CA3AA1C19E18}" srcOrd="14" destOrd="0" presId="urn:microsoft.com/office/officeart/2005/8/layout/default"/>
    <dgm:cxn modelId="{8EEBC599-64BC-45A6-BB2B-613BF142234C}" type="presParOf" srcId="{193B9948-F2C9-473B-A100-A3415F6873D0}" destId="{E6547380-B23A-450F-98C0-6307129AB6D2}" srcOrd="15" destOrd="0" presId="urn:microsoft.com/office/officeart/2005/8/layout/default"/>
    <dgm:cxn modelId="{D43E62C7-A787-48A3-B5A7-43626D682206}" type="presParOf" srcId="{193B9948-F2C9-473B-A100-A3415F6873D0}" destId="{91BE0315-7F13-45D6-B041-F3128960509E}" srcOrd="16" destOrd="0" presId="urn:microsoft.com/office/officeart/2005/8/layout/default"/>
    <dgm:cxn modelId="{8B85C35D-8F73-49F8-9067-690AB65AAAB9}" type="presParOf" srcId="{193B9948-F2C9-473B-A100-A3415F6873D0}" destId="{6D82FFFB-5169-4895-8ACE-530851288048}" srcOrd="17" destOrd="0" presId="urn:microsoft.com/office/officeart/2005/8/layout/default"/>
    <dgm:cxn modelId="{4F6F902B-4645-4765-8976-B03B9ABBBEE6}" type="presParOf" srcId="{193B9948-F2C9-473B-A100-A3415F6873D0}" destId="{3FA7A395-7FEA-4069-812D-04E865EA62E9}" srcOrd="1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ACCFF6F-54AE-4FDA-B896-C0B0D6054FF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D6CBE325-20CD-449D-BD1E-A150FBCA7916}">
      <dgm:prSet/>
      <dgm:spPr/>
      <dgm:t>
        <a:bodyPr/>
        <a:lstStyle/>
        <a:p>
          <a:r>
            <a:rPr lang="en-GB" b="0" i="0" baseline="0"/>
            <a:t>· National Safety Council, and Department of Labour &amp; Employment websitespublications, and alerts.</a:t>
          </a:r>
          <a:endParaRPr lang="en-US"/>
        </a:p>
      </dgm:t>
    </dgm:pt>
    <dgm:pt modelId="{A1BAE708-D573-4BF6-BE8F-038DF6E84F65}" type="parTrans" cxnId="{0ABE864D-5D1A-4229-8902-C425D7F95E58}">
      <dgm:prSet/>
      <dgm:spPr/>
      <dgm:t>
        <a:bodyPr/>
        <a:lstStyle/>
        <a:p>
          <a:endParaRPr lang="en-US"/>
        </a:p>
      </dgm:t>
    </dgm:pt>
    <dgm:pt modelId="{6ED0D0E1-0EEF-427E-B4E1-E989FD0A4F45}" type="sibTrans" cxnId="{0ABE864D-5D1A-4229-8902-C425D7F95E58}">
      <dgm:prSet/>
      <dgm:spPr/>
      <dgm:t>
        <a:bodyPr/>
        <a:lstStyle/>
        <a:p>
          <a:endParaRPr lang="en-US"/>
        </a:p>
      </dgm:t>
    </dgm:pt>
    <dgm:pt modelId="{A7879630-3C50-450A-9EB4-6EB2A0A87726}">
      <dgm:prSet/>
      <dgm:spPr/>
      <dgm:t>
        <a:bodyPr/>
        <a:lstStyle/>
        <a:p>
          <a:r>
            <a:rPr lang="en-GB" b="0" i="0" baseline="0"/>
            <a:t>· Trade associations.</a:t>
          </a:r>
          <a:endParaRPr lang="en-US"/>
        </a:p>
      </dgm:t>
    </dgm:pt>
    <dgm:pt modelId="{A39A3708-2294-4DF6-8A73-36BDCE64A72C}" type="parTrans" cxnId="{B5851582-4CC1-4F1C-8FB6-BC89B3B465A4}">
      <dgm:prSet/>
      <dgm:spPr/>
      <dgm:t>
        <a:bodyPr/>
        <a:lstStyle/>
        <a:p>
          <a:endParaRPr lang="en-US"/>
        </a:p>
      </dgm:t>
    </dgm:pt>
    <dgm:pt modelId="{B9579242-43CC-4D5C-8339-0A702D7B6704}" type="sibTrans" cxnId="{B5851582-4CC1-4F1C-8FB6-BC89B3B465A4}">
      <dgm:prSet/>
      <dgm:spPr/>
      <dgm:t>
        <a:bodyPr/>
        <a:lstStyle/>
        <a:p>
          <a:endParaRPr lang="en-US"/>
        </a:p>
      </dgm:t>
    </dgm:pt>
    <dgm:pt modelId="{3C727654-F76C-4489-8BC6-973558F1DD0F}">
      <dgm:prSet/>
      <dgm:spPr/>
      <dgm:t>
        <a:bodyPr/>
        <a:lstStyle/>
        <a:p>
          <a:r>
            <a:rPr lang="en-GB" b="0" i="0" baseline="0"/>
            <a:t>· Labor unions, state and local occupational safety and health committees/coalitions and worker advocacy groups.</a:t>
          </a:r>
          <a:endParaRPr lang="en-US"/>
        </a:p>
      </dgm:t>
    </dgm:pt>
    <dgm:pt modelId="{08DA93E1-2974-4D6F-A72B-E14705974037}" type="parTrans" cxnId="{D936AD04-1DDB-444C-8819-08F104AAB23E}">
      <dgm:prSet/>
      <dgm:spPr/>
      <dgm:t>
        <a:bodyPr/>
        <a:lstStyle/>
        <a:p>
          <a:endParaRPr lang="en-US"/>
        </a:p>
      </dgm:t>
    </dgm:pt>
    <dgm:pt modelId="{AF1E56D5-3503-4D96-BC31-F610ABF4627C}" type="sibTrans" cxnId="{D936AD04-1DDB-444C-8819-08F104AAB23E}">
      <dgm:prSet/>
      <dgm:spPr/>
      <dgm:t>
        <a:bodyPr/>
        <a:lstStyle/>
        <a:p>
          <a:endParaRPr lang="en-US"/>
        </a:p>
      </dgm:t>
    </dgm:pt>
    <dgm:pt modelId="{D321FB45-1CF3-4BE5-AA1C-79C4B1616411}">
      <dgm:prSet/>
      <dgm:spPr/>
      <dgm:t>
        <a:bodyPr/>
        <a:lstStyle/>
        <a:p>
          <a:r>
            <a:rPr lang="en-GB" b="0" i="0" baseline="0"/>
            <a:t>· Safety and health consultants.</a:t>
          </a:r>
          <a:endParaRPr lang="en-US"/>
        </a:p>
      </dgm:t>
    </dgm:pt>
    <dgm:pt modelId="{82E65261-3A5A-4119-8A6D-71E510511142}" type="parTrans" cxnId="{300C1F10-8836-4904-BCD1-79053A6ED958}">
      <dgm:prSet/>
      <dgm:spPr/>
      <dgm:t>
        <a:bodyPr/>
        <a:lstStyle/>
        <a:p>
          <a:endParaRPr lang="en-US"/>
        </a:p>
      </dgm:t>
    </dgm:pt>
    <dgm:pt modelId="{23C0F1CB-0E8E-45E0-A8E7-033C88258E30}" type="sibTrans" cxnId="{300C1F10-8836-4904-BCD1-79053A6ED958}">
      <dgm:prSet/>
      <dgm:spPr/>
      <dgm:t>
        <a:bodyPr/>
        <a:lstStyle/>
        <a:p>
          <a:endParaRPr lang="en-US"/>
        </a:p>
      </dgm:t>
    </dgm:pt>
    <dgm:pt modelId="{A6E3736F-612F-4244-A030-4581F29B4F95}" type="pres">
      <dgm:prSet presAssocID="{6ACCFF6F-54AE-4FDA-B896-C0B0D6054FFF}" presName="root" presStyleCnt="0">
        <dgm:presLayoutVars>
          <dgm:dir/>
          <dgm:resizeHandles val="exact"/>
        </dgm:presLayoutVars>
      </dgm:prSet>
      <dgm:spPr/>
    </dgm:pt>
    <dgm:pt modelId="{B52D232B-46F4-4CA3-A216-A79DA663C7A6}" type="pres">
      <dgm:prSet presAssocID="{D6CBE325-20CD-449D-BD1E-A150FBCA7916}" presName="compNode" presStyleCnt="0"/>
      <dgm:spPr/>
    </dgm:pt>
    <dgm:pt modelId="{BA2EA41A-145D-4C86-B818-9D0B6CBC1A1D}" type="pres">
      <dgm:prSet presAssocID="{D6CBE325-20CD-449D-BD1E-A150FBCA7916}" presName="bgRect" presStyleLbl="bgShp" presStyleIdx="0" presStyleCnt="4"/>
      <dgm:spPr/>
    </dgm:pt>
    <dgm:pt modelId="{7248DC0C-4AC0-42DE-ACB9-DED9B17AB3DF}" type="pres">
      <dgm:prSet presAssocID="{D6CBE325-20CD-449D-BD1E-A150FBCA791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ffice Worker"/>
        </a:ext>
      </dgm:extLst>
    </dgm:pt>
    <dgm:pt modelId="{F59F1120-0A46-46C1-B508-92BC6C91A1BC}" type="pres">
      <dgm:prSet presAssocID="{D6CBE325-20CD-449D-BD1E-A150FBCA7916}" presName="spaceRect" presStyleCnt="0"/>
      <dgm:spPr/>
    </dgm:pt>
    <dgm:pt modelId="{D5232F44-716D-4E16-B498-AF2B4FF02264}" type="pres">
      <dgm:prSet presAssocID="{D6CBE325-20CD-449D-BD1E-A150FBCA7916}" presName="parTx" presStyleLbl="revTx" presStyleIdx="0" presStyleCnt="4">
        <dgm:presLayoutVars>
          <dgm:chMax val="0"/>
          <dgm:chPref val="0"/>
        </dgm:presLayoutVars>
      </dgm:prSet>
      <dgm:spPr/>
    </dgm:pt>
    <dgm:pt modelId="{58F73A3C-2EA9-4474-B485-B294203D5A74}" type="pres">
      <dgm:prSet presAssocID="{6ED0D0E1-0EEF-427E-B4E1-E989FD0A4F45}" presName="sibTrans" presStyleCnt="0"/>
      <dgm:spPr/>
    </dgm:pt>
    <dgm:pt modelId="{161A8127-FB73-4661-B788-52774C308176}" type="pres">
      <dgm:prSet presAssocID="{A7879630-3C50-450A-9EB4-6EB2A0A87726}" presName="compNode" presStyleCnt="0"/>
      <dgm:spPr/>
    </dgm:pt>
    <dgm:pt modelId="{1C69CC84-0562-4A6D-AB31-8D4BFC751130}" type="pres">
      <dgm:prSet presAssocID="{A7879630-3C50-450A-9EB4-6EB2A0A87726}" presName="bgRect" presStyleLbl="bgShp" presStyleIdx="1" presStyleCnt="4"/>
      <dgm:spPr/>
    </dgm:pt>
    <dgm:pt modelId="{3DB426AA-B67A-4EF8-B69A-AE2C48CA93DA}" type="pres">
      <dgm:prSet presAssocID="{A7879630-3C50-450A-9EB4-6EB2A0A8772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re"/>
        </a:ext>
      </dgm:extLst>
    </dgm:pt>
    <dgm:pt modelId="{9D801072-1DD1-4BCF-8A53-EC9DDCD893C4}" type="pres">
      <dgm:prSet presAssocID="{A7879630-3C50-450A-9EB4-6EB2A0A87726}" presName="spaceRect" presStyleCnt="0"/>
      <dgm:spPr/>
    </dgm:pt>
    <dgm:pt modelId="{E582DF86-EBDC-493D-8137-24B3AB5D2855}" type="pres">
      <dgm:prSet presAssocID="{A7879630-3C50-450A-9EB4-6EB2A0A87726}" presName="parTx" presStyleLbl="revTx" presStyleIdx="1" presStyleCnt="4">
        <dgm:presLayoutVars>
          <dgm:chMax val="0"/>
          <dgm:chPref val="0"/>
        </dgm:presLayoutVars>
      </dgm:prSet>
      <dgm:spPr/>
    </dgm:pt>
    <dgm:pt modelId="{B7266CEF-CFE1-4FC5-AE57-58E4DEB3F673}" type="pres">
      <dgm:prSet presAssocID="{B9579242-43CC-4D5C-8339-0A702D7B6704}" presName="sibTrans" presStyleCnt="0"/>
      <dgm:spPr/>
    </dgm:pt>
    <dgm:pt modelId="{3E63F458-99FF-4471-84F4-B41D63F8287A}" type="pres">
      <dgm:prSet presAssocID="{3C727654-F76C-4489-8BC6-973558F1DD0F}" presName="compNode" presStyleCnt="0"/>
      <dgm:spPr/>
    </dgm:pt>
    <dgm:pt modelId="{961BBFB1-1C17-4B20-84E3-F6BB84719208}" type="pres">
      <dgm:prSet presAssocID="{3C727654-F76C-4489-8BC6-973558F1DD0F}" presName="bgRect" presStyleLbl="bgShp" presStyleIdx="2" presStyleCnt="4"/>
      <dgm:spPr/>
    </dgm:pt>
    <dgm:pt modelId="{13C449A2-8134-4752-AC7B-65783F1A0824}" type="pres">
      <dgm:prSet presAssocID="{3C727654-F76C-4489-8BC6-973558F1DD0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eeting"/>
        </a:ext>
      </dgm:extLst>
    </dgm:pt>
    <dgm:pt modelId="{EF1958C1-9D88-4909-9EB0-C0D60C54D1E7}" type="pres">
      <dgm:prSet presAssocID="{3C727654-F76C-4489-8BC6-973558F1DD0F}" presName="spaceRect" presStyleCnt="0"/>
      <dgm:spPr/>
    </dgm:pt>
    <dgm:pt modelId="{2E073C95-F728-44F8-8507-FBE4512432E6}" type="pres">
      <dgm:prSet presAssocID="{3C727654-F76C-4489-8BC6-973558F1DD0F}" presName="parTx" presStyleLbl="revTx" presStyleIdx="2" presStyleCnt="4">
        <dgm:presLayoutVars>
          <dgm:chMax val="0"/>
          <dgm:chPref val="0"/>
        </dgm:presLayoutVars>
      </dgm:prSet>
      <dgm:spPr/>
    </dgm:pt>
    <dgm:pt modelId="{0D41848E-AA41-41BE-820E-205E70D27D58}" type="pres">
      <dgm:prSet presAssocID="{AF1E56D5-3503-4D96-BC31-F610ABF4627C}" presName="sibTrans" presStyleCnt="0"/>
      <dgm:spPr/>
    </dgm:pt>
    <dgm:pt modelId="{9CEA50CC-49FB-4D6D-9A53-3D880AF3CE4F}" type="pres">
      <dgm:prSet presAssocID="{D321FB45-1CF3-4BE5-AA1C-79C4B1616411}" presName="compNode" presStyleCnt="0"/>
      <dgm:spPr/>
    </dgm:pt>
    <dgm:pt modelId="{592DDA8C-DED1-4F2F-A5D6-42A6CEC96153}" type="pres">
      <dgm:prSet presAssocID="{D321FB45-1CF3-4BE5-AA1C-79C4B1616411}" presName="bgRect" presStyleLbl="bgShp" presStyleIdx="3" presStyleCnt="4"/>
      <dgm:spPr/>
    </dgm:pt>
    <dgm:pt modelId="{243F4CA8-4734-4E7A-BE16-6E8CC47F63A9}" type="pres">
      <dgm:prSet presAssocID="{D321FB45-1CF3-4BE5-AA1C-79C4B161641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irst Aid Kit"/>
        </a:ext>
      </dgm:extLst>
    </dgm:pt>
    <dgm:pt modelId="{D571A95B-C614-44D9-A8EE-CD3A20AFD086}" type="pres">
      <dgm:prSet presAssocID="{D321FB45-1CF3-4BE5-AA1C-79C4B1616411}" presName="spaceRect" presStyleCnt="0"/>
      <dgm:spPr/>
    </dgm:pt>
    <dgm:pt modelId="{C816D9BB-FA91-4F8B-9164-B81E90B44C42}" type="pres">
      <dgm:prSet presAssocID="{D321FB45-1CF3-4BE5-AA1C-79C4B1616411}" presName="parTx" presStyleLbl="revTx" presStyleIdx="3" presStyleCnt="4">
        <dgm:presLayoutVars>
          <dgm:chMax val="0"/>
          <dgm:chPref val="0"/>
        </dgm:presLayoutVars>
      </dgm:prSet>
      <dgm:spPr/>
    </dgm:pt>
  </dgm:ptLst>
  <dgm:cxnLst>
    <dgm:cxn modelId="{D936AD04-1DDB-444C-8819-08F104AAB23E}" srcId="{6ACCFF6F-54AE-4FDA-B896-C0B0D6054FFF}" destId="{3C727654-F76C-4489-8BC6-973558F1DD0F}" srcOrd="2" destOrd="0" parTransId="{08DA93E1-2974-4D6F-A72B-E14705974037}" sibTransId="{AF1E56D5-3503-4D96-BC31-F610ABF4627C}"/>
    <dgm:cxn modelId="{300C1F10-8836-4904-BCD1-79053A6ED958}" srcId="{6ACCFF6F-54AE-4FDA-B896-C0B0D6054FFF}" destId="{D321FB45-1CF3-4BE5-AA1C-79C4B1616411}" srcOrd="3" destOrd="0" parTransId="{82E65261-3A5A-4119-8A6D-71E510511142}" sibTransId="{23C0F1CB-0E8E-45E0-A8E7-033C88258E30}"/>
    <dgm:cxn modelId="{5A4D8522-1A02-4012-BEFF-71371874F3C9}" type="presOf" srcId="{3C727654-F76C-4489-8BC6-973558F1DD0F}" destId="{2E073C95-F728-44F8-8507-FBE4512432E6}" srcOrd="0" destOrd="0" presId="urn:microsoft.com/office/officeart/2018/2/layout/IconVerticalSolidList"/>
    <dgm:cxn modelId="{0ABE864D-5D1A-4229-8902-C425D7F95E58}" srcId="{6ACCFF6F-54AE-4FDA-B896-C0B0D6054FFF}" destId="{D6CBE325-20CD-449D-BD1E-A150FBCA7916}" srcOrd="0" destOrd="0" parTransId="{A1BAE708-D573-4BF6-BE8F-038DF6E84F65}" sibTransId="{6ED0D0E1-0EEF-427E-B4E1-E989FD0A4F45}"/>
    <dgm:cxn modelId="{B5851582-4CC1-4F1C-8FB6-BC89B3B465A4}" srcId="{6ACCFF6F-54AE-4FDA-B896-C0B0D6054FFF}" destId="{A7879630-3C50-450A-9EB4-6EB2A0A87726}" srcOrd="1" destOrd="0" parTransId="{A39A3708-2294-4DF6-8A73-36BDCE64A72C}" sibTransId="{B9579242-43CC-4D5C-8339-0A702D7B6704}"/>
    <dgm:cxn modelId="{67B6E2B9-4607-4D28-8A8E-020F981E871D}" type="presOf" srcId="{D321FB45-1CF3-4BE5-AA1C-79C4B1616411}" destId="{C816D9BB-FA91-4F8B-9164-B81E90B44C42}" srcOrd="0" destOrd="0" presId="urn:microsoft.com/office/officeart/2018/2/layout/IconVerticalSolidList"/>
    <dgm:cxn modelId="{C828EFD7-800C-45DC-B17F-1FEE4F01133B}" type="presOf" srcId="{6ACCFF6F-54AE-4FDA-B896-C0B0D6054FFF}" destId="{A6E3736F-612F-4244-A030-4581F29B4F95}" srcOrd="0" destOrd="0" presId="urn:microsoft.com/office/officeart/2018/2/layout/IconVerticalSolidList"/>
    <dgm:cxn modelId="{319F7ADA-F92F-4689-A899-5110BA235DB3}" type="presOf" srcId="{D6CBE325-20CD-449D-BD1E-A150FBCA7916}" destId="{D5232F44-716D-4E16-B498-AF2B4FF02264}" srcOrd="0" destOrd="0" presId="urn:microsoft.com/office/officeart/2018/2/layout/IconVerticalSolidList"/>
    <dgm:cxn modelId="{22AB16F0-BAB5-4765-9C85-A34E40CA90A5}" type="presOf" srcId="{A7879630-3C50-450A-9EB4-6EB2A0A87726}" destId="{E582DF86-EBDC-493D-8137-24B3AB5D2855}" srcOrd="0" destOrd="0" presId="urn:microsoft.com/office/officeart/2018/2/layout/IconVerticalSolidList"/>
    <dgm:cxn modelId="{5A917AD6-3466-4FAF-9132-F85C2898EABD}" type="presParOf" srcId="{A6E3736F-612F-4244-A030-4581F29B4F95}" destId="{B52D232B-46F4-4CA3-A216-A79DA663C7A6}" srcOrd="0" destOrd="0" presId="urn:microsoft.com/office/officeart/2018/2/layout/IconVerticalSolidList"/>
    <dgm:cxn modelId="{059987EC-CD68-4D50-930C-D864EA5E7398}" type="presParOf" srcId="{B52D232B-46F4-4CA3-A216-A79DA663C7A6}" destId="{BA2EA41A-145D-4C86-B818-9D0B6CBC1A1D}" srcOrd="0" destOrd="0" presId="urn:microsoft.com/office/officeart/2018/2/layout/IconVerticalSolidList"/>
    <dgm:cxn modelId="{26526620-7942-44E5-9515-FA3162A76CF3}" type="presParOf" srcId="{B52D232B-46F4-4CA3-A216-A79DA663C7A6}" destId="{7248DC0C-4AC0-42DE-ACB9-DED9B17AB3DF}" srcOrd="1" destOrd="0" presId="urn:microsoft.com/office/officeart/2018/2/layout/IconVerticalSolidList"/>
    <dgm:cxn modelId="{8A181CCA-3CE0-4A5B-9EDB-1407FED59A86}" type="presParOf" srcId="{B52D232B-46F4-4CA3-A216-A79DA663C7A6}" destId="{F59F1120-0A46-46C1-B508-92BC6C91A1BC}" srcOrd="2" destOrd="0" presId="urn:microsoft.com/office/officeart/2018/2/layout/IconVerticalSolidList"/>
    <dgm:cxn modelId="{118E838C-4091-4B38-A25E-261DE9EA5422}" type="presParOf" srcId="{B52D232B-46F4-4CA3-A216-A79DA663C7A6}" destId="{D5232F44-716D-4E16-B498-AF2B4FF02264}" srcOrd="3" destOrd="0" presId="urn:microsoft.com/office/officeart/2018/2/layout/IconVerticalSolidList"/>
    <dgm:cxn modelId="{C86C5189-A2FF-4277-914A-ABC9B9CEEDFA}" type="presParOf" srcId="{A6E3736F-612F-4244-A030-4581F29B4F95}" destId="{58F73A3C-2EA9-4474-B485-B294203D5A74}" srcOrd="1" destOrd="0" presId="urn:microsoft.com/office/officeart/2018/2/layout/IconVerticalSolidList"/>
    <dgm:cxn modelId="{FAD92C8D-0D8A-4E75-8CA0-2495BDB33C80}" type="presParOf" srcId="{A6E3736F-612F-4244-A030-4581F29B4F95}" destId="{161A8127-FB73-4661-B788-52774C308176}" srcOrd="2" destOrd="0" presId="urn:microsoft.com/office/officeart/2018/2/layout/IconVerticalSolidList"/>
    <dgm:cxn modelId="{6BFD5221-1FC3-4BA6-8D5A-A7C2E3DACF84}" type="presParOf" srcId="{161A8127-FB73-4661-B788-52774C308176}" destId="{1C69CC84-0562-4A6D-AB31-8D4BFC751130}" srcOrd="0" destOrd="0" presId="urn:microsoft.com/office/officeart/2018/2/layout/IconVerticalSolidList"/>
    <dgm:cxn modelId="{CC64E5C2-9AB5-493A-A1C1-9A4B0ED1F385}" type="presParOf" srcId="{161A8127-FB73-4661-B788-52774C308176}" destId="{3DB426AA-B67A-4EF8-B69A-AE2C48CA93DA}" srcOrd="1" destOrd="0" presId="urn:microsoft.com/office/officeart/2018/2/layout/IconVerticalSolidList"/>
    <dgm:cxn modelId="{439A3C20-0ED4-4C96-9B89-AAB7D80F24A9}" type="presParOf" srcId="{161A8127-FB73-4661-B788-52774C308176}" destId="{9D801072-1DD1-4BCF-8A53-EC9DDCD893C4}" srcOrd="2" destOrd="0" presId="urn:microsoft.com/office/officeart/2018/2/layout/IconVerticalSolidList"/>
    <dgm:cxn modelId="{C354A063-6438-43C9-8C9F-1F1B42737A06}" type="presParOf" srcId="{161A8127-FB73-4661-B788-52774C308176}" destId="{E582DF86-EBDC-493D-8137-24B3AB5D2855}" srcOrd="3" destOrd="0" presId="urn:microsoft.com/office/officeart/2018/2/layout/IconVerticalSolidList"/>
    <dgm:cxn modelId="{8AF055AB-6AB1-4663-8BD0-5A846ED6BC8C}" type="presParOf" srcId="{A6E3736F-612F-4244-A030-4581F29B4F95}" destId="{B7266CEF-CFE1-4FC5-AE57-58E4DEB3F673}" srcOrd="3" destOrd="0" presId="urn:microsoft.com/office/officeart/2018/2/layout/IconVerticalSolidList"/>
    <dgm:cxn modelId="{92F84B9A-C0D5-413B-8003-E5973DEC2A1F}" type="presParOf" srcId="{A6E3736F-612F-4244-A030-4581F29B4F95}" destId="{3E63F458-99FF-4471-84F4-B41D63F8287A}" srcOrd="4" destOrd="0" presId="urn:microsoft.com/office/officeart/2018/2/layout/IconVerticalSolidList"/>
    <dgm:cxn modelId="{D0189C0C-5722-4130-B3E8-8FFCF0EC98D1}" type="presParOf" srcId="{3E63F458-99FF-4471-84F4-B41D63F8287A}" destId="{961BBFB1-1C17-4B20-84E3-F6BB84719208}" srcOrd="0" destOrd="0" presId="urn:microsoft.com/office/officeart/2018/2/layout/IconVerticalSolidList"/>
    <dgm:cxn modelId="{E18FEB64-A0B8-4AEA-966B-C6A53D3D0A69}" type="presParOf" srcId="{3E63F458-99FF-4471-84F4-B41D63F8287A}" destId="{13C449A2-8134-4752-AC7B-65783F1A0824}" srcOrd="1" destOrd="0" presId="urn:microsoft.com/office/officeart/2018/2/layout/IconVerticalSolidList"/>
    <dgm:cxn modelId="{3D9ED981-46D9-42C6-84E2-E1F421334F27}" type="presParOf" srcId="{3E63F458-99FF-4471-84F4-B41D63F8287A}" destId="{EF1958C1-9D88-4909-9EB0-C0D60C54D1E7}" srcOrd="2" destOrd="0" presId="urn:microsoft.com/office/officeart/2018/2/layout/IconVerticalSolidList"/>
    <dgm:cxn modelId="{73F2E8D3-2E3F-4ACF-833E-50A3E1D9522F}" type="presParOf" srcId="{3E63F458-99FF-4471-84F4-B41D63F8287A}" destId="{2E073C95-F728-44F8-8507-FBE4512432E6}" srcOrd="3" destOrd="0" presId="urn:microsoft.com/office/officeart/2018/2/layout/IconVerticalSolidList"/>
    <dgm:cxn modelId="{AC512C49-FF06-4BDF-8E40-26883596CF64}" type="presParOf" srcId="{A6E3736F-612F-4244-A030-4581F29B4F95}" destId="{0D41848E-AA41-41BE-820E-205E70D27D58}" srcOrd="5" destOrd="0" presId="urn:microsoft.com/office/officeart/2018/2/layout/IconVerticalSolidList"/>
    <dgm:cxn modelId="{66DBDAA3-9472-4CE4-A9E4-2B00BBB4873E}" type="presParOf" srcId="{A6E3736F-612F-4244-A030-4581F29B4F95}" destId="{9CEA50CC-49FB-4D6D-9A53-3D880AF3CE4F}" srcOrd="6" destOrd="0" presId="urn:microsoft.com/office/officeart/2018/2/layout/IconVerticalSolidList"/>
    <dgm:cxn modelId="{C084C875-19AC-4237-A37D-775E9D8648A8}" type="presParOf" srcId="{9CEA50CC-49FB-4D6D-9A53-3D880AF3CE4F}" destId="{592DDA8C-DED1-4F2F-A5D6-42A6CEC96153}" srcOrd="0" destOrd="0" presId="urn:microsoft.com/office/officeart/2018/2/layout/IconVerticalSolidList"/>
    <dgm:cxn modelId="{4C7185AC-ECCE-4F7F-A815-33848803837A}" type="presParOf" srcId="{9CEA50CC-49FB-4D6D-9A53-3D880AF3CE4F}" destId="{243F4CA8-4734-4E7A-BE16-6E8CC47F63A9}" srcOrd="1" destOrd="0" presId="urn:microsoft.com/office/officeart/2018/2/layout/IconVerticalSolidList"/>
    <dgm:cxn modelId="{BA32B54B-8F54-44B8-AC16-8DE4081E7413}" type="presParOf" srcId="{9CEA50CC-49FB-4D6D-9A53-3D880AF3CE4F}" destId="{D571A95B-C614-44D9-A8EE-CD3A20AFD086}" srcOrd="2" destOrd="0" presId="urn:microsoft.com/office/officeart/2018/2/layout/IconVerticalSolidList"/>
    <dgm:cxn modelId="{E8DD5FBE-C4AE-4518-8437-EA55FA373771}" type="presParOf" srcId="{9CEA50CC-49FB-4D6D-9A53-3D880AF3CE4F}" destId="{C816D9BB-FA91-4F8B-9164-B81E90B44C4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D0A72693-8E09-409C-90DC-9ADF4B6948E0}"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049D8D11-023D-44D6-B6ED-64C5E90E9976}">
      <dgm:prSet/>
      <dgm:spPr/>
      <dgm:t>
        <a:bodyPr/>
        <a:lstStyle/>
        <a:p>
          <a:r>
            <a:rPr lang="en-GB" b="0" i="0" baseline="0"/>
            <a:t>Hazards can be introduced over time as workstations and processes change, equipment or tools become worn, maintenance is neglected, or housekeeping practices decline. </a:t>
          </a:r>
          <a:endParaRPr lang="en-US"/>
        </a:p>
      </dgm:t>
    </dgm:pt>
    <dgm:pt modelId="{DB109432-1FF9-4C86-921C-9E99BD2E9529}" type="parTrans" cxnId="{C1EC93E1-EC06-4B60-AB94-9DB3975895DD}">
      <dgm:prSet/>
      <dgm:spPr/>
      <dgm:t>
        <a:bodyPr/>
        <a:lstStyle/>
        <a:p>
          <a:endParaRPr lang="en-US"/>
        </a:p>
      </dgm:t>
    </dgm:pt>
    <dgm:pt modelId="{C57BBA42-8C4C-429D-9D41-8FFA0776C4CF}" type="sibTrans" cxnId="{C1EC93E1-EC06-4B60-AB94-9DB3975895DD}">
      <dgm:prSet/>
      <dgm:spPr/>
      <dgm:t>
        <a:bodyPr/>
        <a:lstStyle/>
        <a:p>
          <a:endParaRPr lang="en-US"/>
        </a:p>
      </dgm:t>
    </dgm:pt>
    <dgm:pt modelId="{DD82B646-ABC1-4085-A8E3-C50F849EDD75}">
      <dgm:prSet/>
      <dgm:spPr/>
      <dgm:t>
        <a:bodyPr/>
        <a:lstStyle/>
        <a:p>
          <a:r>
            <a:rPr lang="en-GB" b="0" i="0" baseline="0"/>
            <a:t>Setting aside time to regularly inspect the workplace for hazards can help identify shortcomings so that they can be addressed before an incident occurs.</a:t>
          </a:r>
          <a:endParaRPr lang="en-US"/>
        </a:p>
      </dgm:t>
    </dgm:pt>
    <dgm:pt modelId="{3BA7B9B8-C55A-4324-B479-50D058C429BE}" type="parTrans" cxnId="{3D1BA7F3-09B2-41AF-954D-7FEEBE5F6C14}">
      <dgm:prSet/>
      <dgm:spPr/>
      <dgm:t>
        <a:bodyPr/>
        <a:lstStyle/>
        <a:p>
          <a:endParaRPr lang="en-US"/>
        </a:p>
      </dgm:t>
    </dgm:pt>
    <dgm:pt modelId="{5C24627E-7A33-49A6-8AE3-5A561F53FCA9}" type="sibTrans" cxnId="{3D1BA7F3-09B2-41AF-954D-7FEEBE5F6C14}">
      <dgm:prSet/>
      <dgm:spPr/>
      <dgm:t>
        <a:bodyPr/>
        <a:lstStyle/>
        <a:p>
          <a:endParaRPr lang="en-US"/>
        </a:p>
      </dgm:t>
    </dgm:pt>
    <dgm:pt modelId="{5E71EF0E-451B-493A-9245-5CD46E93A400}" type="pres">
      <dgm:prSet presAssocID="{D0A72693-8E09-409C-90DC-9ADF4B6948E0}" presName="hierChild1" presStyleCnt="0">
        <dgm:presLayoutVars>
          <dgm:chPref val="1"/>
          <dgm:dir/>
          <dgm:animOne val="branch"/>
          <dgm:animLvl val="lvl"/>
          <dgm:resizeHandles/>
        </dgm:presLayoutVars>
      </dgm:prSet>
      <dgm:spPr/>
    </dgm:pt>
    <dgm:pt modelId="{77B1479C-D08A-44CA-95A4-D4368F54D196}" type="pres">
      <dgm:prSet presAssocID="{049D8D11-023D-44D6-B6ED-64C5E90E9976}" presName="hierRoot1" presStyleCnt="0"/>
      <dgm:spPr/>
    </dgm:pt>
    <dgm:pt modelId="{7635F7C0-BDFA-4853-BC14-45B1E852EBDA}" type="pres">
      <dgm:prSet presAssocID="{049D8D11-023D-44D6-B6ED-64C5E90E9976}" presName="composite" presStyleCnt="0"/>
      <dgm:spPr/>
    </dgm:pt>
    <dgm:pt modelId="{980FCAFA-BE0A-458E-9DC9-E1F67937A98D}" type="pres">
      <dgm:prSet presAssocID="{049D8D11-023D-44D6-B6ED-64C5E90E9976}" presName="background" presStyleLbl="node0" presStyleIdx="0" presStyleCnt="2"/>
      <dgm:spPr/>
    </dgm:pt>
    <dgm:pt modelId="{25717B36-5FAE-4C0C-955C-478E9F0BC805}" type="pres">
      <dgm:prSet presAssocID="{049D8D11-023D-44D6-B6ED-64C5E90E9976}" presName="text" presStyleLbl="fgAcc0" presStyleIdx="0" presStyleCnt="2">
        <dgm:presLayoutVars>
          <dgm:chPref val="3"/>
        </dgm:presLayoutVars>
      </dgm:prSet>
      <dgm:spPr/>
    </dgm:pt>
    <dgm:pt modelId="{0B5F3388-CD9D-4139-886E-79F9C5710F4A}" type="pres">
      <dgm:prSet presAssocID="{049D8D11-023D-44D6-B6ED-64C5E90E9976}" presName="hierChild2" presStyleCnt="0"/>
      <dgm:spPr/>
    </dgm:pt>
    <dgm:pt modelId="{7C2C8B0E-8C65-4DD7-BE68-3F3361840C85}" type="pres">
      <dgm:prSet presAssocID="{DD82B646-ABC1-4085-A8E3-C50F849EDD75}" presName="hierRoot1" presStyleCnt="0"/>
      <dgm:spPr/>
    </dgm:pt>
    <dgm:pt modelId="{00CA3B36-9B90-4B08-AFB9-AF29FCE5A14B}" type="pres">
      <dgm:prSet presAssocID="{DD82B646-ABC1-4085-A8E3-C50F849EDD75}" presName="composite" presStyleCnt="0"/>
      <dgm:spPr/>
    </dgm:pt>
    <dgm:pt modelId="{64021CF4-6B87-4F92-B54E-44BA923FB00C}" type="pres">
      <dgm:prSet presAssocID="{DD82B646-ABC1-4085-A8E3-C50F849EDD75}" presName="background" presStyleLbl="node0" presStyleIdx="1" presStyleCnt="2"/>
      <dgm:spPr/>
    </dgm:pt>
    <dgm:pt modelId="{3B20D820-A087-4927-B331-93CA6F7F1A50}" type="pres">
      <dgm:prSet presAssocID="{DD82B646-ABC1-4085-A8E3-C50F849EDD75}" presName="text" presStyleLbl="fgAcc0" presStyleIdx="1" presStyleCnt="2">
        <dgm:presLayoutVars>
          <dgm:chPref val="3"/>
        </dgm:presLayoutVars>
      </dgm:prSet>
      <dgm:spPr/>
    </dgm:pt>
    <dgm:pt modelId="{E4E017C8-E52C-4ED1-B4D2-7DD44E088893}" type="pres">
      <dgm:prSet presAssocID="{DD82B646-ABC1-4085-A8E3-C50F849EDD75}" presName="hierChild2" presStyleCnt="0"/>
      <dgm:spPr/>
    </dgm:pt>
  </dgm:ptLst>
  <dgm:cxnLst>
    <dgm:cxn modelId="{5B396D0A-9F8A-49FD-870B-DC366752A723}" type="presOf" srcId="{049D8D11-023D-44D6-B6ED-64C5E90E9976}" destId="{25717B36-5FAE-4C0C-955C-478E9F0BC805}" srcOrd="0" destOrd="0" presId="urn:microsoft.com/office/officeart/2005/8/layout/hierarchy1"/>
    <dgm:cxn modelId="{F670CE83-1B4D-4DFC-ABF8-A59597269CFC}" type="presOf" srcId="{DD82B646-ABC1-4085-A8E3-C50F849EDD75}" destId="{3B20D820-A087-4927-B331-93CA6F7F1A50}" srcOrd="0" destOrd="0" presId="urn:microsoft.com/office/officeart/2005/8/layout/hierarchy1"/>
    <dgm:cxn modelId="{C0736B8A-2EE8-415F-802D-5F95B14572C6}" type="presOf" srcId="{D0A72693-8E09-409C-90DC-9ADF4B6948E0}" destId="{5E71EF0E-451B-493A-9245-5CD46E93A400}" srcOrd="0" destOrd="0" presId="urn:microsoft.com/office/officeart/2005/8/layout/hierarchy1"/>
    <dgm:cxn modelId="{C1EC93E1-EC06-4B60-AB94-9DB3975895DD}" srcId="{D0A72693-8E09-409C-90DC-9ADF4B6948E0}" destId="{049D8D11-023D-44D6-B6ED-64C5E90E9976}" srcOrd="0" destOrd="0" parTransId="{DB109432-1FF9-4C86-921C-9E99BD2E9529}" sibTransId="{C57BBA42-8C4C-429D-9D41-8FFA0776C4CF}"/>
    <dgm:cxn modelId="{3D1BA7F3-09B2-41AF-954D-7FEEBE5F6C14}" srcId="{D0A72693-8E09-409C-90DC-9ADF4B6948E0}" destId="{DD82B646-ABC1-4085-A8E3-C50F849EDD75}" srcOrd="1" destOrd="0" parTransId="{3BA7B9B8-C55A-4324-B479-50D058C429BE}" sibTransId="{5C24627E-7A33-49A6-8AE3-5A561F53FCA9}"/>
    <dgm:cxn modelId="{B02DF0C2-F8E0-42F0-9315-C542BF329DF2}" type="presParOf" srcId="{5E71EF0E-451B-493A-9245-5CD46E93A400}" destId="{77B1479C-D08A-44CA-95A4-D4368F54D196}" srcOrd="0" destOrd="0" presId="urn:microsoft.com/office/officeart/2005/8/layout/hierarchy1"/>
    <dgm:cxn modelId="{5F91DE60-DC7A-4F7A-B642-57918D9C5DF1}" type="presParOf" srcId="{77B1479C-D08A-44CA-95A4-D4368F54D196}" destId="{7635F7C0-BDFA-4853-BC14-45B1E852EBDA}" srcOrd="0" destOrd="0" presId="urn:microsoft.com/office/officeart/2005/8/layout/hierarchy1"/>
    <dgm:cxn modelId="{8EF243AF-119C-404E-A693-2CA66EFDAF56}" type="presParOf" srcId="{7635F7C0-BDFA-4853-BC14-45B1E852EBDA}" destId="{980FCAFA-BE0A-458E-9DC9-E1F67937A98D}" srcOrd="0" destOrd="0" presId="urn:microsoft.com/office/officeart/2005/8/layout/hierarchy1"/>
    <dgm:cxn modelId="{5AE50161-B2B3-4290-A78A-F80BFB2045A5}" type="presParOf" srcId="{7635F7C0-BDFA-4853-BC14-45B1E852EBDA}" destId="{25717B36-5FAE-4C0C-955C-478E9F0BC805}" srcOrd="1" destOrd="0" presId="urn:microsoft.com/office/officeart/2005/8/layout/hierarchy1"/>
    <dgm:cxn modelId="{68A95964-55B9-431D-9858-0A6083C9B37E}" type="presParOf" srcId="{77B1479C-D08A-44CA-95A4-D4368F54D196}" destId="{0B5F3388-CD9D-4139-886E-79F9C5710F4A}" srcOrd="1" destOrd="0" presId="urn:microsoft.com/office/officeart/2005/8/layout/hierarchy1"/>
    <dgm:cxn modelId="{F0244A49-5807-4D06-8696-67511F74C911}" type="presParOf" srcId="{5E71EF0E-451B-493A-9245-5CD46E93A400}" destId="{7C2C8B0E-8C65-4DD7-BE68-3F3361840C85}" srcOrd="1" destOrd="0" presId="urn:microsoft.com/office/officeart/2005/8/layout/hierarchy1"/>
    <dgm:cxn modelId="{DB4D4CC0-8635-49D0-99F6-0A5BEE9667F9}" type="presParOf" srcId="{7C2C8B0E-8C65-4DD7-BE68-3F3361840C85}" destId="{00CA3B36-9B90-4B08-AFB9-AF29FCE5A14B}" srcOrd="0" destOrd="0" presId="urn:microsoft.com/office/officeart/2005/8/layout/hierarchy1"/>
    <dgm:cxn modelId="{155E3CE2-2D3A-4F9D-8F46-610AF230DB08}" type="presParOf" srcId="{00CA3B36-9B90-4B08-AFB9-AF29FCE5A14B}" destId="{64021CF4-6B87-4F92-B54E-44BA923FB00C}" srcOrd="0" destOrd="0" presId="urn:microsoft.com/office/officeart/2005/8/layout/hierarchy1"/>
    <dgm:cxn modelId="{D16967BA-32AE-463D-AD19-F3A25F065B8D}" type="presParOf" srcId="{00CA3B36-9B90-4B08-AFB9-AF29FCE5A14B}" destId="{3B20D820-A087-4927-B331-93CA6F7F1A50}" srcOrd="1" destOrd="0" presId="urn:microsoft.com/office/officeart/2005/8/layout/hierarchy1"/>
    <dgm:cxn modelId="{A33BD883-F943-4EA9-B4DF-199E224DBCB9}" type="presParOf" srcId="{7C2C8B0E-8C65-4DD7-BE68-3F3361840C85}" destId="{E4E017C8-E52C-4ED1-B4D2-7DD44E08889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013D3AF-000C-4E36-AEF2-60B406E9F601}"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25C254C4-DE3E-4877-B3C5-52675A63AB21}">
      <dgm:prSet/>
      <dgm:spPr/>
      <dgm:t>
        <a:bodyPr/>
        <a:lstStyle/>
        <a:p>
          <a:pPr algn="just"/>
          <a:r>
            <a:rPr lang="en-GB" b="0" i="0" baseline="0" dirty="0"/>
            <a:t>· Conduct regular inspections of all operations, equipment, work areas and facilities. Have workers participate on the inspection team and talk to them about hazards that they see or report</a:t>
          </a:r>
          <a:endParaRPr lang="en-US" dirty="0"/>
        </a:p>
      </dgm:t>
    </dgm:pt>
    <dgm:pt modelId="{E65627FC-3E4D-4BF3-BDA8-6AA0232FE1C8}" type="parTrans" cxnId="{6D9E1B31-3A3D-483D-A8E8-74EE29D493F0}">
      <dgm:prSet/>
      <dgm:spPr/>
      <dgm:t>
        <a:bodyPr/>
        <a:lstStyle/>
        <a:p>
          <a:endParaRPr lang="en-US"/>
        </a:p>
      </dgm:t>
    </dgm:pt>
    <dgm:pt modelId="{4A59ACA6-3FF2-422E-A481-69B200647E03}" type="sibTrans" cxnId="{6D9E1B31-3A3D-483D-A8E8-74EE29D493F0}">
      <dgm:prSet/>
      <dgm:spPr/>
      <dgm:t>
        <a:bodyPr/>
        <a:lstStyle/>
        <a:p>
          <a:endParaRPr lang="en-US"/>
        </a:p>
      </dgm:t>
    </dgm:pt>
    <dgm:pt modelId="{E79A31BF-F039-4A69-8C6B-6EF75F070F12}">
      <dgm:prSet/>
      <dgm:spPr/>
      <dgm:t>
        <a:bodyPr/>
        <a:lstStyle/>
        <a:p>
          <a:r>
            <a:rPr lang="en-GB" b="0" i="0" baseline="0" dirty="0"/>
            <a:t>Be sure to document inspections so we can later verify that hazardous conditions are corrected.</a:t>
          </a:r>
          <a:endParaRPr lang="en-US" dirty="0"/>
        </a:p>
      </dgm:t>
    </dgm:pt>
    <dgm:pt modelId="{9C6F1066-9A33-418E-8AFA-77BF8B3F9ABA}" type="parTrans" cxnId="{D196ECBC-DC03-4ECE-BC82-4F82653C2E86}">
      <dgm:prSet/>
      <dgm:spPr/>
      <dgm:t>
        <a:bodyPr/>
        <a:lstStyle/>
        <a:p>
          <a:endParaRPr lang="en-US"/>
        </a:p>
      </dgm:t>
    </dgm:pt>
    <dgm:pt modelId="{8961DC4B-CA36-4A0C-AACF-70AF45538742}" type="sibTrans" cxnId="{D196ECBC-DC03-4ECE-BC82-4F82653C2E86}">
      <dgm:prSet/>
      <dgm:spPr/>
      <dgm:t>
        <a:bodyPr/>
        <a:lstStyle/>
        <a:p>
          <a:endParaRPr lang="en-US"/>
        </a:p>
      </dgm:t>
    </dgm:pt>
    <dgm:pt modelId="{E425DBD8-0C4B-49F8-92BA-F2E159CFD533}">
      <dgm:prSet/>
      <dgm:spPr/>
      <dgm:t>
        <a:bodyPr/>
        <a:lstStyle/>
        <a:p>
          <a:r>
            <a:rPr lang="en-GB" b="0" i="0" baseline="0"/>
            <a:t>Take photos or videos of problem areas to facilitate later discussion and brainstorming about how to control them, and for use as learning aides.</a:t>
          </a:r>
          <a:endParaRPr lang="en-US"/>
        </a:p>
      </dgm:t>
    </dgm:pt>
    <dgm:pt modelId="{0B803B84-EA18-4AF2-843C-43E354179EBE}" type="parTrans" cxnId="{FD8DEF6C-7CC7-43A6-BC62-E813BEDA3DAC}">
      <dgm:prSet/>
      <dgm:spPr/>
      <dgm:t>
        <a:bodyPr/>
        <a:lstStyle/>
        <a:p>
          <a:endParaRPr lang="en-US"/>
        </a:p>
      </dgm:t>
    </dgm:pt>
    <dgm:pt modelId="{F4103EAD-4FF8-41D9-A54B-15AA6CBFE7A0}" type="sibTrans" cxnId="{FD8DEF6C-7CC7-43A6-BC62-E813BEDA3DAC}">
      <dgm:prSet/>
      <dgm:spPr/>
      <dgm:t>
        <a:bodyPr/>
        <a:lstStyle/>
        <a:p>
          <a:endParaRPr lang="en-US"/>
        </a:p>
      </dgm:t>
    </dgm:pt>
    <dgm:pt modelId="{56EE657A-1849-43AF-ABA2-3870FFF34F5D}">
      <dgm:prSet/>
      <dgm:spPr/>
      <dgm:t>
        <a:bodyPr/>
        <a:lstStyle/>
        <a:p>
          <a:pPr algn="just"/>
          <a:r>
            <a:rPr lang="en-GB" b="0" i="0" baseline="0" dirty="0"/>
            <a:t>· Include all areas and activities in these inspections, such as storage and warehousing, facility and equipment </a:t>
          </a:r>
          <a:r>
            <a:rPr lang="en-GB" b="0" i="0" baseline="0" dirty="0" err="1"/>
            <a:t>maintanence</a:t>
          </a:r>
          <a:r>
            <a:rPr lang="en-GB" b="0" i="0" baseline="0" dirty="0"/>
            <a:t>, purchasing and office functions, and the activities of on-site contractors, sub contractors and temporary employees.</a:t>
          </a:r>
          <a:endParaRPr lang="en-US" dirty="0"/>
        </a:p>
      </dgm:t>
    </dgm:pt>
    <dgm:pt modelId="{5204E1DC-80D8-49A6-A94D-76B8C01E4520}" type="parTrans" cxnId="{56A51B90-AA61-4A96-A6ED-3B9124925BFD}">
      <dgm:prSet/>
      <dgm:spPr/>
      <dgm:t>
        <a:bodyPr/>
        <a:lstStyle/>
        <a:p>
          <a:endParaRPr lang="en-US"/>
        </a:p>
      </dgm:t>
    </dgm:pt>
    <dgm:pt modelId="{8D90361D-6AE3-4CC8-B68F-0DBF0F6FC349}" type="sibTrans" cxnId="{56A51B90-AA61-4A96-A6ED-3B9124925BFD}">
      <dgm:prSet/>
      <dgm:spPr/>
      <dgm:t>
        <a:bodyPr/>
        <a:lstStyle/>
        <a:p>
          <a:endParaRPr lang="en-US"/>
        </a:p>
      </dgm:t>
    </dgm:pt>
    <dgm:pt modelId="{17B50496-33A1-4E47-A02C-6250BD5DC1F4}">
      <dgm:prSet/>
      <dgm:spPr/>
      <dgm:t>
        <a:bodyPr/>
        <a:lstStyle/>
        <a:p>
          <a:r>
            <a:rPr lang="en-GB" b="0" i="0" baseline="0"/>
            <a:t>· Regularly inspect both plant vehicles (e.g., forklifts, powered industrial trucks) and transport vehicles (e.g., cars, trucks).</a:t>
          </a:r>
          <a:endParaRPr lang="en-US"/>
        </a:p>
      </dgm:t>
    </dgm:pt>
    <dgm:pt modelId="{6B026DCB-80A4-4600-9C19-9EDD9428BE78}" type="parTrans" cxnId="{E536A04F-1511-4F92-B338-7722C5757AF0}">
      <dgm:prSet/>
      <dgm:spPr/>
      <dgm:t>
        <a:bodyPr/>
        <a:lstStyle/>
        <a:p>
          <a:endParaRPr lang="en-US"/>
        </a:p>
      </dgm:t>
    </dgm:pt>
    <dgm:pt modelId="{E9ED74C5-AF43-4A9A-99B9-31FFE05FC2A7}" type="sibTrans" cxnId="{E536A04F-1511-4F92-B338-7722C5757AF0}">
      <dgm:prSet/>
      <dgm:spPr/>
      <dgm:t>
        <a:bodyPr/>
        <a:lstStyle/>
        <a:p>
          <a:endParaRPr lang="en-US"/>
        </a:p>
      </dgm:t>
    </dgm:pt>
    <dgm:pt modelId="{405318EE-D34C-471D-BCE5-1B55B0229DD7}">
      <dgm:prSet/>
      <dgm:spPr/>
      <dgm:t>
        <a:bodyPr/>
        <a:lstStyle/>
        <a:p>
          <a:r>
            <a:rPr lang="en-GB" b="0" i="0" baseline="0"/>
            <a:t>· Use checklists that highlight things to look for</a:t>
          </a:r>
          <a:endParaRPr lang="en-US"/>
        </a:p>
      </dgm:t>
    </dgm:pt>
    <dgm:pt modelId="{2CAD6E89-D8C1-4681-8519-341CE9EECBED}" type="parTrans" cxnId="{025704AC-B59D-4B1A-BC68-F9E2E3ECB327}">
      <dgm:prSet/>
      <dgm:spPr/>
      <dgm:t>
        <a:bodyPr/>
        <a:lstStyle/>
        <a:p>
          <a:endParaRPr lang="en-US"/>
        </a:p>
      </dgm:t>
    </dgm:pt>
    <dgm:pt modelId="{57B91851-5F20-436B-A4F4-4FE111B225B6}" type="sibTrans" cxnId="{025704AC-B59D-4B1A-BC68-F9E2E3ECB327}">
      <dgm:prSet/>
      <dgm:spPr/>
      <dgm:t>
        <a:bodyPr/>
        <a:lstStyle/>
        <a:p>
          <a:endParaRPr lang="en-US"/>
        </a:p>
      </dgm:t>
    </dgm:pt>
    <dgm:pt modelId="{1D6AC19B-30CC-4E9E-91C9-03E48C4D3F65}" type="pres">
      <dgm:prSet presAssocID="{A013D3AF-000C-4E36-AEF2-60B406E9F601}" presName="Name0" presStyleCnt="0">
        <dgm:presLayoutVars>
          <dgm:dir/>
          <dgm:animLvl val="lvl"/>
          <dgm:resizeHandles val="exact"/>
        </dgm:presLayoutVars>
      </dgm:prSet>
      <dgm:spPr/>
    </dgm:pt>
    <dgm:pt modelId="{92F858BF-6DCC-4822-8DA1-5C7202C67413}" type="pres">
      <dgm:prSet presAssocID="{25C254C4-DE3E-4877-B3C5-52675A63AB21}" presName="composite" presStyleCnt="0"/>
      <dgm:spPr/>
    </dgm:pt>
    <dgm:pt modelId="{C9B163BE-6CFF-43FD-A638-C8472C6A2E87}" type="pres">
      <dgm:prSet presAssocID="{25C254C4-DE3E-4877-B3C5-52675A63AB21}" presName="parTx" presStyleLbl="alignNode1" presStyleIdx="0" presStyleCnt="2">
        <dgm:presLayoutVars>
          <dgm:chMax val="0"/>
          <dgm:chPref val="0"/>
          <dgm:bulletEnabled val="1"/>
        </dgm:presLayoutVars>
      </dgm:prSet>
      <dgm:spPr/>
    </dgm:pt>
    <dgm:pt modelId="{B466710E-A0FE-4EC2-BAFA-8717EFBD88F9}" type="pres">
      <dgm:prSet presAssocID="{25C254C4-DE3E-4877-B3C5-52675A63AB21}" presName="desTx" presStyleLbl="alignAccFollowNode1" presStyleIdx="0" presStyleCnt="2">
        <dgm:presLayoutVars>
          <dgm:bulletEnabled val="1"/>
        </dgm:presLayoutVars>
      </dgm:prSet>
      <dgm:spPr/>
    </dgm:pt>
    <dgm:pt modelId="{D6365E0B-2446-46CE-A21E-2FD04C27FD6B}" type="pres">
      <dgm:prSet presAssocID="{4A59ACA6-3FF2-422E-A481-69B200647E03}" presName="space" presStyleCnt="0"/>
      <dgm:spPr/>
    </dgm:pt>
    <dgm:pt modelId="{36B83DD3-D1AB-4F33-9B9F-6DF81163BDD1}" type="pres">
      <dgm:prSet presAssocID="{56EE657A-1849-43AF-ABA2-3870FFF34F5D}" presName="composite" presStyleCnt="0"/>
      <dgm:spPr/>
    </dgm:pt>
    <dgm:pt modelId="{AEFF4734-4CD6-43CF-970D-6F599EC04C87}" type="pres">
      <dgm:prSet presAssocID="{56EE657A-1849-43AF-ABA2-3870FFF34F5D}" presName="parTx" presStyleLbl="alignNode1" presStyleIdx="1" presStyleCnt="2">
        <dgm:presLayoutVars>
          <dgm:chMax val="0"/>
          <dgm:chPref val="0"/>
          <dgm:bulletEnabled val="1"/>
        </dgm:presLayoutVars>
      </dgm:prSet>
      <dgm:spPr/>
    </dgm:pt>
    <dgm:pt modelId="{B50FA03D-EB3B-486C-81D6-4221DB305E47}" type="pres">
      <dgm:prSet presAssocID="{56EE657A-1849-43AF-ABA2-3870FFF34F5D}" presName="desTx" presStyleLbl="alignAccFollowNode1" presStyleIdx="1" presStyleCnt="2">
        <dgm:presLayoutVars>
          <dgm:bulletEnabled val="1"/>
        </dgm:presLayoutVars>
      </dgm:prSet>
      <dgm:spPr/>
    </dgm:pt>
  </dgm:ptLst>
  <dgm:cxnLst>
    <dgm:cxn modelId="{6FD9160A-EC80-4C16-BAE2-9363F88CBF08}" type="presOf" srcId="{E79A31BF-F039-4A69-8C6B-6EF75F070F12}" destId="{B466710E-A0FE-4EC2-BAFA-8717EFBD88F9}" srcOrd="0" destOrd="0" presId="urn:microsoft.com/office/officeart/2005/8/layout/hList1"/>
    <dgm:cxn modelId="{1B5AE71C-9351-45E3-9C2F-F6E95BF8CAAB}" type="presOf" srcId="{25C254C4-DE3E-4877-B3C5-52675A63AB21}" destId="{C9B163BE-6CFF-43FD-A638-C8472C6A2E87}" srcOrd="0" destOrd="0" presId="urn:microsoft.com/office/officeart/2005/8/layout/hList1"/>
    <dgm:cxn modelId="{9760FB28-E91F-44CA-B334-0BE0C860FA86}" type="presOf" srcId="{405318EE-D34C-471D-BCE5-1B55B0229DD7}" destId="{B50FA03D-EB3B-486C-81D6-4221DB305E47}" srcOrd="0" destOrd="1" presId="urn:microsoft.com/office/officeart/2005/8/layout/hList1"/>
    <dgm:cxn modelId="{8D98CB2F-07AD-4727-9A5E-547705A7DEDD}" type="presOf" srcId="{17B50496-33A1-4E47-A02C-6250BD5DC1F4}" destId="{B50FA03D-EB3B-486C-81D6-4221DB305E47}" srcOrd="0" destOrd="0" presId="urn:microsoft.com/office/officeart/2005/8/layout/hList1"/>
    <dgm:cxn modelId="{6D9E1B31-3A3D-483D-A8E8-74EE29D493F0}" srcId="{A013D3AF-000C-4E36-AEF2-60B406E9F601}" destId="{25C254C4-DE3E-4877-B3C5-52675A63AB21}" srcOrd="0" destOrd="0" parTransId="{E65627FC-3E4D-4BF3-BDA8-6AA0232FE1C8}" sibTransId="{4A59ACA6-3FF2-422E-A481-69B200647E03}"/>
    <dgm:cxn modelId="{9789E961-2F5F-4B06-9BA6-0A21BB618EF1}" type="presOf" srcId="{56EE657A-1849-43AF-ABA2-3870FFF34F5D}" destId="{AEFF4734-4CD6-43CF-970D-6F599EC04C87}" srcOrd="0" destOrd="0" presId="urn:microsoft.com/office/officeart/2005/8/layout/hList1"/>
    <dgm:cxn modelId="{FD8DEF6C-7CC7-43A6-BC62-E813BEDA3DAC}" srcId="{25C254C4-DE3E-4877-B3C5-52675A63AB21}" destId="{E425DBD8-0C4B-49F8-92BA-F2E159CFD533}" srcOrd="1" destOrd="0" parTransId="{0B803B84-EA18-4AF2-843C-43E354179EBE}" sibTransId="{F4103EAD-4FF8-41D9-A54B-15AA6CBFE7A0}"/>
    <dgm:cxn modelId="{E536A04F-1511-4F92-B338-7722C5757AF0}" srcId="{56EE657A-1849-43AF-ABA2-3870FFF34F5D}" destId="{17B50496-33A1-4E47-A02C-6250BD5DC1F4}" srcOrd="0" destOrd="0" parTransId="{6B026DCB-80A4-4600-9C19-9EDD9428BE78}" sibTransId="{E9ED74C5-AF43-4A9A-99B9-31FFE05FC2A7}"/>
    <dgm:cxn modelId="{56A51B90-AA61-4A96-A6ED-3B9124925BFD}" srcId="{A013D3AF-000C-4E36-AEF2-60B406E9F601}" destId="{56EE657A-1849-43AF-ABA2-3870FFF34F5D}" srcOrd="1" destOrd="0" parTransId="{5204E1DC-80D8-49A6-A94D-76B8C01E4520}" sibTransId="{8D90361D-6AE3-4CC8-B68F-0DBF0F6FC349}"/>
    <dgm:cxn modelId="{34D5FC90-4872-40AE-85F0-D89BC675F730}" type="presOf" srcId="{A013D3AF-000C-4E36-AEF2-60B406E9F601}" destId="{1D6AC19B-30CC-4E9E-91C9-03E48C4D3F65}" srcOrd="0" destOrd="0" presId="urn:microsoft.com/office/officeart/2005/8/layout/hList1"/>
    <dgm:cxn modelId="{4C42D8A8-51B8-4B50-9696-BCE8558CFADB}" type="presOf" srcId="{E425DBD8-0C4B-49F8-92BA-F2E159CFD533}" destId="{B466710E-A0FE-4EC2-BAFA-8717EFBD88F9}" srcOrd="0" destOrd="1" presId="urn:microsoft.com/office/officeart/2005/8/layout/hList1"/>
    <dgm:cxn modelId="{025704AC-B59D-4B1A-BC68-F9E2E3ECB327}" srcId="{56EE657A-1849-43AF-ABA2-3870FFF34F5D}" destId="{405318EE-D34C-471D-BCE5-1B55B0229DD7}" srcOrd="1" destOrd="0" parTransId="{2CAD6E89-D8C1-4681-8519-341CE9EECBED}" sibTransId="{57B91851-5F20-436B-A4F4-4FE111B225B6}"/>
    <dgm:cxn modelId="{D196ECBC-DC03-4ECE-BC82-4F82653C2E86}" srcId="{25C254C4-DE3E-4877-B3C5-52675A63AB21}" destId="{E79A31BF-F039-4A69-8C6B-6EF75F070F12}" srcOrd="0" destOrd="0" parTransId="{9C6F1066-9A33-418E-8AFA-77BF8B3F9ABA}" sibTransId="{8961DC4B-CA36-4A0C-AACF-70AF45538742}"/>
    <dgm:cxn modelId="{1B38FFD2-8B94-42BA-AE4D-6D93FF588638}" type="presParOf" srcId="{1D6AC19B-30CC-4E9E-91C9-03E48C4D3F65}" destId="{92F858BF-6DCC-4822-8DA1-5C7202C67413}" srcOrd="0" destOrd="0" presId="urn:microsoft.com/office/officeart/2005/8/layout/hList1"/>
    <dgm:cxn modelId="{70980B81-A3CD-4F15-B484-0305EEDE5AD8}" type="presParOf" srcId="{92F858BF-6DCC-4822-8DA1-5C7202C67413}" destId="{C9B163BE-6CFF-43FD-A638-C8472C6A2E87}" srcOrd="0" destOrd="0" presId="urn:microsoft.com/office/officeart/2005/8/layout/hList1"/>
    <dgm:cxn modelId="{BFDE8747-D1DD-4A7C-B19F-B48CAD5C8880}" type="presParOf" srcId="{92F858BF-6DCC-4822-8DA1-5C7202C67413}" destId="{B466710E-A0FE-4EC2-BAFA-8717EFBD88F9}" srcOrd="1" destOrd="0" presId="urn:microsoft.com/office/officeart/2005/8/layout/hList1"/>
    <dgm:cxn modelId="{2F6B76D4-C303-4218-AE6D-EF2D0DE1CC3B}" type="presParOf" srcId="{1D6AC19B-30CC-4E9E-91C9-03E48C4D3F65}" destId="{D6365E0B-2446-46CE-A21E-2FD04C27FD6B}" srcOrd="1" destOrd="0" presId="urn:microsoft.com/office/officeart/2005/8/layout/hList1"/>
    <dgm:cxn modelId="{908EEBEB-4323-4AAE-9FF4-7D35EE4C3A47}" type="presParOf" srcId="{1D6AC19B-30CC-4E9E-91C9-03E48C4D3F65}" destId="{36B83DD3-D1AB-4F33-9B9F-6DF81163BDD1}" srcOrd="2" destOrd="0" presId="urn:microsoft.com/office/officeart/2005/8/layout/hList1"/>
    <dgm:cxn modelId="{58FA85C6-D506-4F16-A310-933967A19DE1}" type="presParOf" srcId="{36B83DD3-D1AB-4F33-9B9F-6DF81163BDD1}" destId="{AEFF4734-4CD6-43CF-970D-6F599EC04C87}" srcOrd="0" destOrd="0" presId="urn:microsoft.com/office/officeart/2005/8/layout/hList1"/>
    <dgm:cxn modelId="{FEC18EDB-18A9-4253-884C-2DDB98899895}" type="presParOf" srcId="{36B83DD3-D1AB-4F33-9B9F-6DF81163BDD1}" destId="{B50FA03D-EB3B-486C-81D6-4221DB305E47}"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1781787A-F92D-444C-86F9-6ED3A3EC8C70}"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C5628EB4-8F69-482B-9DB7-8018942F12A5}">
      <dgm:prSet/>
      <dgm:spPr/>
      <dgm:t>
        <a:bodyPr/>
        <a:lstStyle/>
        <a:p>
          <a:r>
            <a:rPr lang="en-GB" b="0" i="0" baseline="0"/>
            <a:t>o General housekeeping</a:t>
          </a:r>
          <a:endParaRPr lang="en-US"/>
        </a:p>
      </dgm:t>
    </dgm:pt>
    <dgm:pt modelId="{507B13B9-EA90-46B5-82F1-F527ED5EBBB6}" type="parTrans" cxnId="{29311E4E-9019-4EC2-8C25-A6CFED88C791}">
      <dgm:prSet/>
      <dgm:spPr/>
      <dgm:t>
        <a:bodyPr/>
        <a:lstStyle/>
        <a:p>
          <a:endParaRPr lang="en-US"/>
        </a:p>
      </dgm:t>
    </dgm:pt>
    <dgm:pt modelId="{4A58BF7A-E4CE-4878-92B0-CE8C21D7DA64}" type="sibTrans" cxnId="{29311E4E-9019-4EC2-8C25-A6CFED88C791}">
      <dgm:prSet/>
      <dgm:spPr/>
      <dgm:t>
        <a:bodyPr/>
        <a:lstStyle/>
        <a:p>
          <a:endParaRPr lang="en-US"/>
        </a:p>
      </dgm:t>
    </dgm:pt>
    <dgm:pt modelId="{84A05A60-6DEC-41B5-83D6-9FFAA3B467E0}">
      <dgm:prSet/>
      <dgm:spPr/>
      <dgm:t>
        <a:bodyPr/>
        <a:lstStyle/>
        <a:p>
          <a:r>
            <a:rPr lang="en-GB" b="0" i="0" baseline="0"/>
            <a:t>o Slip,trip,fall hazards</a:t>
          </a:r>
          <a:endParaRPr lang="en-US"/>
        </a:p>
      </dgm:t>
    </dgm:pt>
    <dgm:pt modelId="{96DA9812-A029-4105-9C7E-7ED93FE1C9A1}" type="parTrans" cxnId="{75E9B101-065D-4FC3-92C2-0380AD558998}">
      <dgm:prSet/>
      <dgm:spPr/>
      <dgm:t>
        <a:bodyPr/>
        <a:lstStyle/>
        <a:p>
          <a:endParaRPr lang="en-US"/>
        </a:p>
      </dgm:t>
    </dgm:pt>
    <dgm:pt modelId="{3A6EB1D9-CD49-4DF7-99CD-0B83821E922E}" type="sibTrans" cxnId="{75E9B101-065D-4FC3-92C2-0380AD558998}">
      <dgm:prSet/>
      <dgm:spPr/>
      <dgm:t>
        <a:bodyPr/>
        <a:lstStyle/>
        <a:p>
          <a:endParaRPr lang="en-US"/>
        </a:p>
      </dgm:t>
    </dgm:pt>
    <dgm:pt modelId="{473C90E7-4CAD-45C3-8FA3-F1F64777303C}">
      <dgm:prSet/>
      <dgm:spPr/>
      <dgm:t>
        <a:bodyPr/>
        <a:lstStyle/>
        <a:p>
          <a:r>
            <a:rPr lang="en-GB" b="0" i="0" baseline="0"/>
            <a:t>o Electrical hazards</a:t>
          </a:r>
          <a:endParaRPr lang="en-US"/>
        </a:p>
      </dgm:t>
    </dgm:pt>
    <dgm:pt modelId="{F5879015-270C-4D8A-A091-9A1EBF24517F}" type="parTrans" cxnId="{DF7BFE9E-209E-47C7-9E5E-35811E41BBCD}">
      <dgm:prSet/>
      <dgm:spPr/>
      <dgm:t>
        <a:bodyPr/>
        <a:lstStyle/>
        <a:p>
          <a:endParaRPr lang="en-US"/>
        </a:p>
      </dgm:t>
    </dgm:pt>
    <dgm:pt modelId="{1E9F6077-02AC-47C5-B958-7C6CB033B303}" type="sibTrans" cxnId="{DF7BFE9E-209E-47C7-9E5E-35811E41BBCD}">
      <dgm:prSet/>
      <dgm:spPr/>
      <dgm:t>
        <a:bodyPr/>
        <a:lstStyle/>
        <a:p>
          <a:endParaRPr lang="en-US"/>
        </a:p>
      </dgm:t>
    </dgm:pt>
    <dgm:pt modelId="{440EA043-839C-4B3E-8B40-D09AB36BB870}">
      <dgm:prSet/>
      <dgm:spPr/>
      <dgm:t>
        <a:bodyPr/>
        <a:lstStyle/>
        <a:p>
          <a:r>
            <a:rPr lang="en-GB" b="0" i="0" baseline="0"/>
            <a:t>o Fire protection</a:t>
          </a:r>
          <a:endParaRPr lang="en-US"/>
        </a:p>
      </dgm:t>
    </dgm:pt>
    <dgm:pt modelId="{AEC2D58B-2290-47A7-91B7-A14B01A2DE27}" type="parTrans" cxnId="{CEB20EEA-0F1D-4A2D-BDDC-11282012A4D5}">
      <dgm:prSet/>
      <dgm:spPr/>
      <dgm:t>
        <a:bodyPr/>
        <a:lstStyle/>
        <a:p>
          <a:endParaRPr lang="en-US"/>
        </a:p>
      </dgm:t>
    </dgm:pt>
    <dgm:pt modelId="{FE5A26DE-552A-428A-AF9F-1AC535844A15}" type="sibTrans" cxnId="{CEB20EEA-0F1D-4A2D-BDDC-11282012A4D5}">
      <dgm:prSet/>
      <dgm:spPr/>
      <dgm:t>
        <a:bodyPr/>
        <a:lstStyle/>
        <a:p>
          <a:endParaRPr lang="en-US"/>
        </a:p>
      </dgm:t>
    </dgm:pt>
    <dgm:pt modelId="{A299C10E-29BA-4000-B228-2F41E4A80E57}">
      <dgm:prSet/>
      <dgm:spPr/>
      <dgm:t>
        <a:bodyPr/>
        <a:lstStyle/>
        <a:p>
          <a:r>
            <a:rPr lang="en-GB" b="0" i="0" baseline="0"/>
            <a:t>o Work organization and process flow (including staffing and scheduling)</a:t>
          </a:r>
          <a:endParaRPr lang="en-US"/>
        </a:p>
      </dgm:t>
    </dgm:pt>
    <dgm:pt modelId="{639AE45A-D0A3-4594-8152-8862FDFE0712}" type="parTrans" cxnId="{1CF78BBE-525B-4E9F-9329-A36EAEC92EF7}">
      <dgm:prSet/>
      <dgm:spPr/>
      <dgm:t>
        <a:bodyPr/>
        <a:lstStyle/>
        <a:p>
          <a:endParaRPr lang="en-US"/>
        </a:p>
      </dgm:t>
    </dgm:pt>
    <dgm:pt modelId="{FCAF0315-FA40-45F2-976A-790DCAD3225C}" type="sibTrans" cxnId="{1CF78BBE-525B-4E9F-9329-A36EAEC92EF7}">
      <dgm:prSet/>
      <dgm:spPr/>
      <dgm:t>
        <a:bodyPr/>
        <a:lstStyle/>
        <a:p>
          <a:endParaRPr lang="en-US"/>
        </a:p>
      </dgm:t>
    </dgm:pt>
    <dgm:pt modelId="{6B8251AB-4EA9-4CB9-BA21-43F496309020}">
      <dgm:prSet/>
      <dgm:spPr/>
      <dgm:t>
        <a:bodyPr/>
        <a:lstStyle/>
        <a:p>
          <a:r>
            <a:rPr lang="en-GB" b="0" i="0" baseline="0"/>
            <a:t>o Work practices</a:t>
          </a:r>
          <a:endParaRPr lang="en-US"/>
        </a:p>
      </dgm:t>
    </dgm:pt>
    <dgm:pt modelId="{516A0FC0-6609-41D6-B765-863D4DBE76A2}" type="parTrans" cxnId="{9B58CF16-EF3C-4C20-B673-F5805CC2F18F}">
      <dgm:prSet/>
      <dgm:spPr/>
      <dgm:t>
        <a:bodyPr/>
        <a:lstStyle/>
        <a:p>
          <a:endParaRPr lang="en-US"/>
        </a:p>
      </dgm:t>
    </dgm:pt>
    <dgm:pt modelId="{CE26A0B6-C0F7-4746-90ED-AF802FE8A299}" type="sibTrans" cxnId="{9B58CF16-EF3C-4C20-B673-F5805CC2F18F}">
      <dgm:prSet/>
      <dgm:spPr/>
      <dgm:t>
        <a:bodyPr/>
        <a:lstStyle/>
        <a:p>
          <a:endParaRPr lang="en-US"/>
        </a:p>
      </dgm:t>
    </dgm:pt>
    <dgm:pt modelId="{1ACC3781-3738-4A16-8170-7B91EC50FE2E}">
      <dgm:prSet/>
      <dgm:spPr/>
      <dgm:t>
        <a:bodyPr/>
        <a:lstStyle/>
        <a:p>
          <a:r>
            <a:rPr lang="en-GB" b="0" i="0" baseline="0"/>
            <a:t>o Workplace violence</a:t>
          </a:r>
          <a:endParaRPr lang="en-US"/>
        </a:p>
      </dgm:t>
    </dgm:pt>
    <dgm:pt modelId="{A696E4C1-8E60-4DD5-874B-E27C41847A23}" type="parTrans" cxnId="{61AA2E17-FFE0-46E9-A3FA-0957F9B9EA06}">
      <dgm:prSet/>
      <dgm:spPr/>
      <dgm:t>
        <a:bodyPr/>
        <a:lstStyle/>
        <a:p>
          <a:endParaRPr lang="en-US"/>
        </a:p>
      </dgm:t>
    </dgm:pt>
    <dgm:pt modelId="{5875A50F-0AE9-45AD-90E8-14D15487FC4B}" type="sibTrans" cxnId="{61AA2E17-FFE0-46E9-A3FA-0957F9B9EA06}">
      <dgm:prSet/>
      <dgm:spPr/>
      <dgm:t>
        <a:bodyPr/>
        <a:lstStyle/>
        <a:p>
          <a:endParaRPr lang="en-US"/>
        </a:p>
      </dgm:t>
    </dgm:pt>
    <dgm:pt modelId="{7DF34F81-E440-4237-80C9-7CC7EC4A4E89}">
      <dgm:prSet/>
      <dgm:spPr/>
      <dgm:t>
        <a:bodyPr/>
        <a:lstStyle/>
        <a:p>
          <a:r>
            <a:rPr lang="en-GB" b="0" i="0" baseline="0"/>
            <a:t>o Equipment operation</a:t>
          </a:r>
          <a:endParaRPr lang="en-US"/>
        </a:p>
      </dgm:t>
    </dgm:pt>
    <dgm:pt modelId="{0EF249F1-9358-42A1-8E3D-E76C45485BC2}" type="parTrans" cxnId="{0796E858-3669-434C-B32B-DBAAFBE124AD}">
      <dgm:prSet/>
      <dgm:spPr/>
      <dgm:t>
        <a:bodyPr/>
        <a:lstStyle/>
        <a:p>
          <a:endParaRPr lang="en-US"/>
        </a:p>
      </dgm:t>
    </dgm:pt>
    <dgm:pt modelId="{392E8175-EDF6-46FA-8F45-C2C4033A672C}" type="sibTrans" cxnId="{0796E858-3669-434C-B32B-DBAAFBE124AD}">
      <dgm:prSet/>
      <dgm:spPr/>
      <dgm:t>
        <a:bodyPr/>
        <a:lstStyle/>
        <a:p>
          <a:endParaRPr lang="en-US"/>
        </a:p>
      </dgm:t>
    </dgm:pt>
    <dgm:pt modelId="{13D5D323-F88F-4FE8-9F79-0E2C826370F6}">
      <dgm:prSet/>
      <dgm:spPr/>
      <dgm:t>
        <a:bodyPr/>
        <a:lstStyle/>
        <a:p>
          <a:r>
            <a:rPr lang="en-GB" b="0" i="0" baseline="0"/>
            <a:t>o Equipment maintenance</a:t>
          </a:r>
          <a:endParaRPr lang="en-US"/>
        </a:p>
      </dgm:t>
    </dgm:pt>
    <dgm:pt modelId="{BBD99F9F-D8EA-4456-9F13-E69424862E09}" type="parTrans" cxnId="{2AF30786-AD9D-4F29-B68C-A539B430431E}">
      <dgm:prSet/>
      <dgm:spPr/>
      <dgm:t>
        <a:bodyPr/>
        <a:lstStyle/>
        <a:p>
          <a:endParaRPr lang="en-US"/>
        </a:p>
      </dgm:t>
    </dgm:pt>
    <dgm:pt modelId="{C4886E57-5DCC-4C26-B4D6-66F991E7DF2C}" type="sibTrans" cxnId="{2AF30786-AD9D-4F29-B68C-A539B430431E}">
      <dgm:prSet/>
      <dgm:spPr/>
      <dgm:t>
        <a:bodyPr/>
        <a:lstStyle/>
        <a:p>
          <a:endParaRPr lang="en-US"/>
        </a:p>
      </dgm:t>
    </dgm:pt>
    <dgm:pt modelId="{DF8415B1-D8A2-475D-97CF-71D30C5F4092}">
      <dgm:prSet/>
      <dgm:spPr/>
      <dgm:t>
        <a:bodyPr/>
        <a:lstStyle/>
        <a:p>
          <a:r>
            <a:rPr lang="en-GB" b="0" i="0" baseline="0"/>
            <a:t>o Ergonomic problems</a:t>
          </a:r>
          <a:endParaRPr lang="en-US"/>
        </a:p>
      </dgm:t>
    </dgm:pt>
    <dgm:pt modelId="{997B17C8-1515-46A9-93DF-2D420DA2E0C7}" type="parTrans" cxnId="{06ED196A-CEE9-4BD8-91B6-0D05A4754E28}">
      <dgm:prSet/>
      <dgm:spPr/>
      <dgm:t>
        <a:bodyPr/>
        <a:lstStyle/>
        <a:p>
          <a:endParaRPr lang="en-US"/>
        </a:p>
      </dgm:t>
    </dgm:pt>
    <dgm:pt modelId="{F32E8C1D-CB0E-48DA-8E5B-2DBBE5958406}" type="sibTrans" cxnId="{06ED196A-CEE9-4BD8-91B6-0D05A4754E28}">
      <dgm:prSet/>
      <dgm:spPr/>
      <dgm:t>
        <a:bodyPr/>
        <a:lstStyle/>
        <a:p>
          <a:endParaRPr lang="en-US"/>
        </a:p>
      </dgm:t>
    </dgm:pt>
    <dgm:pt modelId="{D87132E0-0F60-45A2-AADF-B7B263973317}">
      <dgm:prSet/>
      <dgm:spPr/>
      <dgm:t>
        <a:bodyPr/>
        <a:lstStyle/>
        <a:p>
          <a:r>
            <a:rPr lang="en-GB" b="0" i="0" baseline="0"/>
            <a:t>o Lack of emergency procedures</a:t>
          </a:r>
          <a:endParaRPr lang="en-US"/>
        </a:p>
      </dgm:t>
    </dgm:pt>
    <dgm:pt modelId="{B0B5A70C-5049-437A-9E07-FE37C0125E20}" type="parTrans" cxnId="{92D175E6-E156-4A4E-BBE6-B74CF8E9C167}">
      <dgm:prSet/>
      <dgm:spPr/>
      <dgm:t>
        <a:bodyPr/>
        <a:lstStyle/>
        <a:p>
          <a:endParaRPr lang="en-US"/>
        </a:p>
      </dgm:t>
    </dgm:pt>
    <dgm:pt modelId="{58ABAA7C-2D35-490F-969B-19C04183493B}" type="sibTrans" cxnId="{92D175E6-E156-4A4E-BBE6-B74CF8E9C167}">
      <dgm:prSet/>
      <dgm:spPr/>
      <dgm:t>
        <a:bodyPr/>
        <a:lstStyle/>
        <a:p>
          <a:endParaRPr lang="en-US"/>
        </a:p>
      </dgm:t>
    </dgm:pt>
    <dgm:pt modelId="{A63F579D-600C-4A0D-AE23-6437E0E8EBE5}" type="pres">
      <dgm:prSet presAssocID="{1781787A-F92D-444C-86F9-6ED3A3EC8C70}" presName="Name0" presStyleCnt="0">
        <dgm:presLayoutVars>
          <dgm:dir/>
          <dgm:resizeHandles val="exact"/>
        </dgm:presLayoutVars>
      </dgm:prSet>
      <dgm:spPr/>
    </dgm:pt>
    <dgm:pt modelId="{01D0D9E1-0613-4D71-A4AE-57AFC8A95BF8}" type="pres">
      <dgm:prSet presAssocID="{C5628EB4-8F69-482B-9DB7-8018942F12A5}" presName="node" presStyleLbl="node1" presStyleIdx="0" presStyleCnt="11">
        <dgm:presLayoutVars>
          <dgm:bulletEnabled val="1"/>
        </dgm:presLayoutVars>
      </dgm:prSet>
      <dgm:spPr/>
    </dgm:pt>
    <dgm:pt modelId="{64BD8DCC-8F0E-4E73-8B1A-E0314992E0AD}" type="pres">
      <dgm:prSet presAssocID="{4A58BF7A-E4CE-4878-92B0-CE8C21D7DA64}" presName="sibTrans" presStyleLbl="sibTrans1D1" presStyleIdx="0" presStyleCnt="10"/>
      <dgm:spPr/>
    </dgm:pt>
    <dgm:pt modelId="{82C763E9-1BB7-4549-BD50-80292CC5BEC5}" type="pres">
      <dgm:prSet presAssocID="{4A58BF7A-E4CE-4878-92B0-CE8C21D7DA64}" presName="connectorText" presStyleLbl="sibTrans1D1" presStyleIdx="0" presStyleCnt="10"/>
      <dgm:spPr/>
    </dgm:pt>
    <dgm:pt modelId="{ED6B0E85-1395-4539-A5FF-C714DC3B7DD2}" type="pres">
      <dgm:prSet presAssocID="{84A05A60-6DEC-41B5-83D6-9FFAA3B467E0}" presName="node" presStyleLbl="node1" presStyleIdx="1" presStyleCnt="11">
        <dgm:presLayoutVars>
          <dgm:bulletEnabled val="1"/>
        </dgm:presLayoutVars>
      </dgm:prSet>
      <dgm:spPr/>
    </dgm:pt>
    <dgm:pt modelId="{09A4F90D-F73C-48DD-B606-682866540934}" type="pres">
      <dgm:prSet presAssocID="{3A6EB1D9-CD49-4DF7-99CD-0B83821E922E}" presName="sibTrans" presStyleLbl="sibTrans1D1" presStyleIdx="1" presStyleCnt="10"/>
      <dgm:spPr/>
    </dgm:pt>
    <dgm:pt modelId="{B59F7995-AACD-4A19-875D-ADF30563A2FD}" type="pres">
      <dgm:prSet presAssocID="{3A6EB1D9-CD49-4DF7-99CD-0B83821E922E}" presName="connectorText" presStyleLbl="sibTrans1D1" presStyleIdx="1" presStyleCnt="10"/>
      <dgm:spPr/>
    </dgm:pt>
    <dgm:pt modelId="{120891DD-9468-41FC-A7F1-03AB8D68CCBA}" type="pres">
      <dgm:prSet presAssocID="{473C90E7-4CAD-45C3-8FA3-F1F64777303C}" presName="node" presStyleLbl="node1" presStyleIdx="2" presStyleCnt="11">
        <dgm:presLayoutVars>
          <dgm:bulletEnabled val="1"/>
        </dgm:presLayoutVars>
      </dgm:prSet>
      <dgm:spPr/>
    </dgm:pt>
    <dgm:pt modelId="{0D6B8F90-FDB5-4DAC-A903-81864699A8F9}" type="pres">
      <dgm:prSet presAssocID="{1E9F6077-02AC-47C5-B958-7C6CB033B303}" presName="sibTrans" presStyleLbl="sibTrans1D1" presStyleIdx="2" presStyleCnt="10"/>
      <dgm:spPr/>
    </dgm:pt>
    <dgm:pt modelId="{7730FE08-2014-4D23-A296-573D32F27614}" type="pres">
      <dgm:prSet presAssocID="{1E9F6077-02AC-47C5-B958-7C6CB033B303}" presName="connectorText" presStyleLbl="sibTrans1D1" presStyleIdx="2" presStyleCnt="10"/>
      <dgm:spPr/>
    </dgm:pt>
    <dgm:pt modelId="{31FD0BDD-AB6F-4BF1-BA27-D95155EC5B25}" type="pres">
      <dgm:prSet presAssocID="{440EA043-839C-4B3E-8B40-D09AB36BB870}" presName="node" presStyleLbl="node1" presStyleIdx="3" presStyleCnt="11">
        <dgm:presLayoutVars>
          <dgm:bulletEnabled val="1"/>
        </dgm:presLayoutVars>
      </dgm:prSet>
      <dgm:spPr/>
    </dgm:pt>
    <dgm:pt modelId="{4F13C1E7-1A8D-484F-A9AD-B2C14340AED1}" type="pres">
      <dgm:prSet presAssocID="{FE5A26DE-552A-428A-AF9F-1AC535844A15}" presName="sibTrans" presStyleLbl="sibTrans1D1" presStyleIdx="3" presStyleCnt="10"/>
      <dgm:spPr/>
    </dgm:pt>
    <dgm:pt modelId="{48DA8169-EF84-4127-A508-1ACC378F5A7B}" type="pres">
      <dgm:prSet presAssocID="{FE5A26DE-552A-428A-AF9F-1AC535844A15}" presName="connectorText" presStyleLbl="sibTrans1D1" presStyleIdx="3" presStyleCnt="10"/>
      <dgm:spPr/>
    </dgm:pt>
    <dgm:pt modelId="{DBFC8005-C4B1-492B-A6A1-C3E320FE695C}" type="pres">
      <dgm:prSet presAssocID="{A299C10E-29BA-4000-B228-2F41E4A80E57}" presName="node" presStyleLbl="node1" presStyleIdx="4" presStyleCnt="11">
        <dgm:presLayoutVars>
          <dgm:bulletEnabled val="1"/>
        </dgm:presLayoutVars>
      </dgm:prSet>
      <dgm:spPr/>
    </dgm:pt>
    <dgm:pt modelId="{D6A4B81A-82C6-40CE-B727-42E46794597C}" type="pres">
      <dgm:prSet presAssocID="{FCAF0315-FA40-45F2-976A-790DCAD3225C}" presName="sibTrans" presStyleLbl="sibTrans1D1" presStyleIdx="4" presStyleCnt="10"/>
      <dgm:spPr/>
    </dgm:pt>
    <dgm:pt modelId="{9BD48E24-32E4-422B-A21A-97C5B56B2B00}" type="pres">
      <dgm:prSet presAssocID="{FCAF0315-FA40-45F2-976A-790DCAD3225C}" presName="connectorText" presStyleLbl="sibTrans1D1" presStyleIdx="4" presStyleCnt="10"/>
      <dgm:spPr/>
    </dgm:pt>
    <dgm:pt modelId="{9590617B-65ED-4C4A-9727-1FCD9E2814B5}" type="pres">
      <dgm:prSet presAssocID="{6B8251AB-4EA9-4CB9-BA21-43F496309020}" presName="node" presStyleLbl="node1" presStyleIdx="5" presStyleCnt="11">
        <dgm:presLayoutVars>
          <dgm:bulletEnabled val="1"/>
        </dgm:presLayoutVars>
      </dgm:prSet>
      <dgm:spPr/>
    </dgm:pt>
    <dgm:pt modelId="{E3B9CC1C-5D85-4F06-9EDA-3EF87F955DE3}" type="pres">
      <dgm:prSet presAssocID="{CE26A0B6-C0F7-4746-90ED-AF802FE8A299}" presName="sibTrans" presStyleLbl="sibTrans1D1" presStyleIdx="5" presStyleCnt="10"/>
      <dgm:spPr/>
    </dgm:pt>
    <dgm:pt modelId="{4FE4D838-4B03-4217-9B47-E42019739E7B}" type="pres">
      <dgm:prSet presAssocID="{CE26A0B6-C0F7-4746-90ED-AF802FE8A299}" presName="connectorText" presStyleLbl="sibTrans1D1" presStyleIdx="5" presStyleCnt="10"/>
      <dgm:spPr/>
    </dgm:pt>
    <dgm:pt modelId="{91946E6C-C442-45BE-AAD0-933B7622EB90}" type="pres">
      <dgm:prSet presAssocID="{1ACC3781-3738-4A16-8170-7B91EC50FE2E}" presName="node" presStyleLbl="node1" presStyleIdx="6" presStyleCnt="11">
        <dgm:presLayoutVars>
          <dgm:bulletEnabled val="1"/>
        </dgm:presLayoutVars>
      </dgm:prSet>
      <dgm:spPr/>
    </dgm:pt>
    <dgm:pt modelId="{207CEED9-E3F6-4944-AA2E-A07A3C696DC4}" type="pres">
      <dgm:prSet presAssocID="{5875A50F-0AE9-45AD-90E8-14D15487FC4B}" presName="sibTrans" presStyleLbl="sibTrans1D1" presStyleIdx="6" presStyleCnt="10"/>
      <dgm:spPr/>
    </dgm:pt>
    <dgm:pt modelId="{ACFF4D30-A477-4470-BC8C-FB9A12B0E13A}" type="pres">
      <dgm:prSet presAssocID="{5875A50F-0AE9-45AD-90E8-14D15487FC4B}" presName="connectorText" presStyleLbl="sibTrans1D1" presStyleIdx="6" presStyleCnt="10"/>
      <dgm:spPr/>
    </dgm:pt>
    <dgm:pt modelId="{C41D1239-D8AD-4866-BBD8-48625FB0047C}" type="pres">
      <dgm:prSet presAssocID="{7DF34F81-E440-4237-80C9-7CC7EC4A4E89}" presName="node" presStyleLbl="node1" presStyleIdx="7" presStyleCnt="11">
        <dgm:presLayoutVars>
          <dgm:bulletEnabled val="1"/>
        </dgm:presLayoutVars>
      </dgm:prSet>
      <dgm:spPr/>
    </dgm:pt>
    <dgm:pt modelId="{6A597B56-DC2A-4993-8691-CC72BD947B1F}" type="pres">
      <dgm:prSet presAssocID="{392E8175-EDF6-46FA-8F45-C2C4033A672C}" presName="sibTrans" presStyleLbl="sibTrans1D1" presStyleIdx="7" presStyleCnt="10"/>
      <dgm:spPr/>
    </dgm:pt>
    <dgm:pt modelId="{E5D82BE9-BEC8-4E70-87F3-FF38988A1CF5}" type="pres">
      <dgm:prSet presAssocID="{392E8175-EDF6-46FA-8F45-C2C4033A672C}" presName="connectorText" presStyleLbl="sibTrans1D1" presStyleIdx="7" presStyleCnt="10"/>
      <dgm:spPr/>
    </dgm:pt>
    <dgm:pt modelId="{AFBF488A-1D38-410C-AC28-A5DB70CE97AD}" type="pres">
      <dgm:prSet presAssocID="{13D5D323-F88F-4FE8-9F79-0E2C826370F6}" presName="node" presStyleLbl="node1" presStyleIdx="8" presStyleCnt="11">
        <dgm:presLayoutVars>
          <dgm:bulletEnabled val="1"/>
        </dgm:presLayoutVars>
      </dgm:prSet>
      <dgm:spPr/>
    </dgm:pt>
    <dgm:pt modelId="{945E9488-1C6F-4FAE-8FCE-A4A96676F476}" type="pres">
      <dgm:prSet presAssocID="{C4886E57-5DCC-4C26-B4D6-66F991E7DF2C}" presName="sibTrans" presStyleLbl="sibTrans1D1" presStyleIdx="8" presStyleCnt="10"/>
      <dgm:spPr/>
    </dgm:pt>
    <dgm:pt modelId="{B0D16E60-CE1D-4694-9A6A-4C7A8FB17312}" type="pres">
      <dgm:prSet presAssocID="{C4886E57-5DCC-4C26-B4D6-66F991E7DF2C}" presName="connectorText" presStyleLbl="sibTrans1D1" presStyleIdx="8" presStyleCnt="10"/>
      <dgm:spPr/>
    </dgm:pt>
    <dgm:pt modelId="{0B9DD00E-61AA-43B5-A28F-34B6D3127557}" type="pres">
      <dgm:prSet presAssocID="{DF8415B1-D8A2-475D-97CF-71D30C5F4092}" presName="node" presStyleLbl="node1" presStyleIdx="9" presStyleCnt="11">
        <dgm:presLayoutVars>
          <dgm:bulletEnabled val="1"/>
        </dgm:presLayoutVars>
      </dgm:prSet>
      <dgm:spPr/>
    </dgm:pt>
    <dgm:pt modelId="{3F3C30C5-E182-4E17-B389-4D125021CE7E}" type="pres">
      <dgm:prSet presAssocID="{F32E8C1D-CB0E-48DA-8E5B-2DBBE5958406}" presName="sibTrans" presStyleLbl="sibTrans1D1" presStyleIdx="9" presStyleCnt="10"/>
      <dgm:spPr/>
    </dgm:pt>
    <dgm:pt modelId="{AA6864CA-1257-4665-9B64-F44034659EA0}" type="pres">
      <dgm:prSet presAssocID="{F32E8C1D-CB0E-48DA-8E5B-2DBBE5958406}" presName="connectorText" presStyleLbl="sibTrans1D1" presStyleIdx="9" presStyleCnt="10"/>
      <dgm:spPr/>
    </dgm:pt>
    <dgm:pt modelId="{4E2D4FD7-C5AC-493B-A48E-16759DF86C09}" type="pres">
      <dgm:prSet presAssocID="{D87132E0-0F60-45A2-AADF-B7B263973317}" presName="node" presStyleLbl="node1" presStyleIdx="10" presStyleCnt="11">
        <dgm:presLayoutVars>
          <dgm:bulletEnabled val="1"/>
        </dgm:presLayoutVars>
      </dgm:prSet>
      <dgm:spPr/>
    </dgm:pt>
  </dgm:ptLst>
  <dgm:cxnLst>
    <dgm:cxn modelId="{75E9B101-065D-4FC3-92C2-0380AD558998}" srcId="{1781787A-F92D-444C-86F9-6ED3A3EC8C70}" destId="{84A05A60-6DEC-41B5-83D6-9FFAA3B467E0}" srcOrd="1" destOrd="0" parTransId="{96DA9812-A029-4105-9C7E-7ED93FE1C9A1}" sibTransId="{3A6EB1D9-CD49-4DF7-99CD-0B83821E922E}"/>
    <dgm:cxn modelId="{1C98A80B-E8A0-40AF-AFF0-5662374A857B}" type="presOf" srcId="{1E9F6077-02AC-47C5-B958-7C6CB033B303}" destId="{7730FE08-2014-4D23-A296-573D32F27614}" srcOrd="1" destOrd="0" presId="urn:microsoft.com/office/officeart/2016/7/layout/RepeatingBendingProcessNew"/>
    <dgm:cxn modelId="{EE58C615-2775-4915-A28A-46ABEBF1FCB8}" type="presOf" srcId="{C4886E57-5DCC-4C26-B4D6-66F991E7DF2C}" destId="{B0D16E60-CE1D-4694-9A6A-4C7A8FB17312}" srcOrd="1" destOrd="0" presId="urn:microsoft.com/office/officeart/2016/7/layout/RepeatingBendingProcessNew"/>
    <dgm:cxn modelId="{9B58CF16-EF3C-4C20-B673-F5805CC2F18F}" srcId="{1781787A-F92D-444C-86F9-6ED3A3EC8C70}" destId="{6B8251AB-4EA9-4CB9-BA21-43F496309020}" srcOrd="5" destOrd="0" parTransId="{516A0FC0-6609-41D6-B765-863D4DBE76A2}" sibTransId="{CE26A0B6-C0F7-4746-90ED-AF802FE8A299}"/>
    <dgm:cxn modelId="{61AA2E17-FFE0-46E9-A3FA-0957F9B9EA06}" srcId="{1781787A-F92D-444C-86F9-6ED3A3EC8C70}" destId="{1ACC3781-3738-4A16-8170-7B91EC50FE2E}" srcOrd="6" destOrd="0" parTransId="{A696E4C1-8E60-4DD5-874B-E27C41847A23}" sibTransId="{5875A50F-0AE9-45AD-90E8-14D15487FC4B}"/>
    <dgm:cxn modelId="{FFBC052B-7ED2-4B52-BBD1-09F333828D52}" type="presOf" srcId="{3A6EB1D9-CD49-4DF7-99CD-0B83821E922E}" destId="{09A4F90D-F73C-48DD-B606-682866540934}" srcOrd="0" destOrd="0" presId="urn:microsoft.com/office/officeart/2016/7/layout/RepeatingBendingProcessNew"/>
    <dgm:cxn modelId="{65F58D38-54A5-413E-A7AC-31307E1D21B8}" type="presOf" srcId="{C5628EB4-8F69-482B-9DB7-8018942F12A5}" destId="{01D0D9E1-0613-4D71-A4AE-57AFC8A95BF8}" srcOrd="0" destOrd="0" presId="urn:microsoft.com/office/officeart/2016/7/layout/RepeatingBendingProcessNew"/>
    <dgm:cxn modelId="{87FB1B3B-D5A7-4996-96B4-40CCC4D7F6E9}" type="presOf" srcId="{1E9F6077-02AC-47C5-B958-7C6CB033B303}" destId="{0D6B8F90-FDB5-4DAC-A903-81864699A8F9}" srcOrd="0" destOrd="0" presId="urn:microsoft.com/office/officeart/2016/7/layout/RepeatingBendingProcessNew"/>
    <dgm:cxn modelId="{DBBA995D-3783-4F7F-AA3A-7FC7EAEFFDFE}" type="presOf" srcId="{FCAF0315-FA40-45F2-976A-790DCAD3225C}" destId="{D6A4B81A-82C6-40CE-B727-42E46794597C}" srcOrd="0" destOrd="0" presId="urn:microsoft.com/office/officeart/2016/7/layout/RepeatingBendingProcessNew"/>
    <dgm:cxn modelId="{FF5C9041-6422-46EC-BE75-CFF8D43AA6D6}" type="presOf" srcId="{FE5A26DE-552A-428A-AF9F-1AC535844A15}" destId="{4F13C1E7-1A8D-484F-A9AD-B2C14340AED1}" srcOrd="0" destOrd="0" presId="urn:microsoft.com/office/officeart/2016/7/layout/RepeatingBendingProcessNew"/>
    <dgm:cxn modelId="{4D74A242-F917-42C3-9FDC-CA4B3EBCEBD5}" type="presOf" srcId="{440EA043-839C-4B3E-8B40-D09AB36BB870}" destId="{31FD0BDD-AB6F-4BF1-BA27-D95155EC5B25}" srcOrd="0" destOrd="0" presId="urn:microsoft.com/office/officeart/2016/7/layout/RepeatingBendingProcessNew"/>
    <dgm:cxn modelId="{3EA4CD42-8B20-4F92-AD8C-191A6A485475}" type="presOf" srcId="{C4886E57-5DCC-4C26-B4D6-66F991E7DF2C}" destId="{945E9488-1C6F-4FAE-8FCE-A4A96676F476}" srcOrd="0" destOrd="0" presId="urn:microsoft.com/office/officeart/2016/7/layout/RepeatingBendingProcessNew"/>
    <dgm:cxn modelId="{6964E945-6B86-499A-AC5B-1448F2B8975C}" type="presOf" srcId="{4A58BF7A-E4CE-4878-92B0-CE8C21D7DA64}" destId="{64BD8DCC-8F0E-4E73-8B1A-E0314992E0AD}" srcOrd="0" destOrd="0" presId="urn:microsoft.com/office/officeart/2016/7/layout/RepeatingBendingProcessNew"/>
    <dgm:cxn modelId="{F6158247-4BBE-40D5-805C-55914CC166CA}" type="presOf" srcId="{392E8175-EDF6-46FA-8F45-C2C4033A672C}" destId="{E5D82BE9-BEC8-4E70-87F3-FF38988A1CF5}" srcOrd="1" destOrd="0" presId="urn:microsoft.com/office/officeart/2016/7/layout/RepeatingBendingProcessNew"/>
    <dgm:cxn modelId="{E1740269-7BBB-4456-90FC-76CDC4B6D1A3}" type="presOf" srcId="{473C90E7-4CAD-45C3-8FA3-F1F64777303C}" destId="{120891DD-9468-41FC-A7F1-03AB8D68CCBA}" srcOrd="0" destOrd="0" presId="urn:microsoft.com/office/officeart/2016/7/layout/RepeatingBendingProcessNew"/>
    <dgm:cxn modelId="{E2351369-4710-47BE-8941-F0ECD7937903}" type="presOf" srcId="{F32E8C1D-CB0E-48DA-8E5B-2DBBE5958406}" destId="{AA6864CA-1257-4665-9B64-F44034659EA0}" srcOrd="1" destOrd="0" presId="urn:microsoft.com/office/officeart/2016/7/layout/RepeatingBendingProcessNew"/>
    <dgm:cxn modelId="{06ED196A-CEE9-4BD8-91B6-0D05A4754E28}" srcId="{1781787A-F92D-444C-86F9-6ED3A3EC8C70}" destId="{DF8415B1-D8A2-475D-97CF-71D30C5F4092}" srcOrd="9" destOrd="0" parTransId="{997B17C8-1515-46A9-93DF-2D420DA2E0C7}" sibTransId="{F32E8C1D-CB0E-48DA-8E5B-2DBBE5958406}"/>
    <dgm:cxn modelId="{708B394B-0936-4070-AA0B-10AD21A18A11}" type="presOf" srcId="{CE26A0B6-C0F7-4746-90ED-AF802FE8A299}" destId="{E3B9CC1C-5D85-4F06-9EDA-3EF87F955DE3}" srcOrd="0" destOrd="0" presId="urn:microsoft.com/office/officeart/2016/7/layout/RepeatingBendingProcessNew"/>
    <dgm:cxn modelId="{29311E4E-9019-4EC2-8C25-A6CFED88C791}" srcId="{1781787A-F92D-444C-86F9-6ED3A3EC8C70}" destId="{C5628EB4-8F69-482B-9DB7-8018942F12A5}" srcOrd="0" destOrd="0" parTransId="{507B13B9-EA90-46B5-82F1-F527ED5EBBB6}" sibTransId="{4A58BF7A-E4CE-4878-92B0-CE8C21D7DA64}"/>
    <dgm:cxn modelId="{30255152-4AD6-40E6-B426-A8092D0A0C43}" type="presOf" srcId="{6B8251AB-4EA9-4CB9-BA21-43F496309020}" destId="{9590617B-65ED-4C4A-9727-1FCD9E2814B5}" srcOrd="0" destOrd="0" presId="urn:microsoft.com/office/officeart/2016/7/layout/RepeatingBendingProcessNew"/>
    <dgm:cxn modelId="{DD086453-A7F9-4BB2-9C6B-787C829E4F03}" type="presOf" srcId="{392E8175-EDF6-46FA-8F45-C2C4033A672C}" destId="{6A597B56-DC2A-4993-8691-CC72BD947B1F}" srcOrd="0" destOrd="0" presId="urn:microsoft.com/office/officeart/2016/7/layout/RepeatingBendingProcessNew"/>
    <dgm:cxn modelId="{D005E773-5AA8-4D8C-83DC-40ADA3D89554}" type="presOf" srcId="{FE5A26DE-552A-428A-AF9F-1AC535844A15}" destId="{48DA8169-EF84-4127-A508-1ACC378F5A7B}" srcOrd="1" destOrd="0" presId="urn:microsoft.com/office/officeart/2016/7/layout/RepeatingBendingProcessNew"/>
    <dgm:cxn modelId="{1045B554-1525-415D-A7FC-08ABC7EFB378}" type="presOf" srcId="{FCAF0315-FA40-45F2-976A-790DCAD3225C}" destId="{9BD48E24-32E4-422B-A21A-97C5B56B2B00}" srcOrd="1" destOrd="0" presId="urn:microsoft.com/office/officeart/2016/7/layout/RepeatingBendingProcessNew"/>
    <dgm:cxn modelId="{44862D76-6131-49FD-A171-DEFB0C67C3E2}" type="presOf" srcId="{5875A50F-0AE9-45AD-90E8-14D15487FC4B}" destId="{207CEED9-E3F6-4944-AA2E-A07A3C696DC4}" srcOrd="0" destOrd="0" presId="urn:microsoft.com/office/officeart/2016/7/layout/RepeatingBendingProcessNew"/>
    <dgm:cxn modelId="{2661DD58-4881-40F5-A6E4-B1BA09D93C38}" type="presOf" srcId="{5875A50F-0AE9-45AD-90E8-14D15487FC4B}" destId="{ACFF4D30-A477-4470-BC8C-FB9A12B0E13A}" srcOrd="1" destOrd="0" presId="urn:microsoft.com/office/officeart/2016/7/layout/RepeatingBendingProcessNew"/>
    <dgm:cxn modelId="{0796E858-3669-434C-B32B-DBAAFBE124AD}" srcId="{1781787A-F92D-444C-86F9-6ED3A3EC8C70}" destId="{7DF34F81-E440-4237-80C9-7CC7EC4A4E89}" srcOrd="7" destOrd="0" parTransId="{0EF249F1-9358-42A1-8E3D-E76C45485BC2}" sibTransId="{392E8175-EDF6-46FA-8F45-C2C4033A672C}"/>
    <dgm:cxn modelId="{1F9D027C-5658-4429-9CBE-412C1CB94C0D}" type="presOf" srcId="{A299C10E-29BA-4000-B228-2F41E4A80E57}" destId="{DBFC8005-C4B1-492B-A6A1-C3E320FE695C}" srcOrd="0" destOrd="0" presId="urn:microsoft.com/office/officeart/2016/7/layout/RepeatingBendingProcessNew"/>
    <dgm:cxn modelId="{01BA657C-9C15-42A3-BAC9-72E7027225C7}" type="presOf" srcId="{1781787A-F92D-444C-86F9-6ED3A3EC8C70}" destId="{A63F579D-600C-4A0D-AE23-6437E0E8EBE5}" srcOrd="0" destOrd="0" presId="urn:microsoft.com/office/officeart/2016/7/layout/RepeatingBendingProcessNew"/>
    <dgm:cxn modelId="{D0A6B87C-581D-4436-94FD-A918910DF4B7}" type="presOf" srcId="{1ACC3781-3738-4A16-8170-7B91EC50FE2E}" destId="{91946E6C-C442-45BE-AAD0-933B7622EB90}" srcOrd="0" destOrd="0" presId="urn:microsoft.com/office/officeart/2016/7/layout/RepeatingBendingProcessNew"/>
    <dgm:cxn modelId="{2AF30786-AD9D-4F29-B68C-A539B430431E}" srcId="{1781787A-F92D-444C-86F9-6ED3A3EC8C70}" destId="{13D5D323-F88F-4FE8-9F79-0E2C826370F6}" srcOrd="8" destOrd="0" parTransId="{BBD99F9F-D8EA-4456-9F13-E69424862E09}" sibTransId="{C4886E57-5DCC-4C26-B4D6-66F991E7DF2C}"/>
    <dgm:cxn modelId="{7EFB4D8F-41E9-4AAB-B107-55632EB33E6C}" type="presOf" srcId="{D87132E0-0F60-45A2-AADF-B7B263973317}" destId="{4E2D4FD7-C5AC-493B-A48E-16759DF86C09}" srcOrd="0" destOrd="0" presId="urn:microsoft.com/office/officeart/2016/7/layout/RepeatingBendingProcessNew"/>
    <dgm:cxn modelId="{910D4099-6769-42E7-92F7-C3ECEEE94561}" type="presOf" srcId="{7DF34F81-E440-4237-80C9-7CC7EC4A4E89}" destId="{C41D1239-D8AD-4866-BBD8-48625FB0047C}" srcOrd="0" destOrd="0" presId="urn:microsoft.com/office/officeart/2016/7/layout/RepeatingBendingProcessNew"/>
    <dgm:cxn modelId="{1B329399-9568-4721-86B8-60C6C43B3321}" type="presOf" srcId="{DF8415B1-D8A2-475D-97CF-71D30C5F4092}" destId="{0B9DD00E-61AA-43B5-A28F-34B6D3127557}" srcOrd="0" destOrd="0" presId="urn:microsoft.com/office/officeart/2016/7/layout/RepeatingBendingProcessNew"/>
    <dgm:cxn modelId="{DF7BFE9E-209E-47C7-9E5E-35811E41BBCD}" srcId="{1781787A-F92D-444C-86F9-6ED3A3EC8C70}" destId="{473C90E7-4CAD-45C3-8FA3-F1F64777303C}" srcOrd="2" destOrd="0" parTransId="{F5879015-270C-4D8A-A091-9A1EBF24517F}" sibTransId="{1E9F6077-02AC-47C5-B958-7C6CB033B303}"/>
    <dgm:cxn modelId="{E38FA0A3-2621-485E-B4D8-F5A84B1DC7E0}" type="presOf" srcId="{F32E8C1D-CB0E-48DA-8E5B-2DBBE5958406}" destId="{3F3C30C5-E182-4E17-B389-4D125021CE7E}" srcOrd="0" destOrd="0" presId="urn:microsoft.com/office/officeart/2016/7/layout/RepeatingBendingProcessNew"/>
    <dgm:cxn modelId="{1CF78BBE-525B-4E9F-9329-A36EAEC92EF7}" srcId="{1781787A-F92D-444C-86F9-6ED3A3EC8C70}" destId="{A299C10E-29BA-4000-B228-2F41E4A80E57}" srcOrd="4" destOrd="0" parTransId="{639AE45A-D0A3-4594-8152-8862FDFE0712}" sibTransId="{FCAF0315-FA40-45F2-976A-790DCAD3225C}"/>
    <dgm:cxn modelId="{379A02C0-6BFA-490E-99E9-42A26A7281F5}" type="presOf" srcId="{3A6EB1D9-CD49-4DF7-99CD-0B83821E922E}" destId="{B59F7995-AACD-4A19-875D-ADF30563A2FD}" srcOrd="1" destOrd="0" presId="urn:microsoft.com/office/officeart/2016/7/layout/RepeatingBendingProcessNew"/>
    <dgm:cxn modelId="{2F5C2BCB-2597-488E-ADAD-7247531DAB68}" type="presOf" srcId="{CE26A0B6-C0F7-4746-90ED-AF802FE8A299}" destId="{4FE4D838-4B03-4217-9B47-E42019739E7B}" srcOrd="1" destOrd="0" presId="urn:microsoft.com/office/officeart/2016/7/layout/RepeatingBendingProcessNew"/>
    <dgm:cxn modelId="{108DDDD6-9CE7-40BF-9F47-8CA8E963A1D2}" type="presOf" srcId="{13D5D323-F88F-4FE8-9F79-0E2C826370F6}" destId="{AFBF488A-1D38-410C-AC28-A5DB70CE97AD}" srcOrd="0" destOrd="0" presId="urn:microsoft.com/office/officeart/2016/7/layout/RepeatingBendingProcessNew"/>
    <dgm:cxn modelId="{FC3514E0-5F27-4FA4-A8C8-2B004CD1939D}" type="presOf" srcId="{84A05A60-6DEC-41B5-83D6-9FFAA3B467E0}" destId="{ED6B0E85-1395-4539-A5FF-C714DC3B7DD2}" srcOrd="0" destOrd="0" presId="urn:microsoft.com/office/officeart/2016/7/layout/RepeatingBendingProcessNew"/>
    <dgm:cxn modelId="{92D175E6-E156-4A4E-BBE6-B74CF8E9C167}" srcId="{1781787A-F92D-444C-86F9-6ED3A3EC8C70}" destId="{D87132E0-0F60-45A2-AADF-B7B263973317}" srcOrd="10" destOrd="0" parTransId="{B0B5A70C-5049-437A-9E07-FE37C0125E20}" sibTransId="{58ABAA7C-2D35-490F-969B-19C04183493B}"/>
    <dgm:cxn modelId="{CEB20EEA-0F1D-4A2D-BDDC-11282012A4D5}" srcId="{1781787A-F92D-444C-86F9-6ED3A3EC8C70}" destId="{440EA043-839C-4B3E-8B40-D09AB36BB870}" srcOrd="3" destOrd="0" parTransId="{AEC2D58B-2290-47A7-91B7-A14B01A2DE27}" sibTransId="{FE5A26DE-552A-428A-AF9F-1AC535844A15}"/>
    <dgm:cxn modelId="{9CFF3BFF-BF9B-4DDA-B73C-3711C5D20762}" type="presOf" srcId="{4A58BF7A-E4CE-4878-92B0-CE8C21D7DA64}" destId="{82C763E9-1BB7-4549-BD50-80292CC5BEC5}" srcOrd="1" destOrd="0" presId="urn:microsoft.com/office/officeart/2016/7/layout/RepeatingBendingProcessNew"/>
    <dgm:cxn modelId="{6E374414-9B03-4A35-8B95-8F2F8A8520AA}" type="presParOf" srcId="{A63F579D-600C-4A0D-AE23-6437E0E8EBE5}" destId="{01D0D9E1-0613-4D71-A4AE-57AFC8A95BF8}" srcOrd="0" destOrd="0" presId="urn:microsoft.com/office/officeart/2016/7/layout/RepeatingBendingProcessNew"/>
    <dgm:cxn modelId="{9156EE9E-5971-4A0B-BA94-4C242317F507}" type="presParOf" srcId="{A63F579D-600C-4A0D-AE23-6437E0E8EBE5}" destId="{64BD8DCC-8F0E-4E73-8B1A-E0314992E0AD}" srcOrd="1" destOrd="0" presId="urn:microsoft.com/office/officeart/2016/7/layout/RepeatingBendingProcessNew"/>
    <dgm:cxn modelId="{F9A9E7E5-FDFF-4392-A6A3-3A016CED031C}" type="presParOf" srcId="{64BD8DCC-8F0E-4E73-8B1A-E0314992E0AD}" destId="{82C763E9-1BB7-4549-BD50-80292CC5BEC5}" srcOrd="0" destOrd="0" presId="urn:microsoft.com/office/officeart/2016/7/layout/RepeatingBendingProcessNew"/>
    <dgm:cxn modelId="{E17785AB-70CC-4219-97F3-603A564BCD00}" type="presParOf" srcId="{A63F579D-600C-4A0D-AE23-6437E0E8EBE5}" destId="{ED6B0E85-1395-4539-A5FF-C714DC3B7DD2}" srcOrd="2" destOrd="0" presId="urn:microsoft.com/office/officeart/2016/7/layout/RepeatingBendingProcessNew"/>
    <dgm:cxn modelId="{C5CB848A-3537-45FB-A2B8-0DF73BBF3EFC}" type="presParOf" srcId="{A63F579D-600C-4A0D-AE23-6437E0E8EBE5}" destId="{09A4F90D-F73C-48DD-B606-682866540934}" srcOrd="3" destOrd="0" presId="urn:microsoft.com/office/officeart/2016/7/layout/RepeatingBendingProcessNew"/>
    <dgm:cxn modelId="{67D4A57D-55B1-4ED8-9B6B-5950EA0D5872}" type="presParOf" srcId="{09A4F90D-F73C-48DD-B606-682866540934}" destId="{B59F7995-AACD-4A19-875D-ADF30563A2FD}" srcOrd="0" destOrd="0" presId="urn:microsoft.com/office/officeart/2016/7/layout/RepeatingBendingProcessNew"/>
    <dgm:cxn modelId="{83D2348C-5DD3-4A30-9292-B5C4D6B079B4}" type="presParOf" srcId="{A63F579D-600C-4A0D-AE23-6437E0E8EBE5}" destId="{120891DD-9468-41FC-A7F1-03AB8D68CCBA}" srcOrd="4" destOrd="0" presId="urn:microsoft.com/office/officeart/2016/7/layout/RepeatingBendingProcessNew"/>
    <dgm:cxn modelId="{2014360C-8F91-4044-A2D9-8C78646B8762}" type="presParOf" srcId="{A63F579D-600C-4A0D-AE23-6437E0E8EBE5}" destId="{0D6B8F90-FDB5-4DAC-A903-81864699A8F9}" srcOrd="5" destOrd="0" presId="urn:microsoft.com/office/officeart/2016/7/layout/RepeatingBendingProcessNew"/>
    <dgm:cxn modelId="{8DEEE8DC-D3C1-4898-9C6B-A244D8655F18}" type="presParOf" srcId="{0D6B8F90-FDB5-4DAC-A903-81864699A8F9}" destId="{7730FE08-2014-4D23-A296-573D32F27614}" srcOrd="0" destOrd="0" presId="urn:microsoft.com/office/officeart/2016/7/layout/RepeatingBendingProcessNew"/>
    <dgm:cxn modelId="{5E0404B0-E444-464E-AF34-D276AD74B3A6}" type="presParOf" srcId="{A63F579D-600C-4A0D-AE23-6437E0E8EBE5}" destId="{31FD0BDD-AB6F-4BF1-BA27-D95155EC5B25}" srcOrd="6" destOrd="0" presId="urn:microsoft.com/office/officeart/2016/7/layout/RepeatingBendingProcessNew"/>
    <dgm:cxn modelId="{55F00906-4AAD-48A0-8204-80D6122DDE92}" type="presParOf" srcId="{A63F579D-600C-4A0D-AE23-6437E0E8EBE5}" destId="{4F13C1E7-1A8D-484F-A9AD-B2C14340AED1}" srcOrd="7" destOrd="0" presId="urn:microsoft.com/office/officeart/2016/7/layout/RepeatingBendingProcessNew"/>
    <dgm:cxn modelId="{3BB4FA82-80ED-4425-AABE-0C48D5727D82}" type="presParOf" srcId="{4F13C1E7-1A8D-484F-A9AD-B2C14340AED1}" destId="{48DA8169-EF84-4127-A508-1ACC378F5A7B}" srcOrd="0" destOrd="0" presId="urn:microsoft.com/office/officeart/2016/7/layout/RepeatingBendingProcessNew"/>
    <dgm:cxn modelId="{F15CF4A2-A3AD-4815-88A1-47606F4B0AFE}" type="presParOf" srcId="{A63F579D-600C-4A0D-AE23-6437E0E8EBE5}" destId="{DBFC8005-C4B1-492B-A6A1-C3E320FE695C}" srcOrd="8" destOrd="0" presId="urn:microsoft.com/office/officeart/2016/7/layout/RepeatingBendingProcessNew"/>
    <dgm:cxn modelId="{6697CD1E-4E66-4C31-9B94-562C99EE08BF}" type="presParOf" srcId="{A63F579D-600C-4A0D-AE23-6437E0E8EBE5}" destId="{D6A4B81A-82C6-40CE-B727-42E46794597C}" srcOrd="9" destOrd="0" presId="urn:microsoft.com/office/officeart/2016/7/layout/RepeatingBendingProcessNew"/>
    <dgm:cxn modelId="{CBBE2062-8209-4DF5-B906-65D7ADDDB39C}" type="presParOf" srcId="{D6A4B81A-82C6-40CE-B727-42E46794597C}" destId="{9BD48E24-32E4-422B-A21A-97C5B56B2B00}" srcOrd="0" destOrd="0" presId="urn:microsoft.com/office/officeart/2016/7/layout/RepeatingBendingProcessNew"/>
    <dgm:cxn modelId="{3F467F32-C883-4F36-ACD7-3CA53D2E5A2F}" type="presParOf" srcId="{A63F579D-600C-4A0D-AE23-6437E0E8EBE5}" destId="{9590617B-65ED-4C4A-9727-1FCD9E2814B5}" srcOrd="10" destOrd="0" presId="urn:microsoft.com/office/officeart/2016/7/layout/RepeatingBendingProcessNew"/>
    <dgm:cxn modelId="{C3068E44-345B-4680-B16B-3275000679B3}" type="presParOf" srcId="{A63F579D-600C-4A0D-AE23-6437E0E8EBE5}" destId="{E3B9CC1C-5D85-4F06-9EDA-3EF87F955DE3}" srcOrd="11" destOrd="0" presId="urn:microsoft.com/office/officeart/2016/7/layout/RepeatingBendingProcessNew"/>
    <dgm:cxn modelId="{DDD20389-067F-493D-B1AF-6A01D918FEA1}" type="presParOf" srcId="{E3B9CC1C-5D85-4F06-9EDA-3EF87F955DE3}" destId="{4FE4D838-4B03-4217-9B47-E42019739E7B}" srcOrd="0" destOrd="0" presId="urn:microsoft.com/office/officeart/2016/7/layout/RepeatingBendingProcessNew"/>
    <dgm:cxn modelId="{DD35F182-DD06-42BE-97DF-8EB5EE2C510B}" type="presParOf" srcId="{A63F579D-600C-4A0D-AE23-6437E0E8EBE5}" destId="{91946E6C-C442-45BE-AAD0-933B7622EB90}" srcOrd="12" destOrd="0" presId="urn:microsoft.com/office/officeart/2016/7/layout/RepeatingBendingProcessNew"/>
    <dgm:cxn modelId="{BAEB7022-92D0-48E3-AAF8-BD1206B3D846}" type="presParOf" srcId="{A63F579D-600C-4A0D-AE23-6437E0E8EBE5}" destId="{207CEED9-E3F6-4944-AA2E-A07A3C696DC4}" srcOrd="13" destOrd="0" presId="urn:microsoft.com/office/officeart/2016/7/layout/RepeatingBendingProcessNew"/>
    <dgm:cxn modelId="{BB806344-43FA-4AA7-93AF-BC4E0E3ADA85}" type="presParOf" srcId="{207CEED9-E3F6-4944-AA2E-A07A3C696DC4}" destId="{ACFF4D30-A477-4470-BC8C-FB9A12B0E13A}" srcOrd="0" destOrd="0" presId="urn:microsoft.com/office/officeart/2016/7/layout/RepeatingBendingProcessNew"/>
    <dgm:cxn modelId="{91BF66A8-72C6-4281-9411-1A06488B2E46}" type="presParOf" srcId="{A63F579D-600C-4A0D-AE23-6437E0E8EBE5}" destId="{C41D1239-D8AD-4866-BBD8-48625FB0047C}" srcOrd="14" destOrd="0" presId="urn:microsoft.com/office/officeart/2016/7/layout/RepeatingBendingProcessNew"/>
    <dgm:cxn modelId="{6445BEF2-8EC1-476E-91AE-8B47A187DF3C}" type="presParOf" srcId="{A63F579D-600C-4A0D-AE23-6437E0E8EBE5}" destId="{6A597B56-DC2A-4993-8691-CC72BD947B1F}" srcOrd="15" destOrd="0" presId="urn:microsoft.com/office/officeart/2016/7/layout/RepeatingBendingProcessNew"/>
    <dgm:cxn modelId="{783B5859-014D-4A62-9FA9-3EAB5EE09010}" type="presParOf" srcId="{6A597B56-DC2A-4993-8691-CC72BD947B1F}" destId="{E5D82BE9-BEC8-4E70-87F3-FF38988A1CF5}" srcOrd="0" destOrd="0" presId="urn:microsoft.com/office/officeart/2016/7/layout/RepeatingBendingProcessNew"/>
    <dgm:cxn modelId="{F3ADDC40-0E97-46BC-9ED0-D96B76CDE594}" type="presParOf" srcId="{A63F579D-600C-4A0D-AE23-6437E0E8EBE5}" destId="{AFBF488A-1D38-410C-AC28-A5DB70CE97AD}" srcOrd="16" destOrd="0" presId="urn:microsoft.com/office/officeart/2016/7/layout/RepeatingBendingProcessNew"/>
    <dgm:cxn modelId="{3C12978F-F8A1-474A-A4FE-C40163F6D590}" type="presParOf" srcId="{A63F579D-600C-4A0D-AE23-6437E0E8EBE5}" destId="{945E9488-1C6F-4FAE-8FCE-A4A96676F476}" srcOrd="17" destOrd="0" presId="urn:microsoft.com/office/officeart/2016/7/layout/RepeatingBendingProcessNew"/>
    <dgm:cxn modelId="{09B989DE-07B9-4F77-8992-7D05D4B8C291}" type="presParOf" srcId="{945E9488-1C6F-4FAE-8FCE-A4A96676F476}" destId="{B0D16E60-CE1D-4694-9A6A-4C7A8FB17312}" srcOrd="0" destOrd="0" presId="urn:microsoft.com/office/officeart/2016/7/layout/RepeatingBendingProcessNew"/>
    <dgm:cxn modelId="{537CE185-709E-4ED8-8A60-C905DC1C4166}" type="presParOf" srcId="{A63F579D-600C-4A0D-AE23-6437E0E8EBE5}" destId="{0B9DD00E-61AA-43B5-A28F-34B6D3127557}" srcOrd="18" destOrd="0" presId="urn:microsoft.com/office/officeart/2016/7/layout/RepeatingBendingProcessNew"/>
    <dgm:cxn modelId="{8714E036-7EB6-4731-A322-3988F9C0499D}" type="presParOf" srcId="{A63F579D-600C-4A0D-AE23-6437E0E8EBE5}" destId="{3F3C30C5-E182-4E17-B389-4D125021CE7E}" srcOrd="19" destOrd="0" presId="urn:microsoft.com/office/officeart/2016/7/layout/RepeatingBendingProcessNew"/>
    <dgm:cxn modelId="{7F06B49B-21B6-443A-AD61-5B50AD4B8688}" type="presParOf" srcId="{3F3C30C5-E182-4E17-B389-4D125021CE7E}" destId="{AA6864CA-1257-4665-9B64-F44034659EA0}" srcOrd="0" destOrd="0" presId="urn:microsoft.com/office/officeart/2016/7/layout/RepeatingBendingProcessNew"/>
    <dgm:cxn modelId="{7F789FB0-FAE8-449B-94A4-0852EE39D116}" type="presParOf" srcId="{A63F579D-600C-4A0D-AE23-6437E0E8EBE5}" destId="{4E2D4FD7-C5AC-493B-A48E-16759DF86C09}" srcOrd="2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BBB006F6-BA94-4E42-ADFF-47F2723BA7D1}"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81EC3C0-8AB2-4767-ACFC-5A729C986972}">
      <dgm:prSet/>
      <dgm:spPr/>
      <dgm:t>
        <a:bodyPr/>
        <a:lstStyle/>
        <a:p>
          <a:r>
            <a:rPr lang="en-GB" b="0" i="0" baseline="0"/>
            <a:t>Workplace incidents -including injuries, illnesses, close calls/near misses, and reports of other concerns- provide a clear indication of where hazards exist.</a:t>
          </a:r>
          <a:endParaRPr lang="en-US"/>
        </a:p>
      </dgm:t>
    </dgm:pt>
    <dgm:pt modelId="{D687131E-4F3C-407B-AAFC-64FBD3846D25}" type="parTrans" cxnId="{2AEE2F2F-7127-48FB-AA13-7ACF400515DB}">
      <dgm:prSet/>
      <dgm:spPr/>
      <dgm:t>
        <a:bodyPr/>
        <a:lstStyle/>
        <a:p>
          <a:endParaRPr lang="en-US"/>
        </a:p>
      </dgm:t>
    </dgm:pt>
    <dgm:pt modelId="{D67998C3-49C7-4A8C-8287-28AD09E5B6E4}" type="sibTrans" cxnId="{2AEE2F2F-7127-48FB-AA13-7ACF400515DB}">
      <dgm:prSet/>
      <dgm:spPr/>
      <dgm:t>
        <a:bodyPr/>
        <a:lstStyle/>
        <a:p>
          <a:endParaRPr lang="en-US"/>
        </a:p>
      </dgm:t>
    </dgm:pt>
    <dgm:pt modelId="{B538ED93-570D-44ED-B047-6105EF2AE7E1}">
      <dgm:prSet/>
      <dgm:spPr/>
      <dgm:t>
        <a:bodyPr/>
        <a:lstStyle/>
        <a:p>
          <a:r>
            <a:rPr lang="en-GB" b="0" i="0" baseline="0"/>
            <a:t>By thoroughly investigating incidents and reports, we can identify hazards that are likely to cause future harm.</a:t>
          </a:r>
          <a:endParaRPr lang="en-US"/>
        </a:p>
      </dgm:t>
    </dgm:pt>
    <dgm:pt modelId="{B3BB4098-D057-4729-9860-A43FA4E6C510}" type="parTrans" cxnId="{E163625E-9167-4007-859E-73F2B08E9AF8}">
      <dgm:prSet/>
      <dgm:spPr/>
      <dgm:t>
        <a:bodyPr/>
        <a:lstStyle/>
        <a:p>
          <a:endParaRPr lang="en-US"/>
        </a:p>
      </dgm:t>
    </dgm:pt>
    <dgm:pt modelId="{89F09B1A-17B0-46E8-9506-8AD3A6912639}" type="sibTrans" cxnId="{E163625E-9167-4007-859E-73F2B08E9AF8}">
      <dgm:prSet/>
      <dgm:spPr/>
      <dgm:t>
        <a:bodyPr/>
        <a:lstStyle/>
        <a:p>
          <a:endParaRPr lang="en-US"/>
        </a:p>
      </dgm:t>
    </dgm:pt>
    <dgm:pt modelId="{D4A75DF4-92D2-4476-8DA2-B9CD75004EC2}">
      <dgm:prSet/>
      <dgm:spPr/>
      <dgm:t>
        <a:bodyPr/>
        <a:lstStyle/>
        <a:p>
          <a:r>
            <a:rPr lang="en-GB" b="0" i="0" baseline="0"/>
            <a:t>The purpose of an investigation must always be to identify the root causes (and there is often more than one) of the incident or concern, in order to prevent future occurrences.</a:t>
          </a:r>
          <a:endParaRPr lang="en-US"/>
        </a:p>
      </dgm:t>
    </dgm:pt>
    <dgm:pt modelId="{C16E45DA-05AB-4E6D-A5DF-4DB67F3BA9C4}" type="parTrans" cxnId="{3232F785-CC2E-45E7-B571-1B1160135EA1}">
      <dgm:prSet/>
      <dgm:spPr/>
      <dgm:t>
        <a:bodyPr/>
        <a:lstStyle/>
        <a:p>
          <a:endParaRPr lang="en-US"/>
        </a:p>
      </dgm:t>
    </dgm:pt>
    <dgm:pt modelId="{A864060D-9B18-4538-B15D-785DFC0D794D}" type="sibTrans" cxnId="{3232F785-CC2E-45E7-B571-1B1160135EA1}">
      <dgm:prSet/>
      <dgm:spPr/>
      <dgm:t>
        <a:bodyPr/>
        <a:lstStyle/>
        <a:p>
          <a:endParaRPr lang="en-US"/>
        </a:p>
      </dgm:t>
    </dgm:pt>
    <dgm:pt modelId="{30C07913-55E2-4EA9-891D-5F7369A393AA}" type="pres">
      <dgm:prSet presAssocID="{BBB006F6-BA94-4E42-ADFF-47F2723BA7D1}" presName="root" presStyleCnt="0">
        <dgm:presLayoutVars>
          <dgm:dir/>
          <dgm:resizeHandles val="exact"/>
        </dgm:presLayoutVars>
      </dgm:prSet>
      <dgm:spPr/>
    </dgm:pt>
    <dgm:pt modelId="{9C1641EB-0317-4F05-A14F-5BF4DF303364}" type="pres">
      <dgm:prSet presAssocID="{181EC3C0-8AB2-4767-ACFC-5A729C986972}" presName="compNode" presStyleCnt="0"/>
      <dgm:spPr/>
    </dgm:pt>
    <dgm:pt modelId="{1FB69276-27C7-4E2A-894A-D187FE3904C9}" type="pres">
      <dgm:prSet presAssocID="{181EC3C0-8AB2-4767-ACFC-5A729C986972}" presName="bgRect" presStyleLbl="bgShp" presStyleIdx="0" presStyleCnt="3"/>
      <dgm:spPr/>
    </dgm:pt>
    <dgm:pt modelId="{6A9BE61D-6D4E-40B5-B2A2-FEC819D78B3C}" type="pres">
      <dgm:prSet presAssocID="{181EC3C0-8AB2-4767-ACFC-5A729C98697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peaker Phone"/>
        </a:ext>
      </dgm:extLst>
    </dgm:pt>
    <dgm:pt modelId="{9D3FB5D7-2E70-4423-BB1F-9B884BBA2FE4}" type="pres">
      <dgm:prSet presAssocID="{181EC3C0-8AB2-4767-ACFC-5A729C986972}" presName="spaceRect" presStyleCnt="0"/>
      <dgm:spPr/>
    </dgm:pt>
    <dgm:pt modelId="{835AF194-0B72-4FF9-8D21-8368B9BCD02A}" type="pres">
      <dgm:prSet presAssocID="{181EC3C0-8AB2-4767-ACFC-5A729C986972}" presName="parTx" presStyleLbl="revTx" presStyleIdx="0" presStyleCnt="3">
        <dgm:presLayoutVars>
          <dgm:chMax val="0"/>
          <dgm:chPref val="0"/>
        </dgm:presLayoutVars>
      </dgm:prSet>
      <dgm:spPr/>
    </dgm:pt>
    <dgm:pt modelId="{615987CE-1868-40FA-8209-03EB9A8227D7}" type="pres">
      <dgm:prSet presAssocID="{D67998C3-49C7-4A8C-8287-28AD09E5B6E4}" presName="sibTrans" presStyleCnt="0"/>
      <dgm:spPr/>
    </dgm:pt>
    <dgm:pt modelId="{E73F379C-12C0-49E9-8CC0-9B80F706FB0E}" type="pres">
      <dgm:prSet presAssocID="{B538ED93-570D-44ED-B047-6105EF2AE7E1}" presName="compNode" presStyleCnt="0"/>
      <dgm:spPr/>
    </dgm:pt>
    <dgm:pt modelId="{ECB1424F-CA6D-4A2B-A650-DB45B77E5DA7}" type="pres">
      <dgm:prSet presAssocID="{B538ED93-570D-44ED-B047-6105EF2AE7E1}" presName="bgRect" presStyleLbl="bgShp" presStyleIdx="1" presStyleCnt="3"/>
      <dgm:spPr/>
    </dgm:pt>
    <dgm:pt modelId="{4E1D4DFA-8989-4A5E-9174-399D3AA9ECBE}" type="pres">
      <dgm:prSet presAssocID="{B538ED93-570D-44ED-B047-6105EF2AE7E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tective"/>
        </a:ext>
      </dgm:extLst>
    </dgm:pt>
    <dgm:pt modelId="{144FA16E-6A6C-4FA4-8ACC-80300EF5849D}" type="pres">
      <dgm:prSet presAssocID="{B538ED93-570D-44ED-B047-6105EF2AE7E1}" presName="spaceRect" presStyleCnt="0"/>
      <dgm:spPr/>
    </dgm:pt>
    <dgm:pt modelId="{0BC5DE2A-8D89-4688-96CB-48DA8738F254}" type="pres">
      <dgm:prSet presAssocID="{B538ED93-570D-44ED-B047-6105EF2AE7E1}" presName="parTx" presStyleLbl="revTx" presStyleIdx="1" presStyleCnt="3">
        <dgm:presLayoutVars>
          <dgm:chMax val="0"/>
          <dgm:chPref val="0"/>
        </dgm:presLayoutVars>
      </dgm:prSet>
      <dgm:spPr/>
    </dgm:pt>
    <dgm:pt modelId="{C5095BB9-77F9-42FA-A7FD-34E50C31CA2D}" type="pres">
      <dgm:prSet presAssocID="{89F09B1A-17B0-46E8-9506-8AD3A6912639}" presName="sibTrans" presStyleCnt="0"/>
      <dgm:spPr/>
    </dgm:pt>
    <dgm:pt modelId="{1CC6665A-AD92-485E-A715-0835D5D5D972}" type="pres">
      <dgm:prSet presAssocID="{D4A75DF4-92D2-4476-8DA2-B9CD75004EC2}" presName="compNode" presStyleCnt="0"/>
      <dgm:spPr/>
    </dgm:pt>
    <dgm:pt modelId="{287C4542-BA03-4AA8-9D71-744E605F0DCB}" type="pres">
      <dgm:prSet presAssocID="{D4A75DF4-92D2-4476-8DA2-B9CD75004EC2}" presName="bgRect" presStyleLbl="bgShp" presStyleIdx="2" presStyleCnt="3"/>
      <dgm:spPr/>
    </dgm:pt>
    <dgm:pt modelId="{3BEAEAEF-4E2E-4FB2-854B-2E5EB4987478}" type="pres">
      <dgm:prSet presAssocID="{D4A75DF4-92D2-4476-8DA2-B9CD75004EC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gnifying glass"/>
        </a:ext>
      </dgm:extLst>
    </dgm:pt>
    <dgm:pt modelId="{6369539C-B01F-49D6-BFC5-41E0DFE551E8}" type="pres">
      <dgm:prSet presAssocID="{D4A75DF4-92D2-4476-8DA2-B9CD75004EC2}" presName="spaceRect" presStyleCnt="0"/>
      <dgm:spPr/>
    </dgm:pt>
    <dgm:pt modelId="{DDFF55AE-3A46-4B45-80D1-33A08EE3D31B}" type="pres">
      <dgm:prSet presAssocID="{D4A75DF4-92D2-4476-8DA2-B9CD75004EC2}" presName="parTx" presStyleLbl="revTx" presStyleIdx="2" presStyleCnt="3">
        <dgm:presLayoutVars>
          <dgm:chMax val="0"/>
          <dgm:chPref val="0"/>
        </dgm:presLayoutVars>
      </dgm:prSet>
      <dgm:spPr/>
    </dgm:pt>
  </dgm:ptLst>
  <dgm:cxnLst>
    <dgm:cxn modelId="{FF32D31B-AAD9-4FE4-81A9-75FBB7D39169}" type="presOf" srcId="{BBB006F6-BA94-4E42-ADFF-47F2723BA7D1}" destId="{30C07913-55E2-4EA9-891D-5F7369A393AA}" srcOrd="0" destOrd="0" presId="urn:microsoft.com/office/officeart/2018/2/layout/IconVerticalSolidList"/>
    <dgm:cxn modelId="{2AEE2F2F-7127-48FB-AA13-7ACF400515DB}" srcId="{BBB006F6-BA94-4E42-ADFF-47F2723BA7D1}" destId="{181EC3C0-8AB2-4767-ACFC-5A729C986972}" srcOrd="0" destOrd="0" parTransId="{D687131E-4F3C-407B-AAFC-64FBD3846D25}" sibTransId="{D67998C3-49C7-4A8C-8287-28AD09E5B6E4}"/>
    <dgm:cxn modelId="{70776738-A95B-4E96-B1EF-C04EB0F2DC50}" type="presOf" srcId="{D4A75DF4-92D2-4476-8DA2-B9CD75004EC2}" destId="{DDFF55AE-3A46-4B45-80D1-33A08EE3D31B}" srcOrd="0" destOrd="0" presId="urn:microsoft.com/office/officeart/2018/2/layout/IconVerticalSolidList"/>
    <dgm:cxn modelId="{E163625E-9167-4007-859E-73F2B08E9AF8}" srcId="{BBB006F6-BA94-4E42-ADFF-47F2723BA7D1}" destId="{B538ED93-570D-44ED-B047-6105EF2AE7E1}" srcOrd="1" destOrd="0" parTransId="{B3BB4098-D057-4729-9860-A43FA4E6C510}" sibTransId="{89F09B1A-17B0-46E8-9506-8AD3A6912639}"/>
    <dgm:cxn modelId="{3232F785-CC2E-45E7-B571-1B1160135EA1}" srcId="{BBB006F6-BA94-4E42-ADFF-47F2723BA7D1}" destId="{D4A75DF4-92D2-4476-8DA2-B9CD75004EC2}" srcOrd="2" destOrd="0" parTransId="{C16E45DA-05AB-4E6D-A5DF-4DB67F3BA9C4}" sibTransId="{A864060D-9B18-4538-B15D-785DFC0D794D}"/>
    <dgm:cxn modelId="{C49B0EBB-06FE-43FD-8E92-ED99340C169A}" type="presOf" srcId="{181EC3C0-8AB2-4767-ACFC-5A729C986972}" destId="{835AF194-0B72-4FF9-8D21-8368B9BCD02A}" srcOrd="0" destOrd="0" presId="urn:microsoft.com/office/officeart/2018/2/layout/IconVerticalSolidList"/>
    <dgm:cxn modelId="{5C0FF0BF-359F-4158-A407-5C371CACB746}" type="presOf" srcId="{B538ED93-570D-44ED-B047-6105EF2AE7E1}" destId="{0BC5DE2A-8D89-4688-96CB-48DA8738F254}" srcOrd="0" destOrd="0" presId="urn:microsoft.com/office/officeart/2018/2/layout/IconVerticalSolidList"/>
    <dgm:cxn modelId="{9BBE0417-A114-4718-9CE7-04136B82152F}" type="presParOf" srcId="{30C07913-55E2-4EA9-891D-5F7369A393AA}" destId="{9C1641EB-0317-4F05-A14F-5BF4DF303364}" srcOrd="0" destOrd="0" presId="urn:microsoft.com/office/officeart/2018/2/layout/IconVerticalSolidList"/>
    <dgm:cxn modelId="{50266901-D9D4-446A-A660-524D5D78ADE2}" type="presParOf" srcId="{9C1641EB-0317-4F05-A14F-5BF4DF303364}" destId="{1FB69276-27C7-4E2A-894A-D187FE3904C9}" srcOrd="0" destOrd="0" presId="urn:microsoft.com/office/officeart/2018/2/layout/IconVerticalSolidList"/>
    <dgm:cxn modelId="{6DCA4028-0CB3-4373-90CD-EF3F82CD30AB}" type="presParOf" srcId="{9C1641EB-0317-4F05-A14F-5BF4DF303364}" destId="{6A9BE61D-6D4E-40B5-B2A2-FEC819D78B3C}" srcOrd="1" destOrd="0" presId="urn:microsoft.com/office/officeart/2018/2/layout/IconVerticalSolidList"/>
    <dgm:cxn modelId="{6D9AD4B8-938B-44D9-8147-2022C969DD63}" type="presParOf" srcId="{9C1641EB-0317-4F05-A14F-5BF4DF303364}" destId="{9D3FB5D7-2E70-4423-BB1F-9B884BBA2FE4}" srcOrd="2" destOrd="0" presId="urn:microsoft.com/office/officeart/2018/2/layout/IconVerticalSolidList"/>
    <dgm:cxn modelId="{CBD8C64D-1B47-4F2F-B7EF-07D23019882D}" type="presParOf" srcId="{9C1641EB-0317-4F05-A14F-5BF4DF303364}" destId="{835AF194-0B72-4FF9-8D21-8368B9BCD02A}" srcOrd="3" destOrd="0" presId="urn:microsoft.com/office/officeart/2018/2/layout/IconVerticalSolidList"/>
    <dgm:cxn modelId="{E3EA6E7F-703B-4440-909C-80926D6AD494}" type="presParOf" srcId="{30C07913-55E2-4EA9-891D-5F7369A393AA}" destId="{615987CE-1868-40FA-8209-03EB9A8227D7}" srcOrd="1" destOrd="0" presId="urn:microsoft.com/office/officeart/2018/2/layout/IconVerticalSolidList"/>
    <dgm:cxn modelId="{FEAEEDD0-43AA-40C6-98F7-AF3D3152C6C9}" type="presParOf" srcId="{30C07913-55E2-4EA9-891D-5F7369A393AA}" destId="{E73F379C-12C0-49E9-8CC0-9B80F706FB0E}" srcOrd="2" destOrd="0" presId="urn:microsoft.com/office/officeart/2018/2/layout/IconVerticalSolidList"/>
    <dgm:cxn modelId="{93DBCA23-C5C7-4B88-BC7C-69A391298403}" type="presParOf" srcId="{E73F379C-12C0-49E9-8CC0-9B80F706FB0E}" destId="{ECB1424F-CA6D-4A2B-A650-DB45B77E5DA7}" srcOrd="0" destOrd="0" presId="urn:microsoft.com/office/officeart/2018/2/layout/IconVerticalSolidList"/>
    <dgm:cxn modelId="{ABCAA034-D1C1-45DF-BAD9-77A0169BFD7B}" type="presParOf" srcId="{E73F379C-12C0-49E9-8CC0-9B80F706FB0E}" destId="{4E1D4DFA-8989-4A5E-9174-399D3AA9ECBE}" srcOrd="1" destOrd="0" presId="urn:microsoft.com/office/officeart/2018/2/layout/IconVerticalSolidList"/>
    <dgm:cxn modelId="{DE2CD5A9-CC82-4ABB-B873-E96AAFC6928C}" type="presParOf" srcId="{E73F379C-12C0-49E9-8CC0-9B80F706FB0E}" destId="{144FA16E-6A6C-4FA4-8ACC-80300EF5849D}" srcOrd="2" destOrd="0" presId="urn:microsoft.com/office/officeart/2018/2/layout/IconVerticalSolidList"/>
    <dgm:cxn modelId="{ED817E78-12BB-4975-B5D0-68366F6D39F1}" type="presParOf" srcId="{E73F379C-12C0-49E9-8CC0-9B80F706FB0E}" destId="{0BC5DE2A-8D89-4688-96CB-48DA8738F254}" srcOrd="3" destOrd="0" presId="urn:microsoft.com/office/officeart/2018/2/layout/IconVerticalSolidList"/>
    <dgm:cxn modelId="{CB6A1292-BB8D-40AC-9E4E-F629AF8412CF}" type="presParOf" srcId="{30C07913-55E2-4EA9-891D-5F7369A393AA}" destId="{C5095BB9-77F9-42FA-A7FD-34E50C31CA2D}" srcOrd="3" destOrd="0" presId="urn:microsoft.com/office/officeart/2018/2/layout/IconVerticalSolidList"/>
    <dgm:cxn modelId="{AEB54F85-85ED-4108-9A36-63BCE5E4341A}" type="presParOf" srcId="{30C07913-55E2-4EA9-891D-5F7369A393AA}" destId="{1CC6665A-AD92-485E-A715-0835D5D5D972}" srcOrd="4" destOrd="0" presId="urn:microsoft.com/office/officeart/2018/2/layout/IconVerticalSolidList"/>
    <dgm:cxn modelId="{FD696197-278A-4064-9C0C-20067305F28C}" type="presParOf" srcId="{1CC6665A-AD92-485E-A715-0835D5D5D972}" destId="{287C4542-BA03-4AA8-9D71-744E605F0DCB}" srcOrd="0" destOrd="0" presId="urn:microsoft.com/office/officeart/2018/2/layout/IconVerticalSolidList"/>
    <dgm:cxn modelId="{F3CF9920-9C8C-433E-AE64-32ECC8E68EE4}" type="presParOf" srcId="{1CC6665A-AD92-485E-A715-0835D5D5D972}" destId="{3BEAEAEF-4E2E-4FB2-854B-2E5EB4987478}" srcOrd="1" destOrd="0" presId="urn:microsoft.com/office/officeart/2018/2/layout/IconVerticalSolidList"/>
    <dgm:cxn modelId="{1A49E101-3A5F-47D1-AD6C-BA3C0D987E3D}" type="presParOf" srcId="{1CC6665A-AD92-485E-A715-0835D5D5D972}" destId="{6369539C-B01F-49D6-BFC5-41E0DFE551E8}" srcOrd="2" destOrd="0" presId="urn:microsoft.com/office/officeart/2018/2/layout/IconVerticalSolidList"/>
    <dgm:cxn modelId="{3CF60A6C-99DA-4699-B4E8-996C1E8B689C}" type="presParOf" srcId="{1CC6665A-AD92-485E-A715-0835D5D5D972}" destId="{DDFF55AE-3A46-4B45-80D1-33A08EE3D31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90BE273C-FD94-45C5-81BD-AA1607D9E31C}"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5B940551-367C-49FB-A543-CA85C438FE2B}">
      <dgm:prSet/>
      <dgm:spPr/>
      <dgm:t>
        <a:bodyPr/>
        <a:lstStyle/>
        <a:p>
          <a:r>
            <a:rPr lang="en-GB" b="0" i="0" baseline="0"/>
            <a:t>Emergencies present hazards that need to be recognized and understood. Nonroutine or infrequent tasks, including maintenance and startup/shutdown activities, also present potential hazards.</a:t>
          </a:r>
          <a:endParaRPr lang="en-US"/>
        </a:p>
      </dgm:t>
    </dgm:pt>
    <dgm:pt modelId="{C2DFDD08-01FE-40DD-9571-9B5A6420E1E7}" type="parTrans" cxnId="{42082089-9CF3-4EF4-BB64-CFDB4BB18B3C}">
      <dgm:prSet/>
      <dgm:spPr/>
      <dgm:t>
        <a:bodyPr/>
        <a:lstStyle/>
        <a:p>
          <a:endParaRPr lang="en-US"/>
        </a:p>
      </dgm:t>
    </dgm:pt>
    <dgm:pt modelId="{A9F94DAF-5C94-4A3D-A550-97BDCBA96871}" type="sibTrans" cxnId="{42082089-9CF3-4EF4-BB64-CFDB4BB18B3C}">
      <dgm:prSet/>
      <dgm:spPr/>
      <dgm:t>
        <a:bodyPr/>
        <a:lstStyle/>
        <a:p>
          <a:endParaRPr lang="en-US"/>
        </a:p>
      </dgm:t>
    </dgm:pt>
    <dgm:pt modelId="{CAAD82F6-B039-4387-92C1-C30585DDC075}">
      <dgm:prSet/>
      <dgm:spPr/>
      <dgm:t>
        <a:bodyPr/>
        <a:lstStyle/>
        <a:p>
          <a:r>
            <a:rPr lang="en-GB" b="0" i="0" baseline="0"/>
            <a:t>Plans and procedures need to be developed for responding appropriately and safely to hazards associated with foreseeable emergency scenarios and nonroutine situations.</a:t>
          </a:r>
          <a:endParaRPr lang="en-US"/>
        </a:p>
      </dgm:t>
    </dgm:pt>
    <dgm:pt modelId="{342A6321-7D18-4354-AAE1-D19D0DB30C6B}" type="parTrans" cxnId="{A4FF3B6F-AB84-4CEF-9753-0C86BB37D573}">
      <dgm:prSet/>
      <dgm:spPr/>
      <dgm:t>
        <a:bodyPr/>
        <a:lstStyle/>
        <a:p>
          <a:endParaRPr lang="en-US"/>
        </a:p>
      </dgm:t>
    </dgm:pt>
    <dgm:pt modelId="{9AC0B2F9-034F-45B9-ACE9-CCC00AEFD70D}" type="sibTrans" cxnId="{A4FF3B6F-AB84-4CEF-9753-0C86BB37D573}">
      <dgm:prSet/>
      <dgm:spPr/>
      <dgm:t>
        <a:bodyPr/>
        <a:lstStyle/>
        <a:p>
          <a:endParaRPr lang="en-US"/>
        </a:p>
      </dgm:t>
    </dgm:pt>
    <dgm:pt modelId="{36E97116-7566-46E7-9819-1BEC2A83734A}" type="pres">
      <dgm:prSet presAssocID="{90BE273C-FD94-45C5-81BD-AA1607D9E31C}" presName="hierChild1" presStyleCnt="0">
        <dgm:presLayoutVars>
          <dgm:chPref val="1"/>
          <dgm:dir/>
          <dgm:animOne val="branch"/>
          <dgm:animLvl val="lvl"/>
          <dgm:resizeHandles/>
        </dgm:presLayoutVars>
      </dgm:prSet>
      <dgm:spPr/>
    </dgm:pt>
    <dgm:pt modelId="{F9407551-0BBA-4ED3-A1ED-9D2D4753FD27}" type="pres">
      <dgm:prSet presAssocID="{5B940551-367C-49FB-A543-CA85C438FE2B}" presName="hierRoot1" presStyleCnt="0"/>
      <dgm:spPr/>
    </dgm:pt>
    <dgm:pt modelId="{AEBE6E29-D793-46C4-90FD-077BB2707F6F}" type="pres">
      <dgm:prSet presAssocID="{5B940551-367C-49FB-A543-CA85C438FE2B}" presName="composite" presStyleCnt="0"/>
      <dgm:spPr/>
    </dgm:pt>
    <dgm:pt modelId="{C49FA939-7219-431D-A7F7-B53FD2526455}" type="pres">
      <dgm:prSet presAssocID="{5B940551-367C-49FB-A543-CA85C438FE2B}" presName="background" presStyleLbl="node0" presStyleIdx="0" presStyleCnt="2"/>
      <dgm:spPr/>
    </dgm:pt>
    <dgm:pt modelId="{3006A4AD-5B81-40F6-8077-63A9DB966D32}" type="pres">
      <dgm:prSet presAssocID="{5B940551-367C-49FB-A543-CA85C438FE2B}" presName="text" presStyleLbl="fgAcc0" presStyleIdx="0" presStyleCnt="2">
        <dgm:presLayoutVars>
          <dgm:chPref val="3"/>
        </dgm:presLayoutVars>
      </dgm:prSet>
      <dgm:spPr/>
    </dgm:pt>
    <dgm:pt modelId="{F267B32E-9E2A-47F0-BC25-9DB4777B6549}" type="pres">
      <dgm:prSet presAssocID="{5B940551-367C-49FB-A543-CA85C438FE2B}" presName="hierChild2" presStyleCnt="0"/>
      <dgm:spPr/>
    </dgm:pt>
    <dgm:pt modelId="{10677334-D0DD-4F2D-9D57-C152D74F8EE7}" type="pres">
      <dgm:prSet presAssocID="{CAAD82F6-B039-4387-92C1-C30585DDC075}" presName="hierRoot1" presStyleCnt="0"/>
      <dgm:spPr/>
    </dgm:pt>
    <dgm:pt modelId="{5C79090F-7E72-4386-AD2C-32A4782E25AE}" type="pres">
      <dgm:prSet presAssocID="{CAAD82F6-B039-4387-92C1-C30585DDC075}" presName="composite" presStyleCnt="0"/>
      <dgm:spPr/>
    </dgm:pt>
    <dgm:pt modelId="{09874666-43BE-4F02-B755-BC8A5D3AE222}" type="pres">
      <dgm:prSet presAssocID="{CAAD82F6-B039-4387-92C1-C30585DDC075}" presName="background" presStyleLbl="node0" presStyleIdx="1" presStyleCnt="2"/>
      <dgm:spPr/>
    </dgm:pt>
    <dgm:pt modelId="{24BCB626-7DB7-441C-9DC2-D2E4BF5F710A}" type="pres">
      <dgm:prSet presAssocID="{CAAD82F6-B039-4387-92C1-C30585DDC075}" presName="text" presStyleLbl="fgAcc0" presStyleIdx="1" presStyleCnt="2">
        <dgm:presLayoutVars>
          <dgm:chPref val="3"/>
        </dgm:presLayoutVars>
      </dgm:prSet>
      <dgm:spPr/>
    </dgm:pt>
    <dgm:pt modelId="{98267ADB-6051-460A-8D62-F6E8E5072AAB}" type="pres">
      <dgm:prSet presAssocID="{CAAD82F6-B039-4387-92C1-C30585DDC075}" presName="hierChild2" presStyleCnt="0"/>
      <dgm:spPr/>
    </dgm:pt>
  </dgm:ptLst>
  <dgm:cxnLst>
    <dgm:cxn modelId="{A4FF3B6F-AB84-4CEF-9753-0C86BB37D573}" srcId="{90BE273C-FD94-45C5-81BD-AA1607D9E31C}" destId="{CAAD82F6-B039-4387-92C1-C30585DDC075}" srcOrd="1" destOrd="0" parTransId="{342A6321-7D18-4354-AAE1-D19D0DB30C6B}" sibTransId="{9AC0B2F9-034F-45B9-ACE9-CCC00AEFD70D}"/>
    <dgm:cxn modelId="{42082089-9CF3-4EF4-BB64-CFDB4BB18B3C}" srcId="{90BE273C-FD94-45C5-81BD-AA1607D9E31C}" destId="{5B940551-367C-49FB-A543-CA85C438FE2B}" srcOrd="0" destOrd="0" parTransId="{C2DFDD08-01FE-40DD-9571-9B5A6420E1E7}" sibTransId="{A9F94DAF-5C94-4A3D-A550-97BDCBA96871}"/>
    <dgm:cxn modelId="{09B3929F-F06B-46FD-B011-9A1351424293}" type="presOf" srcId="{CAAD82F6-B039-4387-92C1-C30585DDC075}" destId="{24BCB626-7DB7-441C-9DC2-D2E4BF5F710A}" srcOrd="0" destOrd="0" presId="urn:microsoft.com/office/officeart/2005/8/layout/hierarchy1"/>
    <dgm:cxn modelId="{E15A4EA3-EC60-4B0B-B2DB-A98C217F4957}" type="presOf" srcId="{90BE273C-FD94-45C5-81BD-AA1607D9E31C}" destId="{36E97116-7566-46E7-9819-1BEC2A83734A}" srcOrd="0" destOrd="0" presId="urn:microsoft.com/office/officeart/2005/8/layout/hierarchy1"/>
    <dgm:cxn modelId="{6A772DA6-6E97-4516-AC3A-26445371DFA4}" type="presOf" srcId="{5B940551-367C-49FB-A543-CA85C438FE2B}" destId="{3006A4AD-5B81-40F6-8077-63A9DB966D32}" srcOrd="0" destOrd="0" presId="urn:microsoft.com/office/officeart/2005/8/layout/hierarchy1"/>
    <dgm:cxn modelId="{E8656B71-3848-4512-B8BA-6AE297C3079E}" type="presParOf" srcId="{36E97116-7566-46E7-9819-1BEC2A83734A}" destId="{F9407551-0BBA-4ED3-A1ED-9D2D4753FD27}" srcOrd="0" destOrd="0" presId="urn:microsoft.com/office/officeart/2005/8/layout/hierarchy1"/>
    <dgm:cxn modelId="{BF697B5F-E3B7-4B9D-B2EA-0D2D7D6B2360}" type="presParOf" srcId="{F9407551-0BBA-4ED3-A1ED-9D2D4753FD27}" destId="{AEBE6E29-D793-46C4-90FD-077BB2707F6F}" srcOrd="0" destOrd="0" presId="urn:microsoft.com/office/officeart/2005/8/layout/hierarchy1"/>
    <dgm:cxn modelId="{F3AE0888-1E79-4409-9681-F7AA8EA35697}" type="presParOf" srcId="{AEBE6E29-D793-46C4-90FD-077BB2707F6F}" destId="{C49FA939-7219-431D-A7F7-B53FD2526455}" srcOrd="0" destOrd="0" presId="urn:microsoft.com/office/officeart/2005/8/layout/hierarchy1"/>
    <dgm:cxn modelId="{71FD91B4-6AE8-4F2B-8FF6-A17C64D739B1}" type="presParOf" srcId="{AEBE6E29-D793-46C4-90FD-077BB2707F6F}" destId="{3006A4AD-5B81-40F6-8077-63A9DB966D32}" srcOrd="1" destOrd="0" presId="urn:microsoft.com/office/officeart/2005/8/layout/hierarchy1"/>
    <dgm:cxn modelId="{EFFA38EF-167D-43A8-B5AD-F57515131757}" type="presParOf" srcId="{F9407551-0BBA-4ED3-A1ED-9D2D4753FD27}" destId="{F267B32E-9E2A-47F0-BC25-9DB4777B6549}" srcOrd="1" destOrd="0" presId="urn:microsoft.com/office/officeart/2005/8/layout/hierarchy1"/>
    <dgm:cxn modelId="{D94476A1-656C-46F4-8B13-DF9B36D0F859}" type="presParOf" srcId="{36E97116-7566-46E7-9819-1BEC2A83734A}" destId="{10677334-D0DD-4F2D-9D57-C152D74F8EE7}" srcOrd="1" destOrd="0" presId="urn:microsoft.com/office/officeart/2005/8/layout/hierarchy1"/>
    <dgm:cxn modelId="{C5BBA236-A5D1-440F-8825-A75056B233A2}" type="presParOf" srcId="{10677334-D0DD-4F2D-9D57-C152D74F8EE7}" destId="{5C79090F-7E72-4386-AD2C-32A4782E25AE}" srcOrd="0" destOrd="0" presId="urn:microsoft.com/office/officeart/2005/8/layout/hierarchy1"/>
    <dgm:cxn modelId="{0FA00F0B-E7AD-4B6F-AAB0-695456EFA925}" type="presParOf" srcId="{5C79090F-7E72-4386-AD2C-32A4782E25AE}" destId="{09874666-43BE-4F02-B755-BC8A5D3AE222}" srcOrd="0" destOrd="0" presId="urn:microsoft.com/office/officeart/2005/8/layout/hierarchy1"/>
    <dgm:cxn modelId="{B41228E7-F3AB-48CC-B569-6C2723093C6B}" type="presParOf" srcId="{5C79090F-7E72-4386-AD2C-32A4782E25AE}" destId="{24BCB626-7DB7-441C-9DC2-D2E4BF5F710A}" srcOrd="1" destOrd="0" presId="urn:microsoft.com/office/officeart/2005/8/layout/hierarchy1"/>
    <dgm:cxn modelId="{E992E14C-14AF-4494-B010-52D3A09845D2}" type="presParOf" srcId="{10677334-D0DD-4F2D-9D57-C152D74F8EE7}" destId="{98267ADB-6051-460A-8D62-F6E8E5072AA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862A02C6-04C9-4C02-8BE6-BE8F62EB0E9C}"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1BC89DE4-B720-4E0F-A291-EB8E403232A6}">
      <dgm:prSet/>
      <dgm:spPr/>
      <dgm:t>
        <a:bodyPr/>
        <a:lstStyle/>
        <a:p>
          <a:r>
            <a:rPr lang="en-GB" b="0" i="0" baseline="0"/>
            <a:t>The next step is to assess and understand the hazards identified and the types of incidents that could result from worker exposure to those hazards. </a:t>
          </a:r>
          <a:endParaRPr lang="en-US"/>
        </a:p>
      </dgm:t>
    </dgm:pt>
    <dgm:pt modelId="{1F8977B8-E780-4568-AA41-13A1E74CFF0D}" type="parTrans" cxnId="{DA12F56E-6456-40F8-8EA8-B38F2B81DFAE}">
      <dgm:prSet/>
      <dgm:spPr/>
      <dgm:t>
        <a:bodyPr/>
        <a:lstStyle/>
        <a:p>
          <a:endParaRPr lang="en-US"/>
        </a:p>
      </dgm:t>
    </dgm:pt>
    <dgm:pt modelId="{F2540DAF-B2B0-4DA0-940B-DF9196464DF8}" type="sibTrans" cxnId="{DA12F56E-6456-40F8-8EA8-B38F2B81DFAE}">
      <dgm:prSet/>
      <dgm:spPr/>
      <dgm:t>
        <a:bodyPr/>
        <a:lstStyle/>
        <a:p>
          <a:endParaRPr lang="en-US"/>
        </a:p>
      </dgm:t>
    </dgm:pt>
    <dgm:pt modelId="{9F614CEA-D3D7-4DDD-8E94-15832BCA4536}">
      <dgm:prSet/>
      <dgm:spPr/>
      <dgm:t>
        <a:bodyPr/>
        <a:lstStyle/>
        <a:p>
          <a:r>
            <a:rPr lang="en-GB" b="0" i="0" baseline="0"/>
            <a:t>This information can be used to develop interim controls and to prioritize hazards for permanent control.</a:t>
          </a:r>
          <a:endParaRPr lang="en-US"/>
        </a:p>
      </dgm:t>
    </dgm:pt>
    <dgm:pt modelId="{018FF120-BCCE-4DD9-B596-5B70F0F3DB65}" type="parTrans" cxnId="{B89F1E45-DBF5-48B5-823F-4B40A236B0ED}">
      <dgm:prSet/>
      <dgm:spPr/>
      <dgm:t>
        <a:bodyPr/>
        <a:lstStyle/>
        <a:p>
          <a:endParaRPr lang="en-US"/>
        </a:p>
      </dgm:t>
    </dgm:pt>
    <dgm:pt modelId="{72EA3F21-80DA-49E7-9C11-C8625970A1E3}" type="sibTrans" cxnId="{B89F1E45-DBF5-48B5-823F-4B40A236B0ED}">
      <dgm:prSet/>
      <dgm:spPr/>
      <dgm:t>
        <a:bodyPr/>
        <a:lstStyle/>
        <a:p>
          <a:endParaRPr lang="en-US"/>
        </a:p>
      </dgm:t>
    </dgm:pt>
    <dgm:pt modelId="{00F7C999-15FA-4043-8B5E-4DD3701924F0}" type="pres">
      <dgm:prSet presAssocID="{862A02C6-04C9-4C02-8BE6-BE8F62EB0E9C}" presName="hierChild1" presStyleCnt="0">
        <dgm:presLayoutVars>
          <dgm:chPref val="1"/>
          <dgm:dir/>
          <dgm:animOne val="branch"/>
          <dgm:animLvl val="lvl"/>
          <dgm:resizeHandles/>
        </dgm:presLayoutVars>
      </dgm:prSet>
      <dgm:spPr/>
    </dgm:pt>
    <dgm:pt modelId="{95177C94-E2A1-44CB-BE10-1489364E71E2}" type="pres">
      <dgm:prSet presAssocID="{1BC89DE4-B720-4E0F-A291-EB8E403232A6}" presName="hierRoot1" presStyleCnt="0"/>
      <dgm:spPr/>
    </dgm:pt>
    <dgm:pt modelId="{34837D93-681D-4ED8-BDD8-7208DF209CFD}" type="pres">
      <dgm:prSet presAssocID="{1BC89DE4-B720-4E0F-A291-EB8E403232A6}" presName="composite" presStyleCnt="0"/>
      <dgm:spPr/>
    </dgm:pt>
    <dgm:pt modelId="{AB926906-8A97-41A7-8B98-26F7ACCE31CC}" type="pres">
      <dgm:prSet presAssocID="{1BC89DE4-B720-4E0F-A291-EB8E403232A6}" presName="background" presStyleLbl="node0" presStyleIdx="0" presStyleCnt="2"/>
      <dgm:spPr/>
    </dgm:pt>
    <dgm:pt modelId="{89F69240-76B5-4CB3-855A-04D6B23583A3}" type="pres">
      <dgm:prSet presAssocID="{1BC89DE4-B720-4E0F-A291-EB8E403232A6}" presName="text" presStyleLbl="fgAcc0" presStyleIdx="0" presStyleCnt="2">
        <dgm:presLayoutVars>
          <dgm:chPref val="3"/>
        </dgm:presLayoutVars>
      </dgm:prSet>
      <dgm:spPr/>
    </dgm:pt>
    <dgm:pt modelId="{02D08FB8-F0B3-4871-AF6C-06DE343F4517}" type="pres">
      <dgm:prSet presAssocID="{1BC89DE4-B720-4E0F-A291-EB8E403232A6}" presName="hierChild2" presStyleCnt="0"/>
      <dgm:spPr/>
    </dgm:pt>
    <dgm:pt modelId="{D72B003B-BE1B-4418-9A4D-C722C6DAF4F7}" type="pres">
      <dgm:prSet presAssocID="{9F614CEA-D3D7-4DDD-8E94-15832BCA4536}" presName="hierRoot1" presStyleCnt="0"/>
      <dgm:spPr/>
    </dgm:pt>
    <dgm:pt modelId="{E823C396-20B0-4375-A1F7-04E0CCF803DC}" type="pres">
      <dgm:prSet presAssocID="{9F614CEA-D3D7-4DDD-8E94-15832BCA4536}" presName="composite" presStyleCnt="0"/>
      <dgm:spPr/>
    </dgm:pt>
    <dgm:pt modelId="{A03CE5FB-D2D5-403B-8911-D429682F6555}" type="pres">
      <dgm:prSet presAssocID="{9F614CEA-D3D7-4DDD-8E94-15832BCA4536}" presName="background" presStyleLbl="node0" presStyleIdx="1" presStyleCnt="2"/>
      <dgm:spPr/>
    </dgm:pt>
    <dgm:pt modelId="{8D5E5885-3E24-4003-9C9E-26DE1E00D356}" type="pres">
      <dgm:prSet presAssocID="{9F614CEA-D3D7-4DDD-8E94-15832BCA4536}" presName="text" presStyleLbl="fgAcc0" presStyleIdx="1" presStyleCnt="2">
        <dgm:presLayoutVars>
          <dgm:chPref val="3"/>
        </dgm:presLayoutVars>
      </dgm:prSet>
      <dgm:spPr/>
    </dgm:pt>
    <dgm:pt modelId="{F61D1402-FDA3-4EDF-A487-B4C31191C871}" type="pres">
      <dgm:prSet presAssocID="{9F614CEA-D3D7-4DDD-8E94-15832BCA4536}" presName="hierChild2" presStyleCnt="0"/>
      <dgm:spPr/>
    </dgm:pt>
  </dgm:ptLst>
  <dgm:cxnLst>
    <dgm:cxn modelId="{60693726-1CAA-4EEE-9B0E-5AB0EF0BCC9A}" type="presOf" srcId="{1BC89DE4-B720-4E0F-A291-EB8E403232A6}" destId="{89F69240-76B5-4CB3-855A-04D6B23583A3}" srcOrd="0" destOrd="0" presId="urn:microsoft.com/office/officeart/2005/8/layout/hierarchy1"/>
    <dgm:cxn modelId="{B89F1E45-DBF5-48B5-823F-4B40A236B0ED}" srcId="{862A02C6-04C9-4C02-8BE6-BE8F62EB0E9C}" destId="{9F614CEA-D3D7-4DDD-8E94-15832BCA4536}" srcOrd="1" destOrd="0" parTransId="{018FF120-BCCE-4DD9-B596-5B70F0F3DB65}" sibTransId="{72EA3F21-80DA-49E7-9C11-C8625970A1E3}"/>
    <dgm:cxn modelId="{DA12F56E-6456-40F8-8EA8-B38F2B81DFAE}" srcId="{862A02C6-04C9-4C02-8BE6-BE8F62EB0E9C}" destId="{1BC89DE4-B720-4E0F-A291-EB8E403232A6}" srcOrd="0" destOrd="0" parTransId="{1F8977B8-E780-4568-AA41-13A1E74CFF0D}" sibTransId="{F2540DAF-B2B0-4DA0-940B-DF9196464DF8}"/>
    <dgm:cxn modelId="{627B178C-D4E0-4D44-80AF-2107A64E3A5E}" type="presOf" srcId="{862A02C6-04C9-4C02-8BE6-BE8F62EB0E9C}" destId="{00F7C999-15FA-4043-8B5E-4DD3701924F0}" srcOrd="0" destOrd="0" presId="urn:microsoft.com/office/officeart/2005/8/layout/hierarchy1"/>
    <dgm:cxn modelId="{2AB5D6CF-35AC-48F5-9EF7-550949F201B3}" type="presOf" srcId="{9F614CEA-D3D7-4DDD-8E94-15832BCA4536}" destId="{8D5E5885-3E24-4003-9C9E-26DE1E00D356}" srcOrd="0" destOrd="0" presId="urn:microsoft.com/office/officeart/2005/8/layout/hierarchy1"/>
    <dgm:cxn modelId="{6BB6C4B1-2973-4599-99FF-ADA6B4F15160}" type="presParOf" srcId="{00F7C999-15FA-4043-8B5E-4DD3701924F0}" destId="{95177C94-E2A1-44CB-BE10-1489364E71E2}" srcOrd="0" destOrd="0" presId="urn:microsoft.com/office/officeart/2005/8/layout/hierarchy1"/>
    <dgm:cxn modelId="{75E212EC-3D43-4990-A1F2-0480860E8CA8}" type="presParOf" srcId="{95177C94-E2A1-44CB-BE10-1489364E71E2}" destId="{34837D93-681D-4ED8-BDD8-7208DF209CFD}" srcOrd="0" destOrd="0" presId="urn:microsoft.com/office/officeart/2005/8/layout/hierarchy1"/>
    <dgm:cxn modelId="{702E3DF4-2D2E-4C66-96E4-6BDEF740A9B0}" type="presParOf" srcId="{34837D93-681D-4ED8-BDD8-7208DF209CFD}" destId="{AB926906-8A97-41A7-8B98-26F7ACCE31CC}" srcOrd="0" destOrd="0" presId="urn:microsoft.com/office/officeart/2005/8/layout/hierarchy1"/>
    <dgm:cxn modelId="{ED9A72C0-CB94-4133-A48C-6AA127507562}" type="presParOf" srcId="{34837D93-681D-4ED8-BDD8-7208DF209CFD}" destId="{89F69240-76B5-4CB3-855A-04D6B23583A3}" srcOrd="1" destOrd="0" presId="urn:microsoft.com/office/officeart/2005/8/layout/hierarchy1"/>
    <dgm:cxn modelId="{FD289D99-A1E6-497C-A135-708296222C55}" type="presParOf" srcId="{95177C94-E2A1-44CB-BE10-1489364E71E2}" destId="{02D08FB8-F0B3-4871-AF6C-06DE343F4517}" srcOrd="1" destOrd="0" presId="urn:microsoft.com/office/officeart/2005/8/layout/hierarchy1"/>
    <dgm:cxn modelId="{D04F6A8D-1F39-4FB5-BFAC-840637E96CB3}" type="presParOf" srcId="{00F7C999-15FA-4043-8B5E-4DD3701924F0}" destId="{D72B003B-BE1B-4418-9A4D-C722C6DAF4F7}" srcOrd="1" destOrd="0" presId="urn:microsoft.com/office/officeart/2005/8/layout/hierarchy1"/>
    <dgm:cxn modelId="{CE0576FD-177A-4928-B3AF-2C29CCC7A456}" type="presParOf" srcId="{D72B003B-BE1B-4418-9A4D-C722C6DAF4F7}" destId="{E823C396-20B0-4375-A1F7-04E0CCF803DC}" srcOrd="0" destOrd="0" presId="urn:microsoft.com/office/officeart/2005/8/layout/hierarchy1"/>
    <dgm:cxn modelId="{9BAD7820-A159-4299-BE4D-F0574D3AD8CB}" type="presParOf" srcId="{E823C396-20B0-4375-A1F7-04E0CCF803DC}" destId="{A03CE5FB-D2D5-403B-8911-D429682F6555}" srcOrd="0" destOrd="0" presId="urn:microsoft.com/office/officeart/2005/8/layout/hierarchy1"/>
    <dgm:cxn modelId="{A0DB09DA-FDE8-4325-B3B3-B41044F24C4B}" type="presParOf" srcId="{E823C396-20B0-4375-A1F7-04E0CCF803DC}" destId="{8D5E5885-3E24-4003-9C9E-26DE1E00D356}" srcOrd="1" destOrd="0" presId="urn:microsoft.com/office/officeart/2005/8/layout/hierarchy1"/>
    <dgm:cxn modelId="{615DE33B-FA2B-46B0-8934-662EB035A6C3}" type="presParOf" srcId="{D72B003B-BE1B-4418-9A4D-C722C6DAF4F7}" destId="{F61D1402-FDA3-4EDF-A487-B4C31191C87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3A25BA11-389E-48D2-8509-B63BD98935F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347D45E-EB35-42CF-A9A8-71275A2E7106}">
      <dgm:prSet/>
      <dgm:spPr/>
      <dgm:t>
        <a:bodyPr/>
        <a:lstStyle/>
        <a:p>
          <a:r>
            <a:rPr lang="en-GB" b="0" i="0" baseline="0"/>
            <a:t>· Evaluate each hazard by considering the severity of potential outcomes, the likelihood that an event or exposure will occur, and the number of workers who might be exposed.</a:t>
          </a:r>
          <a:endParaRPr lang="en-US"/>
        </a:p>
      </dgm:t>
    </dgm:pt>
    <dgm:pt modelId="{94DB546A-0F1E-4FB0-B62B-D848C274543F}" type="parTrans" cxnId="{4C93E928-BC4B-455D-BC98-776438EEA99C}">
      <dgm:prSet/>
      <dgm:spPr/>
      <dgm:t>
        <a:bodyPr/>
        <a:lstStyle/>
        <a:p>
          <a:endParaRPr lang="en-US"/>
        </a:p>
      </dgm:t>
    </dgm:pt>
    <dgm:pt modelId="{8E8B89BE-AA51-425F-96C5-EB3A166E41A5}" type="sibTrans" cxnId="{4C93E928-BC4B-455D-BC98-776438EEA99C}">
      <dgm:prSet/>
      <dgm:spPr/>
      <dgm:t>
        <a:bodyPr/>
        <a:lstStyle/>
        <a:p>
          <a:endParaRPr lang="en-US"/>
        </a:p>
      </dgm:t>
    </dgm:pt>
    <dgm:pt modelId="{2B282F53-D1A4-44E3-9B8C-49606E5C3C2D}">
      <dgm:prSet/>
      <dgm:spPr/>
      <dgm:t>
        <a:bodyPr/>
        <a:lstStyle/>
        <a:p>
          <a:r>
            <a:rPr lang="en-GB" b="0" i="0" baseline="0"/>
            <a:t>Use interim control measures to protect workers until more permanent solutions can be implemented.</a:t>
          </a:r>
          <a:endParaRPr lang="en-US"/>
        </a:p>
      </dgm:t>
    </dgm:pt>
    <dgm:pt modelId="{A8FD25A3-235E-4375-8565-70B1335E53C0}" type="parTrans" cxnId="{A4E040AA-CBD1-4B1F-A504-ED9C44B9C829}">
      <dgm:prSet/>
      <dgm:spPr/>
      <dgm:t>
        <a:bodyPr/>
        <a:lstStyle/>
        <a:p>
          <a:endParaRPr lang="en-US"/>
        </a:p>
      </dgm:t>
    </dgm:pt>
    <dgm:pt modelId="{8E415258-76B1-4670-945C-C051369393A6}" type="sibTrans" cxnId="{A4E040AA-CBD1-4B1F-A504-ED9C44B9C829}">
      <dgm:prSet/>
      <dgm:spPr/>
      <dgm:t>
        <a:bodyPr/>
        <a:lstStyle/>
        <a:p>
          <a:endParaRPr lang="en-US"/>
        </a:p>
      </dgm:t>
    </dgm:pt>
    <dgm:pt modelId="{D0905CAE-8590-4F40-88BB-119326A62D36}">
      <dgm:prSet/>
      <dgm:spPr/>
      <dgm:t>
        <a:bodyPr/>
        <a:lstStyle/>
        <a:p>
          <a:r>
            <a:rPr lang="en-GB" b="0" i="0" baseline="0"/>
            <a:t>· Prioritize the hazards so that those presenting the greatest risk are addressed first. Note, however, that employers have an ongoing obligation to control all serious recognized hazards and to protect workers</a:t>
          </a:r>
          <a:endParaRPr lang="en-US"/>
        </a:p>
      </dgm:t>
    </dgm:pt>
    <dgm:pt modelId="{2792C569-B8C4-4D00-96DE-90D35FACED7D}" type="parTrans" cxnId="{3D551BA8-455A-418B-8B05-1CDA4B021C91}">
      <dgm:prSet/>
      <dgm:spPr/>
      <dgm:t>
        <a:bodyPr/>
        <a:lstStyle/>
        <a:p>
          <a:endParaRPr lang="en-US"/>
        </a:p>
      </dgm:t>
    </dgm:pt>
    <dgm:pt modelId="{4DBBC6A2-BEE0-4762-9017-D218499B11DE}" type="sibTrans" cxnId="{3D551BA8-455A-418B-8B05-1CDA4B021C91}">
      <dgm:prSet/>
      <dgm:spPr/>
      <dgm:t>
        <a:bodyPr/>
        <a:lstStyle/>
        <a:p>
          <a:endParaRPr lang="en-US"/>
        </a:p>
      </dgm:t>
    </dgm:pt>
    <dgm:pt modelId="{CA7BCEE7-F417-40EC-9114-70F7E75AC5E6}" type="pres">
      <dgm:prSet presAssocID="{3A25BA11-389E-48D2-8509-B63BD98935FB}" presName="root" presStyleCnt="0">
        <dgm:presLayoutVars>
          <dgm:dir/>
          <dgm:resizeHandles val="exact"/>
        </dgm:presLayoutVars>
      </dgm:prSet>
      <dgm:spPr/>
    </dgm:pt>
    <dgm:pt modelId="{9E9DC75D-15EF-4F33-88A5-4B5352CCF421}" type="pres">
      <dgm:prSet presAssocID="{0347D45E-EB35-42CF-A9A8-71275A2E7106}" presName="compNode" presStyleCnt="0"/>
      <dgm:spPr/>
    </dgm:pt>
    <dgm:pt modelId="{1A31F699-7419-498B-A571-9C5D0C5B5F89}" type="pres">
      <dgm:prSet presAssocID="{0347D45E-EB35-42CF-A9A8-71275A2E7106}" presName="bgRect" presStyleLbl="bgShp" presStyleIdx="0" presStyleCnt="3"/>
      <dgm:spPr/>
    </dgm:pt>
    <dgm:pt modelId="{B0D5BA6F-00A9-41AA-A7D3-0AC29869E226}" type="pres">
      <dgm:prSet presAssocID="{0347D45E-EB35-42CF-A9A8-71275A2E710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nger"/>
        </a:ext>
      </dgm:extLst>
    </dgm:pt>
    <dgm:pt modelId="{65C3AD8D-27A4-4D4B-A772-E664AC6F7CC9}" type="pres">
      <dgm:prSet presAssocID="{0347D45E-EB35-42CF-A9A8-71275A2E7106}" presName="spaceRect" presStyleCnt="0"/>
      <dgm:spPr/>
    </dgm:pt>
    <dgm:pt modelId="{790D65B9-14BC-46AF-B925-9E8CE80659E7}" type="pres">
      <dgm:prSet presAssocID="{0347D45E-EB35-42CF-A9A8-71275A2E7106}" presName="parTx" presStyleLbl="revTx" presStyleIdx="0" presStyleCnt="3">
        <dgm:presLayoutVars>
          <dgm:chMax val="0"/>
          <dgm:chPref val="0"/>
        </dgm:presLayoutVars>
      </dgm:prSet>
      <dgm:spPr/>
    </dgm:pt>
    <dgm:pt modelId="{92BA42F7-C3AB-4883-BFD6-58D8826517BE}" type="pres">
      <dgm:prSet presAssocID="{8E8B89BE-AA51-425F-96C5-EB3A166E41A5}" presName="sibTrans" presStyleCnt="0"/>
      <dgm:spPr/>
    </dgm:pt>
    <dgm:pt modelId="{B71EBA36-D71F-44C7-AC88-FC747E419F8A}" type="pres">
      <dgm:prSet presAssocID="{2B282F53-D1A4-44E3-9B8C-49606E5C3C2D}" presName="compNode" presStyleCnt="0"/>
      <dgm:spPr/>
    </dgm:pt>
    <dgm:pt modelId="{6C35F914-55BB-49AD-A39D-A1487BE73716}" type="pres">
      <dgm:prSet presAssocID="{2B282F53-D1A4-44E3-9B8C-49606E5C3C2D}" presName="bgRect" presStyleLbl="bgShp" presStyleIdx="1" presStyleCnt="3"/>
      <dgm:spPr/>
    </dgm:pt>
    <dgm:pt modelId="{B4895BD6-7090-4CD0-A022-C20E9EEE40F2}" type="pres">
      <dgm:prSet presAssocID="{2B282F53-D1A4-44E3-9B8C-49606E5C3C2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ycle with People"/>
        </a:ext>
      </dgm:extLst>
    </dgm:pt>
    <dgm:pt modelId="{84B07017-164D-474C-B39A-C1C2B68D5AA6}" type="pres">
      <dgm:prSet presAssocID="{2B282F53-D1A4-44E3-9B8C-49606E5C3C2D}" presName="spaceRect" presStyleCnt="0"/>
      <dgm:spPr/>
    </dgm:pt>
    <dgm:pt modelId="{51E81DF6-72E2-4D7E-9D0F-70AAD69536E7}" type="pres">
      <dgm:prSet presAssocID="{2B282F53-D1A4-44E3-9B8C-49606E5C3C2D}" presName="parTx" presStyleLbl="revTx" presStyleIdx="1" presStyleCnt="3">
        <dgm:presLayoutVars>
          <dgm:chMax val="0"/>
          <dgm:chPref val="0"/>
        </dgm:presLayoutVars>
      </dgm:prSet>
      <dgm:spPr/>
    </dgm:pt>
    <dgm:pt modelId="{B0D89D0E-5186-49DC-948F-D913FF89E49C}" type="pres">
      <dgm:prSet presAssocID="{8E415258-76B1-4670-945C-C051369393A6}" presName="sibTrans" presStyleCnt="0"/>
      <dgm:spPr/>
    </dgm:pt>
    <dgm:pt modelId="{8A3DEA1A-AA81-42DB-ABB4-76C4B90F10FF}" type="pres">
      <dgm:prSet presAssocID="{D0905CAE-8590-4F40-88BB-119326A62D36}" presName="compNode" presStyleCnt="0"/>
      <dgm:spPr/>
    </dgm:pt>
    <dgm:pt modelId="{91877BD0-613E-41E5-AEC1-820EA699074F}" type="pres">
      <dgm:prSet presAssocID="{D0905CAE-8590-4F40-88BB-119326A62D36}" presName="bgRect" presStyleLbl="bgShp" presStyleIdx="2" presStyleCnt="3"/>
      <dgm:spPr/>
    </dgm:pt>
    <dgm:pt modelId="{B1855EF2-5ADB-410B-A6A4-59DCE9A3E4C0}" type="pres">
      <dgm:prSet presAssocID="{D0905CAE-8590-4F40-88BB-119326A62D3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io-Hazard"/>
        </a:ext>
      </dgm:extLst>
    </dgm:pt>
    <dgm:pt modelId="{E4B5E73B-7862-4904-BFF9-4B599484D79F}" type="pres">
      <dgm:prSet presAssocID="{D0905CAE-8590-4F40-88BB-119326A62D36}" presName="spaceRect" presStyleCnt="0"/>
      <dgm:spPr/>
    </dgm:pt>
    <dgm:pt modelId="{50480C0C-3527-4B7B-BDB4-50AD0F4BAEC8}" type="pres">
      <dgm:prSet presAssocID="{D0905CAE-8590-4F40-88BB-119326A62D36}" presName="parTx" presStyleLbl="revTx" presStyleIdx="2" presStyleCnt="3">
        <dgm:presLayoutVars>
          <dgm:chMax val="0"/>
          <dgm:chPref val="0"/>
        </dgm:presLayoutVars>
      </dgm:prSet>
      <dgm:spPr/>
    </dgm:pt>
  </dgm:ptLst>
  <dgm:cxnLst>
    <dgm:cxn modelId="{ECF7E712-2028-450A-B330-F46E30D68070}" type="presOf" srcId="{2B282F53-D1A4-44E3-9B8C-49606E5C3C2D}" destId="{51E81DF6-72E2-4D7E-9D0F-70AAD69536E7}" srcOrd="0" destOrd="0" presId="urn:microsoft.com/office/officeart/2018/2/layout/IconVerticalSolidList"/>
    <dgm:cxn modelId="{4C93E928-BC4B-455D-BC98-776438EEA99C}" srcId="{3A25BA11-389E-48D2-8509-B63BD98935FB}" destId="{0347D45E-EB35-42CF-A9A8-71275A2E7106}" srcOrd="0" destOrd="0" parTransId="{94DB546A-0F1E-4FB0-B62B-D848C274543F}" sibTransId="{8E8B89BE-AA51-425F-96C5-EB3A166E41A5}"/>
    <dgm:cxn modelId="{20CDA02B-451C-4850-8906-26F2D0F4FADB}" type="presOf" srcId="{0347D45E-EB35-42CF-A9A8-71275A2E7106}" destId="{790D65B9-14BC-46AF-B925-9E8CE80659E7}" srcOrd="0" destOrd="0" presId="urn:microsoft.com/office/officeart/2018/2/layout/IconVerticalSolidList"/>
    <dgm:cxn modelId="{06650A56-00AC-4218-B83F-76C54154805A}" type="presOf" srcId="{D0905CAE-8590-4F40-88BB-119326A62D36}" destId="{50480C0C-3527-4B7B-BDB4-50AD0F4BAEC8}" srcOrd="0" destOrd="0" presId="urn:microsoft.com/office/officeart/2018/2/layout/IconVerticalSolidList"/>
    <dgm:cxn modelId="{A101D8A5-A6DC-4557-A44A-86226B86D7B8}" type="presOf" srcId="{3A25BA11-389E-48D2-8509-B63BD98935FB}" destId="{CA7BCEE7-F417-40EC-9114-70F7E75AC5E6}" srcOrd="0" destOrd="0" presId="urn:microsoft.com/office/officeart/2018/2/layout/IconVerticalSolidList"/>
    <dgm:cxn modelId="{3D551BA8-455A-418B-8B05-1CDA4B021C91}" srcId="{3A25BA11-389E-48D2-8509-B63BD98935FB}" destId="{D0905CAE-8590-4F40-88BB-119326A62D36}" srcOrd="2" destOrd="0" parTransId="{2792C569-B8C4-4D00-96DE-90D35FACED7D}" sibTransId="{4DBBC6A2-BEE0-4762-9017-D218499B11DE}"/>
    <dgm:cxn modelId="{A4E040AA-CBD1-4B1F-A504-ED9C44B9C829}" srcId="{3A25BA11-389E-48D2-8509-B63BD98935FB}" destId="{2B282F53-D1A4-44E3-9B8C-49606E5C3C2D}" srcOrd="1" destOrd="0" parTransId="{A8FD25A3-235E-4375-8565-70B1335E53C0}" sibTransId="{8E415258-76B1-4670-945C-C051369393A6}"/>
    <dgm:cxn modelId="{3E194BE9-AB71-445A-8779-11F2EB45C409}" type="presParOf" srcId="{CA7BCEE7-F417-40EC-9114-70F7E75AC5E6}" destId="{9E9DC75D-15EF-4F33-88A5-4B5352CCF421}" srcOrd="0" destOrd="0" presId="urn:microsoft.com/office/officeart/2018/2/layout/IconVerticalSolidList"/>
    <dgm:cxn modelId="{210C772C-0E00-41FF-AF77-804174FDDDB4}" type="presParOf" srcId="{9E9DC75D-15EF-4F33-88A5-4B5352CCF421}" destId="{1A31F699-7419-498B-A571-9C5D0C5B5F89}" srcOrd="0" destOrd="0" presId="urn:microsoft.com/office/officeart/2018/2/layout/IconVerticalSolidList"/>
    <dgm:cxn modelId="{1661A42B-075B-4FAE-9CF7-FEEEAE52B488}" type="presParOf" srcId="{9E9DC75D-15EF-4F33-88A5-4B5352CCF421}" destId="{B0D5BA6F-00A9-41AA-A7D3-0AC29869E226}" srcOrd="1" destOrd="0" presId="urn:microsoft.com/office/officeart/2018/2/layout/IconVerticalSolidList"/>
    <dgm:cxn modelId="{ADA877E6-DA72-4DE2-9E81-0C89E7C773FB}" type="presParOf" srcId="{9E9DC75D-15EF-4F33-88A5-4B5352CCF421}" destId="{65C3AD8D-27A4-4D4B-A772-E664AC6F7CC9}" srcOrd="2" destOrd="0" presId="urn:microsoft.com/office/officeart/2018/2/layout/IconVerticalSolidList"/>
    <dgm:cxn modelId="{FE299F16-76E7-4461-99C9-424767CDE5BC}" type="presParOf" srcId="{9E9DC75D-15EF-4F33-88A5-4B5352CCF421}" destId="{790D65B9-14BC-46AF-B925-9E8CE80659E7}" srcOrd="3" destOrd="0" presId="urn:microsoft.com/office/officeart/2018/2/layout/IconVerticalSolidList"/>
    <dgm:cxn modelId="{491904F2-5AF4-42E1-8AD9-44270EEC1885}" type="presParOf" srcId="{CA7BCEE7-F417-40EC-9114-70F7E75AC5E6}" destId="{92BA42F7-C3AB-4883-BFD6-58D8826517BE}" srcOrd="1" destOrd="0" presId="urn:microsoft.com/office/officeart/2018/2/layout/IconVerticalSolidList"/>
    <dgm:cxn modelId="{49E7753F-83F2-4AC8-B625-954F618B04A0}" type="presParOf" srcId="{CA7BCEE7-F417-40EC-9114-70F7E75AC5E6}" destId="{B71EBA36-D71F-44C7-AC88-FC747E419F8A}" srcOrd="2" destOrd="0" presId="urn:microsoft.com/office/officeart/2018/2/layout/IconVerticalSolidList"/>
    <dgm:cxn modelId="{C8BB0948-9968-4B9E-B947-E256ACA10525}" type="presParOf" srcId="{B71EBA36-D71F-44C7-AC88-FC747E419F8A}" destId="{6C35F914-55BB-49AD-A39D-A1487BE73716}" srcOrd="0" destOrd="0" presId="urn:microsoft.com/office/officeart/2018/2/layout/IconVerticalSolidList"/>
    <dgm:cxn modelId="{6613F31D-DA80-4314-AF6B-7D3377D2D0AE}" type="presParOf" srcId="{B71EBA36-D71F-44C7-AC88-FC747E419F8A}" destId="{B4895BD6-7090-4CD0-A022-C20E9EEE40F2}" srcOrd="1" destOrd="0" presId="urn:microsoft.com/office/officeart/2018/2/layout/IconVerticalSolidList"/>
    <dgm:cxn modelId="{6FCDBB48-CE19-4F6A-983B-8996A0C0A968}" type="presParOf" srcId="{B71EBA36-D71F-44C7-AC88-FC747E419F8A}" destId="{84B07017-164D-474C-B39A-C1C2B68D5AA6}" srcOrd="2" destOrd="0" presId="urn:microsoft.com/office/officeart/2018/2/layout/IconVerticalSolidList"/>
    <dgm:cxn modelId="{7D981F8C-151D-4D08-95B7-4A8503305C23}" type="presParOf" srcId="{B71EBA36-D71F-44C7-AC88-FC747E419F8A}" destId="{51E81DF6-72E2-4D7E-9D0F-70AAD69536E7}" srcOrd="3" destOrd="0" presId="urn:microsoft.com/office/officeart/2018/2/layout/IconVerticalSolidList"/>
    <dgm:cxn modelId="{CC718690-C635-4130-BD90-2F4FE4A5681F}" type="presParOf" srcId="{CA7BCEE7-F417-40EC-9114-70F7E75AC5E6}" destId="{B0D89D0E-5186-49DC-948F-D913FF89E49C}" srcOrd="3" destOrd="0" presId="urn:microsoft.com/office/officeart/2018/2/layout/IconVerticalSolidList"/>
    <dgm:cxn modelId="{1A4AD3E4-61E6-4163-9060-9181FB63713A}" type="presParOf" srcId="{CA7BCEE7-F417-40EC-9114-70F7E75AC5E6}" destId="{8A3DEA1A-AA81-42DB-ABB4-76C4B90F10FF}" srcOrd="4" destOrd="0" presId="urn:microsoft.com/office/officeart/2018/2/layout/IconVerticalSolidList"/>
    <dgm:cxn modelId="{3F162E64-629E-49FB-A8DA-1404D1CF75C1}" type="presParOf" srcId="{8A3DEA1A-AA81-42DB-ABB4-76C4B90F10FF}" destId="{91877BD0-613E-41E5-AEC1-820EA699074F}" srcOrd="0" destOrd="0" presId="urn:microsoft.com/office/officeart/2018/2/layout/IconVerticalSolidList"/>
    <dgm:cxn modelId="{6EC6B2BE-0599-4EA9-9343-6CA0ABF03032}" type="presParOf" srcId="{8A3DEA1A-AA81-42DB-ABB4-76C4B90F10FF}" destId="{B1855EF2-5ADB-410B-A6A4-59DCE9A3E4C0}" srcOrd="1" destOrd="0" presId="urn:microsoft.com/office/officeart/2018/2/layout/IconVerticalSolidList"/>
    <dgm:cxn modelId="{A2D2C2DF-97BC-4199-A005-B163DF5E5B20}" type="presParOf" srcId="{8A3DEA1A-AA81-42DB-ABB4-76C4B90F10FF}" destId="{E4B5E73B-7862-4904-BFF9-4B599484D79F}" srcOrd="2" destOrd="0" presId="urn:microsoft.com/office/officeart/2018/2/layout/IconVerticalSolidList"/>
    <dgm:cxn modelId="{EE2CDB0D-0702-4B90-AD50-6A8DB787ECC4}" type="presParOf" srcId="{8A3DEA1A-AA81-42DB-ABB4-76C4B90F10FF}" destId="{50480C0C-3527-4B7B-BDB4-50AD0F4BAEC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97F57C56-ECB6-4719-A92B-3A932E965C7B}" type="doc">
      <dgm:prSet loTypeId="urn:microsoft.com/office/officeart/2005/8/layout/vList5" loCatId="list" qsTypeId="urn:microsoft.com/office/officeart/2005/8/quickstyle/simple5" qsCatId="simple" csTypeId="urn:microsoft.com/office/officeart/2005/8/colors/accent1_2" csCatId="accent1" phldr="1"/>
      <dgm:spPr/>
      <dgm:t>
        <a:bodyPr/>
        <a:lstStyle/>
        <a:p>
          <a:endParaRPr lang="en-US"/>
        </a:p>
      </dgm:t>
    </dgm:pt>
    <dgm:pt modelId="{7FA7CDE4-EACA-4E7A-9B47-01293C358861}">
      <dgm:prSet/>
      <dgm:spPr/>
      <dgm:t>
        <a:bodyPr/>
        <a:lstStyle/>
        <a:p>
          <a:r>
            <a:rPr lang="en-GB" b="0" i="0" baseline="0" dirty="0"/>
            <a:t>1. Risk matrix</a:t>
          </a:r>
          <a:endParaRPr lang="en-US" dirty="0"/>
        </a:p>
      </dgm:t>
    </dgm:pt>
    <dgm:pt modelId="{11B46BE4-05F8-482B-92F5-F1F04E91AE7D}" type="parTrans" cxnId="{EE5C6A2F-E371-4F20-9A39-326E1E5669B7}">
      <dgm:prSet/>
      <dgm:spPr/>
      <dgm:t>
        <a:bodyPr/>
        <a:lstStyle/>
        <a:p>
          <a:endParaRPr lang="en-US"/>
        </a:p>
      </dgm:t>
    </dgm:pt>
    <dgm:pt modelId="{80752754-26B1-4ED4-8731-BC9A5586CDAA}" type="sibTrans" cxnId="{EE5C6A2F-E371-4F20-9A39-326E1E5669B7}">
      <dgm:prSet/>
      <dgm:spPr/>
      <dgm:t>
        <a:bodyPr/>
        <a:lstStyle/>
        <a:p>
          <a:endParaRPr lang="en-US"/>
        </a:p>
      </dgm:t>
    </dgm:pt>
    <dgm:pt modelId="{7E34C181-0402-4B66-ACA1-2D661C993F40}">
      <dgm:prSet/>
      <dgm:spPr/>
      <dgm:t>
        <a:bodyPr/>
        <a:lstStyle/>
        <a:p>
          <a:r>
            <a:rPr lang="en-GB" b="0" i="0" baseline="0"/>
            <a:t>2. Failure Mode and Effects Analysis (FMEA)</a:t>
          </a:r>
          <a:endParaRPr lang="en-US"/>
        </a:p>
      </dgm:t>
    </dgm:pt>
    <dgm:pt modelId="{468D987C-3F0A-441E-97D1-3E3C38491D19}" type="parTrans" cxnId="{CAE78FE5-073E-4397-98A2-539523DDA72D}">
      <dgm:prSet/>
      <dgm:spPr/>
      <dgm:t>
        <a:bodyPr/>
        <a:lstStyle/>
        <a:p>
          <a:endParaRPr lang="en-US"/>
        </a:p>
      </dgm:t>
    </dgm:pt>
    <dgm:pt modelId="{BBA967DC-16B6-4EEE-BEFB-9530D6A8592E}" type="sibTrans" cxnId="{CAE78FE5-073E-4397-98A2-539523DDA72D}">
      <dgm:prSet/>
      <dgm:spPr/>
      <dgm:t>
        <a:bodyPr/>
        <a:lstStyle/>
        <a:p>
          <a:endParaRPr lang="en-US"/>
        </a:p>
      </dgm:t>
    </dgm:pt>
    <dgm:pt modelId="{C6784042-3C7C-4813-BEA2-D17B7C8BBE42}">
      <dgm:prSet/>
      <dgm:spPr/>
      <dgm:t>
        <a:bodyPr/>
        <a:lstStyle/>
        <a:p>
          <a:r>
            <a:rPr lang="en-GB" b="0" i="0" baseline="0"/>
            <a:t>3. Decision Tree</a:t>
          </a:r>
          <a:endParaRPr lang="en-US"/>
        </a:p>
      </dgm:t>
    </dgm:pt>
    <dgm:pt modelId="{57B75882-10FD-45DC-B820-88B3F9FA4BEA}" type="parTrans" cxnId="{54F58107-C3A4-450A-AC42-58827DF47CE1}">
      <dgm:prSet/>
      <dgm:spPr/>
      <dgm:t>
        <a:bodyPr/>
        <a:lstStyle/>
        <a:p>
          <a:endParaRPr lang="en-US"/>
        </a:p>
      </dgm:t>
    </dgm:pt>
    <dgm:pt modelId="{FF169474-F57B-40DF-8AAF-35225E118B41}" type="sibTrans" cxnId="{54F58107-C3A4-450A-AC42-58827DF47CE1}">
      <dgm:prSet/>
      <dgm:spPr/>
      <dgm:t>
        <a:bodyPr/>
        <a:lstStyle/>
        <a:p>
          <a:endParaRPr lang="en-US"/>
        </a:p>
      </dgm:t>
    </dgm:pt>
    <dgm:pt modelId="{A52623EA-74E0-4315-9369-2D50DBCB808B}">
      <dgm:prSet/>
      <dgm:spPr/>
      <dgm:t>
        <a:bodyPr/>
        <a:lstStyle/>
        <a:p>
          <a:r>
            <a:rPr lang="en-GB" b="0" i="0" baseline="0"/>
            <a:t>4. Bowtie Mode</a:t>
          </a:r>
          <a:endParaRPr lang="en-US"/>
        </a:p>
      </dgm:t>
    </dgm:pt>
    <dgm:pt modelId="{0C894C3C-5E6C-4549-9765-52D30307C86B}" type="parTrans" cxnId="{E31117F1-E71E-4016-BAD6-973FA2BFB5C2}">
      <dgm:prSet/>
      <dgm:spPr/>
      <dgm:t>
        <a:bodyPr/>
        <a:lstStyle/>
        <a:p>
          <a:endParaRPr lang="en-US"/>
        </a:p>
      </dgm:t>
    </dgm:pt>
    <dgm:pt modelId="{F66F2974-CA78-431C-BF9C-D3AFD88DD387}" type="sibTrans" cxnId="{E31117F1-E71E-4016-BAD6-973FA2BFB5C2}">
      <dgm:prSet/>
      <dgm:spPr/>
      <dgm:t>
        <a:bodyPr/>
        <a:lstStyle/>
        <a:p>
          <a:endParaRPr lang="en-US"/>
        </a:p>
      </dgm:t>
    </dgm:pt>
    <dgm:pt modelId="{41931B8D-FFA9-4EF9-841F-18E71406565B}" type="pres">
      <dgm:prSet presAssocID="{97F57C56-ECB6-4719-A92B-3A932E965C7B}" presName="Name0" presStyleCnt="0">
        <dgm:presLayoutVars>
          <dgm:dir/>
          <dgm:animLvl val="lvl"/>
          <dgm:resizeHandles val="exact"/>
        </dgm:presLayoutVars>
      </dgm:prSet>
      <dgm:spPr/>
    </dgm:pt>
    <dgm:pt modelId="{BB1C7416-4153-44CC-845E-2E7457C2A2C2}" type="pres">
      <dgm:prSet presAssocID="{7FA7CDE4-EACA-4E7A-9B47-01293C358861}" presName="linNode" presStyleCnt="0"/>
      <dgm:spPr/>
    </dgm:pt>
    <dgm:pt modelId="{6E396D8B-46AC-49CF-9917-FC89EE389E27}" type="pres">
      <dgm:prSet presAssocID="{7FA7CDE4-EACA-4E7A-9B47-01293C358861}" presName="parentText" presStyleLbl="node1" presStyleIdx="0" presStyleCnt="4">
        <dgm:presLayoutVars>
          <dgm:chMax val="1"/>
          <dgm:bulletEnabled val="1"/>
        </dgm:presLayoutVars>
      </dgm:prSet>
      <dgm:spPr/>
    </dgm:pt>
    <dgm:pt modelId="{53258FCE-1C62-4A35-BEFB-76EEB7906802}" type="pres">
      <dgm:prSet presAssocID="{80752754-26B1-4ED4-8731-BC9A5586CDAA}" presName="sp" presStyleCnt="0"/>
      <dgm:spPr/>
    </dgm:pt>
    <dgm:pt modelId="{F62757A6-3259-4D48-830D-90DBA7BED544}" type="pres">
      <dgm:prSet presAssocID="{7E34C181-0402-4B66-ACA1-2D661C993F40}" presName="linNode" presStyleCnt="0"/>
      <dgm:spPr/>
    </dgm:pt>
    <dgm:pt modelId="{F3A672FA-E986-4829-9B53-15BC0E55C909}" type="pres">
      <dgm:prSet presAssocID="{7E34C181-0402-4B66-ACA1-2D661C993F40}" presName="parentText" presStyleLbl="node1" presStyleIdx="1" presStyleCnt="4">
        <dgm:presLayoutVars>
          <dgm:chMax val="1"/>
          <dgm:bulletEnabled val="1"/>
        </dgm:presLayoutVars>
      </dgm:prSet>
      <dgm:spPr/>
    </dgm:pt>
    <dgm:pt modelId="{56B288A0-10AC-47AB-B038-219578C71A49}" type="pres">
      <dgm:prSet presAssocID="{BBA967DC-16B6-4EEE-BEFB-9530D6A8592E}" presName="sp" presStyleCnt="0"/>
      <dgm:spPr/>
    </dgm:pt>
    <dgm:pt modelId="{241E1B16-2D44-4A82-BE99-F4F06816DF47}" type="pres">
      <dgm:prSet presAssocID="{C6784042-3C7C-4813-BEA2-D17B7C8BBE42}" presName="linNode" presStyleCnt="0"/>
      <dgm:spPr/>
    </dgm:pt>
    <dgm:pt modelId="{24AB68B7-CC1A-46F0-9A72-10FC37D5A2E4}" type="pres">
      <dgm:prSet presAssocID="{C6784042-3C7C-4813-BEA2-D17B7C8BBE42}" presName="parentText" presStyleLbl="node1" presStyleIdx="2" presStyleCnt="4">
        <dgm:presLayoutVars>
          <dgm:chMax val="1"/>
          <dgm:bulletEnabled val="1"/>
        </dgm:presLayoutVars>
      </dgm:prSet>
      <dgm:spPr/>
    </dgm:pt>
    <dgm:pt modelId="{2D99B04A-87D8-4FFD-B553-5A505126A6CB}" type="pres">
      <dgm:prSet presAssocID="{FF169474-F57B-40DF-8AAF-35225E118B41}" presName="sp" presStyleCnt="0"/>
      <dgm:spPr/>
    </dgm:pt>
    <dgm:pt modelId="{F2CA5707-891B-4853-842F-C478D87E3B62}" type="pres">
      <dgm:prSet presAssocID="{A52623EA-74E0-4315-9369-2D50DBCB808B}" presName="linNode" presStyleCnt="0"/>
      <dgm:spPr/>
    </dgm:pt>
    <dgm:pt modelId="{6D7F8EDB-BE2F-45D3-B9EF-F3859F3785F7}" type="pres">
      <dgm:prSet presAssocID="{A52623EA-74E0-4315-9369-2D50DBCB808B}" presName="parentText" presStyleLbl="node1" presStyleIdx="3" presStyleCnt="4">
        <dgm:presLayoutVars>
          <dgm:chMax val="1"/>
          <dgm:bulletEnabled val="1"/>
        </dgm:presLayoutVars>
      </dgm:prSet>
      <dgm:spPr/>
    </dgm:pt>
  </dgm:ptLst>
  <dgm:cxnLst>
    <dgm:cxn modelId="{54F58107-C3A4-450A-AC42-58827DF47CE1}" srcId="{97F57C56-ECB6-4719-A92B-3A932E965C7B}" destId="{C6784042-3C7C-4813-BEA2-D17B7C8BBE42}" srcOrd="2" destOrd="0" parTransId="{57B75882-10FD-45DC-B820-88B3F9FA4BEA}" sibTransId="{FF169474-F57B-40DF-8AAF-35225E118B41}"/>
    <dgm:cxn modelId="{EE5C6A2F-E371-4F20-9A39-326E1E5669B7}" srcId="{97F57C56-ECB6-4719-A92B-3A932E965C7B}" destId="{7FA7CDE4-EACA-4E7A-9B47-01293C358861}" srcOrd="0" destOrd="0" parTransId="{11B46BE4-05F8-482B-92F5-F1F04E91AE7D}" sibTransId="{80752754-26B1-4ED4-8731-BC9A5586CDAA}"/>
    <dgm:cxn modelId="{4AB307A4-3725-4562-A384-0E1E7861E4E9}" type="presOf" srcId="{7FA7CDE4-EACA-4E7A-9B47-01293C358861}" destId="{6E396D8B-46AC-49CF-9917-FC89EE389E27}" srcOrd="0" destOrd="0" presId="urn:microsoft.com/office/officeart/2005/8/layout/vList5"/>
    <dgm:cxn modelId="{2492C2BD-F6F1-4E10-ADA7-207C24573BFC}" type="presOf" srcId="{C6784042-3C7C-4813-BEA2-D17B7C8BBE42}" destId="{24AB68B7-CC1A-46F0-9A72-10FC37D5A2E4}" srcOrd="0" destOrd="0" presId="urn:microsoft.com/office/officeart/2005/8/layout/vList5"/>
    <dgm:cxn modelId="{CAE78FE5-073E-4397-98A2-539523DDA72D}" srcId="{97F57C56-ECB6-4719-A92B-3A932E965C7B}" destId="{7E34C181-0402-4B66-ACA1-2D661C993F40}" srcOrd="1" destOrd="0" parTransId="{468D987C-3F0A-441E-97D1-3E3C38491D19}" sibTransId="{BBA967DC-16B6-4EEE-BEFB-9530D6A8592E}"/>
    <dgm:cxn modelId="{9A42BBE5-C0DD-423C-861D-56BC93581FD2}" type="presOf" srcId="{7E34C181-0402-4B66-ACA1-2D661C993F40}" destId="{F3A672FA-E986-4829-9B53-15BC0E55C909}" srcOrd="0" destOrd="0" presId="urn:microsoft.com/office/officeart/2005/8/layout/vList5"/>
    <dgm:cxn modelId="{A38B12E7-8353-4709-AABF-6FE430CE2A3F}" type="presOf" srcId="{A52623EA-74E0-4315-9369-2D50DBCB808B}" destId="{6D7F8EDB-BE2F-45D3-B9EF-F3859F3785F7}" srcOrd="0" destOrd="0" presId="urn:microsoft.com/office/officeart/2005/8/layout/vList5"/>
    <dgm:cxn modelId="{E31117F1-E71E-4016-BAD6-973FA2BFB5C2}" srcId="{97F57C56-ECB6-4719-A92B-3A932E965C7B}" destId="{A52623EA-74E0-4315-9369-2D50DBCB808B}" srcOrd="3" destOrd="0" parTransId="{0C894C3C-5E6C-4549-9765-52D30307C86B}" sibTransId="{F66F2974-CA78-431C-BF9C-D3AFD88DD387}"/>
    <dgm:cxn modelId="{05F81FFD-CBE6-4414-AE77-D9AF3B8FE4E8}" type="presOf" srcId="{97F57C56-ECB6-4719-A92B-3A932E965C7B}" destId="{41931B8D-FFA9-4EF9-841F-18E71406565B}" srcOrd="0" destOrd="0" presId="urn:microsoft.com/office/officeart/2005/8/layout/vList5"/>
    <dgm:cxn modelId="{FB4708D4-0778-4482-BCD9-B6D8211EEC85}" type="presParOf" srcId="{41931B8D-FFA9-4EF9-841F-18E71406565B}" destId="{BB1C7416-4153-44CC-845E-2E7457C2A2C2}" srcOrd="0" destOrd="0" presId="urn:microsoft.com/office/officeart/2005/8/layout/vList5"/>
    <dgm:cxn modelId="{4A55CEA3-D9CF-4608-B27B-4A51DE51189D}" type="presParOf" srcId="{BB1C7416-4153-44CC-845E-2E7457C2A2C2}" destId="{6E396D8B-46AC-49CF-9917-FC89EE389E27}" srcOrd="0" destOrd="0" presId="urn:microsoft.com/office/officeart/2005/8/layout/vList5"/>
    <dgm:cxn modelId="{DE5CED08-27D1-4996-8E71-60A72E585B49}" type="presParOf" srcId="{41931B8D-FFA9-4EF9-841F-18E71406565B}" destId="{53258FCE-1C62-4A35-BEFB-76EEB7906802}" srcOrd="1" destOrd="0" presId="urn:microsoft.com/office/officeart/2005/8/layout/vList5"/>
    <dgm:cxn modelId="{9E1BF0F2-88D7-448D-87AB-2DB5665A5BE6}" type="presParOf" srcId="{41931B8D-FFA9-4EF9-841F-18E71406565B}" destId="{F62757A6-3259-4D48-830D-90DBA7BED544}" srcOrd="2" destOrd="0" presId="urn:microsoft.com/office/officeart/2005/8/layout/vList5"/>
    <dgm:cxn modelId="{266FEC5F-E30E-4C00-9326-274428E2D172}" type="presParOf" srcId="{F62757A6-3259-4D48-830D-90DBA7BED544}" destId="{F3A672FA-E986-4829-9B53-15BC0E55C909}" srcOrd="0" destOrd="0" presId="urn:microsoft.com/office/officeart/2005/8/layout/vList5"/>
    <dgm:cxn modelId="{D9EFC2E0-9076-4423-8E17-E62FC57A75E5}" type="presParOf" srcId="{41931B8D-FFA9-4EF9-841F-18E71406565B}" destId="{56B288A0-10AC-47AB-B038-219578C71A49}" srcOrd="3" destOrd="0" presId="urn:microsoft.com/office/officeart/2005/8/layout/vList5"/>
    <dgm:cxn modelId="{0A12DC4E-EC4D-4D33-9000-A22835403A25}" type="presParOf" srcId="{41931B8D-FFA9-4EF9-841F-18E71406565B}" destId="{241E1B16-2D44-4A82-BE99-F4F06816DF47}" srcOrd="4" destOrd="0" presId="urn:microsoft.com/office/officeart/2005/8/layout/vList5"/>
    <dgm:cxn modelId="{034EBBAE-3D27-4DA9-8EEB-347277EEEE59}" type="presParOf" srcId="{241E1B16-2D44-4A82-BE99-F4F06816DF47}" destId="{24AB68B7-CC1A-46F0-9A72-10FC37D5A2E4}" srcOrd="0" destOrd="0" presId="urn:microsoft.com/office/officeart/2005/8/layout/vList5"/>
    <dgm:cxn modelId="{D0BDB845-E148-40DA-B387-C25D807C8282}" type="presParOf" srcId="{41931B8D-FFA9-4EF9-841F-18E71406565B}" destId="{2D99B04A-87D8-4FFD-B553-5A505126A6CB}" srcOrd="5" destOrd="0" presId="urn:microsoft.com/office/officeart/2005/8/layout/vList5"/>
    <dgm:cxn modelId="{2AEBDAAF-7C65-411A-9249-54EC9F31A401}" type="presParOf" srcId="{41931B8D-FFA9-4EF9-841F-18E71406565B}" destId="{F2CA5707-891B-4853-842F-C478D87E3B62}" srcOrd="6" destOrd="0" presId="urn:microsoft.com/office/officeart/2005/8/layout/vList5"/>
    <dgm:cxn modelId="{974C52AB-5962-485D-B705-0284BB56F7AD}" type="presParOf" srcId="{F2CA5707-891B-4853-842F-C478D87E3B62}" destId="{6D7F8EDB-BE2F-45D3-B9EF-F3859F3785F7}"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95967F-3A8D-4B28-A6F2-77197C49DB60}">
      <dsp:nvSpPr>
        <dsp:cNvPr id="0" name=""/>
        <dsp:cNvSpPr/>
      </dsp:nvSpPr>
      <dsp:spPr>
        <a:xfrm>
          <a:off x="1263232" y="602051"/>
          <a:ext cx="2420949" cy="145256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100000"/>
            </a:lnSpc>
            <a:spcBef>
              <a:spcPct val="0"/>
            </a:spcBef>
            <a:spcAft>
              <a:spcPct val="35000"/>
            </a:spcAft>
            <a:buNone/>
          </a:pPr>
          <a:r>
            <a:rPr lang="en-GB" sz="1800" b="1" i="0" kern="1200" baseline="0" dirty="0"/>
            <a:t>It will, however, typically include the following information:</a:t>
          </a:r>
          <a:endParaRPr lang="en-US" sz="1800" b="1" kern="1200" dirty="0"/>
        </a:p>
      </dsp:txBody>
      <dsp:txXfrm>
        <a:off x="1263232" y="602051"/>
        <a:ext cx="2420949" cy="1452569"/>
      </dsp:txXfrm>
    </dsp:sp>
    <dsp:sp modelId="{13E1D05D-F3BF-448E-AF5C-CD7E9DBDD467}">
      <dsp:nvSpPr>
        <dsp:cNvPr id="0" name=""/>
        <dsp:cNvSpPr/>
      </dsp:nvSpPr>
      <dsp:spPr>
        <a:xfrm>
          <a:off x="3926277" y="602051"/>
          <a:ext cx="2663044" cy="1452569"/>
        </a:xfrm>
        <a:prstGeom prst="rect">
          <a:avLst/>
        </a:prstGeom>
        <a:solidFill>
          <a:schemeClr val="accent2">
            <a:hueOff val="1073935"/>
            <a:satOff val="-3082"/>
            <a:lumOff val="-493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100000"/>
            </a:lnSpc>
            <a:spcBef>
              <a:spcPct val="0"/>
            </a:spcBef>
            <a:spcAft>
              <a:spcPct val="35000"/>
            </a:spcAft>
            <a:buNone/>
          </a:pPr>
          <a:r>
            <a:rPr lang="en-GB" sz="1600" b="1" i="0" kern="1200" baseline="0" dirty="0"/>
            <a:t>Product Information: product (name), manufacturer and suppliers names, addresses, and emergency phone numbers</a:t>
          </a:r>
          <a:endParaRPr lang="en-US" sz="1600" b="1" kern="1200" dirty="0"/>
        </a:p>
      </dsp:txBody>
      <dsp:txXfrm>
        <a:off x="3926277" y="602051"/>
        <a:ext cx="2663044" cy="1452569"/>
      </dsp:txXfrm>
    </dsp:sp>
    <dsp:sp modelId="{065B0143-9D06-4FE7-81E8-660E94309ED7}">
      <dsp:nvSpPr>
        <dsp:cNvPr id="0" name=""/>
        <dsp:cNvSpPr/>
      </dsp:nvSpPr>
      <dsp:spPr>
        <a:xfrm>
          <a:off x="6831417" y="602051"/>
          <a:ext cx="2420949" cy="1452569"/>
        </a:xfrm>
        <a:prstGeom prst="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100000"/>
            </a:lnSpc>
            <a:spcBef>
              <a:spcPct val="0"/>
            </a:spcBef>
            <a:spcAft>
              <a:spcPct val="35000"/>
            </a:spcAft>
            <a:buNone/>
          </a:pPr>
          <a:r>
            <a:rPr lang="en-GB" sz="2000" b="1" i="0" kern="1200" baseline="0" dirty="0"/>
            <a:t>Hazardous</a:t>
          </a:r>
        </a:p>
        <a:p>
          <a:pPr marL="0" lvl="0" indent="0" algn="ctr" defTabSz="889000">
            <a:lnSpc>
              <a:spcPct val="100000"/>
            </a:lnSpc>
            <a:spcBef>
              <a:spcPct val="0"/>
            </a:spcBef>
            <a:spcAft>
              <a:spcPct val="35000"/>
            </a:spcAft>
            <a:buNone/>
          </a:pPr>
          <a:r>
            <a:rPr lang="en-GB" sz="2000" b="1" i="0" kern="1200" baseline="0" dirty="0"/>
            <a:t> Ingredients</a:t>
          </a:r>
          <a:endParaRPr lang="en-US" sz="2000" b="1" kern="1200" dirty="0"/>
        </a:p>
      </dsp:txBody>
      <dsp:txXfrm>
        <a:off x="6831417" y="602051"/>
        <a:ext cx="2420949" cy="1452569"/>
      </dsp:txXfrm>
    </dsp:sp>
    <dsp:sp modelId="{EA7F32F8-790D-4AAF-9C68-4EE54F74C39F}">
      <dsp:nvSpPr>
        <dsp:cNvPr id="0" name=""/>
        <dsp:cNvSpPr/>
      </dsp:nvSpPr>
      <dsp:spPr>
        <a:xfrm>
          <a:off x="3927" y="2296716"/>
          <a:ext cx="2420949" cy="1452569"/>
        </a:xfrm>
        <a:prstGeom prst="rect">
          <a:avLst/>
        </a:prstGeom>
        <a:solidFill>
          <a:schemeClr val="accent2">
            <a:hueOff val="3221806"/>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100000"/>
            </a:lnSpc>
            <a:spcBef>
              <a:spcPct val="0"/>
            </a:spcBef>
            <a:spcAft>
              <a:spcPct val="35000"/>
            </a:spcAft>
            <a:buNone/>
          </a:pPr>
          <a:r>
            <a:rPr lang="en-GB" sz="1400" b="1" i="0" kern="1200" baseline="0" dirty="0"/>
            <a:t>Physical Data Fire or Explosion Hazard Data Reactivity Data: information on the chemical instability of a product and the substances it may react with</a:t>
          </a:r>
          <a:endParaRPr lang="en-US" sz="1400" b="1" kern="1200" dirty="0"/>
        </a:p>
      </dsp:txBody>
      <dsp:txXfrm>
        <a:off x="3927" y="2296716"/>
        <a:ext cx="2420949" cy="1452569"/>
      </dsp:txXfrm>
    </dsp:sp>
    <dsp:sp modelId="{C0AF6A06-88AA-42A0-ACC0-A2A56D2E580C}">
      <dsp:nvSpPr>
        <dsp:cNvPr id="0" name=""/>
        <dsp:cNvSpPr/>
      </dsp:nvSpPr>
      <dsp:spPr>
        <a:xfrm>
          <a:off x="2666972" y="2296716"/>
          <a:ext cx="2420949" cy="1452569"/>
        </a:xfrm>
        <a:prstGeom prst="rect">
          <a:avLst/>
        </a:prstGeom>
        <a:solidFill>
          <a:schemeClr val="accent2">
            <a:hueOff val="4295742"/>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100000"/>
            </a:lnSpc>
            <a:spcBef>
              <a:spcPct val="0"/>
            </a:spcBef>
            <a:spcAft>
              <a:spcPct val="35000"/>
            </a:spcAft>
            <a:buNone/>
          </a:pPr>
          <a:r>
            <a:rPr lang="en-GB" sz="1800" b="1" i="0" kern="1200" baseline="0" dirty="0"/>
            <a:t>· Toxicological Properties: health effects</a:t>
          </a:r>
          <a:endParaRPr lang="en-US" sz="1800" b="1" kern="1200" dirty="0"/>
        </a:p>
      </dsp:txBody>
      <dsp:txXfrm>
        <a:off x="2666972" y="2296716"/>
        <a:ext cx="2420949" cy="1452569"/>
      </dsp:txXfrm>
    </dsp:sp>
    <dsp:sp modelId="{994217B9-87A4-4F13-A9CD-634C7D81FB20}">
      <dsp:nvSpPr>
        <dsp:cNvPr id="0" name=""/>
        <dsp:cNvSpPr/>
      </dsp:nvSpPr>
      <dsp:spPr>
        <a:xfrm>
          <a:off x="5330016" y="2296716"/>
          <a:ext cx="2420949" cy="1452569"/>
        </a:xfrm>
        <a:prstGeom prst="rect">
          <a:avLst/>
        </a:prstGeom>
        <a:solidFill>
          <a:schemeClr val="accent2">
            <a:hueOff val="5369677"/>
            <a:satOff val="-15411"/>
            <a:lumOff val="-2467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100000"/>
            </a:lnSpc>
            <a:spcBef>
              <a:spcPct val="0"/>
            </a:spcBef>
            <a:spcAft>
              <a:spcPct val="35000"/>
            </a:spcAft>
            <a:buNone/>
          </a:pPr>
          <a:r>
            <a:rPr lang="en-GB" sz="2000" b="0" i="0" kern="1200" baseline="0" dirty="0"/>
            <a:t>· Preventive Measures</a:t>
          </a:r>
          <a:endParaRPr lang="en-US" sz="2000" kern="1200" dirty="0"/>
        </a:p>
      </dsp:txBody>
      <dsp:txXfrm>
        <a:off x="5330016" y="2296716"/>
        <a:ext cx="2420949" cy="1452569"/>
      </dsp:txXfrm>
    </dsp:sp>
    <dsp:sp modelId="{E2F9DD6E-FDAE-4541-B98A-2D86E89FDAC9}">
      <dsp:nvSpPr>
        <dsp:cNvPr id="0" name=""/>
        <dsp:cNvSpPr/>
      </dsp:nvSpPr>
      <dsp:spPr>
        <a:xfrm>
          <a:off x="7993061" y="2296716"/>
          <a:ext cx="2518611" cy="1452569"/>
        </a:xfrm>
        <a:prstGeom prst="rect">
          <a:avLst/>
        </a:prstGeom>
        <a:solidFill>
          <a:schemeClr val="accent2">
            <a:hueOff val="6443612"/>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100000"/>
            </a:lnSpc>
            <a:spcBef>
              <a:spcPct val="0"/>
            </a:spcBef>
            <a:spcAft>
              <a:spcPct val="35000"/>
            </a:spcAft>
            <a:buNone/>
          </a:pPr>
          <a:r>
            <a:rPr lang="en-GB" sz="1600" b="1" i="0" kern="1200" baseline="0" dirty="0"/>
            <a:t>· First Aid Measures Preparation Information: who is responsible for preparation and date of preparation of MSDS</a:t>
          </a:r>
          <a:endParaRPr lang="en-US" sz="1600" b="1" kern="1200" dirty="0"/>
        </a:p>
      </dsp:txBody>
      <dsp:txXfrm>
        <a:off x="7993061" y="2296716"/>
        <a:ext cx="2518611" cy="14525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053147-9523-4CC4-A34F-A4A02BAD1BEE}">
      <dsp:nvSpPr>
        <dsp:cNvPr id="0" name=""/>
        <dsp:cNvSpPr/>
      </dsp:nvSpPr>
      <dsp:spPr>
        <a:xfrm>
          <a:off x="0" y="0"/>
          <a:ext cx="8097012" cy="78324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100000"/>
            </a:lnSpc>
            <a:spcBef>
              <a:spcPct val="0"/>
            </a:spcBef>
            <a:spcAft>
              <a:spcPct val="35000"/>
            </a:spcAft>
            <a:buNone/>
          </a:pPr>
          <a:r>
            <a:rPr lang="en-GB" sz="2000" b="1" i="0" kern="1200" baseline="0"/>
            <a:t>Elimination </a:t>
          </a:r>
          <a:r>
            <a:rPr lang="en-GB" sz="2000" b="0" i="0" kern="1200" baseline="0"/>
            <a:t>: options which get rid of the hazard altogether</a:t>
          </a:r>
          <a:endParaRPr lang="en-US" sz="2000" kern="1200"/>
        </a:p>
      </dsp:txBody>
      <dsp:txXfrm>
        <a:off x="22940" y="22940"/>
        <a:ext cx="7160195" cy="737360"/>
      </dsp:txXfrm>
    </dsp:sp>
    <dsp:sp modelId="{E7CA757F-E91E-4247-89CD-16E8B05E0A00}">
      <dsp:nvSpPr>
        <dsp:cNvPr id="0" name=""/>
        <dsp:cNvSpPr/>
      </dsp:nvSpPr>
      <dsp:spPr>
        <a:xfrm>
          <a:off x="604647" y="892024"/>
          <a:ext cx="8097012" cy="78324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100000"/>
            </a:lnSpc>
            <a:spcBef>
              <a:spcPct val="0"/>
            </a:spcBef>
            <a:spcAft>
              <a:spcPct val="35000"/>
            </a:spcAft>
            <a:buNone/>
          </a:pPr>
          <a:r>
            <a:rPr lang="en-GB" sz="2000" b="1" i="0" kern="1200" baseline="0"/>
            <a:t>Substitution- </a:t>
          </a:r>
          <a:r>
            <a:rPr lang="en-GB" sz="2000" b="0" i="0" kern="1200" baseline="0"/>
            <a:t>Replacing a hazardous chemical with a less hazardous one wherever possible.</a:t>
          </a:r>
          <a:endParaRPr lang="en-US" sz="2000" kern="1200"/>
        </a:p>
      </dsp:txBody>
      <dsp:txXfrm>
        <a:off x="627587" y="914964"/>
        <a:ext cx="6937378" cy="737360"/>
      </dsp:txXfrm>
    </dsp:sp>
    <dsp:sp modelId="{FD4BEA70-FCD6-4269-ABAA-270384147DC3}">
      <dsp:nvSpPr>
        <dsp:cNvPr id="0" name=""/>
        <dsp:cNvSpPr/>
      </dsp:nvSpPr>
      <dsp:spPr>
        <a:xfrm>
          <a:off x="1209293" y="1784048"/>
          <a:ext cx="8097012" cy="78324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100000"/>
            </a:lnSpc>
            <a:spcBef>
              <a:spcPct val="0"/>
            </a:spcBef>
            <a:spcAft>
              <a:spcPct val="35000"/>
            </a:spcAft>
            <a:buNone/>
          </a:pPr>
          <a:r>
            <a:rPr lang="en-GB" sz="2000" b="1" i="0" kern="1200" baseline="0"/>
            <a:t>Engineering Controls- </a:t>
          </a:r>
          <a:r>
            <a:rPr lang="en-GB" sz="2000" b="0" i="0" kern="1200" baseline="0"/>
            <a:t>Fume Hoods, local exhaust ventilation, etc.</a:t>
          </a:r>
          <a:endParaRPr lang="en-US" sz="2000" kern="1200"/>
        </a:p>
      </dsp:txBody>
      <dsp:txXfrm>
        <a:off x="1232233" y="1806988"/>
        <a:ext cx="6937378" cy="737360"/>
      </dsp:txXfrm>
    </dsp:sp>
    <dsp:sp modelId="{55121001-3908-4C25-A123-3E4ED9258003}">
      <dsp:nvSpPr>
        <dsp:cNvPr id="0" name=""/>
        <dsp:cNvSpPr/>
      </dsp:nvSpPr>
      <dsp:spPr>
        <a:xfrm>
          <a:off x="1813940" y="2676072"/>
          <a:ext cx="8097012" cy="78324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100000"/>
            </a:lnSpc>
            <a:spcBef>
              <a:spcPct val="0"/>
            </a:spcBef>
            <a:spcAft>
              <a:spcPct val="35000"/>
            </a:spcAft>
            <a:buNone/>
          </a:pPr>
          <a:r>
            <a:rPr lang="en-GB" sz="2000" b="1" i="0" kern="1200" baseline="0"/>
            <a:t>Administrative control</a:t>
          </a:r>
          <a:r>
            <a:rPr lang="en-GB" sz="2000" b="0" i="0" kern="1200" baseline="0"/>
            <a:t>- Standard Operating Procedures (SOP), caution signages, etc. •</a:t>
          </a:r>
          <a:endParaRPr lang="en-US" sz="2000" kern="1200"/>
        </a:p>
      </dsp:txBody>
      <dsp:txXfrm>
        <a:off x="1836880" y="2699012"/>
        <a:ext cx="6937378" cy="737360"/>
      </dsp:txXfrm>
    </dsp:sp>
    <dsp:sp modelId="{A78D5F95-A34A-4DDE-81F7-6F95EBC3EAB8}">
      <dsp:nvSpPr>
        <dsp:cNvPr id="0" name=""/>
        <dsp:cNvSpPr/>
      </dsp:nvSpPr>
      <dsp:spPr>
        <a:xfrm>
          <a:off x="2418587" y="3568097"/>
          <a:ext cx="8097012" cy="78324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100000"/>
            </a:lnSpc>
            <a:spcBef>
              <a:spcPct val="0"/>
            </a:spcBef>
            <a:spcAft>
              <a:spcPct val="35000"/>
            </a:spcAft>
            <a:buNone/>
          </a:pPr>
          <a:r>
            <a:rPr lang="en-GB" sz="2000" b="1" i="0" kern="1200" baseline="0"/>
            <a:t>Personal protective equipment</a:t>
          </a:r>
          <a:r>
            <a:rPr lang="en-GB" sz="2000" b="0" i="0" kern="1200" baseline="0"/>
            <a:t>- Lab coats, safety glasses,hand gloves, etc.</a:t>
          </a:r>
          <a:endParaRPr lang="en-US" sz="2000" kern="1200"/>
        </a:p>
      </dsp:txBody>
      <dsp:txXfrm>
        <a:off x="2441527" y="3591037"/>
        <a:ext cx="6937378" cy="737360"/>
      </dsp:txXfrm>
    </dsp:sp>
    <dsp:sp modelId="{8066492C-DA15-4620-9624-18F3BCA2D44E}">
      <dsp:nvSpPr>
        <dsp:cNvPr id="0" name=""/>
        <dsp:cNvSpPr/>
      </dsp:nvSpPr>
      <dsp:spPr>
        <a:xfrm>
          <a:off x="7587905" y="572200"/>
          <a:ext cx="509106" cy="509106"/>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7702454" y="572200"/>
        <a:ext cx="280008" cy="383102"/>
      </dsp:txXfrm>
    </dsp:sp>
    <dsp:sp modelId="{03302BFA-8DB6-4681-A8D5-961C04124EEB}">
      <dsp:nvSpPr>
        <dsp:cNvPr id="0" name=""/>
        <dsp:cNvSpPr/>
      </dsp:nvSpPr>
      <dsp:spPr>
        <a:xfrm>
          <a:off x="8192552" y="1464225"/>
          <a:ext cx="509106" cy="509106"/>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8307101" y="1464225"/>
        <a:ext cx="280008" cy="383102"/>
      </dsp:txXfrm>
    </dsp:sp>
    <dsp:sp modelId="{18B575F8-F0EF-42FD-BD4D-BC18790B98A1}">
      <dsp:nvSpPr>
        <dsp:cNvPr id="0" name=""/>
        <dsp:cNvSpPr/>
      </dsp:nvSpPr>
      <dsp:spPr>
        <a:xfrm>
          <a:off x="8797199" y="2343195"/>
          <a:ext cx="509106" cy="509106"/>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8911748" y="2343195"/>
        <a:ext cx="280008" cy="383102"/>
      </dsp:txXfrm>
    </dsp:sp>
    <dsp:sp modelId="{F6CFC1DC-AA1B-4EBA-89F9-D08A347798C7}">
      <dsp:nvSpPr>
        <dsp:cNvPr id="0" name=""/>
        <dsp:cNvSpPr/>
      </dsp:nvSpPr>
      <dsp:spPr>
        <a:xfrm>
          <a:off x="9401846" y="3243922"/>
          <a:ext cx="509106" cy="509106"/>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9516395" y="3243922"/>
        <a:ext cx="280008" cy="3831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367A99-7EAE-491E-B0DC-776AF7E5A716}">
      <dsp:nvSpPr>
        <dsp:cNvPr id="0" name=""/>
        <dsp:cNvSpPr/>
      </dsp:nvSpPr>
      <dsp:spPr>
        <a:xfrm>
          <a:off x="-260613" y="-30148"/>
          <a:ext cx="7948424" cy="1914654"/>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n-GB" sz="2000" b="0" i="0" kern="1200" baseline="0" dirty="0">
              <a:latin typeface="Times New Roman" panose="02020603050405020304" pitchFamily="18" charset="0"/>
              <a:cs typeface="Times New Roman" panose="02020603050405020304" pitchFamily="18" charset="0"/>
            </a:rPr>
            <a:t>Chemical substances that have the ability to create a physical or health hazard are considered hazardous, Due to their may</a:t>
          </a:r>
          <a:r>
            <a:rPr lang="en-GB" sz="2000" kern="1200" dirty="0">
              <a:latin typeface="Times New Roman" panose="02020603050405020304" pitchFamily="18" charset="0"/>
              <a:cs typeface="Times New Roman" panose="02020603050405020304" pitchFamily="18" charset="0"/>
            </a:rPr>
            <a:t> </a:t>
          </a:r>
          <a:r>
            <a:rPr lang="en-GB" sz="2000" b="0" i="0" kern="1200" baseline="0" dirty="0">
              <a:latin typeface="Times New Roman" panose="02020603050405020304" pitchFamily="18" charset="0"/>
              <a:cs typeface="Times New Roman" panose="02020603050405020304" pitchFamily="18" charset="0"/>
            </a:rPr>
            <a:t>be but are n properties chemical hazardous substances may be, but are not limited to being toxic, explosive, flammable, self-reactive, oxidizing, or corrosive.</a:t>
          </a:r>
          <a:endParaRPr lang="en-US" sz="2000" kern="1200" dirty="0">
            <a:latin typeface="Times New Roman" panose="02020603050405020304" pitchFamily="18" charset="0"/>
            <a:cs typeface="Times New Roman" panose="02020603050405020304" pitchFamily="18" charset="0"/>
          </a:endParaRPr>
        </a:p>
      </dsp:txBody>
      <dsp:txXfrm>
        <a:off x="-204535" y="25930"/>
        <a:ext cx="5544890" cy="1802498"/>
      </dsp:txXfrm>
    </dsp:sp>
    <dsp:sp modelId="{FA70B0C8-E674-424F-B2EE-B2065E63DAA5}">
      <dsp:nvSpPr>
        <dsp:cNvPr id="0" name=""/>
        <dsp:cNvSpPr/>
      </dsp:nvSpPr>
      <dsp:spPr>
        <a:xfrm>
          <a:off x="1479314" y="2214339"/>
          <a:ext cx="6905968" cy="2417004"/>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n-GB" sz="2000" b="0" i="0" kern="1200" baseline="0" dirty="0"/>
            <a:t>Exposure to these substances by different routes including inhalation, dermal absorption, or ingestion can lead to adverse health effects, enhancing the need to know about the hazards associated to these substances beforehand.</a:t>
          </a:r>
          <a:endParaRPr lang="en-US" sz="2000" kern="1200" dirty="0"/>
        </a:p>
      </dsp:txBody>
      <dsp:txXfrm>
        <a:off x="1550106" y="2285131"/>
        <a:ext cx="4218445" cy="2275420"/>
      </dsp:txXfrm>
    </dsp:sp>
    <dsp:sp modelId="{C74C553B-E1E5-4CA1-B828-3B43A0E07129}">
      <dsp:nvSpPr>
        <dsp:cNvPr id="0" name=""/>
        <dsp:cNvSpPr/>
      </dsp:nvSpPr>
      <dsp:spPr>
        <a:xfrm>
          <a:off x="5839343" y="1511390"/>
          <a:ext cx="1327238" cy="1327238"/>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6137972" y="1511390"/>
        <a:ext cx="729980" cy="99874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C682BE-1C3B-465B-AA2E-78CE7460247E}">
      <dsp:nvSpPr>
        <dsp:cNvPr id="0" name=""/>
        <dsp:cNvSpPr/>
      </dsp:nvSpPr>
      <dsp:spPr>
        <a:xfrm>
          <a:off x="0" y="0"/>
          <a:ext cx="8097012" cy="783240"/>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GB" sz="1400" b="0" i="0" kern="1200" baseline="0"/>
            <a:t>A HAZOP is a systematic assessment tool used to identify and address potential hazards in industrial processes before an incident occurs that could affect the Safety of people or assets while hindering Productivity. </a:t>
          </a:r>
          <a:endParaRPr lang="en-US" sz="1400" kern="1200"/>
        </a:p>
      </dsp:txBody>
      <dsp:txXfrm>
        <a:off x="22940" y="22940"/>
        <a:ext cx="7160195" cy="737360"/>
      </dsp:txXfrm>
    </dsp:sp>
    <dsp:sp modelId="{11B1DF0F-A292-492F-A178-FCFF12318652}">
      <dsp:nvSpPr>
        <dsp:cNvPr id="0" name=""/>
        <dsp:cNvSpPr/>
      </dsp:nvSpPr>
      <dsp:spPr>
        <a:xfrm>
          <a:off x="604647" y="892024"/>
          <a:ext cx="8097012" cy="783240"/>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GB" sz="1400" b="0" i="0" kern="1200" baseline="0"/>
            <a:t>HAZOP studies are typically performed while new facilities are being designed and constructed, when new processes are added or when processes change.</a:t>
          </a:r>
          <a:endParaRPr lang="en-US" sz="1400" kern="1200"/>
        </a:p>
      </dsp:txBody>
      <dsp:txXfrm>
        <a:off x="627587" y="914964"/>
        <a:ext cx="6937378" cy="737360"/>
      </dsp:txXfrm>
    </dsp:sp>
    <dsp:sp modelId="{8386B7BB-4A39-4047-8070-6D40DD9BE377}">
      <dsp:nvSpPr>
        <dsp:cNvPr id="0" name=""/>
        <dsp:cNvSpPr/>
      </dsp:nvSpPr>
      <dsp:spPr>
        <a:xfrm>
          <a:off x="1209293" y="1784048"/>
          <a:ext cx="8097012" cy="783240"/>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GB" sz="1400" b="0" i="0" kern="1200" baseline="0"/>
            <a:t>Most regulatory agencies also require periodic HAZOP studies on existing processes.</a:t>
          </a:r>
          <a:endParaRPr lang="en-US" sz="1400" kern="1200"/>
        </a:p>
      </dsp:txBody>
      <dsp:txXfrm>
        <a:off x="1232233" y="1806988"/>
        <a:ext cx="6937378" cy="737360"/>
      </dsp:txXfrm>
    </dsp:sp>
    <dsp:sp modelId="{40F47895-FF31-44D5-9138-825851BB421A}">
      <dsp:nvSpPr>
        <dsp:cNvPr id="0" name=""/>
        <dsp:cNvSpPr/>
      </dsp:nvSpPr>
      <dsp:spPr>
        <a:xfrm>
          <a:off x="1813940" y="2676072"/>
          <a:ext cx="8097012" cy="783240"/>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GB" sz="1400" b="0" i="0" kern="1200" baseline="0"/>
            <a:t>The HAZOP assessment is typically performed by a small team that breaks each step of a process down for individual review to identify potential deviations from the original process design.</a:t>
          </a:r>
          <a:endParaRPr lang="en-US" sz="1400" kern="1200"/>
        </a:p>
      </dsp:txBody>
      <dsp:txXfrm>
        <a:off x="1836880" y="2699012"/>
        <a:ext cx="6937378" cy="737360"/>
      </dsp:txXfrm>
    </dsp:sp>
    <dsp:sp modelId="{873C56D2-6C17-4880-8A21-46B76F1DB09E}">
      <dsp:nvSpPr>
        <dsp:cNvPr id="0" name=""/>
        <dsp:cNvSpPr/>
      </dsp:nvSpPr>
      <dsp:spPr>
        <a:xfrm>
          <a:off x="2418587" y="3568097"/>
          <a:ext cx="8097012" cy="783240"/>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GB" sz="1400" b="0" i="0" kern="1200" baseline="0"/>
            <a:t>Like all PHAs, HAZOPs go beyond the review of how a process is supposed to operate in order to identify unintended outcomes and explore their potential ripple effects on health and safety.</a:t>
          </a:r>
          <a:endParaRPr lang="en-US" sz="1400" kern="1200"/>
        </a:p>
      </dsp:txBody>
      <dsp:txXfrm>
        <a:off x="2441527" y="3591037"/>
        <a:ext cx="6937378" cy="737360"/>
      </dsp:txXfrm>
    </dsp:sp>
    <dsp:sp modelId="{F9DA6028-C44D-4995-90E4-3E8C61B6F2D2}">
      <dsp:nvSpPr>
        <dsp:cNvPr id="0" name=""/>
        <dsp:cNvSpPr/>
      </dsp:nvSpPr>
      <dsp:spPr>
        <a:xfrm>
          <a:off x="7587905" y="572200"/>
          <a:ext cx="509106" cy="509106"/>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7702454" y="572200"/>
        <a:ext cx="280008" cy="383102"/>
      </dsp:txXfrm>
    </dsp:sp>
    <dsp:sp modelId="{B9975C21-688C-4137-815C-389AD8FE98C0}">
      <dsp:nvSpPr>
        <dsp:cNvPr id="0" name=""/>
        <dsp:cNvSpPr/>
      </dsp:nvSpPr>
      <dsp:spPr>
        <a:xfrm>
          <a:off x="8192552" y="1464225"/>
          <a:ext cx="509106" cy="509106"/>
        </a:xfrm>
        <a:prstGeom prst="downArrow">
          <a:avLst>
            <a:gd name="adj1" fmla="val 55000"/>
            <a:gd name="adj2" fmla="val 45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8307101" y="1464225"/>
        <a:ext cx="280008" cy="383102"/>
      </dsp:txXfrm>
    </dsp:sp>
    <dsp:sp modelId="{18581E60-CD4B-429F-8E00-70EF479EDCFF}">
      <dsp:nvSpPr>
        <dsp:cNvPr id="0" name=""/>
        <dsp:cNvSpPr/>
      </dsp:nvSpPr>
      <dsp:spPr>
        <a:xfrm>
          <a:off x="8797199" y="2343195"/>
          <a:ext cx="509106" cy="509106"/>
        </a:xfrm>
        <a:prstGeom prst="downArrow">
          <a:avLst>
            <a:gd name="adj1" fmla="val 55000"/>
            <a:gd name="adj2" fmla="val 45000"/>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8911748" y="2343195"/>
        <a:ext cx="280008" cy="383102"/>
      </dsp:txXfrm>
    </dsp:sp>
    <dsp:sp modelId="{21523940-2337-4706-B23A-BAD68428A694}">
      <dsp:nvSpPr>
        <dsp:cNvPr id="0" name=""/>
        <dsp:cNvSpPr/>
      </dsp:nvSpPr>
      <dsp:spPr>
        <a:xfrm>
          <a:off x="9401846" y="3243922"/>
          <a:ext cx="509106" cy="509106"/>
        </a:xfrm>
        <a:prstGeom prst="downArrow">
          <a:avLst>
            <a:gd name="adj1" fmla="val 55000"/>
            <a:gd name="adj2" fmla="val 45000"/>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9516395" y="3243922"/>
        <a:ext cx="280008" cy="38310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46AB90-380D-4DBE-8E5F-C862790575EA}">
      <dsp:nvSpPr>
        <dsp:cNvPr id="0" name=""/>
        <dsp:cNvSpPr/>
      </dsp:nvSpPr>
      <dsp:spPr>
        <a:xfrm>
          <a:off x="0" y="29844"/>
          <a:ext cx="10515600" cy="2426579"/>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GB" sz="3400" b="0" i="0" kern="1200" baseline="0"/>
            <a:t>The goal is to find potential situations that would cause that element to pose a hazard or limit the operability of the process as a whole. There are four basic steps to the process:</a:t>
          </a:r>
          <a:endParaRPr lang="en-US" sz="3400" kern="1200"/>
        </a:p>
      </dsp:txBody>
      <dsp:txXfrm>
        <a:off x="118456" y="148300"/>
        <a:ext cx="10278688" cy="2189667"/>
      </dsp:txXfrm>
    </dsp:sp>
    <dsp:sp modelId="{4FC5CE57-3567-4040-A3EE-594DEA247713}">
      <dsp:nvSpPr>
        <dsp:cNvPr id="0" name=""/>
        <dsp:cNvSpPr/>
      </dsp:nvSpPr>
      <dsp:spPr>
        <a:xfrm>
          <a:off x="0" y="2456424"/>
          <a:ext cx="10515600" cy="1865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3180" rIns="241808" bIns="43180" numCol="1" spcCol="1270" anchor="t" anchorCtr="0">
          <a:noAutofit/>
        </a:bodyPr>
        <a:lstStyle/>
        <a:p>
          <a:pPr marL="228600" lvl="1" indent="-228600" algn="l" defTabSz="1200150">
            <a:lnSpc>
              <a:spcPct val="90000"/>
            </a:lnSpc>
            <a:spcBef>
              <a:spcPct val="0"/>
            </a:spcBef>
            <a:spcAft>
              <a:spcPct val="20000"/>
            </a:spcAft>
            <a:buChar char="•"/>
          </a:pPr>
          <a:r>
            <a:rPr lang="en-GB" sz="2700" b="0" i="0" kern="1200" baseline="0"/>
            <a:t>1. Forming a HAZOP team</a:t>
          </a:r>
          <a:endParaRPr lang="en-US" sz="2700" kern="1200"/>
        </a:p>
        <a:p>
          <a:pPr marL="228600" lvl="1" indent="-228600" algn="l" defTabSz="1200150">
            <a:lnSpc>
              <a:spcPct val="90000"/>
            </a:lnSpc>
            <a:spcBef>
              <a:spcPct val="0"/>
            </a:spcBef>
            <a:spcAft>
              <a:spcPct val="20000"/>
            </a:spcAft>
            <a:buChar char="•"/>
          </a:pPr>
          <a:r>
            <a:rPr lang="en-GB" sz="2700" b="0" i="0" kern="1200" baseline="0"/>
            <a:t>2. Identifying the elements of the system</a:t>
          </a:r>
          <a:endParaRPr lang="en-US" sz="2700" kern="1200"/>
        </a:p>
        <a:p>
          <a:pPr marL="228600" lvl="1" indent="-228600" algn="l" defTabSz="1200150">
            <a:lnSpc>
              <a:spcPct val="90000"/>
            </a:lnSpc>
            <a:spcBef>
              <a:spcPct val="0"/>
            </a:spcBef>
            <a:spcAft>
              <a:spcPct val="20000"/>
            </a:spcAft>
            <a:buChar char="•"/>
          </a:pPr>
          <a:r>
            <a:rPr lang="en-GB" sz="2700" b="0" i="0" kern="1200" baseline="0"/>
            <a:t>3. Considering possible variations in operating parameters</a:t>
          </a:r>
          <a:endParaRPr lang="en-US" sz="2700" kern="1200"/>
        </a:p>
        <a:p>
          <a:pPr marL="228600" lvl="1" indent="-228600" algn="l" defTabSz="1200150">
            <a:lnSpc>
              <a:spcPct val="90000"/>
            </a:lnSpc>
            <a:spcBef>
              <a:spcPct val="0"/>
            </a:spcBef>
            <a:spcAft>
              <a:spcPct val="20000"/>
            </a:spcAft>
            <a:buChar char="•"/>
          </a:pPr>
          <a:r>
            <a:rPr lang="en-GB" sz="2700" b="0" i="0" kern="1200" baseline="0"/>
            <a:t>4. Identifying any hazards or failure points</a:t>
          </a:r>
          <a:endParaRPr lang="en-US" sz="2700" kern="1200"/>
        </a:p>
      </dsp:txBody>
      <dsp:txXfrm>
        <a:off x="0" y="2456424"/>
        <a:ext cx="10515600" cy="186507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A03B52-02AA-40D9-B8B8-A2914F39B3FA}">
      <dsp:nvSpPr>
        <dsp:cNvPr id="0" name=""/>
        <dsp:cNvSpPr/>
      </dsp:nvSpPr>
      <dsp:spPr>
        <a:xfrm>
          <a:off x="0" y="0"/>
          <a:ext cx="8938260" cy="1305401"/>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b="0" i="0" kern="1200" baseline="0"/>
            <a:t>To perform a HAZOP, a team of workers is formed, including people with a variety of expertise such as operations, maintenance, instrumentation, engineering/process design, and other specialists as needed. </a:t>
          </a:r>
          <a:endParaRPr lang="en-GB" sz="1900" b="1" i="0" kern="1200" baseline="0"/>
        </a:p>
      </dsp:txBody>
      <dsp:txXfrm>
        <a:off x="38234" y="38234"/>
        <a:ext cx="7529629" cy="1228933"/>
      </dsp:txXfrm>
    </dsp:sp>
    <dsp:sp modelId="{3076E087-7269-40A1-A1A3-F6EAED5171B1}">
      <dsp:nvSpPr>
        <dsp:cNvPr id="0" name=""/>
        <dsp:cNvSpPr/>
      </dsp:nvSpPr>
      <dsp:spPr>
        <a:xfrm>
          <a:off x="788669" y="1522968"/>
          <a:ext cx="8938260" cy="1305401"/>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b="0" i="0" kern="1200" baseline="0"/>
            <a:t>These should not be "newbies, but people with experience, knowledge, and an understanding of their part of the system. </a:t>
          </a:r>
          <a:endParaRPr lang="en-US" sz="1900" kern="1200"/>
        </a:p>
      </dsp:txBody>
      <dsp:txXfrm>
        <a:off x="826903" y="1561202"/>
        <a:ext cx="7224611" cy="1228933"/>
      </dsp:txXfrm>
    </dsp:sp>
    <dsp:sp modelId="{DB031169-616D-4E3D-ADAF-B88EE0AF5F4D}">
      <dsp:nvSpPr>
        <dsp:cNvPr id="0" name=""/>
        <dsp:cNvSpPr/>
      </dsp:nvSpPr>
      <dsp:spPr>
        <a:xfrm>
          <a:off x="1577339" y="3045936"/>
          <a:ext cx="8938260" cy="1305401"/>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b="0" i="0" kern="1200" baseline="0"/>
            <a:t>The key requirements are a understanding of the system, and a willingness to consider all reasonable variations at each point in the system.</a:t>
          </a:r>
          <a:endParaRPr lang="en-US" sz="1900" kern="1200"/>
        </a:p>
      </dsp:txBody>
      <dsp:txXfrm>
        <a:off x="1615573" y="3084170"/>
        <a:ext cx="7224611" cy="1228933"/>
      </dsp:txXfrm>
    </dsp:sp>
    <dsp:sp modelId="{8A1EF037-C10B-48A6-A828-9679F5BAC1E5}">
      <dsp:nvSpPr>
        <dsp:cNvPr id="0" name=""/>
        <dsp:cNvSpPr/>
      </dsp:nvSpPr>
      <dsp:spPr>
        <a:xfrm>
          <a:off x="8089749" y="989929"/>
          <a:ext cx="848510" cy="848510"/>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280664" y="989929"/>
        <a:ext cx="466680" cy="638504"/>
      </dsp:txXfrm>
    </dsp:sp>
    <dsp:sp modelId="{5C428AA4-C0BF-4B39-9B4F-D7BFDE72C2CD}">
      <dsp:nvSpPr>
        <dsp:cNvPr id="0" name=""/>
        <dsp:cNvSpPr/>
      </dsp:nvSpPr>
      <dsp:spPr>
        <a:xfrm>
          <a:off x="8878419" y="2504195"/>
          <a:ext cx="848510" cy="848510"/>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069334" y="2504195"/>
        <a:ext cx="466680" cy="63850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D3C0BB-B456-40EB-B795-CF8D8024CFBB}">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1F5FD9-EA61-4667-8086-B25E70D014A8}">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0EEDDB-1959-4C3F-B159-0B3C08A89984}">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GB" sz="2300" b="0" i="0" kern="1200" baseline="0"/>
            <a:t>The HAZOP team will then create a plan for the complete work process, identifying the individual steps or elements. </a:t>
          </a:r>
          <a:endParaRPr lang="en-US" sz="2300" kern="1200"/>
        </a:p>
      </dsp:txBody>
      <dsp:txXfrm>
        <a:off x="1437631" y="531"/>
        <a:ext cx="9077968" cy="1244702"/>
      </dsp:txXfrm>
    </dsp:sp>
    <dsp:sp modelId="{DF928AAF-4AF1-482B-9109-31CA6FF66292}">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3DB3C2-35F8-4793-B355-DCB263B84B58}">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02DE34-87B7-4362-B52A-850F4247E0E5}">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GB" sz="2300" b="0" i="0" kern="1200" baseline="0"/>
            <a:t>This typically involves using the piping and instrument diagrams (P&amp;ID), or a plant model, as a guide for examining every section and component of a process.</a:t>
          </a:r>
          <a:endParaRPr lang="en-US" sz="2300" kern="1200"/>
        </a:p>
      </dsp:txBody>
      <dsp:txXfrm>
        <a:off x="1437631" y="1556410"/>
        <a:ext cx="9077968" cy="1244702"/>
      </dsp:txXfrm>
    </dsp:sp>
    <dsp:sp modelId="{66FD5CCF-0F5C-4679-B7BE-68B1562DC02F}">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15BA86-7693-436F-A805-53D70D9B4F6E}">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B2F9B6-C813-45C9-8B17-E49627760686}">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GB" sz="2300" b="0" i="0" kern="1200" baseline="0"/>
            <a:t>For each element, the team will identify the planned operating parameters of the system at that point: flow rate, pressure, temperature, vibration, and so on.</a:t>
          </a:r>
          <a:endParaRPr lang="en-US" sz="2300" kern="1200"/>
        </a:p>
      </dsp:txBody>
      <dsp:txXfrm>
        <a:off x="1437631" y="3112289"/>
        <a:ext cx="9077968" cy="124470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0C278B-A7EA-470F-9A35-90DC88D1A2A6}">
      <dsp:nvSpPr>
        <dsp:cNvPr id="0" name=""/>
        <dsp:cNvSpPr/>
      </dsp:nvSpPr>
      <dsp:spPr>
        <a:xfrm>
          <a:off x="0" y="477"/>
          <a:ext cx="6245265" cy="6574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A9E3D0-3295-46D5-8300-163CF41C3051}">
      <dsp:nvSpPr>
        <dsp:cNvPr id="0" name=""/>
        <dsp:cNvSpPr/>
      </dsp:nvSpPr>
      <dsp:spPr>
        <a:xfrm>
          <a:off x="198881" y="148405"/>
          <a:ext cx="361601" cy="36160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160778-9C52-4440-B08E-32873FD2128E}">
      <dsp:nvSpPr>
        <dsp:cNvPr id="0" name=""/>
        <dsp:cNvSpPr/>
      </dsp:nvSpPr>
      <dsp:spPr>
        <a:xfrm>
          <a:off x="759363" y="477"/>
          <a:ext cx="5485901" cy="657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581" tIns="69581" rIns="69581" bIns="69581" numCol="1" spcCol="1270" anchor="ctr" anchorCtr="0">
          <a:noAutofit/>
        </a:bodyPr>
        <a:lstStyle/>
        <a:p>
          <a:pPr marL="0" lvl="0" indent="0" algn="l" defTabSz="711200">
            <a:lnSpc>
              <a:spcPct val="90000"/>
            </a:lnSpc>
            <a:spcBef>
              <a:spcPct val="0"/>
            </a:spcBef>
            <a:spcAft>
              <a:spcPct val="35000"/>
            </a:spcAft>
            <a:buNone/>
          </a:pPr>
          <a:r>
            <a:rPr lang="en-GB" sz="1600" b="0" i="0" kern="1200" baseline="0"/>
            <a:t>For each parameter, the team considers the effects of deviation from normal. </a:t>
          </a:r>
          <a:endParaRPr lang="en-US" sz="1600" kern="1200"/>
        </a:p>
      </dsp:txBody>
      <dsp:txXfrm>
        <a:off x="759363" y="477"/>
        <a:ext cx="5485901" cy="657457"/>
      </dsp:txXfrm>
    </dsp:sp>
    <dsp:sp modelId="{9A860A6B-C8B5-4364-8D0F-0C2B7F47240F}">
      <dsp:nvSpPr>
        <dsp:cNvPr id="0" name=""/>
        <dsp:cNvSpPr/>
      </dsp:nvSpPr>
      <dsp:spPr>
        <a:xfrm>
          <a:off x="0" y="822299"/>
          <a:ext cx="6245265" cy="65745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D6E3F1-57A7-4ACF-8A96-947B3720204E}">
      <dsp:nvSpPr>
        <dsp:cNvPr id="0" name=""/>
        <dsp:cNvSpPr/>
      </dsp:nvSpPr>
      <dsp:spPr>
        <a:xfrm>
          <a:off x="198881" y="970227"/>
          <a:ext cx="361601" cy="36160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A4692EA-F1D3-4F27-87DC-8350ACFDC2B8}">
      <dsp:nvSpPr>
        <dsp:cNvPr id="0" name=""/>
        <dsp:cNvSpPr/>
      </dsp:nvSpPr>
      <dsp:spPr>
        <a:xfrm>
          <a:off x="759363" y="822299"/>
          <a:ext cx="5485901" cy="657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581" tIns="69581" rIns="69581" bIns="69581" numCol="1" spcCol="1270" anchor="ctr" anchorCtr="0">
          <a:noAutofit/>
        </a:bodyPr>
        <a:lstStyle/>
        <a:p>
          <a:pPr marL="0" lvl="0" indent="0" algn="l" defTabSz="711200">
            <a:lnSpc>
              <a:spcPct val="90000"/>
            </a:lnSpc>
            <a:spcBef>
              <a:spcPct val="0"/>
            </a:spcBef>
            <a:spcAft>
              <a:spcPct val="35000"/>
            </a:spcAft>
            <a:buNone/>
          </a:pPr>
          <a:r>
            <a:rPr lang="en-GB" sz="1600" b="0" i="0" kern="1200" baseline="0"/>
            <a:t>For example,</a:t>
          </a:r>
          <a:endParaRPr lang="en-US" sz="1600" kern="1200"/>
        </a:p>
      </dsp:txBody>
      <dsp:txXfrm>
        <a:off x="759363" y="822299"/>
        <a:ext cx="5485901" cy="657457"/>
      </dsp:txXfrm>
    </dsp:sp>
    <dsp:sp modelId="{A0BC49FE-5D22-40E8-BB5C-654E891DD2E0}">
      <dsp:nvSpPr>
        <dsp:cNvPr id="0" name=""/>
        <dsp:cNvSpPr/>
      </dsp:nvSpPr>
      <dsp:spPr>
        <a:xfrm>
          <a:off x="0" y="1644122"/>
          <a:ext cx="6245265" cy="657457"/>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752B28-4A9F-40E4-9FCA-20EBEB45A38B}">
      <dsp:nvSpPr>
        <dsp:cNvPr id="0" name=""/>
        <dsp:cNvSpPr/>
      </dsp:nvSpPr>
      <dsp:spPr>
        <a:xfrm>
          <a:off x="198881" y="1792050"/>
          <a:ext cx="361601" cy="36160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00DE534-3A37-4500-98D9-20A19F6606D5}">
      <dsp:nvSpPr>
        <dsp:cNvPr id="0" name=""/>
        <dsp:cNvSpPr/>
      </dsp:nvSpPr>
      <dsp:spPr>
        <a:xfrm>
          <a:off x="759363" y="1644122"/>
          <a:ext cx="5485901" cy="657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581" tIns="69581" rIns="69581" bIns="69581" numCol="1" spcCol="1270" anchor="ctr" anchorCtr="0">
          <a:noAutofit/>
        </a:bodyPr>
        <a:lstStyle/>
        <a:p>
          <a:pPr marL="0" lvl="0" indent="0" algn="l" defTabSz="711200">
            <a:lnSpc>
              <a:spcPct val="90000"/>
            </a:lnSpc>
            <a:spcBef>
              <a:spcPct val="0"/>
            </a:spcBef>
            <a:spcAft>
              <a:spcPct val="35000"/>
            </a:spcAft>
            <a:buNone/>
          </a:pPr>
          <a:r>
            <a:rPr lang="en-GB" sz="1600" b="0" i="0" kern="1200" baseline="0"/>
            <a:t>"What would happen if the pressure at this valve was too high? </a:t>
          </a:r>
          <a:endParaRPr lang="en-US" sz="1600" kern="1200"/>
        </a:p>
      </dsp:txBody>
      <dsp:txXfrm>
        <a:off x="759363" y="1644122"/>
        <a:ext cx="5485901" cy="657457"/>
      </dsp:txXfrm>
    </dsp:sp>
    <dsp:sp modelId="{3AEE75DC-7A66-443C-AE86-8AF2EF61D3F6}">
      <dsp:nvSpPr>
        <dsp:cNvPr id="0" name=""/>
        <dsp:cNvSpPr/>
      </dsp:nvSpPr>
      <dsp:spPr>
        <a:xfrm>
          <a:off x="0" y="2465944"/>
          <a:ext cx="6245265" cy="657457"/>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496C57-71D5-4288-9632-6D74958A7AD6}">
      <dsp:nvSpPr>
        <dsp:cNvPr id="0" name=""/>
        <dsp:cNvSpPr/>
      </dsp:nvSpPr>
      <dsp:spPr>
        <a:xfrm>
          <a:off x="198881" y="2613872"/>
          <a:ext cx="361601" cy="36160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FF2F8E-04C1-47E8-AE2E-8D41E4A018AC}">
      <dsp:nvSpPr>
        <dsp:cNvPr id="0" name=""/>
        <dsp:cNvSpPr/>
      </dsp:nvSpPr>
      <dsp:spPr>
        <a:xfrm>
          <a:off x="759363" y="2465944"/>
          <a:ext cx="5485901" cy="657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581" tIns="69581" rIns="69581" bIns="69581" numCol="1" spcCol="1270" anchor="ctr" anchorCtr="0">
          <a:noAutofit/>
        </a:bodyPr>
        <a:lstStyle/>
        <a:p>
          <a:pPr marL="0" lvl="0" indent="0" algn="l" defTabSz="711200">
            <a:lnSpc>
              <a:spcPct val="90000"/>
            </a:lnSpc>
            <a:spcBef>
              <a:spcPct val="0"/>
            </a:spcBef>
            <a:spcAft>
              <a:spcPct val="35000"/>
            </a:spcAft>
            <a:buNone/>
          </a:pPr>
          <a:r>
            <a:rPr lang="en-GB" sz="1600" b="0" i="0" kern="1200" baseline="0"/>
            <a:t>What if the pressure was unexpectedly low?</a:t>
          </a:r>
          <a:endParaRPr lang="en-US" sz="1600" kern="1200"/>
        </a:p>
      </dsp:txBody>
      <dsp:txXfrm>
        <a:off x="759363" y="2465944"/>
        <a:ext cx="5485901" cy="657457"/>
      </dsp:txXfrm>
    </dsp:sp>
    <dsp:sp modelId="{FFB4DCC2-3434-4B8B-B27F-B785222D1087}">
      <dsp:nvSpPr>
        <dsp:cNvPr id="0" name=""/>
        <dsp:cNvSpPr/>
      </dsp:nvSpPr>
      <dsp:spPr>
        <a:xfrm>
          <a:off x="0" y="3287766"/>
          <a:ext cx="6245265" cy="657457"/>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1A7C88-E4C8-4A61-A6CE-8A76C601BA62}">
      <dsp:nvSpPr>
        <dsp:cNvPr id="0" name=""/>
        <dsp:cNvSpPr/>
      </dsp:nvSpPr>
      <dsp:spPr>
        <a:xfrm>
          <a:off x="198881" y="3435694"/>
          <a:ext cx="361601" cy="36160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F7CFF12-D7D6-4ED7-8C47-C21CF99EBF1B}">
      <dsp:nvSpPr>
        <dsp:cNvPr id="0" name=""/>
        <dsp:cNvSpPr/>
      </dsp:nvSpPr>
      <dsp:spPr>
        <a:xfrm>
          <a:off x="759363" y="3287766"/>
          <a:ext cx="5485901" cy="657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581" tIns="69581" rIns="69581" bIns="69581" numCol="1" spcCol="1270" anchor="ctr" anchorCtr="0">
          <a:noAutofit/>
        </a:bodyPr>
        <a:lstStyle/>
        <a:p>
          <a:pPr marL="0" lvl="0" indent="0" algn="l" defTabSz="711200">
            <a:lnSpc>
              <a:spcPct val="90000"/>
            </a:lnSpc>
            <a:spcBef>
              <a:spcPct val="0"/>
            </a:spcBef>
            <a:spcAft>
              <a:spcPct val="35000"/>
            </a:spcAft>
            <a:buNone/>
          </a:pPr>
          <a:r>
            <a:rPr lang="en-GB" sz="1600" b="0" i="0" kern="1200" baseline="0"/>
            <a:t>Would the rate of change in pressure (delta- p) pose its own problems here?"</a:t>
          </a:r>
          <a:endParaRPr lang="en-US" sz="1600" kern="1200"/>
        </a:p>
      </dsp:txBody>
      <dsp:txXfrm>
        <a:off x="759363" y="3287766"/>
        <a:ext cx="5485901" cy="657457"/>
      </dsp:txXfrm>
    </dsp:sp>
    <dsp:sp modelId="{8304DF21-B85C-480E-99C5-BE99FE86B4F9}">
      <dsp:nvSpPr>
        <dsp:cNvPr id="0" name=""/>
        <dsp:cNvSpPr/>
      </dsp:nvSpPr>
      <dsp:spPr>
        <a:xfrm>
          <a:off x="0" y="4109589"/>
          <a:ext cx="6245265" cy="6574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A3F917-0299-4723-87D0-61891C3908E6}">
      <dsp:nvSpPr>
        <dsp:cNvPr id="0" name=""/>
        <dsp:cNvSpPr/>
      </dsp:nvSpPr>
      <dsp:spPr>
        <a:xfrm>
          <a:off x="198881" y="4257517"/>
          <a:ext cx="361601" cy="361601"/>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4C32EA-DF9F-42C3-9EAE-9444B07AB8D3}">
      <dsp:nvSpPr>
        <dsp:cNvPr id="0" name=""/>
        <dsp:cNvSpPr/>
      </dsp:nvSpPr>
      <dsp:spPr>
        <a:xfrm>
          <a:off x="759363" y="4109589"/>
          <a:ext cx="5485901" cy="657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581" tIns="69581" rIns="69581" bIns="69581" numCol="1" spcCol="1270" anchor="ctr" anchorCtr="0">
          <a:noAutofit/>
        </a:bodyPr>
        <a:lstStyle/>
        <a:p>
          <a:pPr marL="0" lvl="0" indent="0" algn="l" defTabSz="711200">
            <a:lnSpc>
              <a:spcPct val="90000"/>
            </a:lnSpc>
            <a:spcBef>
              <a:spcPct val="0"/>
            </a:spcBef>
            <a:spcAft>
              <a:spcPct val="35000"/>
            </a:spcAft>
            <a:buNone/>
          </a:pPr>
          <a:r>
            <a:rPr lang="en-GB" sz="1600" b="0" i="0" kern="1200" baseline="0"/>
            <a:t>Don't forget to consider the ways that each element interacts with others over time; for example,</a:t>
          </a:r>
          <a:endParaRPr lang="en-US" sz="1600" kern="1200"/>
        </a:p>
      </dsp:txBody>
      <dsp:txXfrm>
        <a:off x="759363" y="4109589"/>
        <a:ext cx="5485901" cy="657457"/>
      </dsp:txXfrm>
    </dsp:sp>
    <dsp:sp modelId="{63E463AF-7612-4F75-BB34-14BC635F7636}">
      <dsp:nvSpPr>
        <dsp:cNvPr id="0" name=""/>
        <dsp:cNvSpPr/>
      </dsp:nvSpPr>
      <dsp:spPr>
        <a:xfrm>
          <a:off x="0" y="4931411"/>
          <a:ext cx="6245265" cy="65745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A82F75-500A-4C5D-908A-9C9DADC7FBA1}">
      <dsp:nvSpPr>
        <dsp:cNvPr id="0" name=""/>
        <dsp:cNvSpPr/>
      </dsp:nvSpPr>
      <dsp:spPr>
        <a:xfrm>
          <a:off x="198881" y="5079339"/>
          <a:ext cx="361601" cy="361601"/>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8C375D-D53A-4A88-B989-2A70A58A9157}">
      <dsp:nvSpPr>
        <dsp:cNvPr id="0" name=""/>
        <dsp:cNvSpPr/>
      </dsp:nvSpPr>
      <dsp:spPr>
        <a:xfrm>
          <a:off x="759363" y="4931411"/>
          <a:ext cx="5485901" cy="657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581" tIns="69581" rIns="69581" bIns="69581" numCol="1" spcCol="1270" anchor="ctr" anchorCtr="0">
          <a:noAutofit/>
        </a:bodyPr>
        <a:lstStyle/>
        <a:p>
          <a:pPr marL="0" lvl="0" indent="0" algn="l" defTabSz="711200">
            <a:lnSpc>
              <a:spcPct val="90000"/>
            </a:lnSpc>
            <a:spcBef>
              <a:spcPct val="0"/>
            </a:spcBef>
            <a:spcAft>
              <a:spcPct val="35000"/>
            </a:spcAft>
            <a:buNone/>
          </a:pPr>
          <a:r>
            <a:rPr lang="en-GB" sz="1600" b="0" i="0" kern="1200" baseline="0"/>
            <a:t>"What would happen if the valve was opened too early, or too late?"</a:t>
          </a:r>
          <a:endParaRPr lang="en-US" sz="1600" kern="1200"/>
        </a:p>
      </dsp:txBody>
      <dsp:txXfrm>
        <a:off x="759363" y="4931411"/>
        <a:ext cx="5485901" cy="65745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5A3C55-25EA-47A0-9EEF-2C0574DD9FCF}">
      <dsp:nvSpPr>
        <dsp:cNvPr id="0" name=""/>
        <dsp:cNvSpPr/>
      </dsp:nvSpPr>
      <dsp:spPr>
        <a:xfrm>
          <a:off x="0" y="1805"/>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7BCD87-45B4-45F5-91D2-9C1C28A1CFAB}">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B48114-A186-430B-9DE4-DE1D189621CD}">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GB" sz="2200" b="0" i="0" kern="1200" baseline="0"/>
            <a:t>Where the result of a variation would be a danger to workers or to the production process, we've found a potential problem.</a:t>
          </a:r>
          <a:endParaRPr lang="en-US" sz="2200" kern="1200"/>
        </a:p>
      </dsp:txBody>
      <dsp:txXfrm>
        <a:off x="1057183" y="1805"/>
        <a:ext cx="9458416" cy="915310"/>
      </dsp:txXfrm>
    </dsp:sp>
    <dsp:sp modelId="{1E42FD1D-BE24-4871-8E02-E86D0646A499}">
      <dsp:nvSpPr>
        <dsp:cNvPr id="0" name=""/>
        <dsp:cNvSpPr/>
      </dsp:nvSpPr>
      <dsp:spPr>
        <a:xfrm>
          <a:off x="0" y="1145944"/>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C97EAF-A87B-4734-B02D-B7D4D6D2CB7C}">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48EB71-7979-49A8-AAB2-323810FBDA0E}">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GB" sz="2200" b="0" i="0" kern="1200" baseline="0"/>
            <a:t>Document this concern, and estimate the impact of a failure at that point. </a:t>
          </a:r>
          <a:endParaRPr lang="en-US" sz="2200" kern="1200"/>
        </a:p>
      </dsp:txBody>
      <dsp:txXfrm>
        <a:off x="1057183" y="1145944"/>
        <a:ext cx="9458416" cy="915310"/>
      </dsp:txXfrm>
    </dsp:sp>
    <dsp:sp modelId="{A6238F0A-3164-4018-957A-D891586F0BF7}">
      <dsp:nvSpPr>
        <dsp:cNvPr id="0" name=""/>
        <dsp:cNvSpPr/>
      </dsp:nvSpPr>
      <dsp:spPr>
        <a:xfrm>
          <a:off x="0" y="2290082"/>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74CC84-BA79-44F3-A836-D5A890D61326}">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24F985-5123-447B-B59F-58D68999C32F}">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GB" sz="2200" b="0" i="0" kern="1200" baseline="0"/>
            <a:t>Then, determine the likelihood of that failure; is there a real cause for the harmful variation? </a:t>
          </a:r>
          <a:endParaRPr lang="en-US" sz="2200" kern="1200"/>
        </a:p>
      </dsp:txBody>
      <dsp:txXfrm>
        <a:off x="1057183" y="2290082"/>
        <a:ext cx="9458416" cy="915310"/>
      </dsp:txXfrm>
    </dsp:sp>
    <dsp:sp modelId="{2436E3D7-0B3D-48A3-A709-25147544B7CE}">
      <dsp:nvSpPr>
        <dsp:cNvPr id="0" name=""/>
        <dsp:cNvSpPr/>
      </dsp:nvSpPr>
      <dsp:spPr>
        <a:xfrm>
          <a:off x="0" y="3434221"/>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FA19DD-FEB5-457E-B867-75689BB28AFE}">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4E3A88-C78E-472A-A6F9-50CB1A227981}">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GB" sz="2200" b="0" i="0" kern="1200" baseline="0"/>
            <a:t>Evaluate the existing safeguards and protection systems, and evaluate their ability to handle the deviations that we've considered.</a:t>
          </a:r>
          <a:endParaRPr lang="en-US" sz="2200" kern="1200"/>
        </a:p>
      </dsp:txBody>
      <dsp:txXfrm>
        <a:off x="1057183" y="3434221"/>
        <a:ext cx="9458416" cy="91531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31FCEF-454E-49D7-B851-8BED6156B7B5}">
      <dsp:nvSpPr>
        <dsp:cNvPr id="0" name=""/>
        <dsp:cNvSpPr/>
      </dsp:nvSpPr>
      <dsp:spPr>
        <a:xfrm>
          <a:off x="0" y="138249"/>
          <a:ext cx="10515600" cy="47911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b="0" i="0" kern="1200" baseline="0" dirty="0"/>
            <a:t>. Instead of a single, large assessment, the study's results will be released a as a stream of action items, as each problem is identified and a solution is created.</a:t>
          </a:r>
          <a:endParaRPr lang="en-US" sz="1200" kern="1200" dirty="0"/>
        </a:p>
      </dsp:txBody>
      <dsp:txXfrm>
        <a:off x="23388" y="161637"/>
        <a:ext cx="10468824" cy="432338"/>
      </dsp:txXfrm>
    </dsp:sp>
    <dsp:sp modelId="{03A93A9C-7554-43E6-BC98-C6DD8CF6DEEF}">
      <dsp:nvSpPr>
        <dsp:cNvPr id="0" name=""/>
        <dsp:cNvSpPr/>
      </dsp:nvSpPr>
      <dsp:spPr>
        <a:xfrm>
          <a:off x="0" y="651924"/>
          <a:ext cx="10515600" cy="47911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b="0" i="0" kern="1200" baseline="0"/>
            <a:t>In both cases, when a hazardous condition is identified, recommendations may be made for process or system modifications, or further study by a specialist may be required.</a:t>
          </a:r>
          <a:endParaRPr lang="en-US" sz="1200" kern="1200"/>
        </a:p>
      </dsp:txBody>
      <dsp:txXfrm>
        <a:off x="23388" y="675312"/>
        <a:ext cx="10468824" cy="432338"/>
      </dsp:txXfrm>
    </dsp:sp>
    <dsp:sp modelId="{154B45E9-D7BE-4390-8E03-E6EA506C72C0}">
      <dsp:nvSpPr>
        <dsp:cNvPr id="0" name=""/>
        <dsp:cNvSpPr/>
      </dsp:nvSpPr>
      <dsp:spPr>
        <a:xfrm>
          <a:off x="0" y="1165599"/>
          <a:ext cx="10515600" cy="47911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b="0" i="0" kern="1200" baseline="0"/>
            <a:t>A HAZOP study might recommend these typical actions:</a:t>
          </a:r>
          <a:endParaRPr lang="en-US" sz="1200" kern="1200"/>
        </a:p>
      </dsp:txBody>
      <dsp:txXfrm>
        <a:off x="23388" y="1188987"/>
        <a:ext cx="10468824" cy="432338"/>
      </dsp:txXfrm>
    </dsp:sp>
    <dsp:sp modelId="{41B7FC61-71C4-4CE3-AE4E-990D484C0CBC}">
      <dsp:nvSpPr>
        <dsp:cNvPr id="0" name=""/>
        <dsp:cNvSpPr/>
      </dsp:nvSpPr>
      <dsp:spPr>
        <a:xfrm>
          <a:off x="0" y="1679274"/>
          <a:ext cx="10515600" cy="47911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b="0" i="0" kern="1200" baseline="0"/>
            <a:t>· A review of existing protection system designs by a specialist</a:t>
          </a:r>
          <a:endParaRPr lang="en-US" sz="1200" kern="1200"/>
        </a:p>
      </dsp:txBody>
      <dsp:txXfrm>
        <a:off x="23388" y="1702662"/>
        <a:ext cx="10468824" cy="432338"/>
      </dsp:txXfrm>
    </dsp:sp>
    <dsp:sp modelId="{4C9DDCA4-D4AC-457F-8309-D33FC7DC81DF}">
      <dsp:nvSpPr>
        <dsp:cNvPr id="0" name=""/>
        <dsp:cNvSpPr/>
      </dsp:nvSpPr>
      <dsp:spPr>
        <a:xfrm>
          <a:off x="0" y="2192949"/>
          <a:ext cx="10515600" cy="47911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b="0" i="0" kern="1200" baseline="0"/>
            <a:t>· Adding or modifying alarms that warn of deviations</a:t>
          </a:r>
          <a:endParaRPr lang="en-US" sz="1200" kern="1200"/>
        </a:p>
      </dsp:txBody>
      <dsp:txXfrm>
        <a:off x="23388" y="2216337"/>
        <a:ext cx="10468824" cy="432338"/>
      </dsp:txXfrm>
    </dsp:sp>
    <dsp:sp modelId="{E0431AA8-D022-4ABB-90DE-835EBD39D8BF}">
      <dsp:nvSpPr>
        <dsp:cNvPr id="0" name=""/>
        <dsp:cNvSpPr/>
      </dsp:nvSpPr>
      <dsp:spPr>
        <a:xfrm>
          <a:off x="0" y="2706624"/>
          <a:ext cx="10515600" cy="47911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b="0" i="0" kern="1200" baseline="0"/>
            <a:t>· Adding or modifying relief systems</a:t>
          </a:r>
          <a:endParaRPr lang="en-US" sz="1200" kern="1200"/>
        </a:p>
      </dsp:txBody>
      <dsp:txXfrm>
        <a:off x="23388" y="2730012"/>
        <a:ext cx="10468824" cy="432338"/>
      </dsp:txXfrm>
    </dsp:sp>
    <dsp:sp modelId="{C471A742-50BA-45EF-985C-557EBA5A578F}">
      <dsp:nvSpPr>
        <dsp:cNvPr id="0" name=""/>
        <dsp:cNvSpPr/>
      </dsp:nvSpPr>
      <dsp:spPr>
        <a:xfrm>
          <a:off x="0" y="3220299"/>
          <a:ext cx="10515600" cy="47911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b="0" i="0" kern="1200" baseline="0"/>
            <a:t>· Adding or modifying ventilation systems</a:t>
          </a:r>
          <a:endParaRPr lang="en-US" sz="1200" kern="1200"/>
        </a:p>
      </dsp:txBody>
      <dsp:txXfrm>
        <a:off x="23388" y="3243687"/>
        <a:ext cx="10468824" cy="432338"/>
      </dsp:txXfrm>
    </dsp:sp>
    <dsp:sp modelId="{49299F15-86BD-41C6-9649-AB73B09F63A1}">
      <dsp:nvSpPr>
        <dsp:cNvPr id="0" name=""/>
        <dsp:cNvSpPr/>
      </dsp:nvSpPr>
      <dsp:spPr>
        <a:xfrm>
          <a:off x="0" y="3733974"/>
          <a:ext cx="10515600" cy="47911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b="0" i="0" kern="1200" baseline="0"/>
            <a:t>· Increasing sampling and testing frequency</a:t>
          </a:r>
          <a:endParaRPr lang="en-US" sz="1200" kern="1200"/>
        </a:p>
      </dsp:txBody>
      <dsp:txXfrm>
        <a:off x="23388" y="3757362"/>
        <a:ext cx="10468824" cy="43233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7709A4-80D7-42FF-AA80-FCDCF253A405}">
      <dsp:nvSpPr>
        <dsp:cNvPr id="0" name=""/>
        <dsp:cNvSpPr/>
      </dsp:nvSpPr>
      <dsp:spPr>
        <a:xfrm>
          <a:off x="2284883" y="1416"/>
          <a:ext cx="5351249" cy="339804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FF2A6BF-E7EC-42A8-8A9F-B72A5425952B}">
      <dsp:nvSpPr>
        <dsp:cNvPr id="0" name=""/>
        <dsp:cNvSpPr/>
      </dsp:nvSpPr>
      <dsp:spPr>
        <a:xfrm>
          <a:off x="2879467" y="566270"/>
          <a:ext cx="5351249" cy="339804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GB" sz="3400" b="0" i="0" kern="1200" baseline="0" dirty="0"/>
            <a:t>Information on workplace hazards may already be available to employers and workers, from both internal and external sources.</a:t>
          </a:r>
          <a:endParaRPr lang="en-US" sz="3400" kern="1200" dirty="0"/>
        </a:p>
      </dsp:txBody>
      <dsp:txXfrm>
        <a:off x="2978992" y="665795"/>
        <a:ext cx="5152199" cy="319899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1F8085-68E8-4CAF-9451-D77C5EFFD694}">
      <dsp:nvSpPr>
        <dsp:cNvPr id="0" name=""/>
        <dsp:cNvSpPr/>
      </dsp:nvSpPr>
      <dsp:spPr>
        <a:xfrm>
          <a:off x="2741" y="22536"/>
          <a:ext cx="2174563" cy="1304738"/>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b="0" i="0" kern="1200" baseline="0"/>
            <a:t>· Equipment and machinery operating manuals.</a:t>
          </a:r>
          <a:endParaRPr lang="en-US" sz="1400" kern="1200"/>
        </a:p>
      </dsp:txBody>
      <dsp:txXfrm>
        <a:off x="2741" y="22536"/>
        <a:ext cx="2174563" cy="1304738"/>
      </dsp:txXfrm>
    </dsp:sp>
    <dsp:sp modelId="{D4535E83-08A8-41D0-9ADD-02FBEFA95EC5}">
      <dsp:nvSpPr>
        <dsp:cNvPr id="0" name=""/>
        <dsp:cNvSpPr/>
      </dsp:nvSpPr>
      <dsp:spPr>
        <a:xfrm>
          <a:off x="2394761" y="22536"/>
          <a:ext cx="2174563" cy="130473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b="0" i="0" kern="1200" baseline="0"/>
            <a:t>· Safety Data Sheets (SDS) provided by chemical manufacturers.</a:t>
          </a:r>
          <a:endParaRPr lang="en-US" sz="1400" kern="1200"/>
        </a:p>
      </dsp:txBody>
      <dsp:txXfrm>
        <a:off x="2394761" y="22536"/>
        <a:ext cx="2174563" cy="1304738"/>
      </dsp:txXfrm>
    </dsp:sp>
    <dsp:sp modelId="{A33A89BF-8295-4DDE-97DA-A4E19D349CB3}">
      <dsp:nvSpPr>
        <dsp:cNvPr id="0" name=""/>
        <dsp:cNvSpPr/>
      </dsp:nvSpPr>
      <dsp:spPr>
        <a:xfrm>
          <a:off x="4786781" y="22536"/>
          <a:ext cx="2174563" cy="1304738"/>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b="0" i="0" kern="1200" baseline="0"/>
            <a:t>· Self-inspection reports and inspection reports from insurance carriers, government agencies, and consultants.</a:t>
          </a:r>
          <a:endParaRPr lang="en-US" sz="1400" kern="1200"/>
        </a:p>
      </dsp:txBody>
      <dsp:txXfrm>
        <a:off x="4786781" y="22536"/>
        <a:ext cx="2174563" cy="1304738"/>
      </dsp:txXfrm>
    </dsp:sp>
    <dsp:sp modelId="{08B466AC-4EEE-4468-A12C-A1631D8EA99A}">
      <dsp:nvSpPr>
        <dsp:cNvPr id="0" name=""/>
        <dsp:cNvSpPr/>
      </dsp:nvSpPr>
      <dsp:spPr>
        <a:xfrm>
          <a:off x="7178802" y="22536"/>
          <a:ext cx="2174563" cy="1304738"/>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b="0" i="0" kern="1200" baseline="0"/>
            <a:t>· Records of previous injuries and illnesses.</a:t>
          </a:r>
          <a:endParaRPr lang="en-US" sz="1400" kern="1200"/>
        </a:p>
      </dsp:txBody>
      <dsp:txXfrm>
        <a:off x="7178802" y="22536"/>
        <a:ext cx="2174563" cy="1304738"/>
      </dsp:txXfrm>
    </dsp:sp>
    <dsp:sp modelId="{D0CA7428-30A2-4216-A990-110A00E9B08A}">
      <dsp:nvSpPr>
        <dsp:cNvPr id="0" name=""/>
        <dsp:cNvSpPr/>
      </dsp:nvSpPr>
      <dsp:spPr>
        <a:xfrm>
          <a:off x="2741" y="1544730"/>
          <a:ext cx="2174563" cy="1304738"/>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b="0" i="0" kern="1200" baseline="0"/>
            <a:t>· Workers' compensation records and reports.</a:t>
          </a:r>
          <a:endParaRPr lang="en-US" sz="1400" kern="1200"/>
        </a:p>
      </dsp:txBody>
      <dsp:txXfrm>
        <a:off x="2741" y="1544730"/>
        <a:ext cx="2174563" cy="1304738"/>
      </dsp:txXfrm>
    </dsp:sp>
    <dsp:sp modelId="{98CA3552-C192-4B88-B00B-086938CADD93}">
      <dsp:nvSpPr>
        <dsp:cNvPr id="0" name=""/>
        <dsp:cNvSpPr/>
      </dsp:nvSpPr>
      <dsp:spPr>
        <a:xfrm>
          <a:off x="2394761" y="1544730"/>
          <a:ext cx="2174563" cy="1304738"/>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b="0" i="0" kern="1200" baseline="0"/>
            <a:t>· Patterns of frequently-occurring injuries and illnesses.</a:t>
          </a:r>
          <a:endParaRPr lang="en-US" sz="1400" kern="1200"/>
        </a:p>
      </dsp:txBody>
      <dsp:txXfrm>
        <a:off x="2394761" y="1544730"/>
        <a:ext cx="2174563" cy="1304738"/>
      </dsp:txXfrm>
    </dsp:sp>
    <dsp:sp modelId="{4605411D-585C-4B81-94B9-02A62A752010}">
      <dsp:nvSpPr>
        <dsp:cNvPr id="0" name=""/>
        <dsp:cNvSpPr/>
      </dsp:nvSpPr>
      <dsp:spPr>
        <a:xfrm>
          <a:off x="4786781" y="1544730"/>
          <a:ext cx="2174563" cy="130473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b="0" i="0" kern="1200" baseline="0"/>
            <a:t>· Exposure monitoring results, industrial hygiene assessments, and medical records (appropriately redacted to ensure patient/worker privacy).</a:t>
          </a:r>
          <a:endParaRPr lang="en-US" sz="1400" kern="1200"/>
        </a:p>
      </dsp:txBody>
      <dsp:txXfrm>
        <a:off x="4786781" y="1544730"/>
        <a:ext cx="2174563" cy="1304738"/>
      </dsp:txXfrm>
    </dsp:sp>
    <dsp:sp modelId="{128FDAC1-5272-48FD-BB74-CA3AA1C19E18}">
      <dsp:nvSpPr>
        <dsp:cNvPr id="0" name=""/>
        <dsp:cNvSpPr/>
      </dsp:nvSpPr>
      <dsp:spPr>
        <a:xfrm>
          <a:off x="7178802" y="1544730"/>
          <a:ext cx="2174563" cy="1304738"/>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b="0" i="0" kern="1200" baseline="0"/>
            <a:t>· Existing safety and health programs (lockout/tagout, confined spaces, process safety management, personal protective equipment, etc.).</a:t>
          </a:r>
          <a:endParaRPr lang="en-US" sz="1400" kern="1200"/>
        </a:p>
      </dsp:txBody>
      <dsp:txXfrm>
        <a:off x="7178802" y="1544730"/>
        <a:ext cx="2174563" cy="1304738"/>
      </dsp:txXfrm>
    </dsp:sp>
    <dsp:sp modelId="{91BE0315-7F13-45D6-B041-F3128960509E}">
      <dsp:nvSpPr>
        <dsp:cNvPr id="0" name=""/>
        <dsp:cNvSpPr/>
      </dsp:nvSpPr>
      <dsp:spPr>
        <a:xfrm>
          <a:off x="2394761" y="3066925"/>
          <a:ext cx="2174563" cy="1304738"/>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b="0" i="0" kern="1200" baseline="0"/>
            <a:t>· Input from workers, including surveys or minutes from safety and health committee meetings.</a:t>
          </a:r>
          <a:endParaRPr lang="en-US" sz="1400" kern="1200"/>
        </a:p>
      </dsp:txBody>
      <dsp:txXfrm>
        <a:off x="2394761" y="3066925"/>
        <a:ext cx="2174563" cy="1304738"/>
      </dsp:txXfrm>
    </dsp:sp>
    <dsp:sp modelId="{3FA7A395-7FEA-4069-812D-04E865EA62E9}">
      <dsp:nvSpPr>
        <dsp:cNvPr id="0" name=""/>
        <dsp:cNvSpPr/>
      </dsp:nvSpPr>
      <dsp:spPr>
        <a:xfrm>
          <a:off x="4786781" y="3066925"/>
          <a:ext cx="2174563" cy="1304738"/>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b="0" i="0" kern="1200" baseline="0"/>
            <a:t>· Results of job hazard analyses, also known as job safety analyses.</a:t>
          </a:r>
          <a:endParaRPr lang="en-US" sz="1400" kern="1200"/>
        </a:p>
      </dsp:txBody>
      <dsp:txXfrm>
        <a:off x="4786781" y="3066925"/>
        <a:ext cx="2174563" cy="130473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2EA41A-145D-4C86-B818-9D0B6CBC1A1D}">
      <dsp:nvSpPr>
        <dsp:cNvPr id="0" name=""/>
        <dsp:cNvSpPr/>
      </dsp:nvSpPr>
      <dsp:spPr>
        <a:xfrm>
          <a:off x="0" y="2288"/>
          <a:ext cx="6364224" cy="115984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48DC0C-4AC0-42DE-ACB9-DED9B17AB3DF}">
      <dsp:nvSpPr>
        <dsp:cNvPr id="0" name=""/>
        <dsp:cNvSpPr/>
      </dsp:nvSpPr>
      <dsp:spPr>
        <a:xfrm>
          <a:off x="350852" y="263253"/>
          <a:ext cx="637913" cy="637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232F44-716D-4E16-B498-AF2B4FF02264}">
      <dsp:nvSpPr>
        <dsp:cNvPr id="0" name=""/>
        <dsp:cNvSpPr/>
      </dsp:nvSpPr>
      <dsp:spPr>
        <a:xfrm>
          <a:off x="1339618" y="2288"/>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844550">
            <a:lnSpc>
              <a:spcPct val="90000"/>
            </a:lnSpc>
            <a:spcBef>
              <a:spcPct val="0"/>
            </a:spcBef>
            <a:spcAft>
              <a:spcPct val="35000"/>
            </a:spcAft>
            <a:buNone/>
          </a:pPr>
          <a:r>
            <a:rPr lang="en-GB" sz="1900" b="0" i="0" kern="1200" baseline="0"/>
            <a:t>· National Safety Council, and Department of Labour &amp; Employment websitespublications, and alerts.</a:t>
          </a:r>
          <a:endParaRPr lang="en-US" sz="1900" kern="1200"/>
        </a:p>
      </dsp:txBody>
      <dsp:txXfrm>
        <a:off x="1339618" y="2288"/>
        <a:ext cx="5024605" cy="1159843"/>
      </dsp:txXfrm>
    </dsp:sp>
    <dsp:sp modelId="{1C69CC84-0562-4A6D-AB31-8D4BFC751130}">
      <dsp:nvSpPr>
        <dsp:cNvPr id="0" name=""/>
        <dsp:cNvSpPr/>
      </dsp:nvSpPr>
      <dsp:spPr>
        <a:xfrm>
          <a:off x="0" y="1452092"/>
          <a:ext cx="6364224" cy="115984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B426AA-B67A-4EF8-B69A-AE2C48CA93DA}">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82DF86-EBDC-493D-8137-24B3AB5D2855}">
      <dsp:nvSpPr>
        <dsp:cNvPr id="0" name=""/>
        <dsp:cNvSpPr/>
      </dsp:nvSpPr>
      <dsp:spPr>
        <a:xfrm>
          <a:off x="1339618" y="1452092"/>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844550">
            <a:lnSpc>
              <a:spcPct val="90000"/>
            </a:lnSpc>
            <a:spcBef>
              <a:spcPct val="0"/>
            </a:spcBef>
            <a:spcAft>
              <a:spcPct val="35000"/>
            </a:spcAft>
            <a:buNone/>
          </a:pPr>
          <a:r>
            <a:rPr lang="en-GB" sz="1900" b="0" i="0" kern="1200" baseline="0"/>
            <a:t>· Trade associations.</a:t>
          </a:r>
          <a:endParaRPr lang="en-US" sz="1900" kern="1200"/>
        </a:p>
      </dsp:txBody>
      <dsp:txXfrm>
        <a:off x="1339618" y="1452092"/>
        <a:ext cx="5024605" cy="1159843"/>
      </dsp:txXfrm>
    </dsp:sp>
    <dsp:sp modelId="{961BBFB1-1C17-4B20-84E3-F6BB84719208}">
      <dsp:nvSpPr>
        <dsp:cNvPr id="0" name=""/>
        <dsp:cNvSpPr/>
      </dsp:nvSpPr>
      <dsp:spPr>
        <a:xfrm>
          <a:off x="0" y="2901896"/>
          <a:ext cx="6364224" cy="115984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C449A2-8134-4752-AC7B-65783F1A0824}">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073C95-F728-44F8-8507-FBE4512432E6}">
      <dsp:nvSpPr>
        <dsp:cNvPr id="0" name=""/>
        <dsp:cNvSpPr/>
      </dsp:nvSpPr>
      <dsp:spPr>
        <a:xfrm>
          <a:off x="1339618" y="2901896"/>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844550">
            <a:lnSpc>
              <a:spcPct val="90000"/>
            </a:lnSpc>
            <a:spcBef>
              <a:spcPct val="0"/>
            </a:spcBef>
            <a:spcAft>
              <a:spcPct val="35000"/>
            </a:spcAft>
            <a:buNone/>
          </a:pPr>
          <a:r>
            <a:rPr lang="en-GB" sz="1900" b="0" i="0" kern="1200" baseline="0"/>
            <a:t>· Labor unions, state and local occupational safety and health committees/coalitions and worker advocacy groups.</a:t>
          </a:r>
          <a:endParaRPr lang="en-US" sz="1900" kern="1200"/>
        </a:p>
      </dsp:txBody>
      <dsp:txXfrm>
        <a:off x="1339618" y="2901896"/>
        <a:ext cx="5024605" cy="1159843"/>
      </dsp:txXfrm>
    </dsp:sp>
    <dsp:sp modelId="{592DDA8C-DED1-4F2F-A5D6-42A6CEC96153}">
      <dsp:nvSpPr>
        <dsp:cNvPr id="0" name=""/>
        <dsp:cNvSpPr/>
      </dsp:nvSpPr>
      <dsp:spPr>
        <a:xfrm>
          <a:off x="0" y="4351700"/>
          <a:ext cx="6364224" cy="115984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3F4CA8-4734-4E7A-BE16-6E8CC47F63A9}">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16D9BB-FA91-4F8B-9164-B81E90B44C42}">
      <dsp:nvSpPr>
        <dsp:cNvPr id="0" name=""/>
        <dsp:cNvSpPr/>
      </dsp:nvSpPr>
      <dsp:spPr>
        <a:xfrm>
          <a:off x="1339618" y="4351700"/>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844550">
            <a:lnSpc>
              <a:spcPct val="90000"/>
            </a:lnSpc>
            <a:spcBef>
              <a:spcPct val="0"/>
            </a:spcBef>
            <a:spcAft>
              <a:spcPct val="35000"/>
            </a:spcAft>
            <a:buNone/>
          </a:pPr>
          <a:r>
            <a:rPr lang="en-GB" sz="1900" b="0" i="0" kern="1200" baseline="0"/>
            <a:t>· Safety and health consultants.</a:t>
          </a:r>
          <a:endParaRPr lang="en-US" sz="1900" kern="1200"/>
        </a:p>
      </dsp:txBody>
      <dsp:txXfrm>
        <a:off x="1339618" y="4351700"/>
        <a:ext cx="5024605" cy="1159843"/>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0FCAFA-BE0A-458E-9DC9-E1F67937A98D}">
      <dsp:nvSpPr>
        <dsp:cNvPr id="0" name=""/>
        <dsp:cNvSpPr/>
      </dsp:nvSpPr>
      <dsp:spPr>
        <a:xfrm>
          <a:off x="134291"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717B36-5FAE-4C0C-955C-478E9F0BC805}">
      <dsp:nvSpPr>
        <dsp:cNvPr id="0" name=""/>
        <dsp:cNvSpPr/>
      </dsp:nvSpPr>
      <dsp:spPr>
        <a:xfrm>
          <a:off x="615713"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b="0" i="0" kern="1200" baseline="0"/>
            <a:t>Hazards can be introduced over time as workstations and processes change, equipment or tools become worn, maintenance is neglected, or housekeeping practices decline. </a:t>
          </a:r>
          <a:endParaRPr lang="en-US" sz="2400" kern="1200"/>
        </a:p>
      </dsp:txBody>
      <dsp:txXfrm>
        <a:off x="696297" y="538547"/>
        <a:ext cx="4171627" cy="2590157"/>
      </dsp:txXfrm>
    </dsp:sp>
    <dsp:sp modelId="{64021CF4-6B87-4F92-B54E-44BA923FB00C}">
      <dsp:nvSpPr>
        <dsp:cNvPr id="0" name=""/>
        <dsp:cNvSpPr/>
      </dsp:nvSpPr>
      <dsp:spPr>
        <a:xfrm>
          <a:off x="5429930"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20D820-A087-4927-B331-93CA6F7F1A50}">
      <dsp:nvSpPr>
        <dsp:cNvPr id="0" name=""/>
        <dsp:cNvSpPr/>
      </dsp:nvSpPr>
      <dsp:spPr>
        <a:xfrm>
          <a:off x="5911352"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b="0" i="0" kern="1200" baseline="0"/>
            <a:t>Setting aside time to regularly inspect the workplace for hazards can help identify shortcomings so that they can be addressed before an incident occurs.</a:t>
          </a:r>
          <a:endParaRPr lang="en-US" sz="2400" kern="1200"/>
        </a:p>
      </dsp:txBody>
      <dsp:txXfrm>
        <a:off x="5991936" y="538547"/>
        <a:ext cx="4171627" cy="259015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B163BE-6CFF-43FD-A638-C8472C6A2E87}">
      <dsp:nvSpPr>
        <dsp:cNvPr id="0" name=""/>
        <dsp:cNvSpPr/>
      </dsp:nvSpPr>
      <dsp:spPr>
        <a:xfrm>
          <a:off x="51" y="307927"/>
          <a:ext cx="4913783" cy="1660263"/>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just" defTabSz="800100">
            <a:lnSpc>
              <a:spcPct val="90000"/>
            </a:lnSpc>
            <a:spcBef>
              <a:spcPct val="0"/>
            </a:spcBef>
            <a:spcAft>
              <a:spcPct val="35000"/>
            </a:spcAft>
            <a:buNone/>
          </a:pPr>
          <a:r>
            <a:rPr lang="en-GB" sz="1800" b="0" i="0" kern="1200" baseline="0" dirty="0"/>
            <a:t>· Conduct regular inspections of all operations, equipment, work areas and facilities. Have workers participate on the inspection team and talk to them about hazards that they see or report</a:t>
          </a:r>
          <a:endParaRPr lang="en-US" sz="1800" kern="1200" dirty="0"/>
        </a:p>
      </dsp:txBody>
      <dsp:txXfrm>
        <a:off x="51" y="307927"/>
        <a:ext cx="4913783" cy="1660263"/>
      </dsp:txXfrm>
    </dsp:sp>
    <dsp:sp modelId="{B466710E-A0FE-4EC2-BAFA-8717EFBD88F9}">
      <dsp:nvSpPr>
        <dsp:cNvPr id="0" name=""/>
        <dsp:cNvSpPr/>
      </dsp:nvSpPr>
      <dsp:spPr>
        <a:xfrm>
          <a:off x="51" y="1968190"/>
          <a:ext cx="4913783" cy="207522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GB" sz="1800" b="0" i="0" kern="1200" baseline="0" dirty="0"/>
            <a:t>Be sure to document inspections so we can later verify that hazardous conditions are corrected.</a:t>
          </a:r>
          <a:endParaRPr lang="en-US" sz="1800" kern="1200" dirty="0"/>
        </a:p>
        <a:p>
          <a:pPr marL="171450" lvl="1" indent="-171450" algn="l" defTabSz="800100">
            <a:lnSpc>
              <a:spcPct val="90000"/>
            </a:lnSpc>
            <a:spcBef>
              <a:spcPct val="0"/>
            </a:spcBef>
            <a:spcAft>
              <a:spcPct val="15000"/>
            </a:spcAft>
            <a:buChar char="•"/>
          </a:pPr>
          <a:r>
            <a:rPr lang="en-GB" sz="1800" b="0" i="0" kern="1200" baseline="0"/>
            <a:t>Take photos or videos of problem areas to facilitate later discussion and brainstorming about how to control them, and for use as learning aides.</a:t>
          </a:r>
          <a:endParaRPr lang="en-US" sz="1800" kern="1200"/>
        </a:p>
      </dsp:txBody>
      <dsp:txXfrm>
        <a:off x="51" y="1968190"/>
        <a:ext cx="4913783" cy="2075220"/>
      </dsp:txXfrm>
    </dsp:sp>
    <dsp:sp modelId="{AEFF4734-4CD6-43CF-970D-6F599EC04C87}">
      <dsp:nvSpPr>
        <dsp:cNvPr id="0" name=""/>
        <dsp:cNvSpPr/>
      </dsp:nvSpPr>
      <dsp:spPr>
        <a:xfrm>
          <a:off x="5601764" y="307927"/>
          <a:ext cx="4913783" cy="1660263"/>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just" defTabSz="800100">
            <a:lnSpc>
              <a:spcPct val="90000"/>
            </a:lnSpc>
            <a:spcBef>
              <a:spcPct val="0"/>
            </a:spcBef>
            <a:spcAft>
              <a:spcPct val="35000"/>
            </a:spcAft>
            <a:buNone/>
          </a:pPr>
          <a:r>
            <a:rPr lang="en-GB" sz="1800" b="0" i="0" kern="1200" baseline="0" dirty="0"/>
            <a:t>· Include all areas and activities in these inspections, such as storage and warehousing, facility and equipment </a:t>
          </a:r>
          <a:r>
            <a:rPr lang="en-GB" sz="1800" b="0" i="0" kern="1200" baseline="0" dirty="0" err="1"/>
            <a:t>maintanence</a:t>
          </a:r>
          <a:r>
            <a:rPr lang="en-GB" sz="1800" b="0" i="0" kern="1200" baseline="0" dirty="0"/>
            <a:t>, purchasing and office functions, and the activities of on-site contractors, sub contractors and temporary employees.</a:t>
          </a:r>
          <a:endParaRPr lang="en-US" sz="1800" kern="1200" dirty="0"/>
        </a:p>
      </dsp:txBody>
      <dsp:txXfrm>
        <a:off x="5601764" y="307927"/>
        <a:ext cx="4913783" cy="1660263"/>
      </dsp:txXfrm>
    </dsp:sp>
    <dsp:sp modelId="{B50FA03D-EB3B-486C-81D6-4221DB305E47}">
      <dsp:nvSpPr>
        <dsp:cNvPr id="0" name=""/>
        <dsp:cNvSpPr/>
      </dsp:nvSpPr>
      <dsp:spPr>
        <a:xfrm>
          <a:off x="5601764" y="1968190"/>
          <a:ext cx="4913783" cy="207522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GB" sz="1800" b="0" i="0" kern="1200" baseline="0"/>
            <a:t>· Regularly inspect both plant vehicles (e.g., forklifts, powered industrial trucks) and transport vehicles (e.g., cars, trucks).</a:t>
          </a:r>
          <a:endParaRPr lang="en-US" sz="1800" kern="1200"/>
        </a:p>
        <a:p>
          <a:pPr marL="171450" lvl="1" indent="-171450" algn="l" defTabSz="800100">
            <a:lnSpc>
              <a:spcPct val="90000"/>
            </a:lnSpc>
            <a:spcBef>
              <a:spcPct val="0"/>
            </a:spcBef>
            <a:spcAft>
              <a:spcPct val="15000"/>
            </a:spcAft>
            <a:buChar char="•"/>
          </a:pPr>
          <a:r>
            <a:rPr lang="en-GB" sz="1800" b="0" i="0" kern="1200" baseline="0"/>
            <a:t>· Use checklists that highlight things to look for</a:t>
          </a:r>
          <a:endParaRPr lang="en-US" sz="1800" kern="1200"/>
        </a:p>
      </dsp:txBody>
      <dsp:txXfrm>
        <a:off x="5601764" y="1968190"/>
        <a:ext cx="4913783" cy="207522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BD8DCC-8F0E-4E73-8B1A-E0314992E0AD}">
      <dsp:nvSpPr>
        <dsp:cNvPr id="0" name=""/>
        <dsp:cNvSpPr/>
      </dsp:nvSpPr>
      <dsp:spPr>
        <a:xfrm>
          <a:off x="2669704" y="533944"/>
          <a:ext cx="411666" cy="91440"/>
        </a:xfrm>
        <a:custGeom>
          <a:avLst/>
          <a:gdLst/>
          <a:ahLst/>
          <a:cxnLst/>
          <a:rect l="0" t="0" r="0" b="0"/>
          <a:pathLst>
            <a:path>
              <a:moveTo>
                <a:pt x="0" y="45720"/>
              </a:moveTo>
              <a:lnTo>
                <a:pt x="411666"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64480" y="577453"/>
        <a:ext cx="22113" cy="4422"/>
      </dsp:txXfrm>
    </dsp:sp>
    <dsp:sp modelId="{01D0D9E1-0613-4D71-A4AE-57AFC8A95BF8}">
      <dsp:nvSpPr>
        <dsp:cNvPr id="0" name=""/>
        <dsp:cNvSpPr/>
      </dsp:nvSpPr>
      <dsp:spPr>
        <a:xfrm>
          <a:off x="748607" y="2795"/>
          <a:ext cx="1922896" cy="115373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711200">
            <a:lnSpc>
              <a:spcPct val="90000"/>
            </a:lnSpc>
            <a:spcBef>
              <a:spcPct val="0"/>
            </a:spcBef>
            <a:spcAft>
              <a:spcPct val="35000"/>
            </a:spcAft>
            <a:buNone/>
          </a:pPr>
          <a:r>
            <a:rPr lang="en-GB" sz="1600" b="0" i="0" kern="1200" baseline="0"/>
            <a:t>o General housekeeping</a:t>
          </a:r>
          <a:endParaRPr lang="en-US" sz="1600" kern="1200"/>
        </a:p>
      </dsp:txBody>
      <dsp:txXfrm>
        <a:off x="748607" y="2795"/>
        <a:ext cx="1922896" cy="1153737"/>
      </dsp:txXfrm>
    </dsp:sp>
    <dsp:sp modelId="{09A4F90D-F73C-48DD-B606-682866540934}">
      <dsp:nvSpPr>
        <dsp:cNvPr id="0" name=""/>
        <dsp:cNvSpPr/>
      </dsp:nvSpPr>
      <dsp:spPr>
        <a:xfrm>
          <a:off x="5034866" y="533944"/>
          <a:ext cx="411666" cy="91440"/>
        </a:xfrm>
        <a:custGeom>
          <a:avLst/>
          <a:gdLst/>
          <a:ahLst/>
          <a:cxnLst/>
          <a:rect l="0" t="0" r="0" b="0"/>
          <a:pathLst>
            <a:path>
              <a:moveTo>
                <a:pt x="0" y="45720"/>
              </a:moveTo>
              <a:lnTo>
                <a:pt x="411666"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9643" y="577453"/>
        <a:ext cx="22113" cy="4422"/>
      </dsp:txXfrm>
    </dsp:sp>
    <dsp:sp modelId="{ED6B0E85-1395-4539-A5FF-C714DC3B7DD2}">
      <dsp:nvSpPr>
        <dsp:cNvPr id="0" name=""/>
        <dsp:cNvSpPr/>
      </dsp:nvSpPr>
      <dsp:spPr>
        <a:xfrm>
          <a:off x="3113770" y="2795"/>
          <a:ext cx="1922896" cy="115373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711200">
            <a:lnSpc>
              <a:spcPct val="90000"/>
            </a:lnSpc>
            <a:spcBef>
              <a:spcPct val="0"/>
            </a:spcBef>
            <a:spcAft>
              <a:spcPct val="35000"/>
            </a:spcAft>
            <a:buNone/>
          </a:pPr>
          <a:r>
            <a:rPr lang="en-GB" sz="1600" b="0" i="0" kern="1200" baseline="0"/>
            <a:t>o Slip,trip,fall hazards</a:t>
          </a:r>
          <a:endParaRPr lang="en-US" sz="1600" kern="1200"/>
        </a:p>
      </dsp:txBody>
      <dsp:txXfrm>
        <a:off x="3113770" y="2795"/>
        <a:ext cx="1922896" cy="1153737"/>
      </dsp:txXfrm>
    </dsp:sp>
    <dsp:sp modelId="{0D6B8F90-FDB5-4DAC-A903-81864699A8F9}">
      <dsp:nvSpPr>
        <dsp:cNvPr id="0" name=""/>
        <dsp:cNvSpPr/>
      </dsp:nvSpPr>
      <dsp:spPr>
        <a:xfrm>
          <a:off x="7400029" y="533944"/>
          <a:ext cx="411666" cy="91440"/>
        </a:xfrm>
        <a:custGeom>
          <a:avLst/>
          <a:gdLst/>
          <a:ahLst/>
          <a:cxnLst/>
          <a:rect l="0" t="0" r="0" b="0"/>
          <a:pathLst>
            <a:path>
              <a:moveTo>
                <a:pt x="0" y="45720"/>
              </a:moveTo>
              <a:lnTo>
                <a:pt x="411666"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594806" y="577453"/>
        <a:ext cx="22113" cy="4422"/>
      </dsp:txXfrm>
    </dsp:sp>
    <dsp:sp modelId="{120891DD-9468-41FC-A7F1-03AB8D68CCBA}">
      <dsp:nvSpPr>
        <dsp:cNvPr id="0" name=""/>
        <dsp:cNvSpPr/>
      </dsp:nvSpPr>
      <dsp:spPr>
        <a:xfrm>
          <a:off x="5478933" y="2795"/>
          <a:ext cx="1922896" cy="115373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711200">
            <a:lnSpc>
              <a:spcPct val="90000"/>
            </a:lnSpc>
            <a:spcBef>
              <a:spcPct val="0"/>
            </a:spcBef>
            <a:spcAft>
              <a:spcPct val="35000"/>
            </a:spcAft>
            <a:buNone/>
          </a:pPr>
          <a:r>
            <a:rPr lang="en-GB" sz="1600" b="0" i="0" kern="1200" baseline="0"/>
            <a:t>o Electrical hazards</a:t>
          </a:r>
          <a:endParaRPr lang="en-US" sz="1600" kern="1200"/>
        </a:p>
      </dsp:txBody>
      <dsp:txXfrm>
        <a:off x="5478933" y="2795"/>
        <a:ext cx="1922896" cy="1153737"/>
      </dsp:txXfrm>
    </dsp:sp>
    <dsp:sp modelId="{4F13C1E7-1A8D-484F-A9AD-B2C14340AED1}">
      <dsp:nvSpPr>
        <dsp:cNvPr id="0" name=""/>
        <dsp:cNvSpPr/>
      </dsp:nvSpPr>
      <dsp:spPr>
        <a:xfrm>
          <a:off x="1710055" y="1154733"/>
          <a:ext cx="7095488" cy="411666"/>
        </a:xfrm>
        <a:custGeom>
          <a:avLst/>
          <a:gdLst/>
          <a:ahLst/>
          <a:cxnLst/>
          <a:rect l="0" t="0" r="0" b="0"/>
          <a:pathLst>
            <a:path>
              <a:moveTo>
                <a:pt x="7095488" y="0"/>
              </a:moveTo>
              <a:lnTo>
                <a:pt x="7095488" y="222933"/>
              </a:lnTo>
              <a:lnTo>
                <a:pt x="0" y="222933"/>
              </a:lnTo>
              <a:lnTo>
                <a:pt x="0" y="411666"/>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80068" y="1358355"/>
        <a:ext cx="355462" cy="4422"/>
      </dsp:txXfrm>
    </dsp:sp>
    <dsp:sp modelId="{31FD0BDD-AB6F-4BF1-BA27-D95155EC5B25}">
      <dsp:nvSpPr>
        <dsp:cNvPr id="0" name=""/>
        <dsp:cNvSpPr/>
      </dsp:nvSpPr>
      <dsp:spPr>
        <a:xfrm>
          <a:off x="7844095" y="2795"/>
          <a:ext cx="1922896" cy="115373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711200">
            <a:lnSpc>
              <a:spcPct val="90000"/>
            </a:lnSpc>
            <a:spcBef>
              <a:spcPct val="0"/>
            </a:spcBef>
            <a:spcAft>
              <a:spcPct val="35000"/>
            </a:spcAft>
            <a:buNone/>
          </a:pPr>
          <a:r>
            <a:rPr lang="en-GB" sz="1600" b="0" i="0" kern="1200" baseline="0"/>
            <a:t>o Fire protection</a:t>
          </a:r>
          <a:endParaRPr lang="en-US" sz="1600" kern="1200"/>
        </a:p>
      </dsp:txBody>
      <dsp:txXfrm>
        <a:off x="7844095" y="2795"/>
        <a:ext cx="1922896" cy="1153737"/>
      </dsp:txXfrm>
    </dsp:sp>
    <dsp:sp modelId="{D6A4B81A-82C6-40CE-B727-42E46794597C}">
      <dsp:nvSpPr>
        <dsp:cNvPr id="0" name=""/>
        <dsp:cNvSpPr/>
      </dsp:nvSpPr>
      <dsp:spPr>
        <a:xfrm>
          <a:off x="2669704" y="2129949"/>
          <a:ext cx="411666" cy="91440"/>
        </a:xfrm>
        <a:custGeom>
          <a:avLst/>
          <a:gdLst/>
          <a:ahLst/>
          <a:cxnLst/>
          <a:rect l="0" t="0" r="0" b="0"/>
          <a:pathLst>
            <a:path>
              <a:moveTo>
                <a:pt x="0" y="45720"/>
              </a:moveTo>
              <a:lnTo>
                <a:pt x="411666"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64480" y="2173457"/>
        <a:ext cx="22113" cy="4422"/>
      </dsp:txXfrm>
    </dsp:sp>
    <dsp:sp modelId="{DBFC8005-C4B1-492B-A6A1-C3E320FE695C}">
      <dsp:nvSpPr>
        <dsp:cNvPr id="0" name=""/>
        <dsp:cNvSpPr/>
      </dsp:nvSpPr>
      <dsp:spPr>
        <a:xfrm>
          <a:off x="748607" y="1598800"/>
          <a:ext cx="1922896" cy="115373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711200">
            <a:lnSpc>
              <a:spcPct val="90000"/>
            </a:lnSpc>
            <a:spcBef>
              <a:spcPct val="0"/>
            </a:spcBef>
            <a:spcAft>
              <a:spcPct val="35000"/>
            </a:spcAft>
            <a:buNone/>
          </a:pPr>
          <a:r>
            <a:rPr lang="en-GB" sz="1600" b="0" i="0" kern="1200" baseline="0"/>
            <a:t>o Work organization and process flow (including staffing and scheduling)</a:t>
          </a:r>
          <a:endParaRPr lang="en-US" sz="1600" kern="1200"/>
        </a:p>
      </dsp:txBody>
      <dsp:txXfrm>
        <a:off x="748607" y="1598800"/>
        <a:ext cx="1922896" cy="1153737"/>
      </dsp:txXfrm>
    </dsp:sp>
    <dsp:sp modelId="{E3B9CC1C-5D85-4F06-9EDA-3EF87F955DE3}">
      <dsp:nvSpPr>
        <dsp:cNvPr id="0" name=""/>
        <dsp:cNvSpPr/>
      </dsp:nvSpPr>
      <dsp:spPr>
        <a:xfrm>
          <a:off x="5034866" y="2129949"/>
          <a:ext cx="411666" cy="91440"/>
        </a:xfrm>
        <a:custGeom>
          <a:avLst/>
          <a:gdLst/>
          <a:ahLst/>
          <a:cxnLst/>
          <a:rect l="0" t="0" r="0" b="0"/>
          <a:pathLst>
            <a:path>
              <a:moveTo>
                <a:pt x="0" y="45720"/>
              </a:moveTo>
              <a:lnTo>
                <a:pt x="411666"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9643" y="2173457"/>
        <a:ext cx="22113" cy="4422"/>
      </dsp:txXfrm>
    </dsp:sp>
    <dsp:sp modelId="{9590617B-65ED-4C4A-9727-1FCD9E2814B5}">
      <dsp:nvSpPr>
        <dsp:cNvPr id="0" name=""/>
        <dsp:cNvSpPr/>
      </dsp:nvSpPr>
      <dsp:spPr>
        <a:xfrm>
          <a:off x="3113770" y="1598800"/>
          <a:ext cx="1922896" cy="115373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711200">
            <a:lnSpc>
              <a:spcPct val="90000"/>
            </a:lnSpc>
            <a:spcBef>
              <a:spcPct val="0"/>
            </a:spcBef>
            <a:spcAft>
              <a:spcPct val="35000"/>
            </a:spcAft>
            <a:buNone/>
          </a:pPr>
          <a:r>
            <a:rPr lang="en-GB" sz="1600" b="0" i="0" kern="1200" baseline="0"/>
            <a:t>o Work practices</a:t>
          </a:r>
          <a:endParaRPr lang="en-US" sz="1600" kern="1200"/>
        </a:p>
      </dsp:txBody>
      <dsp:txXfrm>
        <a:off x="3113770" y="1598800"/>
        <a:ext cx="1922896" cy="1153737"/>
      </dsp:txXfrm>
    </dsp:sp>
    <dsp:sp modelId="{207CEED9-E3F6-4944-AA2E-A07A3C696DC4}">
      <dsp:nvSpPr>
        <dsp:cNvPr id="0" name=""/>
        <dsp:cNvSpPr/>
      </dsp:nvSpPr>
      <dsp:spPr>
        <a:xfrm>
          <a:off x="7400029" y="2129949"/>
          <a:ext cx="411666" cy="91440"/>
        </a:xfrm>
        <a:custGeom>
          <a:avLst/>
          <a:gdLst/>
          <a:ahLst/>
          <a:cxnLst/>
          <a:rect l="0" t="0" r="0" b="0"/>
          <a:pathLst>
            <a:path>
              <a:moveTo>
                <a:pt x="0" y="45720"/>
              </a:moveTo>
              <a:lnTo>
                <a:pt x="411666"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594806" y="2173457"/>
        <a:ext cx="22113" cy="4422"/>
      </dsp:txXfrm>
    </dsp:sp>
    <dsp:sp modelId="{91946E6C-C442-45BE-AAD0-933B7622EB90}">
      <dsp:nvSpPr>
        <dsp:cNvPr id="0" name=""/>
        <dsp:cNvSpPr/>
      </dsp:nvSpPr>
      <dsp:spPr>
        <a:xfrm>
          <a:off x="5478933" y="1598800"/>
          <a:ext cx="1922896" cy="115373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711200">
            <a:lnSpc>
              <a:spcPct val="90000"/>
            </a:lnSpc>
            <a:spcBef>
              <a:spcPct val="0"/>
            </a:spcBef>
            <a:spcAft>
              <a:spcPct val="35000"/>
            </a:spcAft>
            <a:buNone/>
          </a:pPr>
          <a:r>
            <a:rPr lang="en-GB" sz="1600" b="0" i="0" kern="1200" baseline="0"/>
            <a:t>o Workplace violence</a:t>
          </a:r>
          <a:endParaRPr lang="en-US" sz="1600" kern="1200"/>
        </a:p>
      </dsp:txBody>
      <dsp:txXfrm>
        <a:off x="5478933" y="1598800"/>
        <a:ext cx="1922896" cy="1153737"/>
      </dsp:txXfrm>
    </dsp:sp>
    <dsp:sp modelId="{6A597B56-DC2A-4993-8691-CC72BD947B1F}">
      <dsp:nvSpPr>
        <dsp:cNvPr id="0" name=""/>
        <dsp:cNvSpPr/>
      </dsp:nvSpPr>
      <dsp:spPr>
        <a:xfrm>
          <a:off x="1710055" y="2750737"/>
          <a:ext cx="7095488" cy="411666"/>
        </a:xfrm>
        <a:custGeom>
          <a:avLst/>
          <a:gdLst/>
          <a:ahLst/>
          <a:cxnLst/>
          <a:rect l="0" t="0" r="0" b="0"/>
          <a:pathLst>
            <a:path>
              <a:moveTo>
                <a:pt x="7095488" y="0"/>
              </a:moveTo>
              <a:lnTo>
                <a:pt x="7095488" y="222933"/>
              </a:lnTo>
              <a:lnTo>
                <a:pt x="0" y="222933"/>
              </a:lnTo>
              <a:lnTo>
                <a:pt x="0" y="411666"/>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80068" y="2954359"/>
        <a:ext cx="355462" cy="4422"/>
      </dsp:txXfrm>
    </dsp:sp>
    <dsp:sp modelId="{C41D1239-D8AD-4866-BBD8-48625FB0047C}">
      <dsp:nvSpPr>
        <dsp:cNvPr id="0" name=""/>
        <dsp:cNvSpPr/>
      </dsp:nvSpPr>
      <dsp:spPr>
        <a:xfrm>
          <a:off x="7844095" y="1598800"/>
          <a:ext cx="1922896" cy="115373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711200">
            <a:lnSpc>
              <a:spcPct val="90000"/>
            </a:lnSpc>
            <a:spcBef>
              <a:spcPct val="0"/>
            </a:spcBef>
            <a:spcAft>
              <a:spcPct val="35000"/>
            </a:spcAft>
            <a:buNone/>
          </a:pPr>
          <a:r>
            <a:rPr lang="en-GB" sz="1600" b="0" i="0" kern="1200" baseline="0"/>
            <a:t>o Equipment operation</a:t>
          </a:r>
          <a:endParaRPr lang="en-US" sz="1600" kern="1200"/>
        </a:p>
      </dsp:txBody>
      <dsp:txXfrm>
        <a:off x="7844095" y="1598800"/>
        <a:ext cx="1922896" cy="1153737"/>
      </dsp:txXfrm>
    </dsp:sp>
    <dsp:sp modelId="{945E9488-1C6F-4FAE-8FCE-A4A96676F476}">
      <dsp:nvSpPr>
        <dsp:cNvPr id="0" name=""/>
        <dsp:cNvSpPr/>
      </dsp:nvSpPr>
      <dsp:spPr>
        <a:xfrm>
          <a:off x="2669704" y="3725953"/>
          <a:ext cx="411666" cy="91440"/>
        </a:xfrm>
        <a:custGeom>
          <a:avLst/>
          <a:gdLst/>
          <a:ahLst/>
          <a:cxnLst/>
          <a:rect l="0" t="0" r="0" b="0"/>
          <a:pathLst>
            <a:path>
              <a:moveTo>
                <a:pt x="0" y="45720"/>
              </a:moveTo>
              <a:lnTo>
                <a:pt x="411666"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64480" y="3769461"/>
        <a:ext cx="22113" cy="4422"/>
      </dsp:txXfrm>
    </dsp:sp>
    <dsp:sp modelId="{AFBF488A-1D38-410C-AC28-A5DB70CE97AD}">
      <dsp:nvSpPr>
        <dsp:cNvPr id="0" name=""/>
        <dsp:cNvSpPr/>
      </dsp:nvSpPr>
      <dsp:spPr>
        <a:xfrm>
          <a:off x="748607" y="3194804"/>
          <a:ext cx="1922896" cy="115373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711200">
            <a:lnSpc>
              <a:spcPct val="90000"/>
            </a:lnSpc>
            <a:spcBef>
              <a:spcPct val="0"/>
            </a:spcBef>
            <a:spcAft>
              <a:spcPct val="35000"/>
            </a:spcAft>
            <a:buNone/>
          </a:pPr>
          <a:r>
            <a:rPr lang="en-GB" sz="1600" b="0" i="0" kern="1200" baseline="0"/>
            <a:t>o Equipment maintenance</a:t>
          </a:r>
          <a:endParaRPr lang="en-US" sz="1600" kern="1200"/>
        </a:p>
      </dsp:txBody>
      <dsp:txXfrm>
        <a:off x="748607" y="3194804"/>
        <a:ext cx="1922896" cy="1153737"/>
      </dsp:txXfrm>
    </dsp:sp>
    <dsp:sp modelId="{3F3C30C5-E182-4E17-B389-4D125021CE7E}">
      <dsp:nvSpPr>
        <dsp:cNvPr id="0" name=""/>
        <dsp:cNvSpPr/>
      </dsp:nvSpPr>
      <dsp:spPr>
        <a:xfrm>
          <a:off x="5034866" y="3725953"/>
          <a:ext cx="411666" cy="91440"/>
        </a:xfrm>
        <a:custGeom>
          <a:avLst/>
          <a:gdLst/>
          <a:ahLst/>
          <a:cxnLst/>
          <a:rect l="0" t="0" r="0" b="0"/>
          <a:pathLst>
            <a:path>
              <a:moveTo>
                <a:pt x="0" y="45720"/>
              </a:moveTo>
              <a:lnTo>
                <a:pt x="411666"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9643" y="3769461"/>
        <a:ext cx="22113" cy="4422"/>
      </dsp:txXfrm>
    </dsp:sp>
    <dsp:sp modelId="{0B9DD00E-61AA-43B5-A28F-34B6D3127557}">
      <dsp:nvSpPr>
        <dsp:cNvPr id="0" name=""/>
        <dsp:cNvSpPr/>
      </dsp:nvSpPr>
      <dsp:spPr>
        <a:xfrm>
          <a:off x="3113770" y="3194804"/>
          <a:ext cx="1922896" cy="115373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711200">
            <a:lnSpc>
              <a:spcPct val="90000"/>
            </a:lnSpc>
            <a:spcBef>
              <a:spcPct val="0"/>
            </a:spcBef>
            <a:spcAft>
              <a:spcPct val="35000"/>
            </a:spcAft>
            <a:buNone/>
          </a:pPr>
          <a:r>
            <a:rPr lang="en-GB" sz="1600" b="0" i="0" kern="1200" baseline="0"/>
            <a:t>o Ergonomic problems</a:t>
          </a:r>
          <a:endParaRPr lang="en-US" sz="1600" kern="1200"/>
        </a:p>
      </dsp:txBody>
      <dsp:txXfrm>
        <a:off x="3113770" y="3194804"/>
        <a:ext cx="1922896" cy="1153737"/>
      </dsp:txXfrm>
    </dsp:sp>
    <dsp:sp modelId="{4E2D4FD7-C5AC-493B-A48E-16759DF86C09}">
      <dsp:nvSpPr>
        <dsp:cNvPr id="0" name=""/>
        <dsp:cNvSpPr/>
      </dsp:nvSpPr>
      <dsp:spPr>
        <a:xfrm>
          <a:off x="5478933" y="3194804"/>
          <a:ext cx="1922896" cy="115373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711200">
            <a:lnSpc>
              <a:spcPct val="90000"/>
            </a:lnSpc>
            <a:spcBef>
              <a:spcPct val="0"/>
            </a:spcBef>
            <a:spcAft>
              <a:spcPct val="35000"/>
            </a:spcAft>
            <a:buNone/>
          </a:pPr>
          <a:r>
            <a:rPr lang="en-GB" sz="1600" b="0" i="0" kern="1200" baseline="0"/>
            <a:t>o Lack of emergency procedures</a:t>
          </a:r>
          <a:endParaRPr lang="en-US" sz="1600" kern="1200"/>
        </a:p>
      </dsp:txBody>
      <dsp:txXfrm>
        <a:off x="5478933" y="3194804"/>
        <a:ext cx="1922896" cy="1153737"/>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B69276-27C7-4E2A-894A-D187FE3904C9}">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9BE61D-6D4E-40B5-B2A2-FEC819D78B3C}">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35AF194-0B72-4FF9-8D21-8368B9BCD02A}">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GB" sz="2300" b="0" i="0" kern="1200" baseline="0"/>
            <a:t>Workplace incidents -including injuries, illnesses, close calls/near misses, and reports of other concerns- provide a clear indication of where hazards exist.</a:t>
          </a:r>
          <a:endParaRPr lang="en-US" sz="2300" kern="1200"/>
        </a:p>
      </dsp:txBody>
      <dsp:txXfrm>
        <a:off x="1437631" y="531"/>
        <a:ext cx="9077968" cy="1244702"/>
      </dsp:txXfrm>
    </dsp:sp>
    <dsp:sp modelId="{ECB1424F-CA6D-4A2B-A650-DB45B77E5DA7}">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1D4DFA-8989-4A5E-9174-399D3AA9ECBE}">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BC5DE2A-8D89-4688-96CB-48DA8738F254}">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GB" sz="2300" b="0" i="0" kern="1200" baseline="0"/>
            <a:t>By thoroughly investigating incidents and reports, we can identify hazards that are likely to cause future harm.</a:t>
          </a:r>
          <a:endParaRPr lang="en-US" sz="2300" kern="1200"/>
        </a:p>
      </dsp:txBody>
      <dsp:txXfrm>
        <a:off x="1437631" y="1556410"/>
        <a:ext cx="9077968" cy="1244702"/>
      </dsp:txXfrm>
    </dsp:sp>
    <dsp:sp modelId="{287C4542-BA03-4AA8-9D71-744E605F0DCB}">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EAEAEF-4E2E-4FB2-854B-2E5EB4987478}">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FF55AE-3A46-4B45-80D1-33A08EE3D31B}">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GB" sz="2300" b="0" i="0" kern="1200" baseline="0"/>
            <a:t>The purpose of an investigation must always be to identify the root causes (and there is often more than one) of the incident or concern, in order to prevent future occurrences.</a:t>
          </a:r>
          <a:endParaRPr lang="en-US" sz="2300" kern="1200"/>
        </a:p>
      </dsp:txBody>
      <dsp:txXfrm>
        <a:off x="1437631" y="3112289"/>
        <a:ext cx="9077968" cy="1244702"/>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9FA939-7219-431D-A7F7-B53FD2526455}">
      <dsp:nvSpPr>
        <dsp:cNvPr id="0" name=""/>
        <dsp:cNvSpPr/>
      </dsp:nvSpPr>
      <dsp:spPr>
        <a:xfrm>
          <a:off x="134291"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06A4AD-5B81-40F6-8077-63A9DB966D32}">
      <dsp:nvSpPr>
        <dsp:cNvPr id="0" name=""/>
        <dsp:cNvSpPr/>
      </dsp:nvSpPr>
      <dsp:spPr>
        <a:xfrm>
          <a:off x="615713"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b="0" i="0" kern="1200" baseline="0"/>
            <a:t>Emergencies present hazards that need to be recognized and understood. Nonroutine or infrequent tasks, including maintenance and startup/shutdown activities, also present potential hazards.</a:t>
          </a:r>
          <a:endParaRPr lang="en-US" sz="2300" kern="1200"/>
        </a:p>
      </dsp:txBody>
      <dsp:txXfrm>
        <a:off x="696297" y="538547"/>
        <a:ext cx="4171627" cy="2590157"/>
      </dsp:txXfrm>
    </dsp:sp>
    <dsp:sp modelId="{09874666-43BE-4F02-B755-BC8A5D3AE222}">
      <dsp:nvSpPr>
        <dsp:cNvPr id="0" name=""/>
        <dsp:cNvSpPr/>
      </dsp:nvSpPr>
      <dsp:spPr>
        <a:xfrm>
          <a:off x="5429930"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BCB626-7DB7-441C-9DC2-D2E4BF5F710A}">
      <dsp:nvSpPr>
        <dsp:cNvPr id="0" name=""/>
        <dsp:cNvSpPr/>
      </dsp:nvSpPr>
      <dsp:spPr>
        <a:xfrm>
          <a:off x="5911352"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b="0" i="0" kern="1200" baseline="0"/>
            <a:t>Plans and procedures need to be developed for responding appropriately and safely to hazards associated with foreseeable emergency scenarios and nonroutine situations.</a:t>
          </a:r>
          <a:endParaRPr lang="en-US" sz="2300" kern="1200"/>
        </a:p>
      </dsp:txBody>
      <dsp:txXfrm>
        <a:off x="5991936" y="538547"/>
        <a:ext cx="4171627" cy="2590157"/>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926906-8A97-41A7-8B98-26F7ACCE31CC}">
      <dsp:nvSpPr>
        <dsp:cNvPr id="0" name=""/>
        <dsp:cNvSpPr/>
      </dsp:nvSpPr>
      <dsp:spPr>
        <a:xfrm>
          <a:off x="1283" y="314546"/>
          <a:ext cx="4505585" cy="286104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F69240-76B5-4CB3-855A-04D6B23583A3}">
      <dsp:nvSpPr>
        <dsp:cNvPr id="0" name=""/>
        <dsp:cNvSpPr/>
      </dsp:nvSpPr>
      <dsp:spPr>
        <a:xfrm>
          <a:off x="501904" y="790136"/>
          <a:ext cx="4505585" cy="286104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b="0" i="0" kern="1200" baseline="0"/>
            <a:t>The next step is to assess and understand the hazards identified and the types of incidents that could result from worker exposure to those hazards. </a:t>
          </a:r>
          <a:endParaRPr lang="en-US" sz="2800" kern="1200"/>
        </a:p>
      </dsp:txBody>
      <dsp:txXfrm>
        <a:off x="585701" y="873933"/>
        <a:ext cx="4337991" cy="2693452"/>
      </dsp:txXfrm>
    </dsp:sp>
    <dsp:sp modelId="{A03CE5FB-D2D5-403B-8911-D429682F6555}">
      <dsp:nvSpPr>
        <dsp:cNvPr id="0" name=""/>
        <dsp:cNvSpPr/>
      </dsp:nvSpPr>
      <dsp:spPr>
        <a:xfrm>
          <a:off x="5508110" y="314546"/>
          <a:ext cx="4505585" cy="286104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5E5885-3E24-4003-9C9E-26DE1E00D356}">
      <dsp:nvSpPr>
        <dsp:cNvPr id="0" name=""/>
        <dsp:cNvSpPr/>
      </dsp:nvSpPr>
      <dsp:spPr>
        <a:xfrm>
          <a:off x="6008730" y="790136"/>
          <a:ext cx="4505585" cy="286104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b="0" i="0" kern="1200" baseline="0"/>
            <a:t>This information can be used to develop interim controls and to prioritize hazards for permanent control.</a:t>
          </a:r>
          <a:endParaRPr lang="en-US" sz="2800" kern="1200"/>
        </a:p>
      </dsp:txBody>
      <dsp:txXfrm>
        <a:off x="6092527" y="873933"/>
        <a:ext cx="4337991" cy="269345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31F699-7419-498B-A571-9C5D0C5B5F89}">
      <dsp:nvSpPr>
        <dsp:cNvPr id="0" name=""/>
        <dsp:cNvSpPr/>
      </dsp:nvSpPr>
      <dsp:spPr>
        <a:xfrm>
          <a:off x="0" y="531"/>
          <a:ext cx="10515600" cy="124293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D5BA6F-00A9-41AA-A7D3-0AC29869E226}">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0D65B9-14BC-46AF-B925-9E8CE80659E7}">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90000"/>
            </a:lnSpc>
            <a:spcBef>
              <a:spcPct val="0"/>
            </a:spcBef>
            <a:spcAft>
              <a:spcPct val="35000"/>
            </a:spcAft>
            <a:buNone/>
          </a:pPr>
          <a:r>
            <a:rPr lang="en-GB" sz="2100" b="0" i="0" kern="1200" baseline="0"/>
            <a:t>· Evaluate each hazard by considering the severity of potential outcomes, the likelihood that an event or exposure will occur, and the number of workers who might be exposed.</a:t>
          </a:r>
          <a:endParaRPr lang="en-US" sz="2100" kern="1200"/>
        </a:p>
      </dsp:txBody>
      <dsp:txXfrm>
        <a:off x="1435590" y="531"/>
        <a:ext cx="9080009" cy="1242935"/>
      </dsp:txXfrm>
    </dsp:sp>
    <dsp:sp modelId="{6C35F914-55BB-49AD-A39D-A1487BE73716}">
      <dsp:nvSpPr>
        <dsp:cNvPr id="0" name=""/>
        <dsp:cNvSpPr/>
      </dsp:nvSpPr>
      <dsp:spPr>
        <a:xfrm>
          <a:off x="0" y="1554201"/>
          <a:ext cx="10515600" cy="124293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895BD6-7090-4CD0-A022-C20E9EEE40F2}">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E81DF6-72E2-4D7E-9D0F-70AAD69536E7}">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90000"/>
            </a:lnSpc>
            <a:spcBef>
              <a:spcPct val="0"/>
            </a:spcBef>
            <a:spcAft>
              <a:spcPct val="35000"/>
            </a:spcAft>
            <a:buNone/>
          </a:pPr>
          <a:r>
            <a:rPr lang="en-GB" sz="2100" b="0" i="0" kern="1200" baseline="0"/>
            <a:t>Use interim control measures to protect workers until more permanent solutions can be implemented.</a:t>
          </a:r>
          <a:endParaRPr lang="en-US" sz="2100" kern="1200"/>
        </a:p>
      </dsp:txBody>
      <dsp:txXfrm>
        <a:off x="1435590" y="1554201"/>
        <a:ext cx="9080009" cy="1242935"/>
      </dsp:txXfrm>
    </dsp:sp>
    <dsp:sp modelId="{91877BD0-613E-41E5-AEC1-820EA699074F}">
      <dsp:nvSpPr>
        <dsp:cNvPr id="0" name=""/>
        <dsp:cNvSpPr/>
      </dsp:nvSpPr>
      <dsp:spPr>
        <a:xfrm>
          <a:off x="0" y="3107870"/>
          <a:ext cx="10515600" cy="124293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855EF2-5ADB-410B-A6A4-59DCE9A3E4C0}">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0480C0C-3527-4B7B-BDB4-50AD0F4BAEC8}">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90000"/>
            </a:lnSpc>
            <a:spcBef>
              <a:spcPct val="0"/>
            </a:spcBef>
            <a:spcAft>
              <a:spcPct val="35000"/>
            </a:spcAft>
            <a:buNone/>
          </a:pPr>
          <a:r>
            <a:rPr lang="en-GB" sz="2100" b="0" i="0" kern="1200" baseline="0"/>
            <a:t>· Prioritize the hazards so that those presenting the greatest risk are addressed first. Note, however, that employers have an ongoing obligation to control all serious recognized hazards and to protect workers</a:t>
          </a:r>
          <a:endParaRPr lang="en-US" sz="2100" kern="1200"/>
        </a:p>
      </dsp:txBody>
      <dsp:txXfrm>
        <a:off x="1435590" y="3107870"/>
        <a:ext cx="9080009" cy="1242935"/>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396D8B-46AC-49CF-9917-FC89EE389E27}">
      <dsp:nvSpPr>
        <dsp:cNvPr id="0" name=""/>
        <dsp:cNvSpPr/>
      </dsp:nvSpPr>
      <dsp:spPr>
        <a:xfrm>
          <a:off x="3364992" y="2177"/>
          <a:ext cx="3785616" cy="1047465"/>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GB" sz="2700" b="0" i="0" kern="1200" baseline="0" dirty="0"/>
            <a:t>1. Risk matrix</a:t>
          </a:r>
          <a:endParaRPr lang="en-US" sz="2700" kern="1200" dirty="0"/>
        </a:p>
      </dsp:txBody>
      <dsp:txXfrm>
        <a:off x="3416125" y="53310"/>
        <a:ext cx="3683350" cy="945199"/>
      </dsp:txXfrm>
    </dsp:sp>
    <dsp:sp modelId="{F3A672FA-E986-4829-9B53-15BC0E55C909}">
      <dsp:nvSpPr>
        <dsp:cNvPr id="0" name=""/>
        <dsp:cNvSpPr/>
      </dsp:nvSpPr>
      <dsp:spPr>
        <a:xfrm>
          <a:off x="3364992" y="1102016"/>
          <a:ext cx="3785616" cy="1047465"/>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GB" sz="2700" b="0" i="0" kern="1200" baseline="0"/>
            <a:t>2. Failure Mode and Effects Analysis (FMEA)</a:t>
          </a:r>
          <a:endParaRPr lang="en-US" sz="2700" kern="1200"/>
        </a:p>
      </dsp:txBody>
      <dsp:txXfrm>
        <a:off x="3416125" y="1153149"/>
        <a:ext cx="3683350" cy="945199"/>
      </dsp:txXfrm>
    </dsp:sp>
    <dsp:sp modelId="{24AB68B7-CC1A-46F0-9A72-10FC37D5A2E4}">
      <dsp:nvSpPr>
        <dsp:cNvPr id="0" name=""/>
        <dsp:cNvSpPr/>
      </dsp:nvSpPr>
      <dsp:spPr>
        <a:xfrm>
          <a:off x="3364992" y="2201855"/>
          <a:ext cx="3785616" cy="1047465"/>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GB" sz="2700" b="0" i="0" kern="1200" baseline="0"/>
            <a:t>3. Decision Tree</a:t>
          </a:r>
          <a:endParaRPr lang="en-US" sz="2700" kern="1200"/>
        </a:p>
      </dsp:txBody>
      <dsp:txXfrm>
        <a:off x="3416125" y="2252988"/>
        <a:ext cx="3683350" cy="945199"/>
      </dsp:txXfrm>
    </dsp:sp>
    <dsp:sp modelId="{6D7F8EDB-BE2F-45D3-B9EF-F3859F3785F7}">
      <dsp:nvSpPr>
        <dsp:cNvPr id="0" name=""/>
        <dsp:cNvSpPr/>
      </dsp:nvSpPr>
      <dsp:spPr>
        <a:xfrm>
          <a:off x="3364992" y="3301694"/>
          <a:ext cx="3785616" cy="1047465"/>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GB" sz="2700" b="0" i="0" kern="1200" baseline="0"/>
            <a:t>4. Bowtie Mode</a:t>
          </a:r>
          <a:endParaRPr lang="en-US" sz="2700" kern="1200"/>
        </a:p>
      </dsp:txBody>
      <dsp:txXfrm>
        <a:off x="3416125" y="3352827"/>
        <a:ext cx="3683350" cy="94519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32C202-AF6D-480F-85AE-D54ACC193F2A}" type="datetimeFigureOut">
              <a:rPr lang="en-GB" smtClean="0"/>
              <a:t>29/10/2025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9F789A-FD67-48E8-B056-BB53A29F2251}" type="slidenum">
              <a:rPr lang="en-GB" smtClean="0"/>
              <a:t>‹#›</a:t>
            </a:fld>
            <a:endParaRPr lang="en-GB"/>
          </a:p>
        </p:txBody>
      </p:sp>
    </p:spTree>
    <p:extLst>
      <p:ext uri="{BB962C8B-B14F-4D97-AF65-F5344CB8AC3E}">
        <p14:creationId xmlns:p14="http://schemas.microsoft.com/office/powerpoint/2010/main" val="3835774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363869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58255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157065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990824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78533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29F789A-FD67-48E8-B056-BB53A29F2251}" type="slidenum">
              <a:rPr lang="en-GB" smtClean="0"/>
              <a:t>27</a:t>
            </a:fld>
            <a:endParaRPr lang="en-GB"/>
          </a:p>
        </p:txBody>
      </p:sp>
    </p:spTree>
    <p:extLst>
      <p:ext uri="{BB962C8B-B14F-4D97-AF65-F5344CB8AC3E}">
        <p14:creationId xmlns:p14="http://schemas.microsoft.com/office/powerpoint/2010/main" val="532064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4C51-4318-B618-F565-67460A6E60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24C5BA3-3789-D5DC-5F8A-3A2D305257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5BDDCFF-0C96-F723-B7A1-F20176014E0D}"/>
              </a:ext>
            </a:extLst>
          </p:cNvPr>
          <p:cNvSpPr>
            <a:spLocks noGrp="1"/>
          </p:cNvSpPr>
          <p:nvPr>
            <p:ph type="dt" sz="half" idx="10"/>
          </p:nvPr>
        </p:nvSpPr>
        <p:spPr/>
        <p:txBody>
          <a:bodyPr/>
          <a:lstStyle/>
          <a:p>
            <a:fld id="{312D62FE-F677-468E-A083-BE02D3D61082}" type="datetimeFigureOut">
              <a:rPr lang="en-GB" smtClean="0"/>
              <a:t>29/10/2025</a:t>
            </a:fld>
            <a:endParaRPr lang="en-GB"/>
          </a:p>
        </p:txBody>
      </p:sp>
      <p:sp>
        <p:nvSpPr>
          <p:cNvPr id="5" name="Footer Placeholder 4">
            <a:extLst>
              <a:ext uri="{FF2B5EF4-FFF2-40B4-BE49-F238E27FC236}">
                <a16:creationId xmlns:a16="http://schemas.microsoft.com/office/drawing/2014/main" id="{F1473882-578A-3785-54D5-2ABB498A84B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4B9232A-6D77-ED54-D17E-638431E26DC7}"/>
              </a:ext>
            </a:extLst>
          </p:cNvPr>
          <p:cNvSpPr>
            <a:spLocks noGrp="1"/>
          </p:cNvSpPr>
          <p:nvPr>
            <p:ph type="sldNum" sz="quarter" idx="12"/>
          </p:nvPr>
        </p:nvSpPr>
        <p:spPr/>
        <p:txBody>
          <a:bodyPr/>
          <a:lstStyle/>
          <a:p>
            <a:fld id="{34195398-24AB-41E8-92D6-54A49BD14F57}" type="slidenum">
              <a:rPr lang="en-GB" smtClean="0"/>
              <a:t>‹#›</a:t>
            </a:fld>
            <a:endParaRPr lang="en-GB"/>
          </a:p>
        </p:txBody>
      </p:sp>
    </p:spTree>
    <p:extLst>
      <p:ext uri="{BB962C8B-B14F-4D97-AF65-F5344CB8AC3E}">
        <p14:creationId xmlns:p14="http://schemas.microsoft.com/office/powerpoint/2010/main" val="3505368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82C82-94FF-B99D-39CC-EBFBB8FADEE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BC673DE-9FE4-5600-1855-F4CB9532F7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4856B12-023C-2D25-BA88-F49862462248}"/>
              </a:ext>
            </a:extLst>
          </p:cNvPr>
          <p:cNvSpPr>
            <a:spLocks noGrp="1"/>
          </p:cNvSpPr>
          <p:nvPr>
            <p:ph type="dt" sz="half" idx="10"/>
          </p:nvPr>
        </p:nvSpPr>
        <p:spPr/>
        <p:txBody>
          <a:bodyPr/>
          <a:lstStyle/>
          <a:p>
            <a:fld id="{312D62FE-F677-468E-A083-BE02D3D61082}" type="datetimeFigureOut">
              <a:rPr lang="en-GB" smtClean="0"/>
              <a:t>29/10/2025</a:t>
            </a:fld>
            <a:endParaRPr lang="en-GB"/>
          </a:p>
        </p:txBody>
      </p:sp>
      <p:sp>
        <p:nvSpPr>
          <p:cNvPr id="5" name="Footer Placeholder 4">
            <a:extLst>
              <a:ext uri="{FF2B5EF4-FFF2-40B4-BE49-F238E27FC236}">
                <a16:creationId xmlns:a16="http://schemas.microsoft.com/office/drawing/2014/main" id="{ED88504E-6A56-70A8-1939-15D5321EEE1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030BECE-047B-EE1B-7D92-8A3845945C0B}"/>
              </a:ext>
            </a:extLst>
          </p:cNvPr>
          <p:cNvSpPr>
            <a:spLocks noGrp="1"/>
          </p:cNvSpPr>
          <p:nvPr>
            <p:ph type="sldNum" sz="quarter" idx="12"/>
          </p:nvPr>
        </p:nvSpPr>
        <p:spPr/>
        <p:txBody>
          <a:bodyPr/>
          <a:lstStyle/>
          <a:p>
            <a:fld id="{34195398-24AB-41E8-92D6-54A49BD14F57}" type="slidenum">
              <a:rPr lang="en-GB" smtClean="0"/>
              <a:t>‹#›</a:t>
            </a:fld>
            <a:endParaRPr lang="en-GB"/>
          </a:p>
        </p:txBody>
      </p:sp>
    </p:spTree>
    <p:extLst>
      <p:ext uri="{BB962C8B-B14F-4D97-AF65-F5344CB8AC3E}">
        <p14:creationId xmlns:p14="http://schemas.microsoft.com/office/powerpoint/2010/main" val="3999856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EE713-61B9-F369-1BC3-A332027B34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217A950-B372-A431-2EE5-4A6C993CC7C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59DCC4-08C1-BFB6-8364-1AFD16B65033}"/>
              </a:ext>
            </a:extLst>
          </p:cNvPr>
          <p:cNvSpPr>
            <a:spLocks noGrp="1"/>
          </p:cNvSpPr>
          <p:nvPr>
            <p:ph type="dt" sz="half" idx="10"/>
          </p:nvPr>
        </p:nvSpPr>
        <p:spPr/>
        <p:txBody>
          <a:bodyPr/>
          <a:lstStyle/>
          <a:p>
            <a:fld id="{312D62FE-F677-468E-A083-BE02D3D61082}" type="datetimeFigureOut">
              <a:rPr lang="en-GB" smtClean="0"/>
              <a:t>29/10/2025</a:t>
            </a:fld>
            <a:endParaRPr lang="en-GB"/>
          </a:p>
        </p:txBody>
      </p:sp>
      <p:sp>
        <p:nvSpPr>
          <p:cNvPr id="5" name="Footer Placeholder 4">
            <a:extLst>
              <a:ext uri="{FF2B5EF4-FFF2-40B4-BE49-F238E27FC236}">
                <a16:creationId xmlns:a16="http://schemas.microsoft.com/office/drawing/2014/main" id="{5B4DB6CB-A4CC-D72F-A84B-DAA18931D67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0486F29-FD6D-C3AC-B820-A40BB0F9A5B0}"/>
              </a:ext>
            </a:extLst>
          </p:cNvPr>
          <p:cNvSpPr>
            <a:spLocks noGrp="1"/>
          </p:cNvSpPr>
          <p:nvPr>
            <p:ph type="sldNum" sz="quarter" idx="12"/>
          </p:nvPr>
        </p:nvSpPr>
        <p:spPr/>
        <p:txBody>
          <a:bodyPr/>
          <a:lstStyle/>
          <a:p>
            <a:fld id="{34195398-24AB-41E8-92D6-54A49BD14F57}" type="slidenum">
              <a:rPr lang="en-GB" smtClean="0"/>
              <a:t>‹#›</a:t>
            </a:fld>
            <a:endParaRPr lang="en-GB"/>
          </a:p>
        </p:txBody>
      </p:sp>
    </p:spTree>
    <p:extLst>
      <p:ext uri="{BB962C8B-B14F-4D97-AF65-F5344CB8AC3E}">
        <p14:creationId xmlns:p14="http://schemas.microsoft.com/office/powerpoint/2010/main" val="262988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DD36E-9E20-55B4-2B4A-33CD0D7F7EB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96955F4-2D0A-0045-9790-B9DC171839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D5FA2B8-8811-5BB2-7EB0-476C78D7D2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1D2C096-4B7D-C8B6-4300-324CF353D4F2}"/>
              </a:ext>
            </a:extLst>
          </p:cNvPr>
          <p:cNvSpPr>
            <a:spLocks noGrp="1"/>
          </p:cNvSpPr>
          <p:nvPr>
            <p:ph type="dt" sz="half" idx="10"/>
          </p:nvPr>
        </p:nvSpPr>
        <p:spPr/>
        <p:txBody>
          <a:bodyPr/>
          <a:lstStyle/>
          <a:p>
            <a:fld id="{312D62FE-F677-468E-A083-BE02D3D61082}" type="datetimeFigureOut">
              <a:rPr lang="en-GB" smtClean="0"/>
              <a:t>29/10/2025</a:t>
            </a:fld>
            <a:endParaRPr lang="en-GB"/>
          </a:p>
        </p:txBody>
      </p:sp>
      <p:sp>
        <p:nvSpPr>
          <p:cNvPr id="6" name="Footer Placeholder 5">
            <a:extLst>
              <a:ext uri="{FF2B5EF4-FFF2-40B4-BE49-F238E27FC236}">
                <a16:creationId xmlns:a16="http://schemas.microsoft.com/office/drawing/2014/main" id="{650B435E-E49A-4B44-944A-ED4F5E28E00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E6E00E2-0D8E-72A2-E02D-E64F1934FD82}"/>
              </a:ext>
            </a:extLst>
          </p:cNvPr>
          <p:cNvSpPr>
            <a:spLocks noGrp="1"/>
          </p:cNvSpPr>
          <p:nvPr>
            <p:ph type="sldNum" sz="quarter" idx="12"/>
          </p:nvPr>
        </p:nvSpPr>
        <p:spPr/>
        <p:txBody>
          <a:bodyPr/>
          <a:lstStyle/>
          <a:p>
            <a:fld id="{34195398-24AB-41E8-92D6-54A49BD14F57}" type="slidenum">
              <a:rPr lang="en-GB" smtClean="0"/>
              <a:t>‹#›</a:t>
            </a:fld>
            <a:endParaRPr lang="en-GB"/>
          </a:p>
        </p:txBody>
      </p:sp>
    </p:spTree>
    <p:extLst>
      <p:ext uri="{BB962C8B-B14F-4D97-AF65-F5344CB8AC3E}">
        <p14:creationId xmlns:p14="http://schemas.microsoft.com/office/powerpoint/2010/main" val="856550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8C37C-EDD1-7205-D76C-48B53B1E7EE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6397E39-6450-4CCC-1C94-CB6FBC97E8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7DAD26-A2C8-4176-5568-29E2017A4C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EFBD942-C9C1-C959-CF71-8582602720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275133-D502-A71C-975F-FF8B543AC4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A37ECEF-3C15-8855-C9DF-71D4FA6B9A71}"/>
              </a:ext>
            </a:extLst>
          </p:cNvPr>
          <p:cNvSpPr>
            <a:spLocks noGrp="1"/>
          </p:cNvSpPr>
          <p:nvPr>
            <p:ph type="dt" sz="half" idx="10"/>
          </p:nvPr>
        </p:nvSpPr>
        <p:spPr/>
        <p:txBody>
          <a:bodyPr/>
          <a:lstStyle/>
          <a:p>
            <a:fld id="{312D62FE-F677-468E-A083-BE02D3D61082}" type="datetimeFigureOut">
              <a:rPr lang="en-GB" smtClean="0"/>
              <a:t>29/10/2025</a:t>
            </a:fld>
            <a:endParaRPr lang="en-GB"/>
          </a:p>
        </p:txBody>
      </p:sp>
      <p:sp>
        <p:nvSpPr>
          <p:cNvPr id="8" name="Footer Placeholder 7">
            <a:extLst>
              <a:ext uri="{FF2B5EF4-FFF2-40B4-BE49-F238E27FC236}">
                <a16:creationId xmlns:a16="http://schemas.microsoft.com/office/drawing/2014/main" id="{A933B394-18E7-A182-7FC2-A13DAA6C9D7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5607C17-4C8A-6F6C-FBC6-192F4BD34F2D}"/>
              </a:ext>
            </a:extLst>
          </p:cNvPr>
          <p:cNvSpPr>
            <a:spLocks noGrp="1"/>
          </p:cNvSpPr>
          <p:nvPr>
            <p:ph type="sldNum" sz="quarter" idx="12"/>
          </p:nvPr>
        </p:nvSpPr>
        <p:spPr/>
        <p:txBody>
          <a:bodyPr/>
          <a:lstStyle/>
          <a:p>
            <a:fld id="{34195398-24AB-41E8-92D6-54A49BD14F57}" type="slidenum">
              <a:rPr lang="en-GB" smtClean="0"/>
              <a:t>‹#›</a:t>
            </a:fld>
            <a:endParaRPr lang="en-GB"/>
          </a:p>
        </p:txBody>
      </p:sp>
    </p:spTree>
    <p:extLst>
      <p:ext uri="{BB962C8B-B14F-4D97-AF65-F5344CB8AC3E}">
        <p14:creationId xmlns:p14="http://schemas.microsoft.com/office/powerpoint/2010/main" val="33501268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A5B73-D641-CF93-4947-8404A472786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6495A77-BF48-FBA5-CA18-A53D40D421EF}"/>
              </a:ext>
            </a:extLst>
          </p:cNvPr>
          <p:cNvSpPr>
            <a:spLocks noGrp="1"/>
          </p:cNvSpPr>
          <p:nvPr>
            <p:ph type="dt" sz="half" idx="10"/>
          </p:nvPr>
        </p:nvSpPr>
        <p:spPr/>
        <p:txBody>
          <a:bodyPr/>
          <a:lstStyle/>
          <a:p>
            <a:fld id="{312D62FE-F677-468E-A083-BE02D3D61082}" type="datetimeFigureOut">
              <a:rPr lang="en-GB" smtClean="0"/>
              <a:t>29/10/2025</a:t>
            </a:fld>
            <a:endParaRPr lang="en-GB"/>
          </a:p>
        </p:txBody>
      </p:sp>
      <p:sp>
        <p:nvSpPr>
          <p:cNvPr id="4" name="Footer Placeholder 3">
            <a:extLst>
              <a:ext uri="{FF2B5EF4-FFF2-40B4-BE49-F238E27FC236}">
                <a16:creationId xmlns:a16="http://schemas.microsoft.com/office/drawing/2014/main" id="{242E7C0E-E472-672D-D06F-9AD759F9A72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5083C32-B70B-F8DC-9D54-E71740CE4551}"/>
              </a:ext>
            </a:extLst>
          </p:cNvPr>
          <p:cNvSpPr>
            <a:spLocks noGrp="1"/>
          </p:cNvSpPr>
          <p:nvPr>
            <p:ph type="sldNum" sz="quarter" idx="12"/>
          </p:nvPr>
        </p:nvSpPr>
        <p:spPr/>
        <p:txBody>
          <a:bodyPr/>
          <a:lstStyle/>
          <a:p>
            <a:fld id="{34195398-24AB-41E8-92D6-54A49BD14F57}" type="slidenum">
              <a:rPr lang="en-GB" smtClean="0"/>
              <a:t>‹#›</a:t>
            </a:fld>
            <a:endParaRPr lang="en-GB"/>
          </a:p>
        </p:txBody>
      </p:sp>
    </p:spTree>
    <p:extLst>
      <p:ext uri="{BB962C8B-B14F-4D97-AF65-F5344CB8AC3E}">
        <p14:creationId xmlns:p14="http://schemas.microsoft.com/office/powerpoint/2010/main" val="2231388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45F5F4-40DA-B622-AC94-F0FD15A95F3F}"/>
              </a:ext>
            </a:extLst>
          </p:cNvPr>
          <p:cNvSpPr>
            <a:spLocks noGrp="1"/>
          </p:cNvSpPr>
          <p:nvPr>
            <p:ph type="dt" sz="half" idx="10"/>
          </p:nvPr>
        </p:nvSpPr>
        <p:spPr/>
        <p:txBody>
          <a:bodyPr/>
          <a:lstStyle/>
          <a:p>
            <a:fld id="{312D62FE-F677-468E-A083-BE02D3D61082}" type="datetimeFigureOut">
              <a:rPr lang="en-GB" smtClean="0"/>
              <a:t>29/10/2025</a:t>
            </a:fld>
            <a:endParaRPr lang="en-GB"/>
          </a:p>
        </p:txBody>
      </p:sp>
      <p:sp>
        <p:nvSpPr>
          <p:cNvPr id="3" name="Footer Placeholder 2">
            <a:extLst>
              <a:ext uri="{FF2B5EF4-FFF2-40B4-BE49-F238E27FC236}">
                <a16:creationId xmlns:a16="http://schemas.microsoft.com/office/drawing/2014/main" id="{3F7EBAB2-28AD-41E9-A54E-EDCD769BF07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DD68492-C3DF-0DED-7B86-445531C8275E}"/>
              </a:ext>
            </a:extLst>
          </p:cNvPr>
          <p:cNvSpPr>
            <a:spLocks noGrp="1"/>
          </p:cNvSpPr>
          <p:nvPr>
            <p:ph type="sldNum" sz="quarter" idx="12"/>
          </p:nvPr>
        </p:nvSpPr>
        <p:spPr/>
        <p:txBody>
          <a:bodyPr/>
          <a:lstStyle/>
          <a:p>
            <a:fld id="{34195398-24AB-41E8-92D6-54A49BD14F57}" type="slidenum">
              <a:rPr lang="en-GB" smtClean="0"/>
              <a:t>‹#›</a:t>
            </a:fld>
            <a:endParaRPr lang="en-GB"/>
          </a:p>
        </p:txBody>
      </p:sp>
    </p:spTree>
    <p:extLst>
      <p:ext uri="{BB962C8B-B14F-4D97-AF65-F5344CB8AC3E}">
        <p14:creationId xmlns:p14="http://schemas.microsoft.com/office/powerpoint/2010/main" val="861054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8F590-7302-C69A-0318-A57F119AC7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99B37DF-FEC9-C8A9-6914-0B47174190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FDA89C4-EABC-D6E0-9A02-3D07E6F877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27E098-15EF-94F2-0E53-D0A9BEA387EB}"/>
              </a:ext>
            </a:extLst>
          </p:cNvPr>
          <p:cNvSpPr>
            <a:spLocks noGrp="1"/>
          </p:cNvSpPr>
          <p:nvPr>
            <p:ph type="dt" sz="half" idx="10"/>
          </p:nvPr>
        </p:nvSpPr>
        <p:spPr/>
        <p:txBody>
          <a:bodyPr/>
          <a:lstStyle/>
          <a:p>
            <a:fld id="{312D62FE-F677-468E-A083-BE02D3D61082}" type="datetimeFigureOut">
              <a:rPr lang="en-GB" smtClean="0"/>
              <a:t>29/10/2025</a:t>
            </a:fld>
            <a:endParaRPr lang="en-GB"/>
          </a:p>
        </p:txBody>
      </p:sp>
      <p:sp>
        <p:nvSpPr>
          <p:cNvPr id="6" name="Footer Placeholder 5">
            <a:extLst>
              <a:ext uri="{FF2B5EF4-FFF2-40B4-BE49-F238E27FC236}">
                <a16:creationId xmlns:a16="http://schemas.microsoft.com/office/drawing/2014/main" id="{496CE118-1ED0-4D5E-BF4B-F2F9376DEAB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C9563BD-A1FE-B668-CFA0-281ECEF3FD9F}"/>
              </a:ext>
            </a:extLst>
          </p:cNvPr>
          <p:cNvSpPr>
            <a:spLocks noGrp="1"/>
          </p:cNvSpPr>
          <p:nvPr>
            <p:ph type="sldNum" sz="quarter" idx="12"/>
          </p:nvPr>
        </p:nvSpPr>
        <p:spPr/>
        <p:txBody>
          <a:bodyPr/>
          <a:lstStyle/>
          <a:p>
            <a:fld id="{34195398-24AB-41E8-92D6-54A49BD14F57}" type="slidenum">
              <a:rPr lang="en-GB" smtClean="0"/>
              <a:t>‹#›</a:t>
            </a:fld>
            <a:endParaRPr lang="en-GB"/>
          </a:p>
        </p:txBody>
      </p:sp>
    </p:spTree>
    <p:extLst>
      <p:ext uri="{BB962C8B-B14F-4D97-AF65-F5344CB8AC3E}">
        <p14:creationId xmlns:p14="http://schemas.microsoft.com/office/powerpoint/2010/main" val="6821882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6400E-B63A-74A3-536D-F40BF9296B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0251CCD-3605-8F87-1B38-496907B46A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16856DD-14D6-B45A-3F69-6DF321E67E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E50877-BB38-03F4-EF5C-D68EDB4C0E8C}"/>
              </a:ext>
            </a:extLst>
          </p:cNvPr>
          <p:cNvSpPr>
            <a:spLocks noGrp="1"/>
          </p:cNvSpPr>
          <p:nvPr>
            <p:ph type="dt" sz="half" idx="10"/>
          </p:nvPr>
        </p:nvSpPr>
        <p:spPr/>
        <p:txBody>
          <a:bodyPr/>
          <a:lstStyle/>
          <a:p>
            <a:fld id="{312D62FE-F677-468E-A083-BE02D3D61082}" type="datetimeFigureOut">
              <a:rPr lang="en-GB" smtClean="0"/>
              <a:t>29/10/2025</a:t>
            </a:fld>
            <a:endParaRPr lang="en-GB"/>
          </a:p>
        </p:txBody>
      </p:sp>
      <p:sp>
        <p:nvSpPr>
          <p:cNvPr id="6" name="Footer Placeholder 5">
            <a:extLst>
              <a:ext uri="{FF2B5EF4-FFF2-40B4-BE49-F238E27FC236}">
                <a16:creationId xmlns:a16="http://schemas.microsoft.com/office/drawing/2014/main" id="{4A87D6EF-21C5-88F6-BFF3-B14B238ACF4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713FFE2-C727-5907-8D9F-D1A47A16D434}"/>
              </a:ext>
            </a:extLst>
          </p:cNvPr>
          <p:cNvSpPr>
            <a:spLocks noGrp="1"/>
          </p:cNvSpPr>
          <p:nvPr>
            <p:ph type="sldNum" sz="quarter" idx="12"/>
          </p:nvPr>
        </p:nvSpPr>
        <p:spPr/>
        <p:txBody>
          <a:bodyPr/>
          <a:lstStyle/>
          <a:p>
            <a:fld id="{34195398-24AB-41E8-92D6-54A49BD14F57}" type="slidenum">
              <a:rPr lang="en-GB" smtClean="0"/>
              <a:t>‹#›</a:t>
            </a:fld>
            <a:endParaRPr lang="en-GB"/>
          </a:p>
        </p:txBody>
      </p:sp>
    </p:spTree>
    <p:extLst>
      <p:ext uri="{BB962C8B-B14F-4D97-AF65-F5344CB8AC3E}">
        <p14:creationId xmlns:p14="http://schemas.microsoft.com/office/powerpoint/2010/main" val="2475571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CAA2F-CD2D-8892-4FD6-A3EDAE517FF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130A5C2-7925-4D78-E7D1-B8BC17118D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8BF3153-3251-5CE0-0AB4-957932A5CCA6}"/>
              </a:ext>
            </a:extLst>
          </p:cNvPr>
          <p:cNvSpPr>
            <a:spLocks noGrp="1"/>
          </p:cNvSpPr>
          <p:nvPr>
            <p:ph type="dt" sz="half" idx="10"/>
          </p:nvPr>
        </p:nvSpPr>
        <p:spPr/>
        <p:txBody>
          <a:bodyPr/>
          <a:lstStyle/>
          <a:p>
            <a:fld id="{312D62FE-F677-468E-A083-BE02D3D61082}" type="datetimeFigureOut">
              <a:rPr lang="en-GB" smtClean="0"/>
              <a:t>29/10/2025</a:t>
            </a:fld>
            <a:endParaRPr lang="en-GB"/>
          </a:p>
        </p:txBody>
      </p:sp>
      <p:sp>
        <p:nvSpPr>
          <p:cNvPr id="5" name="Footer Placeholder 4">
            <a:extLst>
              <a:ext uri="{FF2B5EF4-FFF2-40B4-BE49-F238E27FC236}">
                <a16:creationId xmlns:a16="http://schemas.microsoft.com/office/drawing/2014/main" id="{F341B0B4-F0A9-1EFB-C727-38B63D080CA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D0816EC-6766-FBA4-9FA7-2C7CE9188834}"/>
              </a:ext>
            </a:extLst>
          </p:cNvPr>
          <p:cNvSpPr>
            <a:spLocks noGrp="1"/>
          </p:cNvSpPr>
          <p:nvPr>
            <p:ph type="sldNum" sz="quarter" idx="12"/>
          </p:nvPr>
        </p:nvSpPr>
        <p:spPr/>
        <p:txBody>
          <a:bodyPr/>
          <a:lstStyle/>
          <a:p>
            <a:fld id="{34195398-24AB-41E8-92D6-54A49BD14F57}" type="slidenum">
              <a:rPr lang="en-GB" smtClean="0"/>
              <a:t>‹#›</a:t>
            </a:fld>
            <a:endParaRPr lang="en-GB"/>
          </a:p>
        </p:txBody>
      </p:sp>
    </p:spTree>
    <p:extLst>
      <p:ext uri="{BB962C8B-B14F-4D97-AF65-F5344CB8AC3E}">
        <p14:creationId xmlns:p14="http://schemas.microsoft.com/office/powerpoint/2010/main" val="2931166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FA3289-73E5-68EB-9F80-08E49406C3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C7BDA05-B33C-909D-8C1F-7D3983EA80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4FE2F37-78CA-D839-CAC9-1122F5F18C44}"/>
              </a:ext>
            </a:extLst>
          </p:cNvPr>
          <p:cNvSpPr>
            <a:spLocks noGrp="1"/>
          </p:cNvSpPr>
          <p:nvPr>
            <p:ph type="dt" sz="half" idx="10"/>
          </p:nvPr>
        </p:nvSpPr>
        <p:spPr/>
        <p:txBody>
          <a:bodyPr/>
          <a:lstStyle/>
          <a:p>
            <a:fld id="{312D62FE-F677-468E-A083-BE02D3D61082}" type="datetimeFigureOut">
              <a:rPr lang="en-GB" smtClean="0"/>
              <a:t>29/10/2025</a:t>
            </a:fld>
            <a:endParaRPr lang="en-GB"/>
          </a:p>
        </p:txBody>
      </p:sp>
      <p:sp>
        <p:nvSpPr>
          <p:cNvPr id="5" name="Footer Placeholder 4">
            <a:extLst>
              <a:ext uri="{FF2B5EF4-FFF2-40B4-BE49-F238E27FC236}">
                <a16:creationId xmlns:a16="http://schemas.microsoft.com/office/drawing/2014/main" id="{84318E63-6107-4ACE-3337-D4E923779FA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4249D30-7F46-74E7-66E7-2FD1471FBA3B}"/>
              </a:ext>
            </a:extLst>
          </p:cNvPr>
          <p:cNvSpPr>
            <a:spLocks noGrp="1"/>
          </p:cNvSpPr>
          <p:nvPr>
            <p:ph type="sldNum" sz="quarter" idx="12"/>
          </p:nvPr>
        </p:nvSpPr>
        <p:spPr/>
        <p:txBody>
          <a:bodyPr/>
          <a:lstStyle/>
          <a:p>
            <a:fld id="{34195398-24AB-41E8-92D6-54A49BD14F57}" type="slidenum">
              <a:rPr lang="en-GB" smtClean="0"/>
              <a:t>‹#›</a:t>
            </a:fld>
            <a:endParaRPr lang="en-GB"/>
          </a:p>
        </p:txBody>
      </p:sp>
    </p:spTree>
    <p:extLst>
      <p:ext uri="{BB962C8B-B14F-4D97-AF65-F5344CB8AC3E}">
        <p14:creationId xmlns:p14="http://schemas.microsoft.com/office/powerpoint/2010/main" val="17814504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6054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 /><Relationship Id="rId1" Type="http://schemas.openxmlformats.org/officeDocument/2006/relationships/slideLayout" Target="../slideLayouts/slideLayout12.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1F897F-4736-8CF7-DFED-5CAF234D7B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F9B941-0BC1-F7B5-4C24-6CC84D0F44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06DCD19-D590-6F83-0581-CF712DF72F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12D62FE-F677-468E-A083-BE02D3D61082}" type="datetimeFigureOut">
              <a:rPr lang="en-GB" smtClean="0"/>
              <a:t>29/10/2025</a:t>
            </a:fld>
            <a:endParaRPr lang="en-GB"/>
          </a:p>
        </p:txBody>
      </p:sp>
      <p:sp>
        <p:nvSpPr>
          <p:cNvPr id="5" name="Footer Placeholder 4">
            <a:extLst>
              <a:ext uri="{FF2B5EF4-FFF2-40B4-BE49-F238E27FC236}">
                <a16:creationId xmlns:a16="http://schemas.microsoft.com/office/drawing/2014/main" id="{A9A493FB-1871-ACD8-F745-D62E3D2852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6ADF26DD-D65A-8F7E-257E-6F9EDDF057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4195398-24AB-41E8-92D6-54A49BD14F57}" type="slidenum">
              <a:rPr lang="en-GB" smtClean="0"/>
              <a:t>‹#›</a:t>
            </a:fld>
            <a:endParaRPr lang="en-GB"/>
          </a:p>
        </p:txBody>
      </p:sp>
    </p:spTree>
    <p:extLst>
      <p:ext uri="{BB962C8B-B14F-4D97-AF65-F5344CB8AC3E}">
        <p14:creationId xmlns:p14="http://schemas.microsoft.com/office/powerpoint/2010/main" val="36862802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0053772"/>
      </p:ext>
    </p:extLst>
  </p:cSld>
  <p:clrMap bg1="lt1" tx1="dk1" bg2="lt2" tx2="dk2" accent1="accent1" accent2="accent2" accent3="accent3" accent4="accent4" accent5="accent5" accent6="accent6" hlink="hlink" folHlink="folHlink"/>
  <p:sldLayoutIdLst>
    <p:sldLayoutId id="2147483661" r:id="rId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2.xml" /><Relationship Id="rId4" Type="http://schemas.openxmlformats.org/officeDocument/2006/relationships/image" Target="../media/image2.jpeg"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2.xml" /></Relationships>
</file>

<file path=ppt/slides/_rels/slide3.xml.rels><?xml version="1.0" encoding="UTF-8" standalone="yes"?>
<Relationships xmlns="http://schemas.openxmlformats.org/package/2006/relationships"><Relationship Id="rId3" Type="http://schemas.openxmlformats.org/officeDocument/2006/relationships/image" Target="../media/image3.jpg" /><Relationship Id="rId2" Type="http://schemas.openxmlformats.org/officeDocument/2006/relationships/notesSlide" Target="../notesSlides/notesSlide3.xml" /><Relationship Id="rId1" Type="http://schemas.openxmlformats.org/officeDocument/2006/relationships/slideLayout" Target="../slideLayouts/slideLayout12.xml" /></Relationships>
</file>

<file path=ppt/slides/_rels/slide4.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notesSlide" Target="../notesSlides/notesSlide4.xml" /><Relationship Id="rId1" Type="http://schemas.openxmlformats.org/officeDocument/2006/relationships/slideLayout" Target="../slideLayouts/slideLayout12.xml" /></Relationships>
</file>

<file path=ppt/slides/_rels/slide5.xml.rels><?xml version="1.0" encoding="UTF-8" standalone="yes"?>
<Relationships xmlns="http://schemas.openxmlformats.org/package/2006/relationships"><Relationship Id="rId3" Type="http://schemas.openxmlformats.org/officeDocument/2006/relationships/image" Target="../media/image5.jpeg" /><Relationship Id="rId2" Type="http://schemas.openxmlformats.org/officeDocument/2006/relationships/notesSlide" Target="../notesSlides/notesSlide5.xml" /><Relationship Id="rId1" Type="http://schemas.openxmlformats.org/officeDocument/2006/relationships/slideLayout" Target="../slideLayouts/slideLayout12.xml" /><Relationship Id="rId4" Type="http://schemas.openxmlformats.org/officeDocument/2006/relationships/image" Target="../media/image6.jpeg" /></Relationships>
</file>

<file path=ppt/slides/_rels/slide6.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6.xml" /><Relationship Id="rId1" Type="http://schemas.openxmlformats.org/officeDocument/2006/relationships/slideLayout" Target="../slideLayouts/slideLayout12.xml" /><Relationship Id="rId4" Type="http://schemas.openxmlformats.org/officeDocument/2006/relationships/image" Target="../media/image8.jpg" /></Relationships>
</file>

<file path=ppt/slides/_rels/slide7.xml.rels><?xml version="1.0" encoding="UTF-8" standalone="yes"?>
<Relationships xmlns="http://schemas.openxmlformats.org/package/2006/relationships"><Relationship Id="rId3" Type="http://schemas.openxmlformats.org/officeDocument/2006/relationships/image" Target="../media/image9.jpg" /><Relationship Id="rId7" Type="http://schemas.openxmlformats.org/officeDocument/2006/relationships/image" Target="../media/image13.svg" /><Relationship Id="rId2" Type="http://schemas.openxmlformats.org/officeDocument/2006/relationships/notesSlide" Target="../notesSlides/notesSlide7.xml" /><Relationship Id="rId1" Type="http://schemas.openxmlformats.org/officeDocument/2006/relationships/slideLayout" Target="../slideLayouts/slideLayout12.xml" /><Relationship Id="rId6" Type="http://schemas.openxmlformats.org/officeDocument/2006/relationships/image" Target="../media/image12.png" /><Relationship Id="rId5" Type="http://schemas.openxmlformats.org/officeDocument/2006/relationships/image" Target="../media/image11.svg" /><Relationship Id="rId4" Type="http://schemas.openxmlformats.org/officeDocument/2006/relationships/image" Target="../media/image10.png" /></Relationships>
</file>

<file path=ppt/slides/_rels/slide8.xml.rels><?xml version="1.0" encoding="UTF-8" standalone="yes"?>
<Relationships xmlns="http://schemas.openxmlformats.org/package/2006/relationships"><Relationship Id="rId8" Type="http://schemas.openxmlformats.org/officeDocument/2006/relationships/image" Target="../media/image19.svg" /><Relationship Id="rId3" Type="http://schemas.openxmlformats.org/officeDocument/2006/relationships/image" Target="../media/image14.png" /><Relationship Id="rId7" Type="http://schemas.openxmlformats.org/officeDocument/2006/relationships/image" Target="../media/image18.png" /><Relationship Id="rId2" Type="http://schemas.openxmlformats.org/officeDocument/2006/relationships/notesSlide" Target="../notesSlides/notesSlide8.xml" /><Relationship Id="rId1" Type="http://schemas.openxmlformats.org/officeDocument/2006/relationships/slideLayout" Target="../slideLayouts/slideLayout12.xml" /><Relationship Id="rId6" Type="http://schemas.openxmlformats.org/officeDocument/2006/relationships/image" Target="../media/image17.svg" /><Relationship Id="rId5" Type="http://schemas.openxmlformats.org/officeDocument/2006/relationships/image" Target="../media/image16.png" /><Relationship Id="rId10" Type="http://schemas.openxmlformats.org/officeDocument/2006/relationships/image" Target="../media/image21.jpeg" /><Relationship Id="rId4" Type="http://schemas.openxmlformats.org/officeDocument/2006/relationships/image" Target="../media/image15.svg" /><Relationship Id="rId9" Type="http://schemas.openxmlformats.org/officeDocument/2006/relationships/image" Target="../media/image20.png" /></Relationships>
</file>

<file path=ppt/slides/_rels/slide9.xml.rels><?xml version="1.0" encoding="UTF-8" standalone="yes"?>
<Relationships xmlns="http://schemas.openxmlformats.org/package/2006/relationships"><Relationship Id="rId3" Type="http://schemas.openxmlformats.org/officeDocument/2006/relationships/image" Target="../media/image10.png" /><Relationship Id="rId7" Type="http://schemas.openxmlformats.org/officeDocument/2006/relationships/image" Target="../media/image22.jpg" /><Relationship Id="rId2" Type="http://schemas.openxmlformats.org/officeDocument/2006/relationships/notesSlide" Target="../notesSlides/notesSlide9.xml" /><Relationship Id="rId1" Type="http://schemas.openxmlformats.org/officeDocument/2006/relationships/slideLayout" Target="../slideLayouts/slideLayout12.xml" /><Relationship Id="rId6" Type="http://schemas.openxmlformats.org/officeDocument/2006/relationships/image" Target="../media/image13.svg" /><Relationship Id="rId5" Type="http://schemas.openxmlformats.org/officeDocument/2006/relationships/image" Target="../media/image12.png" /><Relationship Id="rId4" Type="http://schemas.openxmlformats.org/officeDocument/2006/relationships/image" Target="../media/image11.svg" /></Relationships>
</file>

<file path=ppt/slides/_rels/slide10.xml.rels><?xml version="1.0" encoding="UTF-8" standalone="yes"?>
<Relationships xmlns="http://schemas.openxmlformats.org/package/2006/relationships"><Relationship Id="rId8" Type="http://schemas.openxmlformats.org/officeDocument/2006/relationships/image" Target="../media/image19.svg" /><Relationship Id="rId13" Type="http://schemas.openxmlformats.org/officeDocument/2006/relationships/image" Target="../media/image27.png" /><Relationship Id="rId3" Type="http://schemas.openxmlformats.org/officeDocument/2006/relationships/image" Target="../media/image14.png" /><Relationship Id="rId7" Type="http://schemas.openxmlformats.org/officeDocument/2006/relationships/image" Target="../media/image18.png" /><Relationship Id="rId12" Type="http://schemas.openxmlformats.org/officeDocument/2006/relationships/image" Target="../media/image26.svg" /><Relationship Id="rId2" Type="http://schemas.openxmlformats.org/officeDocument/2006/relationships/notesSlide" Target="../notesSlides/notesSlide10.xml" /><Relationship Id="rId1" Type="http://schemas.openxmlformats.org/officeDocument/2006/relationships/slideLayout" Target="../slideLayouts/slideLayout12.xml" /><Relationship Id="rId6" Type="http://schemas.openxmlformats.org/officeDocument/2006/relationships/image" Target="../media/image17.svg" /><Relationship Id="rId11" Type="http://schemas.openxmlformats.org/officeDocument/2006/relationships/image" Target="../media/image25.png" /><Relationship Id="rId5" Type="http://schemas.openxmlformats.org/officeDocument/2006/relationships/image" Target="../media/image16.png" /><Relationship Id="rId10" Type="http://schemas.openxmlformats.org/officeDocument/2006/relationships/image" Target="../media/image24.jpg" /><Relationship Id="rId4" Type="http://schemas.openxmlformats.org/officeDocument/2006/relationships/image" Target="../media/image15.svg" /><Relationship Id="rId9" Type="http://schemas.openxmlformats.org/officeDocument/2006/relationships/image" Target="../media/image23.jpg" /><Relationship Id="rId14" Type="http://schemas.openxmlformats.org/officeDocument/2006/relationships/image" Target="../media/image28.svg" /></Relationships>
</file>

<file path=ppt/slides/_rels/slide11.xml.rels><?xml version="1.0" encoding="UTF-8" standalone="yes"?>
<Relationships xmlns="http://schemas.openxmlformats.org/package/2006/relationships"><Relationship Id="rId3" Type="http://schemas.openxmlformats.org/officeDocument/2006/relationships/image" Target="../media/image10.png" /><Relationship Id="rId7" Type="http://schemas.openxmlformats.org/officeDocument/2006/relationships/image" Target="../media/image29.jpg" /><Relationship Id="rId2" Type="http://schemas.openxmlformats.org/officeDocument/2006/relationships/notesSlide" Target="../notesSlides/notesSlide11.xml" /><Relationship Id="rId1" Type="http://schemas.openxmlformats.org/officeDocument/2006/relationships/slideLayout" Target="../slideLayouts/slideLayout12.xml" /><Relationship Id="rId6" Type="http://schemas.openxmlformats.org/officeDocument/2006/relationships/image" Target="../media/image13.svg" /><Relationship Id="rId5" Type="http://schemas.openxmlformats.org/officeDocument/2006/relationships/image" Target="../media/image12.png" /><Relationship Id="rId4" Type="http://schemas.openxmlformats.org/officeDocument/2006/relationships/image" Target="../media/image11.svg" /></Relationships>
</file>

<file path=ppt/slides/_rels/slide12.xml.rels><?xml version="1.0" encoding="UTF-8" standalone="yes"?>
<Relationships xmlns="http://schemas.openxmlformats.org/package/2006/relationships"><Relationship Id="rId3" Type="http://schemas.openxmlformats.org/officeDocument/2006/relationships/image" Target="../media/image31.jpg" /><Relationship Id="rId2" Type="http://schemas.openxmlformats.org/officeDocument/2006/relationships/image" Target="../media/image30.jpeg"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3" Type="http://schemas.openxmlformats.org/officeDocument/2006/relationships/image" Target="../media/image33.jpeg" /><Relationship Id="rId2" Type="http://schemas.openxmlformats.org/officeDocument/2006/relationships/image" Target="../media/image32.jp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3" Type="http://schemas.openxmlformats.org/officeDocument/2006/relationships/image" Target="../media/image34.jpg" /><Relationship Id="rId2" Type="http://schemas.openxmlformats.org/officeDocument/2006/relationships/image" Target="../media/image9.jp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35.emf"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3" Type="http://schemas.openxmlformats.org/officeDocument/2006/relationships/image" Target="../media/image37.png" /><Relationship Id="rId2" Type="http://schemas.openxmlformats.org/officeDocument/2006/relationships/image" Target="../media/image36.pn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38.pn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39.jpe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3" Type="http://schemas.openxmlformats.org/officeDocument/2006/relationships/image" Target="../media/image41.jpg" /><Relationship Id="rId2" Type="http://schemas.openxmlformats.org/officeDocument/2006/relationships/image" Target="../media/image40.jp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3" Type="http://schemas.openxmlformats.org/officeDocument/2006/relationships/image" Target="../media/image43.jpg" /><Relationship Id="rId2" Type="http://schemas.openxmlformats.org/officeDocument/2006/relationships/image" Target="../media/image42.png"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3" Type="http://schemas.openxmlformats.org/officeDocument/2006/relationships/image" Target="../media/image45.jpg" /><Relationship Id="rId2" Type="http://schemas.openxmlformats.org/officeDocument/2006/relationships/image" Target="../media/image44.jpg" /><Relationship Id="rId1" Type="http://schemas.openxmlformats.org/officeDocument/2006/relationships/slideLayout" Target="../slideLayouts/slideLayout2.xml" /><Relationship Id="rId4" Type="http://schemas.openxmlformats.org/officeDocument/2006/relationships/image" Target="../media/image33.jpeg" /></Relationships>
</file>

<file path=ppt/slides/_rels/slide22.xml.rels><?xml version="1.0" encoding="UTF-8" standalone="yes"?>
<Relationships xmlns="http://schemas.openxmlformats.org/package/2006/relationships"><Relationship Id="rId3" Type="http://schemas.openxmlformats.org/officeDocument/2006/relationships/image" Target="../media/image47.jpg" /><Relationship Id="rId2" Type="http://schemas.openxmlformats.org/officeDocument/2006/relationships/image" Target="../media/image46.jpeg" /><Relationship Id="rId1" Type="http://schemas.openxmlformats.org/officeDocument/2006/relationships/slideLayout" Target="../slideLayouts/slideLayout1.xml" /></Relationships>
</file>

<file path=ppt/slides/_rels/slide23.xml.rels><?xml version="1.0" encoding="UTF-8" standalone="yes"?>
<Relationships xmlns="http://schemas.openxmlformats.org/package/2006/relationships"><Relationship Id="rId2" Type="http://schemas.openxmlformats.org/officeDocument/2006/relationships/image" Target="../media/image48.jpeg"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2" Type="http://schemas.openxmlformats.org/officeDocument/2006/relationships/image" Target="../media/image49.jpg"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3" Type="http://schemas.openxmlformats.org/officeDocument/2006/relationships/image" Target="../media/image51.JPG" /><Relationship Id="rId2" Type="http://schemas.openxmlformats.org/officeDocument/2006/relationships/image" Target="../media/image50.jpg"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2" Type="http://schemas.openxmlformats.org/officeDocument/2006/relationships/image" Target="../media/image52.png" /><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3" Type="http://schemas.openxmlformats.org/officeDocument/2006/relationships/image" Target="../media/image53.jpg" /><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2" Type="http://schemas.openxmlformats.org/officeDocument/2006/relationships/image" Target="../media/image54.jpg"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2" Type="http://schemas.openxmlformats.org/officeDocument/2006/relationships/image" Target="../media/image55.jpg"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2" Type="http://schemas.openxmlformats.org/officeDocument/2006/relationships/image" Target="../media/image56.jpg" /><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2" Type="http://schemas.openxmlformats.org/officeDocument/2006/relationships/image" Target="../media/image57.png" /><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xml" /><Relationship Id="rId2" Type="http://schemas.openxmlformats.org/officeDocument/2006/relationships/diagramData" Target="../diagrams/data1.xml" /><Relationship Id="rId1" Type="http://schemas.openxmlformats.org/officeDocument/2006/relationships/slideLayout" Target="../slideLayouts/slideLayout2.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_rels/slide33.xml.rels><?xml version="1.0" encoding="UTF-8" standalone="yes"?>
<Relationships xmlns="http://schemas.openxmlformats.org/package/2006/relationships"><Relationship Id="rId2" Type="http://schemas.openxmlformats.org/officeDocument/2006/relationships/image" Target="../media/image58.png" /><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2" Type="http://schemas.openxmlformats.org/officeDocument/2006/relationships/image" Target="../media/image59.png" /><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2" Type="http://schemas.openxmlformats.org/officeDocument/2006/relationships/image" Target="../media/image60.jpg" /><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2" Type="http://schemas.openxmlformats.org/officeDocument/2006/relationships/image" Target="../media/image61.jpg" /><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2" Type="http://schemas.openxmlformats.org/officeDocument/2006/relationships/image" Target="../media/image62.jpg" /><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2" Type="http://schemas.openxmlformats.org/officeDocument/2006/relationships/image" Target="../media/image63.jpg" /><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2" Type="http://schemas.openxmlformats.org/officeDocument/2006/relationships/image" Target="../media/image64.jpg" /><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2" Type="http://schemas.openxmlformats.org/officeDocument/2006/relationships/image" Target="../media/image65.jpg" /><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2" Type="http://schemas.openxmlformats.org/officeDocument/2006/relationships/image" Target="../media/image66.jpg" /><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2" Type="http://schemas.openxmlformats.org/officeDocument/2006/relationships/image" Target="../media/image67.jpg" /><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2" Type="http://schemas.openxmlformats.org/officeDocument/2006/relationships/image" Target="../media/image68.jpg" /><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2" Type="http://schemas.openxmlformats.org/officeDocument/2006/relationships/image" Target="../media/image69.jpg" /><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2" Type="http://schemas.openxmlformats.org/officeDocument/2006/relationships/image" Target="../media/image70.jpg" /><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2" Type="http://schemas.openxmlformats.org/officeDocument/2006/relationships/image" Target="../media/image71.jpg" /><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2" Type="http://schemas.openxmlformats.org/officeDocument/2006/relationships/image" Target="../media/image72.jpg" /><Relationship Id="rId1" Type="http://schemas.openxmlformats.org/officeDocument/2006/relationships/slideLayout" Target="../slideLayouts/slideLayout1.xml" /></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2.xml" /><Relationship Id="rId2" Type="http://schemas.openxmlformats.org/officeDocument/2006/relationships/diagramData" Target="../diagrams/data2.xml" /><Relationship Id="rId1" Type="http://schemas.openxmlformats.org/officeDocument/2006/relationships/slideLayout" Target="../slideLayouts/slideLayout2.xml" /><Relationship Id="rId6" Type="http://schemas.microsoft.com/office/2007/relationships/diagramDrawing" Target="../diagrams/drawing2.xml" /><Relationship Id="rId5" Type="http://schemas.openxmlformats.org/officeDocument/2006/relationships/diagramColors" Target="../diagrams/colors2.xml" /><Relationship Id="rId4" Type="http://schemas.openxmlformats.org/officeDocument/2006/relationships/diagramQuickStyle" Target="../diagrams/quickStyle2.xml" /></Relationships>
</file>

<file path=ppt/slides/_rels/slide49.xml.rels><?xml version="1.0" encoding="UTF-8" standalone="yes"?>
<Relationships xmlns="http://schemas.openxmlformats.org/package/2006/relationships"><Relationship Id="rId3" Type="http://schemas.openxmlformats.org/officeDocument/2006/relationships/image" Target="../media/image28.svg" /><Relationship Id="rId2" Type="http://schemas.openxmlformats.org/officeDocument/2006/relationships/image" Target="../media/image27.png" /><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3" Type="http://schemas.openxmlformats.org/officeDocument/2006/relationships/image" Target="../media/image74.svg" /><Relationship Id="rId2" Type="http://schemas.openxmlformats.org/officeDocument/2006/relationships/image" Target="../media/image73.png" /><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3" Type="http://schemas.openxmlformats.org/officeDocument/2006/relationships/image" Target="../media/image76.svg" /><Relationship Id="rId2" Type="http://schemas.openxmlformats.org/officeDocument/2006/relationships/image" Target="../media/image75.png" /><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3" Type="http://schemas.openxmlformats.org/officeDocument/2006/relationships/image" Target="../media/image78.svg" /><Relationship Id="rId2" Type="http://schemas.openxmlformats.org/officeDocument/2006/relationships/image" Target="../media/image77.png" /><Relationship Id="rId1" Type="http://schemas.openxmlformats.org/officeDocument/2006/relationships/slideLayout" Target="../slideLayouts/slideLayout2.xml" /></Relationships>
</file>

<file path=ppt/slides/_rels/slide53.xml.rels><?xml version="1.0" encoding="UTF-8" standalone="yes"?>
<Relationships xmlns="http://schemas.openxmlformats.org/package/2006/relationships"><Relationship Id="rId3" Type="http://schemas.openxmlformats.org/officeDocument/2006/relationships/image" Target="../media/image80.svg" /><Relationship Id="rId2" Type="http://schemas.openxmlformats.org/officeDocument/2006/relationships/image" Target="../media/image79.png" /><Relationship Id="rId1" Type="http://schemas.openxmlformats.org/officeDocument/2006/relationships/slideLayout" Target="../slideLayouts/slideLayout2.xml" /></Relationships>
</file>

<file path=ppt/slides/_rels/slide54.xml.rels><?xml version="1.0" encoding="UTF-8" standalone="yes"?>
<Relationships xmlns="http://schemas.openxmlformats.org/package/2006/relationships"><Relationship Id="rId3" Type="http://schemas.openxmlformats.org/officeDocument/2006/relationships/image" Target="../media/image82.svg" /><Relationship Id="rId2" Type="http://schemas.openxmlformats.org/officeDocument/2006/relationships/image" Target="../media/image81.png" /><Relationship Id="rId1" Type="http://schemas.openxmlformats.org/officeDocument/2006/relationships/slideLayout" Target="../slideLayouts/slideLayout2.xml" /></Relationships>
</file>

<file path=ppt/slides/_rels/slide55.xml.rels><?xml version="1.0" encoding="UTF-8" standalone="yes"?>
<Relationships xmlns="http://schemas.openxmlformats.org/package/2006/relationships"><Relationship Id="rId3" Type="http://schemas.openxmlformats.org/officeDocument/2006/relationships/image" Target="../media/image84.svg" /><Relationship Id="rId2" Type="http://schemas.openxmlformats.org/officeDocument/2006/relationships/image" Target="../media/image83.png" /><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2" Type="http://schemas.openxmlformats.org/officeDocument/2006/relationships/image" Target="../media/image85.png" /><Relationship Id="rId1" Type="http://schemas.openxmlformats.org/officeDocument/2006/relationships/slideLayout" Target="../slideLayouts/slideLayout1.xml" /></Relationships>
</file>

<file path=ppt/slides/_rels/slide57.xml.rels><?xml version="1.0" encoding="UTF-8" standalone="yes"?>
<Relationships xmlns="http://schemas.openxmlformats.org/package/2006/relationships"><Relationship Id="rId3" Type="http://schemas.openxmlformats.org/officeDocument/2006/relationships/diagramData" Target="../diagrams/data3.xml" /><Relationship Id="rId7" Type="http://schemas.microsoft.com/office/2007/relationships/diagramDrawing" Target="../diagrams/drawing3.xml" /><Relationship Id="rId2" Type="http://schemas.openxmlformats.org/officeDocument/2006/relationships/image" Target="../media/image86.jpg" /><Relationship Id="rId1" Type="http://schemas.openxmlformats.org/officeDocument/2006/relationships/slideLayout" Target="../slideLayouts/slideLayout2.xml" /><Relationship Id="rId6" Type="http://schemas.openxmlformats.org/officeDocument/2006/relationships/diagramColors" Target="../diagrams/colors3.xml" /><Relationship Id="rId5" Type="http://schemas.openxmlformats.org/officeDocument/2006/relationships/diagramQuickStyle" Target="../diagrams/quickStyle3.xml" /><Relationship Id="rId4" Type="http://schemas.openxmlformats.org/officeDocument/2006/relationships/diagramLayout" Target="../diagrams/layout3.xml" /></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 standalone="yes"?>
<Relationships xmlns="http://schemas.openxmlformats.org/package/2006/relationships"><Relationship Id="rId2" Type="http://schemas.openxmlformats.org/officeDocument/2006/relationships/image" Target="../media/image87.jpg" /><Relationship Id="rId1" Type="http://schemas.openxmlformats.org/officeDocument/2006/relationships/slideLayout" Target="../slideLayouts/slideLayout1.xml" /></Relationships>
</file>

<file path=ppt/slides/_rels/slide60.xml.rels><?xml version="1.0" encoding="UTF-8" standalone="yes"?>
<Relationships xmlns="http://schemas.openxmlformats.org/package/2006/relationships"><Relationship Id="rId3" Type="http://schemas.openxmlformats.org/officeDocument/2006/relationships/diagramData" Target="../diagrams/data4.xml" /><Relationship Id="rId7" Type="http://schemas.microsoft.com/office/2007/relationships/diagramDrawing" Target="../diagrams/drawing4.xml" /><Relationship Id="rId2" Type="http://schemas.openxmlformats.org/officeDocument/2006/relationships/image" Target="../media/image88.jpeg" /><Relationship Id="rId1" Type="http://schemas.openxmlformats.org/officeDocument/2006/relationships/slideLayout" Target="../slideLayouts/slideLayout2.xml" /><Relationship Id="rId6" Type="http://schemas.openxmlformats.org/officeDocument/2006/relationships/diagramColors" Target="../diagrams/colors4.xml" /><Relationship Id="rId5" Type="http://schemas.openxmlformats.org/officeDocument/2006/relationships/diagramQuickStyle" Target="../diagrams/quickStyle4.xml" /><Relationship Id="rId4" Type="http://schemas.openxmlformats.org/officeDocument/2006/relationships/diagramLayout" Target="../diagrams/layout4.xml" /></Relationships>
</file>

<file path=ppt/slides/_rels/slide61.xml.rels><?xml version="1.0" encoding="UTF-8" standalone="yes"?>
<Relationships xmlns="http://schemas.openxmlformats.org/package/2006/relationships"><Relationship Id="rId2" Type="http://schemas.openxmlformats.org/officeDocument/2006/relationships/image" Target="../media/image89.png" /><Relationship Id="rId1" Type="http://schemas.openxmlformats.org/officeDocument/2006/relationships/slideLayout" Target="../slideLayouts/slideLayout2.xml" /></Relationships>
</file>

<file path=ppt/slides/_rels/slide62.xml.rels><?xml version="1.0" encoding="UTF-8" standalone="yes"?>
<Relationships xmlns="http://schemas.openxmlformats.org/package/2006/relationships"><Relationship Id="rId2" Type="http://schemas.openxmlformats.org/officeDocument/2006/relationships/image" Target="../media/image90.png" /><Relationship Id="rId1" Type="http://schemas.openxmlformats.org/officeDocument/2006/relationships/slideLayout" Target="../slideLayouts/slideLayout2.xml" /></Relationships>
</file>

<file path=ppt/slides/_rels/slide63.xml.rels><?xml version="1.0" encoding="UTF-8" standalone="yes"?>
<Relationships xmlns="http://schemas.openxmlformats.org/package/2006/relationships"><Relationship Id="rId2" Type="http://schemas.openxmlformats.org/officeDocument/2006/relationships/image" Target="../media/image91.png" /><Relationship Id="rId1" Type="http://schemas.openxmlformats.org/officeDocument/2006/relationships/slideLayout" Target="../slideLayouts/slideLayout2.xml" /></Relationships>
</file>

<file path=ppt/slides/_rels/slide64.xml.rels><?xml version="1.0" encoding="UTF-8" standalone="yes"?>
<Relationships xmlns="http://schemas.openxmlformats.org/package/2006/relationships"><Relationship Id="rId2" Type="http://schemas.openxmlformats.org/officeDocument/2006/relationships/image" Target="../media/image92.png" /><Relationship Id="rId1" Type="http://schemas.openxmlformats.org/officeDocument/2006/relationships/slideLayout" Target="../slideLayouts/slideLayout2.xml" /></Relationships>
</file>

<file path=ppt/slides/_rels/slide65.xml.rels><?xml version="1.0" encoding="UTF-8" standalone="yes"?>
<Relationships xmlns="http://schemas.openxmlformats.org/package/2006/relationships"><Relationship Id="rId2" Type="http://schemas.openxmlformats.org/officeDocument/2006/relationships/image" Target="../media/image93.png" /><Relationship Id="rId1" Type="http://schemas.openxmlformats.org/officeDocument/2006/relationships/slideLayout" Target="../slideLayouts/slideLayout2.xml" /></Relationships>
</file>

<file path=ppt/slides/_rels/slide66.xml.rels><?xml version="1.0" encoding="UTF-8" standalone="yes"?>
<Relationships xmlns="http://schemas.openxmlformats.org/package/2006/relationships"><Relationship Id="rId3" Type="http://schemas.openxmlformats.org/officeDocument/2006/relationships/diagramData" Target="../diagrams/data5.xml" /><Relationship Id="rId7" Type="http://schemas.microsoft.com/office/2007/relationships/diagramDrawing" Target="../diagrams/drawing5.xml" /><Relationship Id="rId2" Type="http://schemas.openxmlformats.org/officeDocument/2006/relationships/image" Target="../media/image94.jpeg" /><Relationship Id="rId1" Type="http://schemas.openxmlformats.org/officeDocument/2006/relationships/slideLayout" Target="../slideLayouts/slideLayout2.xml" /><Relationship Id="rId6" Type="http://schemas.openxmlformats.org/officeDocument/2006/relationships/diagramColors" Target="../diagrams/colors5.xml" /><Relationship Id="rId5" Type="http://schemas.openxmlformats.org/officeDocument/2006/relationships/diagramQuickStyle" Target="../diagrams/quickStyle5.xml" /><Relationship Id="rId4" Type="http://schemas.openxmlformats.org/officeDocument/2006/relationships/diagramLayout" Target="../diagrams/layout5.xml" /></Relationships>
</file>

<file path=ppt/slides/_rels/slide67.xml.rels><?xml version="1.0" encoding="UTF-8" standalone="yes"?>
<Relationships xmlns="http://schemas.openxmlformats.org/package/2006/relationships"><Relationship Id="rId3" Type="http://schemas.openxmlformats.org/officeDocument/2006/relationships/diagramData" Target="../diagrams/data6.xml" /><Relationship Id="rId7" Type="http://schemas.microsoft.com/office/2007/relationships/diagramDrawing" Target="../diagrams/drawing6.xml" /><Relationship Id="rId2" Type="http://schemas.openxmlformats.org/officeDocument/2006/relationships/image" Target="../media/image95.jpeg" /><Relationship Id="rId1" Type="http://schemas.openxmlformats.org/officeDocument/2006/relationships/slideLayout" Target="../slideLayouts/slideLayout2.xml" /><Relationship Id="rId6" Type="http://schemas.openxmlformats.org/officeDocument/2006/relationships/diagramColors" Target="../diagrams/colors6.xml" /><Relationship Id="rId5" Type="http://schemas.openxmlformats.org/officeDocument/2006/relationships/diagramQuickStyle" Target="../diagrams/quickStyle6.xml" /><Relationship Id="rId4" Type="http://schemas.openxmlformats.org/officeDocument/2006/relationships/diagramLayout" Target="../diagrams/layout6.xml" /></Relationships>
</file>

<file path=ppt/slides/_rels/slide68.xml.rels><?xml version="1.0" encoding="UTF-8" standalone="yes"?>
<Relationships xmlns="http://schemas.openxmlformats.org/package/2006/relationships"><Relationship Id="rId3" Type="http://schemas.openxmlformats.org/officeDocument/2006/relationships/diagramLayout" Target="../diagrams/layout7.xml" /><Relationship Id="rId2" Type="http://schemas.openxmlformats.org/officeDocument/2006/relationships/diagramData" Target="../diagrams/data7.xml" /><Relationship Id="rId1" Type="http://schemas.openxmlformats.org/officeDocument/2006/relationships/slideLayout" Target="../slideLayouts/slideLayout2.xml" /><Relationship Id="rId6" Type="http://schemas.microsoft.com/office/2007/relationships/diagramDrawing" Target="../diagrams/drawing7.xml" /><Relationship Id="rId5" Type="http://schemas.openxmlformats.org/officeDocument/2006/relationships/diagramColors" Target="../diagrams/colors7.xml" /><Relationship Id="rId4" Type="http://schemas.openxmlformats.org/officeDocument/2006/relationships/diagramQuickStyle" Target="../diagrams/quickStyle7.xml" /></Relationships>
</file>

<file path=ppt/slides/_rels/slide69.xml.rels><?xml version="1.0" encoding="UTF-8" standalone="yes"?>
<Relationships xmlns="http://schemas.openxmlformats.org/package/2006/relationships"><Relationship Id="rId2" Type="http://schemas.openxmlformats.org/officeDocument/2006/relationships/image" Target="../media/image102.png" /><Relationship Id="rId1" Type="http://schemas.openxmlformats.org/officeDocument/2006/relationships/slideLayout" Target="../slideLayouts/slideLayout2.xml" /></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8.xml" /><Relationship Id="rId2" Type="http://schemas.openxmlformats.org/officeDocument/2006/relationships/diagramData" Target="../diagrams/data8.xml" /><Relationship Id="rId1" Type="http://schemas.openxmlformats.org/officeDocument/2006/relationships/slideLayout" Target="../slideLayouts/slideLayout2.xml" /><Relationship Id="rId6" Type="http://schemas.microsoft.com/office/2007/relationships/diagramDrawing" Target="../diagrams/drawing8.xml" /><Relationship Id="rId5" Type="http://schemas.openxmlformats.org/officeDocument/2006/relationships/diagramColors" Target="../diagrams/colors8.xml" /><Relationship Id="rId4" Type="http://schemas.openxmlformats.org/officeDocument/2006/relationships/diagramQuickStyle" Target="../diagrams/quickStyle8.xml" /></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9.xml" /><Relationship Id="rId2" Type="http://schemas.openxmlformats.org/officeDocument/2006/relationships/diagramData" Target="../diagrams/data9.xml" /><Relationship Id="rId1" Type="http://schemas.openxmlformats.org/officeDocument/2006/relationships/slideLayout" Target="../slideLayouts/slideLayout2.xml" /><Relationship Id="rId6" Type="http://schemas.microsoft.com/office/2007/relationships/diagramDrawing" Target="../diagrams/drawing9.xml" /><Relationship Id="rId5" Type="http://schemas.openxmlformats.org/officeDocument/2006/relationships/diagramColors" Target="../diagrams/colors9.xml" /><Relationship Id="rId4" Type="http://schemas.openxmlformats.org/officeDocument/2006/relationships/diagramQuickStyle" Target="../diagrams/quickStyle9.xml" /></Relationships>
</file>

<file path=ppt/slides/_rels/slide72.xml.rels><?xml version="1.0" encoding="UTF-8" standalone="yes"?>
<Relationships xmlns="http://schemas.openxmlformats.org/package/2006/relationships"><Relationship Id="rId3" Type="http://schemas.openxmlformats.org/officeDocument/2006/relationships/image" Target="../media/image123.svg" /><Relationship Id="rId2" Type="http://schemas.openxmlformats.org/officeDocument/2006/relationships/image" Target="../media/image122.png" /><Relationship Id="rId1" Type="http://schemas.openxmlformats.org/officeDocument/2006/relationships/slideLayout" Target="../slideLayouts/slideLayout2.xml" /></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10.xml" /><Relationship Id="rId2" Type="http://schemas.openxmlformats.org/officeDocument/2006/relationships/diagramData" Target="../diagrams/data10.xml" /><Relationship Id="rId1" Type="http://schemas.openxmlformats.org/officeDocument/2006/relationships/slideLayout" Target="../slideLayouts/slideLayout2.xml" /><Relationship Id="rId6" Type="http://schemas.microsoft.com/office/2007/relationships/diagramDrawing" Target="../diagrams/drawing10.xml" /><Relationship Id="rId5" Type="http://schemas.openxmlformats.org/officeDocument/2006/relationships/diagramColors" Target="../diagrams/colors10.xml" /><Relationship Id="rId4" Type="http://schemas.openxmlformats.org/officeDocument/2006/relationships/diagramQuickStyle" Target="../diagrams/quickStyle10.xml" /></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 standalone="yes"?>
<Relationships xmlns="http://schemas.openxmlformats.org/package/2006/relationships"><Relationship Id="rId2" Type="http://schemas.openxmlformats.org/officeDocument/2006/relationships/image" Target="../media/image124.png" /><Relationship Id="rId1" Type="http://schemas.openxmlformats.org/officeDocument/2006/relationships/slideLayout" Target="../slideLayouts/slideLayout2.xml" /></Relationships>
</file>

<file path=ppt/slides/_rels/slide77.xml.rels><?xml version="1.0" encoding="UTF-8" standalone="yes"?>
<Relationships xmlns="http://schemas.openxmlformats.org/package/2006/relationships"><Relationship Id="rId2" Type="http://schemas.openxmlformats.org/officeDocument/2006/relationships/image" Target="../media/image125.jpg" /><Relationship Id="rId1" Type="http://schemas.openxmlformats.org/officeDocument/2006/relationships/slideLayout" Target="../slideLayouts/slideLayout2.xml" /></Relationships>
</file>

<file path=ppt/slides/_rels/slide78.xml.rels><?xml version="1.0" encoding="UTF-8" standalone="yes"?>
<Relationships xmlns="http://schemas.openxmlformats.org/package/2006/relationships"><Relationship Id="rId2" Type="http://schemas.openxmlformats.org/officeDocument/2006/relationships/image" Target="../media/image126.png" /><Relationship Id="rId1" Type="http://schemas.openxmlformats.org/officeDocument/2006/relationships/slideLayout" Target="../slideLayouts/slideLayout2.xml" /></Relationships>
</file>

<file path=ppt/slides/_rels/slide79.xml.rels><?xml version="1.0" encoding="UTF-8" standalone="yes"?>
<Relationships xmlns="http://schemas.openxmlformats.org/package/2006/relationships"><Relationship Id="rId3" Type="http://schemas.openxmlformats.org/officeDocument/2006/relationships/image" Target="../media/image128.png" /><Relationship Id="rId2" Type="http://schemas.openxmlformats.org/officeDocument/2006/relationships/image" Target="../media/image127.png" /><Relationship Id="rId1" Type="http://schemas.openxmlformats.org/officeDocument/2006/relationships/slideLayout" Target="../slideLayouts/slideLayout2.xml" /><Relationship Id="rId4" Type="http://schemas.openxmlformats.org/officeDocument/2006/relationships/image" Target="../media/image129.svg" /></Relationships>
</file>

<file path=ppt/slides/_rels/slide80.xml.rels><?xml version="1.0" encoding="UTF-8" standalone="yes"?>
<Relationships xmlns="http://schemas.openxmlformats.org/package/2006/relationships"><Relationship Id="rId3" Type="http://schemas.openxmlformats.org/officeDocument/2006/relationships/diagramLayout" Target="../diagrams/layout11.xml" /><Relationship Id="rId2" Type="http://schemas.openxmlformats.org/officeDocument/2006/relationships/diagramData" Target="../diagrams/data11.xml" /><Relationship Id="rId1" Type="http://schemas.openxmlformats.org/officeDocument/2006/relationships/slideLayout" Target="../slideLayouts/slideLayout2.xml" /><Relationship Id="rId6" Type="http://schemas.microsoft.com/office/2007/relationships/diagramDrawing" Target="../diagrams/drawing11.xml" /><Relationship Id="rId5" Type="http://schemas.openxmlformats.org/officeDocument/2006/relationships/diagramColors" Target="../diagrams/colors11.xml" /><Relationship Id="rId4" Type="http://schemas.openxmlformats.org/officeDocument/2006/relationships/diagramQuickStyle" Target="../diagrams/quickStyle11.xml"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 standalone="yes"?>
<Relationships xmlns="http://schemas.openxmlformats.org/package/2006/relationships"><Relationship Id="rId3" Type="http://schemas.openxmlformats.org/officeDocument/2006/relationships/diagramLayout" Target="../diagrams/layout12.xml" /><Relationship Id="rId2" Type="http://schemas.openxmlformats.org/officeDocument/2006/relationships/diagramData" Target="../diagrams/data12.xml" /><Relationship Id="rId1" Type="http://schemas.openxmlformats.org/officeDocument/2006/relationships/slideLayout" Target="../slideLayouts/slideLayout2.xml" /><Relationship Id="rId6" Type="http://schemas.microsoft.com/office/2007/relationships/diagramDrawing" Target="../diagrams/drawing12.xml" /><Relationship Id="rId5" Type="http://schemas.openxmlformats.org/officeDocument/2006/relationships/diagramColors" Target="../diagrams/colors12.xml" /><Relationship Id="rId4" Type="http://schemas.openxmlformats.org/officeDocument/2006/relationships/diagramQuickStyle" Target="../diagrams/quickStyle12.xml" /></Relationships>
</file>

<file path=ppt/slides/_rels/slide83.xml.rels><?xml version="1.0" encoding="UTF-8" standalone="yes"?>
<Relationships xmlns="http://schemas.openxmlformats.org/package/2006/relationships"><Relationship Id="rId3" Type="http://schemas.openxmlformats.org/officeDocument/2006/relationships/diagramLayout" Target="../diagrams/layout13.xml" /><Relationship Id="rId2" Type="http://schemas.openxmlformats.org/officeDocument/2006/relationships/diagramData" Target="../diagrams/data13.xml" /><Relationship Id="rId1" Type="http://schemas.openxmlformats.org/officeDocument/2006/relationships/slideLayout" Target="../slideLayouts/slideLayout2.xml" /><Relationship Id="rId6" Type="http://schemas.microsoft.com/office/2007/relationships/diagramDrawing" Target="../diagrams/drawing13.xml" /><Relationship Id="rId5" Type="http://schemas.openxmlformats.org/officeDocument/2006/relationships/diagramColors" Target="../diagrams/colors13.xml" /><Relationship Id="rId4" Type="http://schemas.openxmlformats.org/officeDocument/2006/relationships/diagramQuickStyle" Target="../diagrams/quickStyle13.xml" /></Relationships>
</file>

<file path=ppt/slides/_rels/slide84.xml.rels><?xml version="1.0" encoding="UTF-8" standalone="yes"?>
<Relationships xmlns="http://schemas.openxmlformats.org/package/2006/relationships"><Relationship Id="rId3" Type="http://schemas.openxmlformats.org/officeDocument/2006/relationships/diagramLayout" Target="../diagrams/layout14.xml" /><Relationship Id="rId2" Type="http://schemas.openxmlformats.org/officeDocument/2006/relationships/diagramData" Target="../diagrams/data14.xml" /><Relationship Id="rId1" Type="http://schemas.openxmlformats.org/officeDocument/2006/relationships/slideLayout" Target="../slideLayouts/slideLayout2.xml" /><Relationship Id="rId6" Type="http://schemas.microsoft.com/office/2007/relationships/diagramDrawing" Target="../diagrams/drawing14.xml" /><Relationship Id="rId5" Type="http://schemas.openxmlformats.org/officeDocument/2006/relationships/diagramColors" Target="../diagrams/colors14.xml" /><Relationship Id="rId4" Type="http://schemas.openxmlformats.org/officeDocument/2006/relationships/diagramQuickStyle" Target="../diagrams/quickStyle14.xml" /></Relationships>
</file>

<file path=ppt/slides/_rels/slide85.xml.rels><?xml version="1.0" encoding="UTF-8" standalone="yes"?>
<Relationships xmlns="http://schemas.openxmlformats.org/package/2006/relationships"><Relationship Id="rId3" Type="http://schemas.openxmlformats.org/officeDocument/2006/relationships/diagramLayout" Target="../diagrams/layout15.xml" /><Relationship Id="rId2" Type="http://schemas.openxmlformats.org/officeDocument/2006/relationships/diagramData" Target="../diagrams/data15.xml" /><Relationship Id="rId1" Type="http://schemas.openxmlformats.org/officeDocument/2006/relationships/slideLayout" Target="../slideLayouts/slideLayout2.xml" /><Relationship Id="rId6" Type="http://schemas.microsoft.com/office/2007/relationships/diagramDrawing" Target="../diagrams/drawing15.xml" /><Relationship Id="rId5" Type="http://schemas.openxmlformats.org/officeDocument/2006/relationships/diagramColors" Target="../diagrams/colors15.xml" /><Relationship Id="rId4" Type="http://schemas.openxmlformats.org/officeDocument/2006/relationships/diagramQuickStyle" Target="../diagrams/quickStyle15.xml" /></Relationships>
</file>

<file path=ppt/slides/_rels/slide86.xml.rels><?xml version="1.0" encoding="UTF-8" standalone="yes"?>
<Relationships xmlns="http://schemas.openxmlformats.org/package/2006/relationships"><Relationship Id="rId3" Type="http://schemas.openxmlformats.org/officeDocument/2006/relationships/diagramLayout" Target="../diagrams/layout16.xml" /><Relationship Id="rId2" Type="http://schemas.openxmlformats.org/officeDocument/2006/relationships/diagramData" Target="../diagrams/data16.xml" /><Relationship Id="rId1" Type="http://schemas.openxmlformats.org/officeDocument/2006/relationships/slideLayout" Target="../slideLayouts/slideLayout2.xml" /><Relationship Id="rId6" Type="http://schemas.microsoft.com/office/2007/relationships/diagramDrawing" Target="../diagrams/drawing16.xml" /><Relationship Id="rId5" Type="http://schemas.openxmlformats.org/officeDocument/2006/relationships/diagramColors" Target="../diagrams/colors16.xml" /><Relationship Id="rId4" Type="http://schemas.openxmlformats.org/officeDocument/2006/relationships/diagramQuickStyle" Target="../diagrams/quickStyle16.xml" /></Relationships>
</file>

<file path=ppt/slides/_rels/slide87.xml.rels><?xml version="1.0" encoding="UTF-8" standalone="yes"?>
<Relationships xmlns="http://schemas.openxmlformats.org/package/2006/relationships"><Relationship Id="rId3" Type="http://schemas.openxmlformats.org/officeDocument/2006/relationships/image" Target="../media/image82.svg" /><Relationship Id="rId2" Type="http://schemas.openxmlformats.org/officeDocument/2006/relationships/image" Target="../media/image81.png" /><Relationship Id="rId1" Type="http://schemas.openxmlformats.org/officeDocument/2006/relationships/slideLayout" Target="../slideLayouts/slideLayout2.xml" /></Relationships>
</file>

<file path=ppt/slides/_rels/slide88.xml.rels><?xml version="1.0" encoding="UTF-8" standalone="yes"?>
<Relationships xmlns="http://schemas.openxmlformats.org/package/2006/relationships"><Relationship Id="rId3" Type="http://schemas.openxmlformats.org/officeDocument/2006/relationships/image" Target="../media/image82.svg" /><Relationship Id="rId2" Type="http://schemas.openxmlformats.org/officeDocument/2006/relationships/image" Target="../media/image81.png" /><Relationship Id="rId1" Type="http://schemas.openxmlformats.org/officeDocument/2006/relationships/slideLayout" Target="../slideLayouts/slideLayout2.xml" /></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 standalone="yes"?>
<Relationships xmlns="http://schemas.openxmlformats.org/package/2006/relationships"><Relationship Id="rId3" Type="http://schemas.openxmlformats.org/officeDocument/2006/relationships/diagramLayout" Target="../diagrams/layout17.xml" /><Relationship Id="rId2" Type="http://schemas.openxmlformats.org/officeDocument/2006/relationships/diagramData" Target="../diagrams/data17.xml" /><Relationship Id="rId1" Type="http://schemas.openxmlformats.org/officeDocument/2006/relationships/slideLayout" Target="../slideLayouts/slideLayout2.xml" /><Relationship Id="rId6" Type="http://schemas.microsoft.com/office/2007/relationships/diagramDrawing" Target="../diagrams/drawing17.xml" /><Relationship Id="rId5" Type="http://schemas.openxmlformats.org/officeDocument/2006/relationships/diagramColors" Target="../diagrams/colors17.xml" /><Relationship Id="rId4" Type="http://schemas.openxmlformats.org/officeDocument/2006/relationships/diagramQuickStyle" Target="../diagrams/quickStyle17.xml" /></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2.xml.rels><?xml version="1.0" encoding="UTF-8" standalone="yes"?>
<Relationships xmlns="http://schemas.openxmlformats.org/package/2006/relationships"><Relationship Id="rId3" Type="http://schemas.openxmlformats.org/officeDocument/2006/relationships/diagramLayout" Target="../diagrams/layout18.xml" /><Relationship Id="rId2" Type="http://schemas.openxmlformats.org/officeDocument/2006/relationships/diagramData" Target="../diagrams/data18.xml" /><Relationship Id="rId1" Type="http://schemas.openxmlformats.org/officeDocument/2006/relationships/slideLayout" Target="../slideLayouts/slideLayout2.xml" /><Relationship Id="rId6" Type="http://schemas.microsoft.com/office/2007/relationships/diagramDrawing" Target="../diagrams/drawing18.xml" /><Relationship Id="rId5" Type="http://schemas.openxmlformats.org/officeDocument/2006/relationships/diagramColors" Target="../diagrams/colors18.xml" /><Relationship Id="rId4" Type="http://schemas.openxmlformats.org/officeDocument/2006/relationships/diagramQuickStyle" Target="../diagrams/quickStyle18.xml" /></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 standalone="yes"?>
<Relationships xmlns="http://schemas.openxmlformats.org/package/2006/relationships"><Relationship Id="rId3" Type="http://schemas.openxmlformats.org/officeDocument/2006/relationships/diagramLayout" Target="../diagrams/layout19.xml" /><Relationship Id="rId2" Type="http://schemas.openxmlformats.org/officeDocument/2006/relationships/diagramData" Target="../diagrams/data19.xml" /><Relationship Id="rId1" Type="http://schemas.openxmlformats.org/officeDocument/2006/relationships/slideLayout" Target="../slideLayouts/slideLayout2.xml" /><Relationship Id="rId6" Type="http://schemas.microsoft.com/office/2007/relationships/diagramDrawing" Target="../diagrams/drawing19.xml" /><Relationship Id="rId5" Type="http://schemas.openxmlformats.org/officeDocument/2006/relationships/diagramColors" Target="../diagrams/colors19.xml" /><Relationship Id="rId4" Type="http://schemas.openxmlformats.org/officeDocument/2006/relationships/diagramQuickStyle" Target="../diagrams/quickStyle19.xml" /></Relationships>
</file>

<file path=ppt/slides/_rels/slide95.xml.rels><?xml version="1.0" encoding="UTF-8" standalone="yes"?>
<Relationships xmlns="http://schemas.openxmlformats.org/package/2006/relationships"><Relationship Id="rId3" Type="http://schemas.openxmlformats.org/officeDocument/2006/relationships/diagramLayout" Target="../diagrams/layout20.xml" /><Relationship Id="rId2" Type="http://schemas.openxmlformats.org/officeDocument/2006/relationships/diagramData" Target="../diagrams/data20.xml" /><Relationship Id="rId1" Type="http://schemas.openxmlformats.org/officeDocument/2006/relationships/slideLayout" Target="../slideLayouts/slideLayout2.xml" /><Relationship Id="rId6" Type="http://schemas.microsoft.com/office/2007/relationships/diagramDrawing" Target="../diagrams/drawing20.xml" /><Relationship Id="rId5" Type="http://schemas.openxmlformats.org/officeDocument/2006/relationships/diagramColors" Target="../diagrams/colors20.xml" /><Relationship Id="rId4" Type="http://schemas.openxmlformats.org/officeDocument/2006/relationships/diagramQuickStyle" Target="../diagrams/quickStyle20.xml" /></Relationships>
</file>

<file path=ppt/slides/_rels/slide96.xml.rels><?xml version="1.0" encoding="UTF-8" standalone="yes"?>
<Relationships xmlns="http://schemas.openxmlformats.org/package/2006/relationships"><Relationship Id="rId3" Type="http://schemas.openxmlformats.org/officeDocument/2006/relationships/image" Target="../media/image82.svg" /><Relationship Id="rId2" Type="http://schemas.openxmlformats.org/officeDocument/2006/relationships/image" Target="../media/image81.png" /><Relationship Id="rId1" Type="http://schemas.openxmlformats.org/officeDocument/2006/relationships/slideLayout" Target="../slideLayouts/slideLayout2.xml" /></Relationships>
</file>

<file path=ppt/slides/_rels/slide97.xml.rels><?xml version="1.0" encoding="UTF-8" standalone="yes"?>
<Relationships xmlns="http://schemas.openxmlformats.org/package/2006/relationships"><Relationship Id="rId2" Type="http://schemas.openxmlformats.org/officeDocument/2006/relationships/image" Target="../media/image150.jpg" /><Relationship Id="rId1" Type="http://schemas.openxmlformats.org/officeDocument/2006/relationships/slideLayout" Target="../slideLayouts/slideLayout2.xml" /></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 standalone="yes"?>
<Relationships xmlns="http://schemas.openxmlformats.org/package/2006/relationships"><Relationship Id="rId3" Type="http://schemas.openxmlformats.org/officeDocument/2006/relationships/diagramData" Target="../diagrams/data21.xml" /><Relationship Id="rId7" Type="http://schemas.microsoft.com/office/2007/relationships/diagramDrawing" Target="../diagrams/drawing21.xml" /><Relationship Id="rId2" Type="http://schemas.openxmlformats.org/officeDocument/2006/relationships/image" Target="../media/image151.jpeg" /><Relationship Id="rId1" Type="http://schemas.openxmlformats.org/officeDocument/2006/relationships/slideLayout" Target="../slideLayouts/slideLayout2.xml" /><Relationship Id="rId6" Type="http://schemas.openxmlformats.org/officeDocument/2006/relationships/diagramColors" Target="../diagrams/colors21.xml" /><Relationship Id="rId5" Type="http://schemas.openxmlformats.org/officeDocument/2006/relationships/diagramQuickStyle" Target="../diagrams/quickStyle21.xml" /><Relationship Id="rId4" Type="http://schemas.openxmlformats.org/officeDocument/2006/relationships/diagramLayout" Target="../diagrams/layout21.xml" /></Relationships>
</file>

<file path=ppt/slides/_rels/slide100.xml.rels><?xml version="1.0" encoding="UTF-8" standalone="yes"?>
<Relationships xmlns="http://schemas.openxmlformats.org/package/2006/relationships"><Relationship Id="rId2" Type="http://schemas.openxmlformats.org/officeDocument/2006/relationships/image" Target="../media/image152.jpeg" /><Relationship Id="rId1" Type="http://schemas.openxmlformats.org/officeDocument/2006/relationships/slideLayout" Target="../slideLayouts/slideLayout2.xml" /></Relationships>
</file>

<file path=ppt/slides/_rels/slide101.xml.rels><?xml version="1.0" encoding="UTF-8" standalone="yes"?>
<Relationships xmlns="http://schemas.openxmlformats.org/package/2006/relationships"><Relationship Id="rId2" Type="http://schemas.openxmlformats.org/officeDocument/2006/relationships/image" Target="../media/image153.jpg" /><Relationship Id="rId1" Type="http://schemas.openxmlformats.org/officeDocument/2006/relationships/slideLayout" Target="../slideLayouts/slideLayout2.xml" /></Relationships>
</file>

<file path=ppt/slides/_rels/slide102.xml.rels><?xml version="1.0" encoding="UTF-8" standalone="yes"?>
<Relationships xmlns="http://schemas.openxmlformats.org/package/2006/relationships"><Relationship Id="rId2" Type="http://schemas.openxmlformats.org/officeDocument/2006/relationships/image" Target="../media/image154.jpeg" /><Relationship Id="rId1" Type="http://schemas.openxmlformats.org/officeDocument/2006/relationships/slideLayout" Target="../slideLayouts/slideLayout2.xml" /></Relationships>
</file>

<file path=ppt/slides/_rels/slide103.xml.rels><?xml version="1.0" encoding="UTF-8" standalone="yes"?>
<Relationships xmlns="http://schemas.openxmlformats.org/package/2006/relationships"><Relationship Id="rId2" Type="http://schemas.openxmlformats.org/officeDocument/2006/relationships/image" Target="../media/image155.jpg" /><Relationship Id="rId1" Type="http://schemas.openxmlformats.org/officeDocument/2006/relationships/slideLayout" Target="../slideLayouts/slideLayout2.xml" /></Relationships>
</file>

<file path=ppt/slides/_rels/slide104.xml.rels><?xml version="1.0" encoding="UTF-8" standalone="yes"?>
<Relationships xmlns="http://schemas.openxmlformats.org/package/2006/relationships"><Relationship Id="rId2" Type="http://schemas.openxmlformats.org/officeDocument/2006/relationships/hyperlink" Target="https://www.techtarget.com/searchdatacenter/definition/Single-point-of-failure-SPOF" TargetMode="External" /><Relationship Id="rId1" Type="http://schemas.openxmlformats.org/officeDocument/2006/relationships/slideLayout" Target="../slideLayouts/slideLayout2.xml" /></Relationships>
</file>

<file path=ppt/slides/_rels/slide105.xml.rels><?xml version="1.0" encoding="UTF-8" standalone="yes"?>
<Relationships xmlns="http://schemas.openxmlformats.org/package/2006/relationships"><Relationship Id="rId2" Type="http://schemas.openxmlformats.org/officeDocument/2006/relationships/image" Target="../media/image156.jpg" /><Relationship Id="rId1" Type="http://schemas.openxmlformats.org/officeDocument/2006/relationships/slideLayout" Target="../slideLayouts/slideLayout2.xml" /></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 standalone="yes"?>
<Relationships xmlns="http://schemas.openxmlformats.org/package/2006/relationships"><Relationship Id="rId2" Type="http://schemas.openxmlformats.org/officeDocument/2006/relationships/image" Target="../media/image157.jpg" /><Relationship Id="rId1" Type="http://schemas.openxmlformats.org/officeDocument/2006/relationships/slideLayout" Target="../slideLayouts/slideLayout2.xml" /></Relationships>
</file>

<file path=ppt/slides/_rels/slide108.xml.rels><?xml version="1.0" encoding="UTF-8" standalone="yes"?>
<Relationships xmlns="http://schemas.openxmlformats.org/package/2006/relationships"><Relationship Id="rId2" Type="http://schemas.openxmlformats.org/officeDocument/2006/relationships/image" Target="../media/image158.jpg" /><Relationship Id="rId1" Type="http://schemas.openxmlformats.org/officeDocument/2006/relationships/slideLayout" Target="../slideLayouts/slideLayout2.xml" /></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0.xml.rels><?xml version="1.0" encoding="UTF-8" standalone="yes"?>
<Relationships xmlns="http://schemas.openxmlformats.org/package/2006/relationships"><Relationship Id="rId2" Type="http://schemas.openxmlformats.org/officeDocument/2006/relationships/image" Target="../media/image159.jpg" /><Relationship Id="rId1" Type="http://schemas.openxmlformats.org/officeDocument/2006/relationships/slideLayout" Target="../slideLayouts/slideLayout2.xml" /></Relationships>
</file>

<file path=ppt/slides/_rels/slide111.xml.rels><?xml version="1.0" encoding="UTF-8" standalone="yes"?>
<Relationships xmlns="http://schemas.openxmlformats.org/package/2006/relationships"><Relationship Id="rId2" Type="http://schemas.openxmlformats.org/officeDocument/2006/relationships/image" Target="../media/image160.jpg" /><Relationship Id="rId1" Type="http://schemas.openxmlformats.org/officeDocument/2006/relationships/slideLayout" Target="../slideLayouts/slideLayout2.xml" /></Relationships>
</file>

<file path=ppt/slides/_rels/slide112.xml.rels><?xml version="1.0" encoding="UTF-8" standalone="yes"?>
<Relationships xmlns="http://schemas.openxmlformats.org/package/2006/relationships"><Relationship Id="rId2" Type="http://schemas.openxmlformats.org/officeDocument/2006/relationships/image" Target="../media/image161.jpg" /><Relationship Id="rId1" Type="http://schemas.openxmlformats.org/officeDocument/2006/relationships/slideLayout" Target="../slideLayouts/slideLayout2.xml" /></Relationships>
</file>

<file path=ppt/slides/_rels/slide113.xml.rels><?xml version="1.0" encoding="UTF-8" standalone="yes"?>
<Relationships xmlns="http://schemas.openxmlformats.org/package/2006/relationships"><Relationship Id="rId2" Type="http://schemas.openxmlformats.org/officeDocument/2006/relationships/image" Target="../media/image162.jpg" /><Relationship Id="rId1" Type="http://schemas.openxmlformats.org/officeDocument/2006/relationships/slideLayout" Target="../slideLayouts/slideLayout2.xml" /></Relationships>
</file>

<file path=ppt/slides/_rels/slide114.xml.rels><?xml version="1.0" encoding="UTF-8" standalone="yes"?>
<Relationships xmlns="http://schemas.openxmlformats.org/package/2006/relationships"><Relationship Id="rId2" Type="http://schemas.openxmlformats.org/officeDocument/2006/relationships/image" Target="../media/image163.jpg" /><Relationship Id="rId1" Type="http://schemas.openxmlformats.org/officeDocument/2006/relationships/slideLayout" Target="../slideLayouts/slideLayout2.xml" /></Relationships>
</file>

<file path=ppt/slides/_rels/slide115.xml.rels><?xml version="1.0" encoding="UTF-8" standalone="yes"?>
<Relationships xmlns="http://schemas.openxmlformats.org/package/2006/relationships"><Relationship Id="rId2" Type="http://schemas.openxmlformats.org/officeDocument/2006/relationships/image" Target="../media/image164.jp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9866" cy="6858000"/>
          </a:xfrm>
          <a:prstGeom prst="rect">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5982919" cy="4546397"/>
          </a:xfrm>
          <a:prstGeom prst="rect">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0" y="4754880"/>
            <a:ext cx="12193524" cy="2124151"/>
          </a:xfrm>
          <a:prstGeom prst="rect">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1" descr="preencoded.png"/>
          <p:cNvPicPr>
            <a:picLocks noChangeAspect="1"/>
          </p:cNvPicPr>
          <p:nvPr/>
        </p:nvPicPr>
        <p:blipFill>
          <a:blip r:embed="rId3"/>
          <a:srcRect t="22925" b="22925"/>
          <a:stretch/>
        </p:blipFill>
        <p:spPr>
          <a:xfrm>
            <a:off x="1256386" y="3789014"/>
            <a:ext cx="5982919" cy="3241549"/>
          </a:xfrm>
          <a:prstGeom prst="rect">
            <a:avLst/>
          </a:prstGeom>
        </p:spPr>
      </p:pic>
      <p:sp>
        <p:nvSpPr>
          <p:cNvPr id="7" name="Shape 3"/>
          <p:cNvSpPr/>
          <p:nvPr/>
        </p:nvSpPr>
        <p:spPr>
          <a:xfrm rot="16200000">
            <a:off x="9955530" y="3277667"/>
            <a:ext cx="780898" cy="3693262"/>
          </a:xfrm>
          <a:prstGeom prst="round2SameRect">
            <a:avLst>
              <a:gd name="adj1" fmla="val 50000"/>
              <a:gd name="adj2" fmla="val 0"/>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4"/>
          <p:cNvSpPr/>
          <p:nvPr/>
        </p:nvSpPr>
        <p:spPr>
          <a:xfrm>
            <a:off x="6094476" y="191110"/>
            <a:ext cx="5904281" cy="3938321"/>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281E4B"/>
                </a:solidFill>
                <a:effectLst/>
                <a:uLnTx/>
                <a:uFillTx/>
                <a:latin typeface="Arial" pitchFamily="34" charset="0"/>
                <a:ea typeface="Arial" pitchFamily="34" charset="-122"/>
                <a:cs typeface="Arial" pitchFamily="34" charset="-120"/>
              </a:rPr>
              <a:t>MODULE 5 HAZARD IDENTIFICATION AND ANALYSIS</a:t>
            </a:r>
            <a:endPar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5"/>
          <p:cNvSpPr/>
          <p:nvPr/>
        </p:nvSpPr>
        <p:spPr>
          <a:xfrm>
            <a:off x="6772571" y="4707049"/>
            <a:ext cx="4548089" cy="807699"/>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6"/>
          <p:cNvSpPr/>
          <p:nvPr/>
        </p:nvSpPr>
        <p:spPr>
          <a:xfrm>
            <a:off x="8495690" y="5522062"/>
            <a:ext cx="3503066" cy="698602"/>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E6874865-F6D8-D7E5-742B-76C6A8C581E8}"/>
              </a:ext>
            </a:extLst>
          </p:cNvPr>
          <p:cNvPicPr>
            <a:picLocks noChangeAspect="1"/>
          </p:cNvPicPr>
          <p:nvPr/>
        </p:nvPicPr>
        <p:blipFill>
          <a:blip r:embed="rId4"/>
          <a:stretch>
            <a:fillRect/>
          </a:stretch>
        </p:blipFill>
        <p:spPr>
          <a:xfrm>
            <a:off x="62635" y="-84452"/>
            <a:ext cx="4919084" cy="378901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9866" cy="6858000"/>
          </a:xfrm>
          <a:prstGeom prst="rect">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1" y="0"/>
            <a:ext cx="4300538" cy="4546397"/>
          </a:xfrm>
          <a:prstGeom prst="rect">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0" y="4733849"/>
            <a:ext cx="12193524" cy="2124151"/>
          </a:xfrm>
          <a:prstGeom prst="rect">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4"/>
          <p:cNvSpPr/>
          <p:nvPr/>
        </p:nvSpPr>
        <p:spPr>
          <a:xfrm>
            <a:off x="-981874" y="-187452"/>
            <a:ext cx="4439450" cy="3938321"/>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4800" b="1" i="0" u="none" strike="noStrike" kern="1200" cap="none" spc="0" normalizeH="0" baseline="0" noProof="0" dirty="0">
                <a:ln>
                  <a:noFill/>
                </a:ln>
                <a:solidFill>
                  <a:srgbClr val="281E4B"/>
                </a:solidFill>
                <a:effectLst/>
                <a:uLnTx/>
                <a:uFillTx/>
                <a:latin typeface="Arial" pitchFamily="34" charset="0"/>
                <a:ea typeface="Arial" pitchFamily="34" charset="-122"/>
                <a:cs typeface="Arial" pitchFamily="34" charset="-120"/>
              </a:rPr>
              <a:t>SYLLABUS</a:t>
            </a:r>
            <a:endPar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1968CE21-9A4D-BCA8-A4AE-A45300ACEB64}"/>
              </a:ext>
            </a:extLst>
          </p:cNvPr>
          <p:cNvSpPr txBox="1"/>
          <p:nvPr/>
        </p:nvSpPr>
        <p:spPr>
          <a:xfrm>
            <a:off x="4416153" y="385213"/>
            <a:ext cx="7658099" cy="3477875"/>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Hazard and risk, Types of hazards </a:t>
            </a:r>
            <a:endParaRPr kumimoji="0" lang="en-IN"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Classification of Fire, Types of Fire extinguishers, fire explosion and toxic gas release</a:t>
            </a:r>
            <a:endParaRPr kumimoji="0" lang="en-IN"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Structure of hazard identification and risk assessment.</a:t>
            </a:r>
            <a:endParaRPr kumimoji="0" lang="en-IN"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Identification of hazards: Inventory analysis, Fire and explosion hazard rating of process plants</a:t>
            </a:r>
            <a:r>
              <a:rPr kumimoji="0" lang="en-IN"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The Dow Fire and Explosion Hazard Index</a:t>
            </a:r>
            <a:endParaRPr kumimoji="0" lang="en-IN"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Preliminary hazard analysis, Hazard and Operability study (HAZOP)) methodology, criticality analysis, corrective action and follow-up.</a:t>
            </a:r>
            <a:endParaRPr kumimoji="0" lang="en-IN"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Control of Chemical Hazards, Hazardous properties of chemicals</a:t>
            </a:r>
            <a:endParaRPr kumimoji="0" lang="en-IN"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Material Safety Data Sheets (MSDS).</a:t>
            </a:r>
          </a:p>
        </p:txBody>
      </p:sp>
    </p:spTree>
    <p:extLst>
      <p:ext uri="{BB962C8B-B14F-4D97-AF65-F5344CB8AC3E}">
        <p14:creationId xmlns:p14="http://schemas.microsoft.com/office/powerpoint/2010/main" val="656057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68757" y="194767"/>
            <a:ext cx="11430000" cy="64465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srgbClr val="281E4B"/>
                </a:solidFill>
                <a:effectLst/>
                <a:uLnTx/>
                <a:uFillTx/>
                <a:latin typeface="Arial" pitchFamily="34" charset="0"/>
                <a:ea typeface="Arial" pitchFamily="34" charset="-122"/>
                <a:cs typeface="Arial" pitchFamily="34" charset="-120"/>
              </a:rPr>
              <a:t>HAZARD AND RISKS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0" y="0"/>
            <a:ext cx="388620" cy="6858000"/>
          </a:xfrm>
          <a:prstGeom prst="rect">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0" y="5281574"/>
            <a:ext cx="388620" cy="1576426"/>
          </a:xfrm>
          <a:prstGeom prst="rect">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4"/>
          <p:cNvSpPr/>
          <p:nvPr/>
        </p:nvSpPr>
        <p:spPr>
          <a:xfrm>
            <a:off x="194767" y="0"/>
            <a:ext cx="0" cy="2196389"/>
          </a:xfrm>
          <a:prstGeom prst="line">
            <a:avLst/>
          </a:prstGeom>
          <a:noFill/>
          <a:ln w="127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
          <p:cNvSpPr/>
          <p:nvPr/>
        </p:nvSpPr>
        <p:spPr>
          <a:xfrm>
            <a:off x="194767" y="2620670"/>
            <a:ext cx="0" cy="2196389"/>
          </a:xfrm>
          <a:prstGeom prst="line">
            <a:avLst/>
          </a:prstGeom>
          <a:noFill/>
          <a:ln w="127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6"/>
          <p:cNvSpPr/>
          <p:nvPr/>
        </p:nvSpPr>
        <p:spPr>
          <a:xfrm>
            <a:off x="5549873" y="848563"/>
            <a:ext cx="511795" cy="392278"/>
          </a:xfrm>
          <a:prstGeom prst="flowChartConnector">
            <a:avLst/>
          </a:prstGeom>
          <a:solidFill>
            <a:schemeClr val="tx2"/>
          </a:solidFill>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01</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7225589" y="1836115"/>
            <a:ext cx="367589" cy="277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01</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6132619" y="173527"/>
            <a:ext cx="3796894" cy="420624"/>
          </a:xfrm>
          <a:prstGeom prst="rect">
            <a:avLst/>
          </a:prstGeom>
          <a:noFill/>
          <a:ln/>
        </p:spPr>
        <p:txBody>
          <a:bodyPr wrap="square"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68D10"/>
                </a:solidFill>
                <a:effectLst/>
                <a:uLnTx/>
                <a:uFillTx/>
                <a:latin typeface="Arial" pitchFamily="34" charset="0"/>
                <a:ea typeface="Arial" pitchFamily="34" charset="-122"/>
                <a:cs typeface="Arial" pitchFamily="34" charset="-120"/>
              </a:rPr>
              <a:t>HAZARDS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5978436" y="727598"/>
            <a:ext cx="6023977" cy="2987607"/>
          </a:xfrm>
          <a:prstGeom prst="rect">
            <a:avLst/>
          </a:prstGeom>
          <a:noFill/>
          <a:ln/>
        </p:spPr>
        <p:txBody>
          <a:bodyPr wrap="square" rtlCol="0" anchor="t"/>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Hazard is a source or a situation with potential to cause harm in terms of human injury or ill health, damage to property or environment or both. </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Hazards are identified in the performance of various activities, storage and handling of materials, and operation and maintenance of plants and equipment’s.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Hazard control is that function which is oriented towards recognizing, evaluating and working towards eliminating hazards and destructive effects found at the work-place.</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5936480" y="3938346"/>
            <a:ext cx="392278" cy="392278"/>
          </a:xfrm>
          <a:prstGeom prst="flowChartConnector">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5912205" y="3790656"/>
            <a:ext cx="367589" cy="6632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p:nvPr/>
        </p:nvSpPr>
        <p:spPr>
          <a:xfrm>
            <a:off x="6643667" y="3848652"/>
            <a:ext cx="4190695" cy="471776"/>
          </a:xfrm>
          <a:prstGeom prst="rect">
            <a:avLst/>
          </a:prstGeom>
          <a:noFill/>
          <a:ln/>
        </p:spPr>
        <p:txBody>
          <a:bodyPr wrap="square"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81E4B"/>
                </a:solidFill>
                <a:effectLst/>
                <a:uLnTx/>
                <a:uFillTx/>
                <a:latin typeface="Arial" pitchFamily="34" charset="0"/>
                <a:ea typeface="Arial" pitchFamily="34" charset="-122"/>
                <a:cs typeface="Arial" pitchFamily="34" charset="-120"/>
              </a:rPr>
              <a:t>RISKS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p:nvPr/>
        </p:nvSpPr>
        <p:spPr>
          <a:xfrm>
            <a:off x="5978436" y="4587323"/>
            <a:ext cx="5867200" cy="1079906"/>
          </a:xfrm>
          <a:prstGeom prst="rect">
            <a:avLst/>
          </a:prstGeom>
          <a:noFill/>
          <a:ln/>
        </p:spPr>
        <p:txBody>
          <a:bodyPr wrap="square" rtlCol="0" anchor="t"/>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A hazard is something that has the potential to cause harm while risk is the likelihood of harm taking place, based on exposure to that hazard. A hazard is something that can cause harm, e.g. electricity, chemicals, working up a ladder, noise, a keyboard, a bully at work, stress, etc.</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 A risk is the chance, high or low, that any hazard will actually cause somebody harm</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p:nvPr/>
        </p:nvSpPr>
        <p:spPr>
          <a:xfrm>
            <a:off x="7225589" y="5252314"/>
            <a:ext cx="367589" cy="277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4" name="Picture 23" descr="A collage of people working on a power line&#10;&#10;Description automatically generated">
            <a:extLst>
              <a:ext uri="{FF2B5EF4-FFF2-40B4-BE49-F238E27FC236}">
                <a16:creationId xmlns:a16="http://schemas.microsoft.com/office/drawing/2014/main" id="{E21DEA7E-D41D-9DCD-ADA5-04ACCA95B5F7}"/>
              </a:ext>
            </a:extLst>
          </p:cNvPr>
          <p:cNvPicPr>
            <a:picLocks noChangeAspect="1"/>
          </p:cNvPicPr>
          <p:nvPr/>
        </p:nvPicPr>
        <p:blipFill>
          <a:blip r:embed="rId3"/>
          <a:stretch>
            <a:fillRect/>
          </a:stretch>
        </p:blipFill>
        <p:spPr>
          <a:xfrm>
            <a:off x="576309" y="1974646"/>
            <a:ext cx="5149273" cy="3089564"/>
          </a:xfrm>
          <a:prstGeom prst="rect">
            <a:avLst/>
          </a:prstGeom>
        </p:spPr>
      </p:pic>
    </p:spTree>
    <p:extLst>
      <p:ext uri="{BB962C8B-B14F-4D97-AF65-F5344CB8AC3E}">
        <p14:creationId xmlns:p14="http://schemas.microsoft.com/office/powerpoint/2010/main" val="2319966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3855"/>
            <a:ext cx="12189866" cy="6858000"/>
          </a:xfrm>
          <a:prstGeom prst="rect">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68757" y="194767"/>
            <a:ext cx="11430000" cy="64465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srgbClr val="281E4B"/>
                </a:solidFill>
                <a:effectLst/>
                <a:uLnTx/>
                <a:uFillTx/>
                <a:latin typeface="Arial" pitchFamily="34" charset="0"/>
                <a:ea typeface="Arial" pitchFamily="34" charset="-122"/>
                <a:cs typeface="Arial" pitchFamily="34" charset="-120"/>
              </a:rPr>
              <a:t>HAZARD AND RISKS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0" y="0"/>
            <a:ext cx="388620" cy="6858000"/>
          </a:xfrm>
          <a:prstGeom prst="rect">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0" y="5281574"/>
            <a:ext cx="388620" cy="1576426"/>
          </a:xfrm>
          <a:prstGeom prst="rect">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4"/>
          <p:cNvSpPr/>
          <p:nvPr/>
        </p:nvSpPr>
        <p:spPr>
          <a:xfrm>
            <a:off x="194767" y="0"/>
            <a:ext cx="0" cy="2196389"/>
          </a:xfrm>
          <a:prstGeom prst="line">
            <a:avLst/>
          </a:prstGeom>
          <a:noFill/>
          <a:ln w="127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
          <p:cNvSpPr/>
          <p:nvPr/>
        </p:nvSpPr>
        <p:spPr>
          <a:xfrm>
            <a:off x="194767" y="2620670"/>
            <a:ext cx="0" cy="2196389"/>
          </a:xfrm>
          <a:prstGeom prst="line">
            <a:avLst/>
          </a:prstGeom>
          <a:noFill/>
          <a:ln w="127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6"/>
          <p:cNvSpPr/>
          <p:nvPr/>
        </p:nvSpPr>
        <p:spPr>
          <a:xfrm>
            <a:off x="7210958" y="1774850"/>
            <a:ext cx="392278" cy="392278"/>
          </a:xfrm>
          <a:prstGeom prst="flowChartConnector">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7225589" y="1836115"/>
            <a:ext cx="367589" cy="277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01</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7811720" y="1425550"/>
            <a:ext cx="3796894" cy="420624"/>
          </a:xfrm>
          <a:prstGeom prst="rect">
            <a:avLst/>
          </a:prstGeom>
          <a:noFill/>
          <a:ln/>
        </p:spPr>
        <p:txBody>
          <a:bodyPr wrap="square"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68D10"/>
                </a:solidFill>
                <a:effectLst/>
                <a:uLnTx/>
                <a:uFillTx/>
                <a:latin typeface="Arial" pitchFamily="34" charset="0"/>
                <a:ea typeface="Arial" pitchFamily="34" charset="-122"/>
                <a:cs typeface="Arial" pitchFamily="34" charset="-120"/>
              </a:rPr>
              <a:t>Inspect Workplaces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7811719" y="1810512"/>
            <a:ext cx="4187038" cy="1079906"/>
          </a:xfrm>
          <a:prstGeom prst="rect">
            <a:avLst/>
          </a:prstGeom>
          <a:noFill/>
          <a:ln/>
        </p:spPr>
        <p:txBody>
          <a:bodyPr wrap="square"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454545"/>
                </a:solidFill>
                <a:effectLst/>
                <a:uLnTx/>
                <a:uFillTx/>
                <a:latin typeface="Arial" pitchFamily="34" charset="0"/>
                <a:ea typeface="Arial" pitchFamily="34" charset="-122"/>
                <a:cs typeface="Arial" pitchFamily="34" charset="-120"/>
              </a:rPr>
              <a:t>Regularly inspect workplaces for potential hazards, encouraging active participation from employees to identify unsafe conditions and practices to mitigate risks effectively.</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7210958" y="3484778"/>
            <a:ext cx="392278" cy="392278"/>
          </a:xfrm>
          <a:prstGeom prst="flowChartConnector">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7225589" y="3542386"/>
            <a:ext cx="367589" cy="277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p:nvPr/>
        </p:nvSpPr>
        <p:spPr>
          <a:xfrm>
            <a:off x="7811719" y="3135478"/>
            <a:ext cx="4190695" cy="338328"/>
          </a:xfrm>
          <a:prstGeom prst="rect">
            <a:avLst/>
          </a:prstGeom>
          <a:noFill/>
          <a:ln/>
        </p:spPr>
        <p:txBody>
          <a:bodyPr wrap="square"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81E4B"/>
                </a:solidFill>
                <a:effectLst/>
                <a:uLnTx/>
                <a:uFillTx/>
                <a:latin typeface="Arial" pitchFamily="34" charset="0"/>
                <a:ea typeface="Arial" pitchFamily="34" charset="-122"/>
                <a:cs typeface="Arial" pitchFamily="34" charset="-120"/>
              </a:rPr>
              <a:t>Employ Risk Assessments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p:nvPr/>
        </p:nvSpPr>
        <p:spPr>
          <a:xfrm>
            <a:off x="7811719" y="3520440"/>
            <a:ext cx="4187038" cy="1079906"/>
          </a:xfrm>
          <a:prstGeom prst="rect">
            <a:avLst/>
          </a:prstGeom>
          <a:noFill/>
          <a:ln/>
        </p:spPr>
        <p:txBody>
          <a:bodyPr wrap="square"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454545"/>
                </a:solidFill>
                <a:effectLst/>
                <a:uLnTx/>
                <a:uFillTx/>
                <a:latin typeface="Arial" pitchFamily="34" charset="0"/>
                <a:ea typeface="Arial" pitchFamily="34" charset="-122"/>
                <a:cs typeface="Arial" pitchFamily="34" charset="-120"/>
              </a:rPr>
              <a:t>Utilize comprehensive risk assessment tools like the Risk Matrix to prioritize hazards based on severity and likelihood, guiding necessary control measures for workplace safety.</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7210958" y="5194706"/>
            <a:ext cx="392278" cy="392278"/>
          </a:xfrm>
          <a:prstGeom prst="ellipse">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5"/>
          <p:cNvSpPr/>
          <p:nvPr/>
        </p:nvSpPr>
        <p:spPr>
          <a:xfrm>
            <a:off x="7225589" y="5252314"/>
            <a:ext cx="367589" cy="277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p:nvPr/>
        </p:nvSpPr>
        <p:spPr>
          <a:xfrm>
            <a:off x="7811719" y="4845406"/>
            <a:ext cx="4190695" cy="338328"/>
          </a:xfrm>
          <a:prstGeom prst="rect">
            <a:avLst/>
          </a:prstGeom>
          <a:noFill/>
          <a:ln/>
        </p:spPr>
        <p:txBody>
          <a:bodyPr wrap="square"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68D10"/>
                </a:solidFill>
                <a:effectLst/>
                <a:uLnTx/>
                <a:uFillTx/>
                <a:latin typeface="Arial" pitchFamily="34" charset="0"/>
                <a:ea typeface="Arial" pitchFamily="34" charset="-122"/>
                <a:cs typeface="Arial" pitchFamily="34" charset="-120"/>
              </a:rPr>
              <a:t>Train Employees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p:nvPr/>
        </p:nvSpPr>
        <p:spPr>
          <a:xfrm>
            <a:off x="7811719" y="5230368"/>
            <a:ext cx="4187038" cy="1079906"/>
          </a:xfrm>
          <a:prstGeom prst="rect">
            <a:avLst/>
          </a:prstGeom>
          <a:noFill/>
          <a:ln/>
        </p:spPr>
        <p:txBody>
          <a:bodyPr wrap="square"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454545"/>
                </a:solidFill>
                <a:effectLst/>
                <a:uLnTx/>
                <a:uFillTx/>
                <a:latin typeface="Arial" pitchFamily="34" charset="0"/>
                <a:ea typeface="Arial" pitchFamily="34" charset="-122"/>
                <a:cs typeface="Arial" pitchFamily="34" charset="-120"/>
              </a:rPr>
              <a:t>Conduct training sessions on hazard recognition and response strategies, ensuring all employees understand the importance of safety protocols and emergency procedures in the workplace.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1" name="Picture 20">
            <a:extLst>
              <a:ext uri="{FF2B5EF4-FFF2-40B4-BE49-F238E27FC236}">
                <a16:creationId xmlns:a16="http://schemas.microsoft.com/office/drawing/2014/main" id="{2FE5FD2B-11FF-CC06-9209-246057A9AA44}"/>
              </a:ext>
            </a:extLst>
          </p:cNvPr>
          <p:cNvPicPr>
            <a:picLocks noChangeAspect="1"/>
          </p:cNvPicPr>
          <p:nvPr/>
        </p:nvPicPr>
        <p:blipFill>
          <a:blip r:embed="rId3"/>
          <a:stretch>
            <a:fillRect/>
          </a:stretch>
        </p:blipFill>
        <p:spPr>
          <a:xfrm>
            <a:off x="583387" y="1009530"/>
            <a:ext cx="5418667" cy="541866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9866" cy="6858000"/>
          </a:xfrm>
          <a:prstGeom prst="rect">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68757" y="194767"/>
            <a:ext cx="11430000" cy="64465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281E4B"/>
                </a:solidFill>
                <a:effectLst/>
                <a:uLnTx/>
                <a:uFillTx/>
                <a:latin typeface="Arial" pitchFamily="34" charset="0"/>
                <a:ea typeface="Arial" pitchFamily="34" charset="-122"/>
                <a:cs typeface="Arial" pitchFamily="34" charset="-120"/>
              </a:rPr>
              <a:t>Understanding Hazard and Risk</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0" y="0"/>
            <a:ext cx="388620" cy="6858000"/>
          </a:xfrm>
          <a:prstGeom prst="rect">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0" y="5281574"/>
            <a:ext cx="388620" cy="1576426"/>
          </a:xfrm>
          <a:prstGeom prst="rect">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94767" y="0"/>
            <a:ext cx="0" cy="2196389"/>
          </a:xfrm>
          <a:prstGeom prst="line">
            <a:avLst/>
          </a:prstGeom>
          <a:noFill/>
          <a:ln w="127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94767" y="2620670"/>
            <a:ext cx="0" cy="2196389"/>
          </a:xfrm>
          <a:prstGeom prst="line">
            <a:avLst/>
          </a:prstGeom>
          <a:noFill/>
          <a:ln w="127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rcRect t="22895" b="22895"/>
          <a:stretch/>
        </p:blipFill>
        <p:spPr>
          <a:xfrm>
            <a:off x="6876288" y="1072591"/>
            <a:ext cx="5126126" cy="2778862"/>
          </a:xfrm>
          <a:prstGeom prst="rect">
            <a:avLst/>
          </a:prstGeom>
        </p:spPr>
      </p:pic>
      <p:pic>
        <p:nvPicPr>
          <p:cNvPr id="9" name="Image 1" descr="preencoded.png"/>
          <p:cNvPicPr>
            <a:picLocks noChangeAspect="1"/>
          </p:cNvPicPr>
          <p:nvPr/>
        </p:nvPicPr>
        <p:blipFill>
          <a:blip r:embed="rId4"/>
          <a:srcRect t="24369" b="24369"/>
          <a:stretch/>
        </p:blipFill>
        <p:spPr>
          <a:xfrm>
            <a:off x="6094476" y="4035247"/>
            <a:ext cx="5140757" cy="2635301"/>
          </a:xfrm>
          <a:prstGeom prst="rect">
            <a:avLst/>
          </a:prstGeom>
        </p:spPr>
      </p:pic>
      <p:sp>
        <p:nvSpPr>
          <p:cNvPr id="10" name="Shape 6"/>
          <p:cNvSpPr/>
          <p:nvPr/>
        </p:nvSpPr>
        <p:spPr>
          <a:xfrm rot="16200000">
            <a:off x="5003597" y="2163470"/>
            <a:ext cx="2782519" cy="590702"/>
          </a:xfrm>
          <a:prstGeom prst="round2SameRect">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7"/>
          <p:cNvSpPr/>
          <p:nvPr/>
        </p:nvSpPr>
        <p:spPr>
          <a:xfrm rot="5400000">
            <a:off x="10382098" y="5051146"/>
            <a:ext cx="2631643" cy="604418"/>
          </a:xfrm>
          <a:prstGeom prst="round2SameRect">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8"/>
          <p:cNvSpPr/>
          <p:nvPr/>
        </p:nvSpPr>
        <p:spPr>
          <a:xfrm>
            <a:off x="640994" y="1793138"/>
            <a:ext cx="392278" cy="392278"/>
          </a:xfrm>
          <a:prstGeom prst="ellipse">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9"/>
          <p:cNvSpPr/>
          <p:nvPr/>
        </p:nvSpPr>
        <p:spPr>
          <a:xfrm>
            <a:off x="658368" y="1850746"/>
            <a:ext cx="360274" cy="277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01</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0"/>
          <p:cNvSpPr/>
          <p:nvPr/>
        </p:nvSpPr>
        <p:spPr>
          <a:xfrm>
            <a:off x="1228039" y="1436522"/>
            <a:ext cx="4150462" cy="338328"/>
          </a:xfrm>
          <a:prstGeom prst="rect">
            <a:avLst/>
          </a:prstGeom>
          <a:noFill/>
          <a:ln/>
        </p:spPr>
        <p:txBody>
          <a:bodyPr wrap="square" rtlCol="0" anchor="b"/>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68D10"/>
                </a:solidFill>
                <a:effectLst/>
                <a:uLnTx/>
                <a:uFillTx/>
                <a:latin typeface="Arial" pitchFamily="34" charset="0"/>
                <a:ea typeface="Arial" pitchFamily="34" charset="-122"/>
                <a:cs typeface="Arial" pitchFamily="34" charset="-120"/>
              </a:rPr>
              <a:t>Hazard Identification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p:nvPr/>
        </p:nvSpPr>
        <p:spPr>
          <a:xfrm>
            <a:off x="1228039" y="1803197"/>
            <a:ext cx="4150462" cy="1079906"/>
          </a:xfrm>
          <a:prstGeom prst="rect">
            <a:avLst/>
          </a:prstGeom>
          <a:noFill/>
          <a:ln/>
        </p:spPr>
        <p:txBody>
          <a:bodyPr wrap="square"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54545"/>
                </a:solidFill>
                <a:effectLst/>
                <a:uLnTx/>
                <a:uFillTx/>
                <a:latin typeface="Arial" pitchFamily="34" charset="0"/>
                <a:ea typeface="Arial" pitchFamily="34" charset="-122"/>
                <a:cs typeface="Arial" pitchFamily="34" charset="-120"/>
              </a:rPr>
              <a:t>Regularly conduct inspections and engage workers in reporting potential hazards in the workplace.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2"/>
          <p:cNvSpPr/>
          <p:nvPr/>
        </p:nvSpPr>
        <p:spPr>
          <a:xfrm>
            <a:off x="640994" y="3664915"/>
            <a:ext cx="392278" cy="392278"/>
          </a:xfrm>
          <a:prstGeom prst="ellipse">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3"/>
          <p:cNvSpPr/>
          <p:nvPr/>
        </p:nvSpPr>
        <p:spPr>
          <a:xfrm>
            <a:off x="658368" y="3726180"/>
            <a:ext cx="360274" cy="277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4"/>
          <p:cNvSpPr/>
          <p:nvPr/>
        </p:nvSpPr>
        <p:spPr>
          <a:xfrm>
            <a:off x="1228039" y="3308299"/>
            <a:ext cx="4150462" cy="338328"/>
          </a:xfrm>
          <a:prstGeom prst="rect">
            <a:avLst/>
          </a:prstGeom>
          <a:noFill/>
          <a:ln/>
        </p:spPr>
        <p:txBody>
          <a:bodyPr wrap="square"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81E4B"/>
                </a:solidFill>
                <a:effectLst/>
                <a:uLnTx/>
                <a:uFillTx/>
                <a:latin typeface="Arial" pitchFamily="34" charset="0"/>
                <a:ea typeface="Arial" pitchFamily="34" charset="-122"/>
                <a:cs typeface="Arial" pitchFamily="34" charset="-120"/>
              </a:rPr>
              <a:t>Risk Assessment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5"/>
          <p:cNvSpPr/>
          <p:nvPr/>
        </p:nvSpPr>
        <p:spPr>
          <a:xfrm>
            <a:off x="1228039" y="3679546"/>
            <a:ext cx="4150462" cy="1079906"/>
          </a:xfrm>
          <a:prstGeom prst="rect">
            <a:avLst/>
          </a:prstGeom>
          <a:noFill/>
          <a:ln/>
        </p:spPr>
        <p:txBody>
          <a:bodyPr wrap="square"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454545"/>
                </a:solidFill>
                <a:effectLst/>
                <a:uLnTx/>
                <a:uFillTx/>
                <a:latin typeface="Arial" pitchFamily="34" charset="0"/>
                <a:ea typeface="Arial" pitchFamily="34" charset="-122"/>
                <a:cs typeface="Arial" pitchFamily="34" charset="-120"/>
              </a:rPr>
              <a:t>Use tools like Risk Matrix and FMEA to prioritize hazards based on their severity and likelihood.</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6"/>
          <p:cNvSpPr/>
          <p:nvPr/>
        </p:nvSpPr>
        <p:spPr>
          <a:xfrm>
            <a:off x="640994" y="5540350"/>
            <a:ext cx="392278" cy="392278"/>
          </a:xfrm>
          <a:prstGeom prst="ellipse">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7"/>
          <p:cNvSpPr/>
          <p:nvPr/>
        </p:nvSpPr>
        <p:spPr>
          <a:xfrm>
            <a:off x="658368" y="5597957"/>
            <a:ext cx="360274" cy="277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8"/>
          <p:cNvSpPr/>
          <p:nvPr/>
        </p:nvSpPr>
        <p:spPr>
          <a:xfrm>
            <a:off x="1228039" y="5180076"/>
            <a:ext cx="4150462" cy="338328"/>
          </a:xfrm>
          <a:prstGeom prst="rect">
            <a:avLst/>
          </a:prstGeom>
          <a:noFill/>
          <a:ln/>
        </p:spPr>
        <p:txBody>
          <a:bodyPr wrap="square"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68D10"/>
                </a:solidFill>
                <a:effectLst/>
                <a:uLnTx/>
                <a:uFillTx/>
                <a:latin typeface="Arial" pitchFamily="34" charset="0"/>
                <a:ea typeface="Arial" pitchFamily="34" charset="-122"/>
                <a:cs typeface="Arial" pitchFamily="34" charset="-120"/>
              </a:rPr>
              <a:t>Emergency Planning</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9"/>
          <p:cNvSpPr/>
          <p:nvPr/>
        </p:nvSpPr>
        <p:spPr>
          <a:xfrm>
            <a:off x="1228039" y="5551322"/>
            <a:ext cx="4150462" cy="1079906"/>
          </a:xfrm>
          <a:prstGeom prst="rect">
            <a:avLst/>
          </a:prstGeom>
          <a:noFill/>
          <a:ln/>
        </p:spPr>
        <p:txBody>
          <a:bodyPr wrap="square"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454545"/>
                </a:solidFill>
                <a:effectLst/>
                <a:uLnTx/>
                <a:uFillTx/>
                <a:latin typeface="Arial" pitchFamily="34" charset="0"/>
                <a:ea typeface="Arial" pitchFamily="34" charset="-122"/>
                <a:cs typeface="Arial" pitchFamily="34" charset="-120"/>
              </a:rPr>
              <a:t>Develop and implement plans for emergency scenarios and non-routine tasks to mitigate identified risks.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9866" cy="6858000"/>
          </a:xfrm>
          <a:prstGeom prst="rect">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87045" y="191110"/>
            <a:ext cx="6195974" cy="875081"/>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281E4B"/>
                </a:solidFill>
                <a:effectLst/>
                <a:uLnTx/>
                <a:uFillTx/>
                <a:latin typeface="Arial" pitchFamily="34" charset="0"/>
                <a:ea typeface="Arial" pitchFamily="34" charset="-122"/>
                <a:cs typeface="Arial" pitchFamily="34" charset="-120"/>
              </a:rPr>
              <a:t>Types of Hazards: Overview</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0" y="0"/>
            <a:ext cx="388620" cy="6858000"/>
          </a:xfrm>
          <a:prstGeom prst="rect">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0" y="5281574"/>
            <a:ext cx="388620" cy="1576426"/>
          </a:xfrm>
          <a:prstGeom prst="rect">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 name="Image 1" descr="preencoded.png"/>
          <p:cNvPicPr>
            <a:picLocks noChangeAspect="1"/>
          </p:cNvPicPr>
          <p:nvPr/>
        </p:nvPicPr>
        <p:blipFill>
          <a:blip r:embed="rId3"/>
          <a:srcRect l="32020" r="32020"/>
          <a:stretch/>
        </p:blipFill>
        <p:spPr>
          <a:xfrm>
            <a:off x="9673438" y="191110"/>
            <a:ext cx="2328977" cy="6476695"/>
          </a:xfrm>
          <a:prstGeom prst="rect">
            <a:avLst/>
          </a:prstGeom>
        </p:spPr>
      </p:pic>
      <p:sp>
        <p:nvSpPr>
          <p:cNvPr id="8" name="Shape 4"/>
          <p:cNvSpPr/>
          <p:nvPr/>
        </p:nvSpPr>
        <p:spPr>
          <a:xfrm>
            <a:off x="194767" y="0"/>
            <a:ext cx="0" cy="2196389"/>
          </a:xfrm>
          <a:prstGeom prst="line">
            <a:avLst/>
          </a:prstGeom>
          <a:noFill/>
          <a:ln w="127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5"/>
          <p:cNvSpPr/>
          <p:nvPr/>
        </p:nvSpPr>
        <p:spPr>
          <a:xfrm>
            <a:off x="194767" y="2620670"/>
            <a:ext cx="0" cy="2196389"/>
          </a:xfrm>
          <a:prstGeom prst="line">
            <a:avLst/>
          </a:prstGeom>
          <a:noFill/>
          <a:ln w="127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6"/>
          <p:cNvSpPr/>
          <p:nvPr/>
        </p:nvSpPr>
        <p:spPr>
          <a:xfrm>
            <a:off x="572414" y="1901038"/>
            <a:ext cx="392278" cy="392278"/>
          </a:xfrm>
          <a:prstGeom prst="flowChartConnector">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7"/>
          <p:cNvSpPr/>
          <p:nvPr/>
        </p:nvSpPr>
        <p:spPr>
          <a:xfrm>
            <a:off x="587045" y="1958645"/>
            <a:ext cx="367589" cy="277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01</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8"/>
          <p:cNvSpPr/>
          <p:nvPr/>
        </p:nvSpPr>
        <p:spPr>
          <a:xfrm>
            <a:off x="1170432" y="1594714"/>
            <a:ext cx="5339182" cy="309982"/>
          </a:xfrm>
          <a:prstGeom prst="rect">
            <a:avLst/>
          </a:prstGeom>
          <a:noFill/>
          <a:ln/>
        </p:spPr>
        <p:txBody>
          <a:bodyPr wrap="square"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68D10"/>
                </a:solidFill>
                <a:effectLst/>
                <a:uLnTx/>
                <a:uFillTx/>
                <a:latin typeface="Arial" pitchFamily="34" charset="0"/>
                <a:ea typeface="Arial" pitchFamily="34" charset="-122"/>
                <a:cs typeface="Arial" pitchFamily="34" charset="-120"/>
              </a:rPr>
              <a:t>Mechanical</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9"/>
          <p:cNvSpPr/>
          <p:nvPr/>
        </p:nvSpPr>
        <p:spPr>
          <a:xfrm>
            <a:off x="1170432" y="1951330"/>
            <a:ext cx="5339182" cy="791870"/>
          </a:xfrm>
          <a:prstGeom prst="rect">
            <a:avLst/>
          </a:prstGeom>
          <a:noFill/>
          <a:ln/>
        </p:spPr>
        <p:txBody>
          <a:bodyPr wrap="square"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54545"/>
                </a:solidFill>
                <a:effectLst/>
                <a:uLnTx/>
                <a:uFillTx/>
                <a:latin typeface="Arial" pitchFamily="34" charset="0"/>
                <a:ea typeface="Arial" pitchFamily="34" charset="-122"/>
                <a:cs typeface="Arial" pitchFamily="34" charset="-120"/>
              </a:rPr>
              <a:t>Implement regular equipment maintenance to prevent accidents caused by unguarded machinery and tools.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0"/>
          <p:cNvSpPr/>
          <p:nvPr/>
        </p:nvSpPr>
        <p:spPr>
          <a:xfrm>
            <a:off x="572414" y="3258007"/>
            <a:ext cx="392278" cy="392278"/>
          </a:xfrm>
          <a:prstGeom prst="flowChartConnector">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1"/>
          <p:cNvSpPr/>
          <p:nvPr/>
        </p:nvSpPr>
        <p:spPr>
          <a:xfrm>
            <a:off x="587045" y="3315614"/>
            <a:ext cx="367589" cy="277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2"/>
          <p:cNvSpPr/>
          <p:nvPr/>
        </p:nvSpPr>
        <p:spPr>
          <a:xfrm>
            <a:off x="1170432" y="2955341"/>
            <a:ext cx="5339182" cy="309982"/>
          </a:xfrm>
          <a:prstGeom prst="rect">
            <a:avLst/>
          </a:prstGeom>
          <a:noFill/>
          <a:ln/>
        </p:spPr>
        <p:txBody>
          <a:bodyPr wrap="square"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81E4B"/>
                </a:solidFill>
                <a:effectLst/>
                <a:uLnTx/>
                <a:uFillTx/>
                <a:latin typeface="Arial" pitchFamily="34" charset="0"/>
                <a:ea typeface="Arial" pitchFamily="34" charset="-122"/>
                <a:cs typeface="Arial" pitchFamily="34" charset="-120"/>
              </a:rPr>
              <a:t>Electrical</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3"/>
          <p:cNvSpPr/>
          <p:nvPr/>
        </p:nvSpPr>
        <p:spPr>
          <a:xfrm>
            <a:off x="1170432" y="3308299"/>
            <a:ext cx="4999026" cy="791870"/>
          </a:xfrm>
          <a:prstGeom prst="rect">
            <a:avLst/>
          </a:prstGeom>
          <a:noFill/>
          <a:ln/>
        </p:spPr>
        <p:txBody>
          <a:bodyPr wrap="square"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54545"/>
                </a:solidFill>
                <a:effectLst/>
                <a:uLnTx/>
                <a:uFillTx/>
                <a:latin typeface="Arial" pitchFamily="34" charset="0"/>
                <a:ea typeface="Arial" pitchFamily="34" charset="-122"/>
                <a:cs typeface="Arial" pitchFamily="34" charset="-120"/>
              </a:rPr>
              <a:t>Ensure proper insulation and protective measures for all electrical installations to reduce risks of electric shocks.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4"/>
          <p:cNvSpPr/>
          <p:nvPr/>
        </p:nvSpPr>
        <p:spPr>
          <a:xfrm>
            <a:off x="572414" y="4614977"/>
            <a:ext cx="392278" cy="392278"/>
          </a:xfrm>
          <a:prstGeom prst="ellipse">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5"/>
          <p:cNvSpPr/>
          <p:nvPr/>
        </p:nvSpPr>
        <p:spPr>
          <a:xfrm>
            <a:off x="587045" y="4672584"/>
            <a:ext cx="367589" cy="277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6"/>
          <p:cNvSpPr/>
          <p:nvPr/>
        </p:nvSpPr>
        <p:spPr>
          <a:xfrm>
            <a:off x="1170432" y="4313225"/>
            <a:ext cx="5339182" cy="309982"/>
          </a:xfrm>
          <a:prstGeom prst="rect">
            <a:avLst/>
          </a:prstGeom>
          <a:noFill/>
          <a:ln/>
        </p:spPr>
        <p:txBody>
          <a:bodyPr wrap="square"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68D10"/>
                </a:solidFill>
                <a:effectLst/>
                <a:uLnTx/>
                <a:uFillTx/>
                <a:latin typeface="Arial" pitchFamily="34" charset="0"/>
                <a:ea typeface="Arial" pitchFamily="34" charset="-122"/>
                <a:cs typeface="Arial" pitchFamily="34" charset="-120"/>
              </a:rPr>
              <a:t>Chemical</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7"/>
          <p:cNvSpPr/>
          <p:nvPr/>
        </p:nvSpPr>
        <p:spPr>
          <a:xfrm>
            <a:off x="1170432" y="4665269"/>
            <a:ext cx="5339182" cy="791870"/>
          </a:xfrm>
          <a:prstGeom prst="rect">
            <a:avLst/>
          </a:prstGeom>
          <a:noFill/>
          <a:ln/>
        </p:spPr>
        <p:txBody>
          <a:bodyPr wrap="square"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54545"/>
                </a:solidFill>
                <a:effectLst/>
                <a:uLnTx/>
                <a:uFillTx/>
                <a:latin typeface="Arial" pitchFamily="34" charset="0"/>
                <a:ea typeface="Arial" pitchFamily="34" charset="-122"/>
                <a:cs typeface="Arial" pitchFamily="34" charset="-120"/>
              </a:rPr>
              <a:t>Conduct regular training on safe handling and storage procedures for hazardous chemicals to prevent health risks.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8"/>
          <p:cNvSpPr/>
          <p:nvPr/>
        </p:nvSpPr>
        <p:spPr>
          <a:xfrm>
            <a:off x="572414" y="5971946"/>
            <a:ext cx="392278" cy="392278"/>
          </a:xfrm>
          <a:prstGeom prst="ellipse">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19"/>
          <p:cNvSpPr/>
          <p:nvPr/>
        </p:nvSpPr>
        <p:spPr>
          <a:xfrm>
            <a:off x="587045" y="6029554"/>
            <a:ext cx="367589" cy="277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0"/>
          <p:cNvSpPr/>
          <p:nvPr/>
        </p:nvSpPr>
        <p:spPr>
          <a:xfrm>
            <a:off x="1170432" y="5670194"/>
            <a:ext cx="5339182" cy="309982"/>
          </a:xfrm>
          <a:prstGeom prst="rect">
            <a:avLst/>
          </a:prstGeom>
          <a:noFill/>
          <a:ln/>
        </p:spPr>
        <p:txBody>
          <a:bodyPr wrap="square"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81E4B"/>
                </a:solidFill>
                <a:effectLst/>
                <a:uLnTx/>
                <a:uFillTx/>
                <a:latin typeface="Arial" pitchFamily="34" charset="0"/>
                <a:ea typeface="Arial" pitchFamily="34" charset="-122"/>
                <a:cs typeface="Arial" pitchFamily="34" charset="-120"/>
              </a:rPr>
              <a:t>Fire</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1"/>
          <p:cNvSpPr/>
          <p:nvPr/>
        </p:nvSpPr>
        <p:spPr>
          <a:xfrm>
            <a:off x="1170432" y="6023153"/>
            <a:ext cx="4999026" cy="791870"/>
          </a:xfrm>
          <a:prstGeom prst="rect">
            <a:avLst/>
          </a:prstGeom>
          <a:noFill/>
          <a:ln/>
        </p:spPr>
        <p:txBody>
          <a:bodyPr wrap="square"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54545"/>
                </a:solidFill>
                <a:effectLst/>
                <a:uLnTx/>
                <a:uFillTx/>
                <a:latin typeface="Arial" pitchFamily="34" charset="0"/>
                <a:ea typeface="Arial" pitchFamily="34" charset="-122"/>
                <a:cs typeface="Arial" pitchFamily="34" charset="-120"/>
              </a:rPr>
              <a:t>Install appropriate fire extinguishers and conduct regular drills to educate employees on fire emergency procedures.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7" name="Picture 26" descr="A collection of different symbols&#10;&#10;Description automatically generated with medium confidence">
            <a:extLst>
              <a:ext uri="{FF2B5EF4-FFF2-40B4-BE49-F238E27FC236}">
                <a16:creationId xmlns:a16="http://schemas.microsoft.com/office/drawing/2014/main" id="{266810DD-5C77-4B18-5844-652BF72EB630}"/>
              </a:ext>
            </a:extLst>
          </p:cNvPr>
          <p:cNvPicPr>
            <a:picLocks noChangeAspect="1"/>
          </p:cNvPicPr>
          <p:nvPr/>
        </p:nvPicPr>
        <p:blipFill>
          <a:blip r:embed="rId4"/>
          <a:srcRect r="52145"/>
          <a:stretch/>
        </p:blipFill>
        <p:spPr>
          <a:xfrm>
            <a:off x="6646316" y="201308"/>
            <a:ext cx="2890419" cy="647669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9866" cy="6858000"/>
          </a:xfrm>
          <a:prstGeom prst="rect">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87045" y="191110"/>
            <a:ext cx="6195974" cy="875081"/>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281E4B"/>
                </a:solidFill>
                <a:effectLst/>
                <a:uLnTx/>
                <a:uFillTx/>
                <a:latin typeface="Arial" pitchFamily="34" charset="0"/>
                <a:ea typeface="Arial" pitchFamily="34" charset="-122"/>
                <a:cs typeface="Arial" pitchFamily="34" charset="-120"/>
              </a:rPr>
              <a:t>MECHANICAL HAZARDS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0" y="0"/>
            <a:ext cx="388620" cy="6858000"/>
          </a:xfrm>
          <a:prstGeom prst="rect">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0" y="5281574"/>
            <a:ext cx="388620" cy="1576426"/>
          </a:xfrm>
          <a:prstGeom prst="rect">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4"/>
          <p:cNvSpPr/>
          <p:nvPr/>
        </p:nvSpPr>
        <p:spPr>
          <a:xfrm>
            <a:off x="194767" y="0"/>
            <a:ext cx="0" cy="2196389"/>
          </a:xfrm>
          <a:prstGeom prst="line">
            <a:avLst/>
          </a:prstGeom>
          <a:noFill/>
          <a:ln w="127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5"/>
          <p:cNvSpPr/>
          <p:nvPr/>
        </p:nvSpPr>
        <p:spPr>
          <a:xfrm>
            <a:off x="194767" y="2620670"/>
            <a:ext cx="0" cy="2196389"/>
          </a:xfrm>
          <a:prstGeom prst="line">
            <a:avLst/>
          </a:prstGeom>
          <a:noFill/>
          <a:ln w="127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6"/>
          <p:cNvSpPr/>
          <p:nvPr/>
        </p:nvSpPr>
        <p:spPr>
          <a:xfrm>
            <a:off x="572414" y="1901038"/>
            <a:ext cx="392278" cy="392278"/>
          </a:xfrm>
          <a:prstGeom prst="flowChartConnector">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7"/>
          <p:cNvSpPr/>
          <p:nvPr/>
        </p:nvSpPr>
        <p:spPr>
          <a:xfrm>
            <a:off x="587045" y="1958645"/>
            <a:ext cx="367589" cy="277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01</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8"/>
          <p:cNvSpPr/>
          <p:nvPr/>
        </p:nvSpPr>
        <p:spPr>
          <a:xfrm>
            <a:off x="1041779" y="3475287"/>
            <a:ext cx="5922569" cy="705918"/>
          </a:xfrm>
          <a:prstGeom prst="rect">
            <a:avLst/>
          </a:prstGeom>
          <a:noFill/>
          <a:ln/>
        </p:spPr>
        <p:txBody>
          <a:bodyPr wrap="square" rtlCol="0" anchor="b"/>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2400" b="1" i="1" u="none" strike="noStrike" kern="1200" cap="none" spc="0" normalizeH="0" baseline="0" noProof="0" dirty="0">
                <a:ln>
                  <a:noFill/>
                </a:ln>
                <a:solidFill>
                  <a:srgbClr val="DC7C09">
                    <a:lumMod val="75000"/>
                  </a:srgbClr>
                </a:solidFill>
                <a:effectLst/>
                <a:uLnTx/>
                <a:uFillTx/>
                <a:latin typeface="Times New Roman" panose="02020603050405020304" pitchFamily="18" charset="0"/>
                <a:ea typeface="+mn-ea"/>
                <a:cs typeface="+mn-cs"/>
              </a:rPr>
              <a:t>Common sources of mechanical hazards are:</a:t>
            </a:r>
          </a:p>
        </p:txBody>
      </p:sp>
      <p:sp>
        <p:nvSpPr>
          <p:cNvPr id="13" name="Text 9"/>
          <p:cNvSpPr/>
          <p:nvPr/>
        </p:nvSpPr>
        <p:spPr>
          <a:xfrm>
            <a:off x="1170432" y="1951330"/>
            <a:ext cx="5233028" cy="791870"/>
          </a:xfrm>
          <a:prstGeom prst="rect">
            <a:avLst/>
          </a:prstGeom>
          <a:noFill/>
          <a:ln/>
        </p:spPr>
        <p:txBody>
          <a:bodyPr wrap="square"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These are responsible for the majority of the accidents in work situations, therefore every workplace and equipment should be properly examined for identifying mechanical hazards and for taking mitigating measures.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p:nvPr/>
        </p:nvSpPr>
        <p:spPr>
          <a:xfrm>
            <a:off x="587045" y="3315614"/>
            <a:ext cx="367589" cy="277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5"/>
          <p:cNvSpPr/>
          <p:nvPr/>
        </p:nvSpPr>
        <p:spPr>
          <a:xfrm>
            <a:off x="587045" y="4672584"/>
            <a:ext cx="367589" cy="277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9"/>
          <p:cNvSpPr/>
          <p:nvPr/>
        </p:nvSpPr>
        <p:spPr>
          <a:xfrm>
            <a:off x="587045" y="6029554"/>
            <a:ext cx="367589" cy="277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7" name="Picture 26" descr="A group of people standing on a bridge over water&#10;&#10;Description automatically generated">
            <a:extLst>
              <a:ext uri="{FF2B5EF4-FFF2-40B4-BE49-F238E27FC236}">
                <a16:creationId xmlns:a16="http://schemas.microsoft.com/office/drawing/2014/main" id="{78FC23C4-D944-AE87-F553-2A2AE60F58CE}"/>
              </a:ext>
            </a:extLst>
          </p:cNvPr>
          <p:cNvPicPr>
            <a:picLocks noChangeAspect="1"/>
          </p:cNvPicPr>
          <p:nvPr/>
        </p:nvPicPr>
        <p:blipFill>
          <a:blip r:embed="rId3"/>
          <a:stretch>
            <a:fillRect/>
          </a:stretch>
        </p:blipFill>
        <p:spPr>
          <a:xfrm>
            <a:off x="6403460" y="669451"/>
            <a:ext cx="5593773" cy="3132513"/>
          </a:xfrm>
          <a:prstGeom prst="rect">
            <a:avLst/>
          </a:prstGeom>
        </p:spPr>
      </p:pic>
      <p:sp>
        <p:nvSpPr>
          <p:cNvPr id="28" name="Text 9">
            <a:extLst>
              <a:ext uri="{FF2B5EF4-FFF2-40B4-BE49-F238E27FC236}">
                <a16:creationId xmlns:a16="http://schemas.microsoft.com/office/drawing/2014/main" id="{385475CE-F635-FD31-8F0F-DF6DD03C73AB}"/>
              </a:ext>
            </a:extLst>
          </p:cNvPr>
          <p:cNvSpPr/>
          <p:nvPr/>
        </p:nvSpPr>
        <p:spPr>
          <a:xfrm>
            <a:off x="1322831" y="4457559"/>
            <a:ext cx="10674402" cy="1995193"/>
          </a:xfrm>
          <a:prstGeom prst="rect">
            <a:avLst/>
          </a:prstGeom>
          <a:noFill/>
          <a:ln/>
        </p:spPr>
        <p:txBody>
          <a:bodyPr wrap="square"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F68D10">
                    <a:lumMod val="50000"/>
                  </a:srgbClr>
                </a:solidFill>
                <a:effectLst/>
                <a:uLnTx/>
                <a:uFillTx/>
                <a:latin typeface="Times New Roman" panose="02020603050405020304" pitchFamily="18" charset="0"/>
                <a:ea typeface="+mn-ea"/>
                <a:cs typeface="+mn-cs"/>
              </a:rPr>
              <a:t>(a) Unguarded or inadequately guarded moving parts or pits etc.</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F68D10">
                    <a:lumMod val="50000"/>
                  </a:srgbClr>
                </a:solidFill>
                <a:effectLst/>
                <a:uLnTx/>
                <a:uFillTx/>
                <a:latin typeface="Times New Roman" panose="02020603050405020304" pitchFamily="18" charset="0"/>
                <a:ea typeface="+mn-ea"/>
                <a:cs typeface="+mn-cs"/>
              </a:rPr>
              <a:t>(b) Machine tools, hand tools, handling materials, lifting and other appliances.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F68D10">
                    <a:lumMod val="50000"/>
                  </a:srgbClr>
                </a:solidFill>
                <a:effectLst/>
                <a:uLnTx/>
                <a:uFillTx/>
                <a:latin typeface="Times New Roman" panose="02020603050405020304" pitchFamily="18" charset="0"/>
                <a:ea typeface="+mn-ea"/>
                <a:cs typeface="+mn-cs"/>
              </a:rPr>
              <a:t>(c) Improper ventilation, unsafe dress or apparel etc.</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F68D10">
                    <a:lumMod val="50000"/>
                  </a:srgbClr>
                </a:solidFill>
                <a:effectLst/>
                <a:uLnTx/>
                <a:uFillTx/>
                <a:latin typeface="Times New Roman" panose="02020603050405020304" pitchFamily="18" charset="0"/>
                <a:ea typeface="+mn-ea"/>
                <a:cs typeface="+mn-cs"/>
              </a:rPr>
              <a:t>(d) Improper use of tools.</a:t>
            </a:r>
            <a:endParaRPr kumimoji="0" lang="en-US" sz="2400" b="1" i="0" u="none" strike="noStrike" kern="1200" cap="none" spc="0" normalizeH="0" baseline="0" noProof="0" dirty="0">
              <a:ln>
                <a:noFill/>
              </a:ln>
              <a:solidFill>
                <a:srgbClr val="F68D10">
                  <a:lumMod val="50000"/>
                </a:srgbClr>
              </a:solidFill>
              <a:effectLst/>
              <a:uLnTx/>
              <a:uFillTx/>
              <a:latin typeface="Calibri" panose="020F0502020204030204"/>
              <a:ea typeface="+mn-ea"/>
              <a:cs typeface="+mn-cs"/>
            </a:endParaRPr>
          </a:p>
        </p:txBody>
      </p:sp>
      <p:pic>
        <p:nvPicPr>
          <p:cNvPr id="30" name="Graphic 29" descr="Fire Extinguisher outline">
            <a:extLst>
              <a:ext uri="{FF2B5EF4-FFF2-40B4-BE49-F238E27FC236}">
                <a16:creationId xmlns:a16="http://schemas.microsoft.com/office/drawing/2014/main" id="{9517CCA0-1F62-F4D7-76A0-33C1BAED9DF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77796" y="163595"/>
            <a:ext cx="914400" cy="914400"/>
          </a:xfrm>
          <a:prstGeom prst="rect">
            <a:avLst/>
          </a:prstGeom>
        </p:spPr>
      </p:pic>
      <p:pic>
        <p:nvPicPr>
          <p:cNvPr id="32" name="Graphic 31" descr="Warning outline">
            <a:extLst>
              <a:ext uri="{FF2B5EF4-FFF2-40B4-BE49-F238E27FC236}">
                <a16:creationId xmlns:a16="http://schemas.microsoft.com/office/drawing/2014/main" id="{BCE4589E-542F-2A82-BFE9-12C7F7962B6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427796" y="313595"/>
            <a:ext cx="914400" cy="914400"/>
          </a:xfrm>
          <a:prstGeom prst="rect">
            <a:avLst/>
          </a:prstGeom>
        </p:spPr>
      </p:pic>
    </p:spTree>
    <p:extLst>
      <p:ext uri="{BB962C8B-B14F-4D97-AF65-F5344CB8AC3E}">
        <p14:creationId xmlns:p14="http://schemas.microsoft.com/office/powerpoint/2010/main" val="2763270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3524" cy="6858000"/>
          </a:xfrm>
          <a:prstGeom prst="rect">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87045" y="201168"/>
            <a:ext cx="6127394" cy="87873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281E4B"/>
                </a:solidFill>
                <a:effectLst/>
                <a:uLnTx/>
                <a:uFillTx/>
                <a:latin typeface="Arial" pitchFamily="34" charset="0"/>
                <a:ea typeface="Arial" pitchFamily="34" charset="-122"/>
                <a:cs typeface="Arial" pitchFamily="34" charset="-120"/>
              </a:rPr>
              <a:t>Mechanical Hazards: Risks and Examples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0" y="0"/>
            <a:ext cx="388620" cy="6858000"/>
          </a:xfrm>
          <a:prstGeom prst="rect">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0" y="5281574"/>
            <a:ext cx="388620" cy="1576426"/>
          </a:xfrm>
          <a:prstGeom prst="rect">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94767" y="2620670"/>
            <a:ext cx="0" cy="2196389"/>
          </a:xfrm>
          <a:prstGeom prst="line">
            <a:avLst/>
          </a:prstGeom>
          <a:noFill/>
          <a:ln w="127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94767" y="0"/>
            <a:ext cx="0" cy="2196389"/>
          </a:xfrm>
          <a:prstGeom prst="line">
            <a:avLst/>
          </a:prstGeom>
          <a:noFill/>
          <a:ln w="127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576072" y="1687982"/>
            <a:ext cx="5896966" cy="4982566"/>
          </a:xfrm>
          <a:prstGeom prst="roundRect">
            <a:avLst>
              <a:gd name="adj" fmla="val 1835"/>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1720901" y="2275027"/>
            <a:ext cx="4291279" cy="338328"/>
          </a:xfrm>
          <a:prstGeom prst="rect">
            <a:avLst/>
          </a:prstGeom>
          <a:noFill/>
          <a:ln/>
        </p:spPr>
        <p:txBody>
          <a:bodyPr wrap="square"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81E4B"/>
                </a:solidFill>
                <a:effectLst/>
                <a:uLnTx/>
                <a:uFillTx/>
                <a:latin typeface="Arial" pitchFamily="34" charset="0"/>
                <a:ea typeface="Arial" pitchFamily="34" charset="-122"/>
                <a:cs typeface="Arial" pitchFamily="34" charset="-120"/>
              </a:rPr>
              <a:t>Problem Faced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1720901" y="2649931"/>
            <a:ext cx="4291279" cy="52212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Inadequate machine guarding leads to workplace injuries.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886054" y="2408530"/>
            <a:ext cx="630022" cy="630022"/>
          </a:xfrm>
          <a:prstGeom prst="ellipse">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5276" y="2534717"/>
            <a:ext cx="269748" cy="377647"/>
          </a:xfrm>
          <a:prstGeom prst="rect">
            <a:avLst/>
          </a:prstGeom>
        </p:spPr>
      </p:pic>
      <p:sp>
        <p:nvSpPr>
          <p:cNvPr id="13" name="Text 10"/>
          <p:cNvSpPr/>
          <p:nvPr/>
        </p:nvSpPr>
        <p:spPr>
          <a:xfrm>
            <a:off x="1720901" y="3729838"/>
            <a:ext cx="4291279" cy="338328"/>
          </a:xfrm>
          <a:prstGeom prst="rect">
            <a:avLst/>
          </a:prstGeom>
          <a:noFill/>
          <a:ln/>
        </p:spPr>
        <p:txBody>
          <a:bodyPr wrap="square"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81E4B"/>
                </a:solidFill>
                <a:effectLst/>
                <a:uLnTx/>
                <a:uFillTx/>
                <a:latin typeface="Arial" pitchFamily="34" charset="0"/>
                <a:ea typeface="Arial" pitchFamily="34" charset="-122"/>
                <a:cs typeface="Arial" pitchFamily="34" charset="-120"/>
              </a:rPr>
              <a:t>Solution Offered</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p:nvPr/>
        </p:nvSpPr>
        <p:spPr>
          <a:xfrm>
            <a:off x="1720901" y="4107485"/>
            <a:ext cx="4291279" cy="52212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Implement effective safety guards and training protocols.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886054" y="3866083"/>
            <a:ext cx="630022" cy="630022"/>
          </a:xfrm>
          <a:prstGeom prst="ellipse">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7902" y="3945636"/>
            <a:ext cx="306324" cy="464515"/>
          </a:xfrm>
          <a:prstGeom prst="rect">
            <a:avLst/>
          </a:prstGeom>
        </p:spPr>
      </p:pic>
      <p:sp>
        <p:nvSpPr>
          <p:cNvPr id="17" name="Text 13"/>
          <p:cNvSpPr/>
          <p:nvPr/>
        </p:nvSpPr>
        <p:spPr>
          <a:xfrm>
            <a:off x="1720901" y="5183734"/>
            <a:ext cx="4291279" cy="338328"/>
          </a:xfrm>
          <a:prstGeom prst="rect">
            <a:avLst/>
          </a:prstGeom>
          <a:noFill/>
          <a:ln/>
        </p:spPr>
        <p:txBody>
          <a:bodyPr wrap="square"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81E4B"/>
                </a:solidFill>
                <a:effectLst/>
                <a:uLnTx/>
                <a:uFillTx/>
                <a:latin typeface="Arial" pitchFamily="34" charset="0"/>
                <a:ea typeface="Arial" pitchFamily="34" charset="-122"/>
                <a:cs typeface="Arial" pitchFamily="34" charset="-120"/>
              </a:rPr>
              <a:t>Benefits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4"/>
          <p:cNvSpPr/>
          <p:nvPr/>
        </p:nvSpPr>
        <p:spPr>
          <a:xfrm>
            <a:off x="1720901" y="5562295"/>
            <a:ext cx="4291279" cy="52212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Enhanced worker safety and reduced accident rates.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5"/>
          <p:cNvSpPr/>
          <p:nvPr/>
        </p:nvSpPr>
        <p:spPr>
          <a:xfrm>
            <a:off x="886054" y="5320894"/>
            <a:ext cx="630022" cy="630022"/>
          </a:xfrm>
          <a:prstGeom prst="ellipse">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7902" y="5454396"/>
            <a:ext cx="306324" cy="363931"/>
          </a:xfrm>
          <a:prstGeom prst="rect">
            <a:avLst/>
          </a:prstGeom>
        </p:spPr>
      </p:pic>
      <p:pic>
        <p:nvPicPr>
          <p:cNvPr id="21" name="Image 3" descr="preencoded.png"/>
          <p:cNvPicPr>
            <a:picLocks noChangeAspect="1"/>
          </p:cNvPicPr>
          <p:nvPr/>
        </p:nvPicPr>
        <p:blipFill>
          <a:blip r:embed="rId9"/>
          <a:srcRect l="26" r="26"/>
          <a:stretch/>
        </p:blipFill>
        <p:spPr>
          <a:xfrm>
            <a:off x="6666890" y="1068934"/>
            <a:ext cx="5335524" cy="2735885"/>
          </a:xfrm>
          <a:prstGeom prst="rect">
            <a:avLst/>
          </a:prstGeom>
        </p:spPr>
      </p:pic>
      <p:pic>
        <p:nvPicPr>
          <p:cNvPr id="22" name="Image 4" descr="preencoded.png"/>
          <p:cNvPicPr>
            <a:picLocks noChangeAspect="1"/>
          </p:cNvPicPr>
          <p:nvPr/>
        </p:nvPicPr>
        <p:blipFill>
          <a:blip r:embed="rId10"/>
          <a:srcRect t="11568" b="11568"/>
          <a:stretch/>
        </p:blipFill>
        <p:spPr>
          <a:xfrm>
            <a:off x="6666890" y="3995928"/>
            <a:ext cx="5335524" cy="26746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7263" y="-445910"/>
            <a:ext cx="12189866" cy="6858000"/>
          </a:xfrm>
          <a:prstGeom prst="rect">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87045" y="191110"/>
            <a:ext cx="6195974" cy="875081"/>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281E4B"/>
                </a:solidFill>
                <a:effectLst/>
                <a:uLnTx/>
                <a:uFillTx/>
                <a:latin typeface="Arial" pitchFamily="34" charset="0"/>
                <a:ea typeface="Arial" pitchFamily="34" charset="-122"/>
                <a:cs typeface="Arial" pitchFamily="34" charset="-120"/>
              </a:rPr>
              <a:t>ELECTRICAL HAZARDS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0" y="0"/>
            <a:ext cx="388620" cy="6858000"/>
          </a:xfrm>
          <a:prstGeom prst="rect">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0" y="5281574"/>
            <a:ext cx="388620" cy="1576426"/>
          </a:xfrm>
          <a:prstGeom prst="rect">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4"/>
          <p:cNvSpPr/>
          <p:nvPr/>
        </p:nvSpPr>
        <p:spPr>
          <a:xfrm>
            <a:off x="194767" y="0"/>
            <a:ext cx="0" cy="2196389"/>
          </a:xfrm>
          <a:prstGeom prst="line">
            <a:avLst/>
          </a:prstGeom>
          <a:noFill/>
          <a:ln w="127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5"/>
          <p:cNvSpPr/>
          <p:nvPr/>
        </p:nvSpPr>
        <p:spPr>
          <a:xfrm>
            <a:off x="194767" y="2620670"/>
            <a:ext cx="0" cy="2196389"/>
          </a:xfrm>
          <a:prstGeom prst="line">
            <a:avLst/>
          </a:prstGeom>
          <a:noFill/>
          <a:ln w="127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7"/>
          <p:cNvSpPr/>
          <p:nvPr/>
        </p:nvSpPr>
        <p:spPr>
          <a:xfrm>
            <a:off x="587045" y="1958645"/>
            <a:ext cx="367589" cy="277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9"/>
          <p:cNvSpPr/>
          <p:nvPr/>
        </p:nvSpPr>
        <p:spPr>
          <a:xfrm>
            <a:off x="1015898" y="1161595"/>
            <a:ext cx="5233028" cy="3408005"/>
          </a:xfrm>
          <a:prstGeom prst="rect">
            <a:avLst/>
          </a:prstGeom>
          <a:noFill/>
          <a:ln/>
        </p:spPr>
        <p:txBody>
          <a:bodyPr wrap="square" rtlCol="0" anchor="t"/>
          <a:lstStyle/>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These may be due to contact of body with wire, cable or rail or from stroke of lightening.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The immediate effect of this is shock which may be relatively mild or severe so as to cause death (electrocution) depending upon the strength of the current and/or the path it takes passing the earth through the body.</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Another result is burning and the burns may be severe and deep, especially with higher voltage.</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p:nvPr/>
        </p:nvSpPr>
        <p:spPr>
          <a:xfrm>
            <a:off x="587045" y="3315614"/>
            <a:ext cx="367589" cy="277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5"/>
          <p:cNvSpPr/>
          <p:nvPr/>
        </p:nvSpPr>
        <p:spPr>
          <a:xfrm>
            <a:off x="587045" y="4672584"/>
            <a:ext cx="367589" cy="277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9"/>
          <p:cNvSpPr/>
          <p:nvPr/>
        </p:nvSpPr>
        <p:spPr>
          <a:xfrm>
            <a:off x="587045" y="6029554"/>
            <a:ext cx="367589" cy="277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0" name="Graphic 29" descr="Fire Extinguisher outline">
            <a:extLst>
              <a:ext uri="{FF2B5EF4-FFF2-40B4-BE49-F238E27FC236}">
                <a16:creationId xmlns:a16="http://schemas.microsoft.com/office/drawing/2014/main" id="{9517CCA0-1F62-F4D7-76A0-33C1BAED9D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77796" y="163595"/>
            <a:ext cx="914400" cy="914400"/>
          </a:xfrm>
          <a:prstGeom prst="rect">
            <a:avLst/>
          </a:prstGeom>
        </p:spPr>
      </p:pic>
      <p:pic>
        <p:nvPicPr>
          <p:cNvPr id="32" name="Graphic 31" descr="Warning outline">
            <a:extLst>
              <a:ext uri="{FF2B5EF4-FFF2-40B4-BE49-F238E27FC236}">
                <a16:creationId xmlns:a16="http://schemas.microsoft.com/office/drawing/2014/main" id="{BCE4589E-542F-2A82-BFE9-12C7F7962B6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27796" y="313595"/>
            <a:ext cx="914400" cy="914400"/>
          </a:xfrm>
          <a:prstGeom prst="rect">
            <a:avLst/>
          </a:prstGeom>
        </p:spPr>
      </p:pic>
      <p:pic>
        <p:nvPicPr>
          <p:cNvPr id="7" name="Picture 6" descr="A sparking wires and sparks&#10;&#10;Description automatically generated with medium confidence">
            <a:extLst>
              <a:ext uri="{FF2B5EF4-FFF2-40B4-BE49-F238E27FC236}">
                <a16:creationId xmlns:a16="http://schemas.microsoft.com/office/drawing/2014/main" id="{9C12AABE-6076-9D72-F29C-7A0924C88025}"/>
              </a:ext>
            </a:extLst>
          </p:cNvPr>
          <p:cNvPicPr>
            <a:picLocks noChangeAspect="1"/>
          </p:cNvPicPr>
          <p:nvPr/>
        </p:nvPicPr>
        <p:blipFill>
          <a:blip r:embed="rId7"/>
          <a:stretch>
            <a:fillRect/>
          </a:stretch>
        </p:blipFill>
        <p:spPr>
          <a:xfrm>
            <a:off x="6584680" y="945925"/>
            <a:ext cx="5500255" cy="3668670"/>
          </a:xfrm>
          <a:prstGeom prst="rect">
            <a:avLst/>
          </a:prstGeom>
        </p:spPr>
      </p:pic>
    </p:spTree>
    <p:extLst>
      <p:ext uri="{BB962C8B-B14F-4D97-AF65-F5344CB8AC3E}">
        <p14:creationId xmlns:p14="http://schemas.microsoft.com/office/powerpoint/2010/main" val="2206647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3524" cy="6858000"/>
          </a:xfrm>
          <a:prstGeom prst="rect">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87045" y="201168"/>
            <a:ext cx="6127394" cy="87873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Causes of the electric hazards may be of the following types:</a:t>
            </a:r>
            <a:endParaRPr kumimoji="0" 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4" name="Shape 2"/>
          <p:cNvSpPr/>
          <p:nvPr/>
        </p:nvSpPr>
        <p:spPr>
          <a:xfrm>
            <a:off x="0" y="0"/>
            <a:ext cx="388620" cy="6858000"/>
          </a:xfrm>
          <a:prstGeom prst="rect">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0" y="5281574"/>
            <a:ext cx="388620" cy="1576426"/>
          </a:xfrm>
          <a:prstGeom prst="rect">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94767" y="2620670"/>
            <a:ext cx="0" cy="2196389"/>
          </a:xfrm>
          <a:prstGeom prst="line">
            <a:avLst/>
          </a:prstGeom>
          <a:noFill/>
          <a:ln w="127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94767" y="0"/>
            <a:ext cx="0" cy="2196389"/>
          </a:xfrm>
          <a:prstGeom prst="line">
            <a:avLst/>
          </a:prstGeom>
          <a:noFill/>
          <a:ln w="127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650568" y="1451388"/>
            <a:ext cx="6222375" cy="4982566"/>
          </a:xfrm>
          <a:prstGeom prst="roundRect">
            <a:avLst>
              <a:gd name="adj" fmla="val 1835"/>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1490491" y="1975300"/>
            <a:ext cx="5303200" cy="338328"/>
          </a:xfrm>
          <a:prstGeom prst="rect">
            <a:avLst/>
          </a:prstGeom>
          <a:noFill/>
          <a:ln/>
        </p:spPr>
        <p:txBody>
          <a:bodyPr wrap="square" rtlCol="0" anchor="b"/>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Electric shocks may be caused by an exposed live conductor or a faulty piece of equipment.</a:t>
            </a: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886054" y="1713703"/>
            <a:ext cx="630022" cy="630022"/>
          </a:xfrm>
          <a:prstGeom prst="ellipse">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1455" y="1818742"/>
            <a:ext cx="269748" cy="377647"/>
          </a:xfrm>
          <a:prstGeom prst="rect">
            <a:avLst/>
          </a:prstGeom>
        </p:spPr>
      </p:pic>
      <p:sp>
        <p:nvSpPr>
          <p:cNvPr id="13" name="Text 10"/>
          <p:cNvSpPr/>
          <p:nvPr/>
        </p:nvSpPr>
        <p:spPr>
          <a:xfrm>
            <a:off x="1585197" y="3595852"/>
            <a:ext cx="5264946" cy="338328"/>
          </a:xfrm>
          <a:prstGeom prst="rect">
            <a:avLst/>
          </a:prstGeom>
          <a:noFill/>
          <a:ln/>
        </p:spPr>
        <p:txBody>
          <a:bodyPr wrap="square" rtlCol="0" anchor="b"/>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A mobile crane boom, a man carrying aluminium ladder, or vertical metal bars etc. can come in contact with overhead power lines, electric crane rails, open- faced substation switchboards etc.</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p:nvPr/>
        </p:nvSpPr>
        <p:spPr>
          <a:xfrm>
            <a:off x="1720901" y="4107484"/>
            <a:ext cx="4993538" cy="1174089"/>
          </a:xfrm>
          <a:prstGeom prst="rect">
            <a:avLst/>
          </a:prstGeom>
          <a:noFill/>
          <a:ln/>
        </p:spPr>
        <p:txBody>
          <a:bodyPr wrap="square"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Other causes may be unskilled electricians, improper, instructions, defective wiring which</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may cause short circuit, poor installations, misuse or overloading.</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851612" y="2986629"/>
            <a:ext cx="630022" cy="630022"/>
          </a:xfrm>
          <a:prstGeom prst="ellipse">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2149" y="3066309"/>
            <a:ext cx="306324" cy="464515"/>
          </a:xfrm>
          <a:prstGeom prst="rect">
            <a:avLst/>
          </a:prstGeom>
        </p:spPr>
      </p:pic>
      <p:sp>
        <p:nvSpPr>
          <p:cNvPr id="18" name="Text 14"/>
          <p:cNvSpPr/>
          <p:nvPr/>
        </p:nvSpPr>
        <p:spPr>
          <a:xfrm>
            <a:off x="1720901" y="5562295"/>
            <a:ext cx="5052731" cy="52212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Ageing and attack by foreign materials causes insulation failures which causes electrical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fires or cases of electrocution.</a:t>
            </a:r>
            <a:r>
              <a:rPr kumimoji="0" lang="en-US" sz="18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11455" y="3689245"/>
            <a:ext cx="306324" cy="363931"/>
          </a:xfrm>
          <a:prstGeom prst="rect">
            <a:avLst/>
          </a:prstGeom>
        </p:spPr>
      </p:pic>
      <p:pic>
        <p:nvPicPr>
          <p:cNvPr id="24" name="Picture 23" descr="A collection of warning signs&#10;&#10;Description automatically generated">
            <a:extLst>
              <a:ext uri="{FF2B5EF4-FFF2-40B4-BE49-F238E27FC236}">
                <a16:creationId xmlns:a16="http://schemas.microsoft.com/office/drawing/2014/main" id="{FA4CE232-64D8-FCE2-6075-5E4E563560CC}"/>
              </a:ext>
            </a:extLst>
          </p:cNvPr>
          <p:cNvPicPr>
            <a:picLocks noChangeAspect="1"/>
          </p:cNvPicPr>
          <p:nvPr/>
        </p:nvPicPr>
        <p:blipFill>
          <a:blip r:embed="rId9"/>
          <a:stretch>
            <a:fillRect/>
          </a:stretch>
        </p:blipFill>
        <p:spPr>
          <a:xfrm>
            <a:off x="6872943" y="878575"/>
            <a:ext cx="5264946" cy="2159978"/>
          </a:xfrm>
          <a:prstGeom prst="rect">
            <a:avLst/>
          </a:prstGeom>
        </p:spPr>
      </p:pic>
      <p:pic>
        <p:nvPicPr>
          <p:cNvPr id="28" name="Picture 27" descr="A person wearing a helmet and hardhat&#10;&#10;Description automatically generated">
            <a:extLst>
              <a:ext uri="{FF2B5EF4-FFF2-40B4-BE49-F238E27FC236}">
                <a16:creationId xmlns:a16="http://schemas.microsoft.com/office/drawing/2014/main" id="{7BCF5D71-D1FC-7B0F-C21D-8B8EADBA80AA}"/>
              </a:ext>
            </a:extLst>
          </p:cNvPr>
          <p:cNvPicPr>
            <a:picLocks noChangeAspect="1"/>
          </p:cNvPicPr>
          <p:nvPr/>
        </p:nvPicPr>
        <p:blipFill>
          <a:blip r:embed="rId10"/>
          <a:stretch>
            <a:fillRect/>
          </a:stretch>
        </p:blipFill>
        <p:spPr>
          <a:xfrm>
            <a:off x="6872943" y="3380080"/>
            <a:ext cx="5221270" cy="2371112"/>
          </a:xfrm>
          <a:prstGeom prst="rect">
            <a:avLst/>
          </a:prstGeom>
        </p:spPr>
      </p:pic>
      <p:pic>
        <p:nvPicPr>
          <p:cNvPr id="21" name="Graphic 20" descr="Fire Extinguisher with solid fill">
            <a:extLst>
              <a:ext uri="{FF2B5EF4-FFF2-40B4-BE49-F238E27FC236}">
                <a16:creationId xmlns:a16="http://schemas.microsoft.com/office/drawing/2014/main" id="{3F425B02-088A-225E-52CE-AE97F5ED5B2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4936" y="5423043"/>
            <a:ext cx="914400" cy="914400"/>
          </a:xfrm>
          <a:prstGeom prst="rect">
            <a:avLst/>
          </a:prstGeom>
        </p:spPr>
      </p:pic>
      <p:pic>
        <p:nvPicPr>
          <p:cNvPr id="23" name="Graphic 22" descr="Warning with solid fill">
            <a:extLst>
              <a:ext uri="{FF2B5EF4-FFF2-40B4-BE49-F238E27FC236}">
                <a16:creationId xmlns:a16="http://schemas.microsoft.com/office/drawing/2014/main" id="{F87652C3-6853-94C8-7F16-C94B98B4016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86054" y="4361082"/>
            <a:ext cx="769100" cy="769100"/>
          </a:xfrm>
          <a:prstGeom prst="rect">
            <a:avLst/>
          </a:prstGeom>
        </p:spPr>
      </p:pic>
    </p:spTree>
    <p:extLst>
      <p:ext uri="{BB962C8B-B14F-4D97-AF65-F5344CB8AC3E}">
        <p14:creationId xmlns:p14="http://schemas.microsoft.com/office/powerpoint/2010/main" val="805404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7263" y="5079110"/>
            <a:ext cx="12189866" cy="1332980"/>
          </a:xfrm>
          <a:prstGeom prst="rect">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87045" y="191110"/>
            <a:ext cx="6195974" cy="875081"/>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281E4B"/>
                </a:solidFill>
                <a:effectLst/>
                <a:uLnTx/>
                <a:uFillTx/>
                <a:latin typeface="Arial" pitchFamily="34" charset="0"/>
                <a:ea typeface="Arial" pitchFamily="34" charset="-122"/>
                <a:cs typeface="Arial" pitchFamily="34" charset="-120"/>
              </a:rPr>
              <a:t>CHEMICAL HAZARDS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0" y="0"/>
            <a:ext cx="388620" cy="6858000"/>
          </a:xfrm>
          <a:prstGeom prst="rect">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0" y="5281574"/>
            <a:ext cx="388620" cy="1576426"/>
          </a:xfrm>
          <a:prstGeom prst="rect">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4"/>
          <p:cNvSpPr/>
          <p:nvPr/>
        </p:nvSpPr>
        <p:spPr>
          <a:xfrm>
            <a:off x="194767" y="0"/>
            <a:ext cx="0" cy="2196389"/>
          </a:xfrm>
          <a:prstGeom prst="line">
            <a:avLst/>
          </a:prstGeom>
          <a:noFill/>
          <a:ln w="127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5"/>
          <p:cNvSpPr/>
          <p:nvPr/>
        </p:nvSpPr>
        <p:spPr>
          <a:xfrm>
            <a:off x="194767" y="2620670"/>
            <a:ext cx="0" cy="2196389"/>
          </a:xfrm>
          <a:prstGeom prst="line">
            <a:avLst/>
          </a:prstGeom>
          <a:noFill/>
          <a:ln w="1270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7"/>
          <p:cNvSpPr/>
          <p:nvPr/>
        </p:nvSpPr>
        <p:spPr>
          <a:xfrm>
            <a:off x="587045" y="1958645"/>
            <a:ext cx="367589" cy="277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9"/>
          <p:cNvSpPr/>
          <p:nvPr/>
        </p:nvSpPr>
        <p:spPr>
          <a:xfrm>
            <a:off x="1015898" y="1161595"/>
            <a:ext cx="5568782" cy="3408005"/>
          </a:xfrm>
          <a:prstGeom prst="rect">
            <a:avLst/>
          </a:prstGeom>
          <a:noFill/>
          <a:ln/>
        </p:spPr>
        <p:txBody>
          <a:bodyPr wrap="square"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The usage of chemicals with the resultant hazardous gases, vapours and fumes is one of the</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most dangerous industries.</a:t>
            </a:r>
          </a:p>
        </p:txBody>
      </p:sp>
      <p:sp>
        <p:nvSpPr>
          <p:cNvPr id="15" name="Text 11"/>
          <p:cNvSpPr/>
          <p:nvPr/>
        </p:nvSpPr>
        <p:spPr>
          <a:xfrm>
            <a:off x="587045" y="3315614"/>
            <a:ext cx="367589" cy="277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5"/>
          <p:cNvSpPr/>
          <p:nvPr/>
        </p:nvSpPr>
        <p:spPr>
          <a:xfrm>
            <a:off x="587045" y="4672584"/>
            <a:ext cx="367589" cy="277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9"/>
          <p:cNvSpPr/>
          <p:nvPr/>
        </p:nvSpPr>
        <p:spPr>
          <a:xfrm>
            <a:off x="587045" y="6029554"/>
            <a:ext cx="367589" cy="277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04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0" name="Graphic 29" descr="Fire Extinguisher outline">
            <a:extLst>
              <a:ext uri="{FF2B5EF4-FFF2-40B4-BE49-F238E27FC236}">
                <a16:creationId xmlns:a16="http://schemas.microsoft.com/office/drawing/2014/main" id="{9517CCA0-1F62-F4D7-76A0-33C1BAED9D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77796" y="163595"/>
            <a:ext cx="914400" cy="914400"/>
          </a:xfrm>
          <a:prstGeom prst="rect">
            <a:avLst/>
          </a:prstGeom>
        </p:spPr>
      </p:pic>
      <p:pic>
        <p:nvPicPr>
          <p:cNvPr id="32" name="Graphic 31" descr="Warning outline">
            <a:extLst>
              <a:ext uri="{FF2B5EF4-FFF2-40B4-BE49-F238E27FC236}">
                <a16:creationId xmlns:a16="http://schemas.microsoft.com/office/drawing/2014/main" id="{BCE4589E-542F-2A82-BFE9-12C7F7962B6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27796" y="313595"/>
            <a:ext cx="914400" cy="914400"/>
          </a:xfrm>
          <a:prstGeom prst="rect">
            <a:avLst/>
          </a:prstGeom>
        </p:spPr>
      </p:pic>
      <p:sp>
        <p:nvSpPr>
          <p:cNvPr id="6" name="TextBox 5">
            <a:extLst>
              <a:ext uri="{FF2B5EF4-FFF2-40B4-BE49-F238E27FC236}">
                <a16:creationId xmlns:a16="http://schemas.microsoft.com/office/drawing/2014/main" id="{A3524BC3-FADF-05D9-65F8-86381F8AFF4D}"/>
              </a:ext>
            </a:extLst>
          </p:cNvPr>
          <p:cNvSpPr txBox="1"/>
          <p:nvPr/>
        </p:nvSpPr>
        <p:spPr>
          <a:xfrm>
            <a:off x="1085710" y="2518185"/>
            <a:ext cx="434208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The effects of noxious gases are:</a:t>
            </a:r>
            <a:endParaRPr kumimoji="0" lang="en-GB" sz="2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7E5595A8-384B-1069-75DE-5D954AE28B10}"/>
              </a:ext>
            </a:extLst>
          </p:cNvPr>
          <p:cNvSpPr txBox="1"/>
          <p:nvPr/>
        </p:nvSpPr>
        <p:spPr>
          <a:xfrm>
            <a:off x="433128" y="3202039"/>
            <a:ext cx="5759068" cy="286232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prstClr val="white"/>
                </a:solidFill>
                <a:effectLst/>
                <a:highlight>
                  <a:srgbClr val="808000"/>
                </a:highlight>
                <a:uLnTx/>
                <a:uFillTx/>
                <a:latin typeface="Times New Roman" panose="02020603050405020304" pitchFamily="18" charset="0"/>
                <a:ea typeface="+mn-ea"/>
                <a:cs typeface="+mn-cs"/>
              </a:rPr>
              <a:t>Simple asphyxiants, e.g., nitrogen gas, methane gas, carbon dioxide.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prstClr val="white"/>
                </a:solidFill>
                <a:effectLst/>
                <a:highlight>
                  <a:srgbClr val="808000"/>
                </a:highlight>
                <a:uLnTx/>
                <a:uFillTx/>
                <a:latin typeface="Times New Roman" panose="02020603050405020304" pitchFamily="18" charset="0"/>
                <a:ea typeface="+mn-ea"/>
                <a:cs typeface="+mn-cs"/>
              </a:rPr>
              <a:t>Chemical </a:t>
            </a:r>
            <a:r>
              <a:rPr kumimoji="0" lang="en-GB" sz="2000" b="0" i="0" u="none" strike="noStrike" kern="1200" cap="none" spc="0" normalizeH="0" baseline="0" noProof="0" dirty="0" err="1">
                <a:ln>
                  <a:noFill/>
                </a:ln>
                <a:solidFill>
                  <a:prstClr val="white"/>
                </a:solidFill>
                <a:effectLst/>
                <a:highlight>
                  <a:srgbClr val="808000"/>
                </a:highlight>
                <a:uLnTx/>
                <a:uFillTx/>
                <a:latin typeface="Times New Roman" panose="02020603050405020304" pitchFamily="18" charset="0"/>
                <a:ea typeface="+mn-ea"/>
                <a:cs typeface="+mn-cs"/>
              </a:rPr>
              <a:t>osphysciants</a:t>
            </a:r>
            <a:r>
              <a:rPr kumimoji="0" lang="en-GB" sz="2000" b="0" i="0" u="none" strike="noStrike" kern="1200" cap="none" spc="0" normalizeH="0" baseline="0" noProof="0" dirty="0">
                <a:ln>
                  <a:noFill/>
                </a:ln>
                <a:solidFill>
                  <a:prstClr val="white"/>
                </a:solidFill>
                <a:effectLst/>
                <a:highlight>
                  <a:srgbClr val="808000"/>
                </a:highlight>
                <a:uLnTx/>
                <a:uFillTx/>
                <a:latin typeface="Times New Roman" panose="02020603050405020304" pitchFamily="18" charset="0"/>
                <a:ea typeface="+mn-ea"/>
                <a:cs typeface="+mn-cs"/>
              </a:rPr>
              <a:t>, e.g., carbon monoxide, hydrogen- sulphide, hydro-cyanic acid.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prstClr val="white"/>
                </a:solidFill>
                <a:effectLst/>
                <a:highlight>
                  <a:srgbClr val="808000"/>
                </a:highlight>
                <a:uLnTx/>
                <a:uFillTx/>
                <a:latin typeface="Times New Roman" panose="02020603050405020304" pitchFamily="18" charset="0"/>
                <a:ea typeface="+mn-ea"/>
                <a:cs typeface="+mn-cs"/>
              </a:rPr>
              <a:t> Irritant gases, e.g., nitrogen dioxide or peroxide, </a:t>
            </a:r>
            <a:r>
              <a:rPr kumimoji="0" lang="en-GB" sz="2000" b="0" i="0" u="none" strike="noStrike" kern="1200" cap="none" spc="0" normalizeH="0" baseline="0" noProof="0" dirty="0" err="1">
                <a:ln>
                  <a:noFill/>
                </a:ln>
                <a:solidFill>
                  <a:prstClr val="white"/>
                </a:solidFill>
                <a:effectLst/>
                <a:highlight>
                  <a:srgbClr val="808000"/>
                </a:highlight>
                <a:uLnTx/>
                <a:uFillTx/>
                <a:latin typeface="Times New Roman" panose="02020603050405020304" pitchFamily="18" charset="0"/>
                <a:ea typeface="+mn-ea"/>
                <a:cs typeface="+mn-cs"/>
              </a:rPr>
              <a:t>flourine</a:t>
            </a:r>
            <a:r>
              <a:rPr kumimoji="0" lang="en-GB" sz="2000" b="0" i="0" u="none" strike="noStrike" kern="1200" cap="none" spc="0" normalizeH="0" baseline="0" noProof="0" dirty="0">
                <a:ln>
                  <a:noFill/>
                </a:ln>
                <a:solidFill>
                  <a:prstClr val="white"/>
                </a:solidFill>
                <a:effectLst/>
                <a:highlight>
                  <a:srgbClr val="808000"/>
                </a:highlight>
                <a:uLnTx/>
                <a:uFillTx/>
                <a:latin typeface="Times New Roman" panose="02020603050405020304" pitchFamily="18" charset="0"/>
                <a:ea typeface="+mn-ea"/>
                <a:cs typeface="+mn-cs"/>
              </a:rPr>
              <a:t>, hydrogen </a:t>
            </a:r>
            <a:r>
              <a:rPr kumimoji="0" lang="en-GB" sz="2000" b="0" i="0" u="none" strike="noStrike" kern="1200" cap="none" spc="0" normalizeH="0" baseline="0" noProof="0" dirty="0" err="1">
                <a:ln>
                  <a:noFill/>
                </a:ln>
                <a:solidFill>
                  <a:prstClr val="white"/>
                </a:solidFill>
                <a:effectLst/>
                <a:highlight>
                  <a:srgbClr val="808000"/>
                </a:highlight>
                <a:uLnTx/>
                <a:uFillTx/>
                <a:latin typeface="Times New Roman" panose="02020603050405020304" pitchFamily="18" charset="0"/>
                <a:ea typeface="+mn-ea"/>
                <a:cs typeface="+mn-cs"/>
              </a:rPr>
              <a:t>flouride</a:t>
            </a:r>
            <a:r>
              <a:rPr kumimoji="0" lang="en-GB" sz="2000" b="0" i="0" u="none" strike="noStrike" kern="1200" cap="none" spc="0" normalizeH="0" baseline="0" noProof="0" dirty="0">
                <a:ln>
                  <a:noFill/>
                </a:ln>
                <a:solidFill>
                  <a:prstClr val="white"/>
                </a:solidFill>
                <a:effectLst/>
                <a:highlight>
                  <a:srgbClr val="808000"/>
                </a:highlight>
                <a:uLnTx/>
                <a:uFillTx/>
                <a:latin typeface="Times New Roman" panose="02020603050405020304" pitchFamily="18" charset="0"/>
                <a:ea typeface="+mn-ea"/>
                <a:cs typeface="+mn-cs"/>
              </a:rPr>
              <a:t>, sulphur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white"/>
                </a:solidFill>
                <a:effectLst/>
                <a:highlight>
                  <a:srgbClr val="808000"/>
                </a:highlight>
                <a:uLnTx/>
                <a:uFillTx/>
                <a:latin typeface="Times New Roman" panose="02020603050405020304" pitchFamily="18" charset="0"/>
                <a:ea typeface="+mn-ea"/>
                <a:cs typeface="+mn-cs"/>
              </a:rPr>
              <a:t>dioxide, ammonia.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prstClr val="white"/>
                </a:solidFill>
                <a:effectLst/>
                <a:highlight>
                  <a:srgbClr val="808000"/>
                </a:highlight>
                <a:uLnTx/>
                <a:uFillTx/>
                <a:latin typeface="Times New Roman" panose="02020603050405020304" pitchFamily="18" charset="0"/>
                <a:ea typeface="+mn-ea"/>
                <a:cs typeface="+mn-cs"/>
              </a:rPr>
              <a:t>Organic metallic gases, e.g., </a:t>
            </a:r>
            <a:r>
              <a:rPr kumimoji="0" lang="en-GB" sz="2000" b="0" i="0" u="none" strike="noStrike" kern="1200" cap="none" spc="0" normalizeH="0" baseline="0" noProof="0" dirty="0" err="1">
                <a:ln>
                  <a:noFill/>
                </a:ln>
                <a:solidFill>
                  <a:prstClr val="white"/>
                </a:solidFill>
                <a:effectLst/>
                <a:highlight>
                  <a:srgbClr val="808000"/>
                </a:highlight>
                <a:uLnTx/>
                <a:uFillTx/>
                <a:latin typeface="Times New Roman" panose="02020603050405020304" pitchFamily="18" charset="0"/>
                <a:ea typeface="+mn-ea"/>
                <a:cs typeface="+mn-cs"/>
              </a:rPr>
              <a:t>assenic</a:t>
            </a:r>
            <a:r>
              <a:rPr kumimoji="0" lang="en-GB" sz="2000" b="0" i="0" u="none" strike="noStrike" kern="1200" cap="none" spc="0" normalizeH="0" baseline="0" noProof="0" dirty="0">
                <a:ln>
                  <a:noFill/>
                </a:ln>
                <a:solidFill>
                  <a:prstClr val="white"/>
                </a:solidFill>
                <a:effectLst/>
                <a:highlight>
                  <a:srgbClr val="808000"/>
                </a:highlight>
                <a:uLnTx/>
                <a:uFillTx/>
                <a:latin typeface="Times New Roman" panose="02020603050405020304" pitchFamily="18" charset="0"/>
                <a:ea typeface="+mn-ea"/>
                <a:cs typeface="+mn-cs"/>
              </a:rPr>
              <a:t> hydride.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prstClr val="white"/>
                </a:solidFill>
                <a:effectLst/>
                <a:highlight>
                  <a:srgbClr val="808000"/>
                </a:highlight>
                <a:uLnTx/>
                <a:uFillTx/>
                <a:latin typeface="Times New Roman" panose="02020603050405020304" pitchFamily="18" charset="0"/>
                <a:ea typeface="+mn-ea"/>
                <a:cs typeface="+mn-cs"/>
              </a:rPr>
              <a:t>Inorganic metallic gases</a:t>
            </a:r>
            <a:r>
              <a:rPr kumimoji="0" lang="en-GB" sz="2000" b="0" i="0" u="none" strike="noStrike" kern="1200" cap="none" spc="0" normalizeH="0" baseline="0" noProof="0" dirty="0">
                <a:ln>
                  <a:noFill/>
                </a:ln>
                <a:solidFill>
                  <a:prstClr val="black"/>
                </a:solidFill>
                <a:effectLst/>
                <a:highlight>
                  <a:srgbClr val="808000"/>
                </a:highlight>
                <a:uLnTx/>
                <a:uFillTx/>
                <a:latin typeface="Times New Roman" panose="02020603050405020304" pitchFamily="18" charset="0"/>
                <a:ea typeface="+mn-ea"/>
                <a:cs typeface="+mn-cs"/>
              </a:rPr>
              <a:t>.</a:t>
            </a:r>
            <a:endParaRPr kumimoji="0" lang="en-GB" sz="2000" b="0" i="0" u="none" strike="noStrike" kern="1200" cap="none" spc="0" normalizeH="0" baseline="0" noProof="0" dirty="0">
              <a:ln>
                <a:noFill/>
              </a:ln>
              <a:solidFill>
                <a:prstClr val="black"/>
              </a:solidFill>
              <a:effectLst/>
              <a:highlight>
                <a:srgbClr val="808000"/>
              </a:highlight>
              <a:uLnTx/>
              <a:uFillTx/>
              <a:latin typeface="Calibri" panose="020F0502020204030204"/>
              <a:ea typeface="+mn-ea"/>
              <a:cs typeface="+mn-cs"/>
            </a:endParaRPr>
          </a:p>
        </p:txBody>
      </p:sp>
      <p:pic>
        <p:nvPicPr>
          <p:cNvPr id="14" name="Picture 13" descr="A group of barrels stacked together&#10;&#10;Description automatically generated">
            <a:extLst>
              <a:ext uri="{FF2B5EF4-FFF2-40B4-BE49-F238E27FC236}">
                <a16:creationId xmlns:a16="http://schemas.microsoft.com/office/drawing/2014/main" id="{2FAD14F2-8A2B-C1A3-9539-C35651259588}"/>
              </a:ext>
            </a:extLst>
          </p:cNvPr>
          <p:cNvPicPr>
            <a:picLocks noChangeAspect="1"/>
          </p:cNvPicPr>
          <p:nvPr/>
        </p:nvPicPr>
        <p:blipFill>
          <a:blip r:embed="rId7"/>
          <a:stretch>
            <a:fillRect/>
          </a:stretch>
        </p:blipFill>
        <p:spPr>
          <a:xfrm>
            <a:off x="6634733" y="1575701"/>
            <a:ext cx="5562194" cy="4020650"/>
          </a:xfrm>
          <a:prstGeom prst="rect">
            <a:avLst/>
          </a:prstGeom>
        </p:spPr>
      </p:pic>
    </p:spTree>
    <p:extLst>
      <p:ext uri="{BB962C8B-B14F-4D97-AF65-F5344CB8AC3E}">
        <p14:creationId xmlns:p14="http://schemas.microsoft.com/office/powerpoint/2010/main" val="2532655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7BDFED6-6E33-4606-AFE2-886ADB1C0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fire extinguisher in a factory&#10;&#10;Description automatically generated">
            <a:extLst>
              <a:ext uri="{FF2B5EF4-FFF2-40B4-BE49-F238E27FC236}">
                <a16:creationId xmlns:a16="http://schemas.microsoft.com/office/drawing/2014/main" id="{76FA3AE8-0133-B2C1-44E1-657C60505AB9}"/>
              </a:ext>
            </a:extLst>
          </p:cNvPr>
          <p:cNvPicPr>
            <a:picLocks noChangeAspect="1"/>
          </p:cNvPicPr>
          <p:nvPr/>
        </p:nvPicPr>
        <p:blipFill>
          <a:blip r:embed="rId2">
            <a:alphaModFix/>
            <a:extLst>
              <a:ext uri="{28A0092B-C50C-407E-A947-70E740481C1C}">
                <a14:useLocalDpi xmlns:a14="http://schemas.microsoft.com/office/drawing/2010/main" val="0"/>
              </a:ext>
            </a:extLst>
          </a:blip>
          <a:srcRect t="20263" r="-1" b="7586"/>
          <a:stretch/>
        </p:blipFill>
        <p:spPr>
          <a:xfrm>
            <a:off x="4547937" y="-5"/>
            <a:ext cx="7644062" cy="3681406"/>
          </a:xfrm>
          <a:prstGeom prst="rect">
            <a:avLst/>
          </a:prstGeom>
        </p:spPr>
      </p:pic>
      <p:sp>
        <p:nvSpPr>
          <p:cNvPr id="16" name="Rectangle 15">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lose-up of a fire extinguisher&#10;&#10;Description automatically generated">
            <a:extLst>
              <a:ext uri="{FF2B5EF4-FFF2-40B4-BE49-F238E27FC236}">
                <a16:creationId xmlns:a16="http://schemas.microsoft.com/office/drawing/2014/main" id="{59A45539-3B77-8960-3B4F-3D192630D047}"/>
              </a:ext>
            </a:extLst>
          </p:cNvPr>
          <p:cNvPicPr>
            <a:picLocks noGrp="1" noChangeAspect="1"/>
          </p:cNvPicPr>
          <p:nvPr>
            <p:ph idx="4294967295"/>
          </p:nvPr>
        </p:nvPicPr>
        <p:blipFill>
          <a:blip r:embed="rId3">
            <a:extLst>
              <a:ext uri="{28A0092B-C50C-407E-A947-70E740481C1C}">
                <a14:useLocalDpi xmlns:a14="http://schemas.microsoft.com/office/drawing/2010/main" val="0"/>
              </a:ext>
            </a:extLst>
          </a:blip>
          <a:srcRect r="-1" b="37509"/>
          <a:stretch/>
        </p:blipFill>
        <p:spPr>
          <a:xfrm>
            <a:off x="4547938" y="3681409"/>
            <a:ext cx="7644062" cy="3176595"/>
          </a:xfrm>
          <a:prstGeom prst="rect">
            <a:avLst/>
          </a:prstGeom>
        </p:spPr>
      </p:pic>
      <p:sp>
        <p:nvSpPr>
          <p:cNvPr id="8" name="Title 7">
            <a:extLst>
              <a:ext uri="{FF2B5EF4-FFF2-40B4-BE49-F238E27FC236}">
                <a16:creationId xmlns:a16="http://schemas.microsoft.com/office/drawing/2014/main" id="{038B1A48-614B-E23C-F7E0-11D6300B220B}"/>
              </a:ext>
            </a:extLst>
          </p:cNvPr>
          <p:cNvSpPr>
            <a:spLocks noGrp="1"/>
          </p:cNvSpPr>
          <p:nvPr>
            <p:ph type="ctrTitle"/>
          </p:nvPr>
        </p:nvSpPr>
        <p:spPr>
          <a:xfrm>
            <a:off x="838200" y="1115219"/>
            <a:ext cx="6117236" cy="2387600"/>
          </a:xfrm>
        </p:spPr>
        <p:txBody>
          <a:bodyPr>
            <a:normAutofit/>
          </a:bodyPr>
          <a:lstStyle/>
          <a:p>
            <a:pPr algn="l"/>
            <a:r>
              <a:rPr lang="en-GB" b="1" dirty="0">
                <a:solidFill>
                  <a:schemeClr val="bg1"/>
                </a:solidFill>
              </a:rPr>
              <a:t>CLASSES OF FIRE</a:t>
            </a:r>
          </a:p>
        </p:txBody>
      </p:sp>
      <p:sp>
        <p:nvSpPr>
          <p:cNvPr id="9" name="Subtitle 8">
            <a:extLst>
              <a:ext uri="{FF2B5EF4-FFF2-40B4-BE49-F238E27FC236}">
                <a16:creationId xmlns:a16="http://schemas.microsoft.com/office/drawing/2014/main" id="{6EA2F214-777D-DFD2-EB4A-781BE62D392A}"/>
              </a:ext>
            </a:extLst>
          </p:cNvPr>
          <p:cNvSpPr>
            <a:spLocks noGrp="1"/>
          </p:cNvSpPr>
          <p:nvPr>
            <p:ph type="subTitle" idx="1"/>
          </p:nvPr>
        </p:nvSpPr>
        <p:spPr>
          <a:xfrm>
            <a:off x="838200" y="3902075"/>
            <a:ext cx="5395912" cy="1655762"/>
          </a:xfrm>
        </p:spPr>
        <p:txBody>
          <a:bodyPr>
            <a:normAutofit/>
          </a:bodyPr>
          <a:lstStyle/>
          <a:p>
            <a:pPr algn="l"/>
            <a:endParaRPr lang="en-GB" sz="2000">
              <a:solidFill>
                <a:schemeClr val="bg1"/>
              </a:solidFill>
            </a:endParaRPr>
          </a:p>
        </p:txBody>
      </p:sp>
      <p:cxnSp>
        <p:nvCxnSpPr>
          <p:cNvPr id="18" name="Straight Connector 17">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3681408"/>
            <a:ext cx="113537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3242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3D6EC93-F369-413E-AA67-5D4104161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532182DF-75AB-04EC-6884-1927EB9EE7CB}"/>
              </a:ext>
            </a:extLst>
          </p:cNvPr>
          <p:cNvSpPr>
            <a:spLocks noGrp="1"/>
          </p:cNvSpPr>
          <p:nvPr>
            <p:ph type="title"/>
          </p:nvPr>
        </p:nvSpPr>
        <p:spPr>
          <a:xfrm>
            <a:off x="193624" y="127746"/>
            <a:ext cx="4394200" cy="1323439"/>
          </a:xfrm>
        </p:spPr>
        <p:txBody>
          <a:bodyPr anchor="t">
            <a:normAutofit/>
          </a:bodyPr>
          <a:lstStyle/>
          <a:p>
            <a:endParaRPr lang="en-GB" sz="4000" dirty="0">
              <a:solidFill>
                <a:schemeClr val="bg1"/>
              </a:solidFill>
            </a:endParaRPr>
          </a:p>
        </p:txBody>
      </p:sp>
      <p:sp>
        <p:nvSpPr>
          <p:cNvPr id="10" name="Content Placeholder 9">
            <a:extLst>
              <a:ext uri="{FF2B5EF4-FFF2-40B4-BE49-F238E27FC236}">
                <a16:creationId xmlns:a16="http://schemas.microsoft.com/office/drawing/2014/main" id="{A5936ED7-74F1-A6FE-A028-8EB828C99028}"/>
              </a:ext>
            </a:extLst>
          </p:cNvPr>
          <p:cNvSpPr>
            <a:spLocks noGrp="1"/>
          </p:cNvSpPr>
          <p:nvPr>
            <p:ph idx="1"/>
          </p:nvPr>
        </p:nvSpPr>
        <p:spPr>
          <a:xfrm>
            <a:off x="314637" y="2022137"/>
            <a:ext cx="4961901" cy="4063869"/>
          </a:xfrm>
        </p:spPr>
        <p:txBody>
          <a:bodyPr>
            <a:noAutofit/>
          </a:bodyPr>
          <a:lstStyle/>
          <a:p>
            <a:pPr algn="just"/>
            <a:r>
              <a:rPr lang="en-GB" sz="2400" b="1" i="0" u="none" strike="noStrike" baseline="0" dirty="0">
                <a:solidFill>
                  <a:schemeClr val="bg1"/>
                </a:solidFill>
                <a:latin typeface="Times New Roman" panose="02020603050405020304" pitchFamily="18" charset="0"/>
              </a:rPr>
              <a:t>While fire can seem like one big threatening force, it's important to know that there are actually</a:t>
            </a:r>
          </a:p>
          <a:p>
            <a:pPr algn="just"/>
            <a:r>
              <a:rPr lang="en-GB" sz="2400" b="1" i="0" u="none" strike="noStrike" baseline="0" dirty="0">
                <a:solidFill>
                  <a:schemeClr val="bg1"/>
                </a:solidFill>
                <a:latin typeface="Times New Roman" panose="02020603050405020304" pitchFamily="18" charset="0"/>
              </a:rPr>
              <a:t>several classes of fires. A fire's class can determine how quickly it burns, how dangerous it is,</a:t>
            </a:r>
          </a:p>
          <a:p>
            <a:pPr algn="just"/>
            <a:r>
              <a:rPr lang="en-GB" sz="2400" b="1" i="0" u="none" strike="noStrike" baseline="0" dirty="0">
                <a:solidFill>
                  <a:schemeClr val="bg1"/>
                </a:solidFill>
                <a:latin typeface="Times New Roman" panose="02020603050405020304" pitchFamily="18" charset="0"/>
              </a:rPr>
              <a:t>and the best way to suppress or put it out. The 5 different classes of fires each have their own</a:t>
            </a:r>
          </a:p>
          <a:p>
            <a:pPr algn="just"/>
            <a:r>
              <a:rPr lang="en-GB" sz="2400" b="1" i="0" u="none" strike="noStrike" baseline="0" dirty="0">
                <a:solidFill>
                  <a:schemeClr val="bg1"/>
                </a:solidFill>
                <a:latin typeface="Times New Roman" panose="02020603050405020304" pitchFamily="18" charset="0"/>
              </a:rPr>
              <a:t>best approach to put them out safely and effectively</a:t>
            </a:r>
            <a:endParaRPr lang="en-US" sz="2400" b="1" dirty="0">
              <a:solidFill>
                <a:schemeClr val="bg1"/>
              </a:solidFill>
            </a:endParaRPr>
          </a:p>
        </p:txBody>
      </p:sp>
      <p:pic>
        <p:nvPicPr>
          <p:cNvPr id="5" name="Content Placeholder 4" descr="A red and white sign with a fire extinguisher and a fire flame&#10;&#10;Description automatically generated">
            <a:extLst>
              <a:ext uri="{FF2B5EF4-FFF2-40B4-BE49-F238E27FC236}">
                <a16:creationId xmlns:a16="http://schemas.microsoft.com/office/drawing/2014/main" id="{F31EC486-FF52-1996-D3D9-0ED4AB9A6281}"/>
              </a:ext>
            </a:extLst>
          </p:cNvPr>
          <p:cNvPicPr>
            <a:picLocks noChangeAspect="1"/>
          </p:cNvPicPr>
          <p:nvPr/>
        </p:nvPicPr>
        <p:blipFill>
          <a:blip r:embed="rId2">
            <a:extLst>
              <a:ext uri="{28A0092B-C50C-407E-A947-70E740481C1C}">
                <a14:useLocalDpi xmlns:a14="http://schemas.microsoft.com/office/drawing/2010/main" val="0"/>
              </a:ext>
            </a:extLst>
          </a:blip>
          <a:srcRect r="6098"/>
          <a:stretch/>
        </p:blipFill>
        <p:spPr>
          <a:xfrm>
            <a:off x="5752193" y="10"/>
            <a:ext cx="6439807" cy="6857989"/>
          </a:xfrm>
          <a:custGeom>
            <a:avLst/>
            <a:gdLst/>
            <a:ahLst/>
            <a:cxnLst/>
            <a:rect l="l" t="t" r="r" b="b"/>
            <a:pathLst>
              <a:path w="6439807" h="6857999">
                <a:moveTo>
                  <a:pt x="752157" y="6118149"/>
                </a:moveTo>
                <a:cubicBezTo>
                  <a:pt x="745608" y="6124102"/>
                  <a:pt x="737987" y="6129341"/>
                  <a:pt x="730938" y="6133722"/>
                </a:cubicBezTo>
                <a:cubicBezTo>
                  <a:pt x="723794" y="6138152"/>
                  <a:pt x="718448" y="6143474"/>
                  <a:pt x="714778" y="6149379"/>
                </a:cubicBezTo>
                <a:lnTo>
                  <a:pt x="709303" y="6166562"/>
                </a:lnTo>
                <a:lnTo>
                  <a:pt x="714778" y="6149380"/>
                </a:lnTo>
                <a:cubicBezTo>
                  <a:pt x="718448" y="6143474"/>
                  <a:pt x="723794" y="6138152"/>
                  <a:pt x="730938" y="6133723"/>
                </a:cubicBezTo>
                <a:cubicBezTo>
                  <a:pt x="737987" y="6129341"/>
                  <a:pt x="745608" y="6124102"/>
                  <a:pt x="752157" y="6118149"/>
                </a:cubicBezTo>
                <a:close/>
                <a:moveTo>
                  <a:pt x="844000" y="4941372"/>
                </a:moveTo>
                <a:lnTo>
                  <a:pt x="840670" y="4950868"/>
                </a:lnTo>
                <a:lnTo>
                  <a:pt x="830985" y="4991382"/>
                </a:lnTo>
                <a:lnTo>
                  <a:pt x="840670" y="4950869"/>
                </a:lnTo>
                <a:close/>
                <a:moveTo>
                  <a:pt x="840061" y="4749807"/>
                </a:moveTo>
                <a:cubicBezTo>
                  <a:pt x="852197" y="4762827"/>
                  <a:pt x="853054" y="4781365"/>
                  <a:pt x="854768" y="4799797"/>
                </a:cubicBezTo>
                <a:cubicBezTo>
                  <a:pt x="853054" y="4781365"/>
                  <a:pt x="852197" y="4762826"/>
                  <a:pt x="840061" y="4749807"/>
                </a:cubicBezTo>
                <a:close/>
                <a:moveTo>
                  <a:pt x="822263" y="4543185"/>
                </a:moveTo>
                <a:lnTo>
                  <a:pt x="816857" y="4557091"/>
                </a:lnTo>
                <a:cubicBezTo>
                  <a:pt x="805236" y="4573618"/>
                  <a:pt x="796449" y="4588275"/>
                  <a:pt x="790493" y="4602021"/>
                </a:cubicBezTo>
                <a:cubicBezTo>
                  <a:pt x="796449" y="4588275"/>
                  <a:pt x="805236" y="4573618"/>
                  <a:pt x="816857" y="4557092"/>
                </a:cubicBezTo>
                <a:cubicBezTo>
                  <a:pt x="819238" y="4553662"/>
                  <a:pt x="821286" y="4548281"/>
                  <a:pt x="822263" y="4543185"/>
                </a:cubicBezTo>
                <a:close/>
                <a:moveTo>
                  <a:pt x="356045" y="2819253"/>
                </a:moveTo>
                <a:lnTo>
                  <a:pt x="344401" y="2827483"/>
                </a:lnTo>
                <a:lnTo>
                  <a:pt x="344399" y="2827486"/>
                </a:lnTo>
                <a:lnTo>
                  <a:pt x="325551" y="2842392"/>
                </a:lnTo>
                <a:lnTo>
                  <a:pt x="315896" y="2861156"/>
                </a:lnTo>
                <a:lnTo>
                  <a:pt x="344399" y="2827486"/>
                </a:lnTo>
                <a:lnTo>
                  <a:pt x="344401" y="2827484"/>
                </a:lnTo>
                <a:close/>
                <a:moveTo>
                  <a:pt x="425699" y="1974015"/>
                </a:moveTo>
                <a:cubicBezTo>
                  <a:pt x="427224" y="1991685"/>
                  <a:pt x="433462" y="2008497"/>
                  <a:pt x="449941" y="2023547"/>
                </a:cubicBezTo>
                <a:cubicBezTo>
                  <a:pt x="441702" y="2016020"/>
                  <a:pt x="436022" y="2008056"/>
                  <a:pt x="432213" y="1999763"/>
                </a:cubicBezTo>
                <a:close/>
                <a:moveTo>
                  <a:pt x="442893" y="1768838"/>
                </a:moveTo>
                <a:cubicBezTo>
                  <a:pt x="451656" y="1779981"/>
                  <a:pt x="453942" y="1790986"/>
                  <a:pt x="452275" y="1801558"/>
                </a:cubicBezTo>
                <a:lnTo>
                  <a:pt x="451495" y="1785412"/>
                </a:lnTo>
                <a:cubicBezTo>
                  <a:pt x="450037" y="1779948"/>
                  <a:pt x="447274" y="1774411"/>
                  <a:pt x="442893" y="1768838"/>
                </a:cubicBezTo>
                <a:close/>
                <a:moveTo>
                  <a:pt x="333304" y="520953"/>
                </a:moveTo>
                <a:cubicBezTo>
                  <a:pt x="333742" y="528850"/>
                  <a:pt x="335479" y="536547"/>
                  <a:pt x="337867" y="544146"/>
                </a:cubicBezTo>
                <a:lnTo>
                  <a:pt x="340032" y="549926"/>
                </a:lnTo>
                <a:lnTo>
                  <a:pt x="340448" y="551717"/>
                </a:lnTo>
                <a:lnTo>
                  <a:pt x="346286" y="566616"/>
                </a:lnTo>
                <a:lnTo>
                  <a:pt x="346338" y="566754"/>
                </a:lnTo>
                <a:lnTo>
                  <a:pt x="352655" y="583595"/>
                </a:lnTo>
                <a:lnTo>
                  <a:pt x="359451" y="612658"/>
                </a:lnTo>
                <a:cubicBezTo>
                  <a:pt x="358988" y="604728"/>
                  <a:pt x="357231" y="597005"/>
                  <a:pt x="354829" y="589388"/>
                </a:cubicBezTo>
                <a:lnTo>
                  <a:pt x="352655" y="583595"/>
                </a:lnTo>
                <a:lnTo>
                  <a:pt x="352236" y="581804"/>
                </a:lnTo>
                <a:lnTo>
                  <a:pt x="346286" y="566616"/>
                </a:lnTo>
                <a:lnTo>
                  <a:pt x="340032" y="549926"/>
                </a:lnTo>
                <a:close/>
                <a:moveTo>
                  <a:pt x="384407" y="268794"/>
                </a:moveTo>
                <a:lnTo>
                  <a:pt x="387837" y="328017"/>
                </a:lnTo>
                <a:cubicBezTo>
                  <a:pt x="389527" y="318646"/>
                  <a:pt x="389932" y="309031"/>
                  <a:pt x="389283" y="299164"/>
                </a:cubicBezTo>
                <a:cubicBezTo>
                  <a:pt x="388634" y="289296"/>
                  <a:pt x="386932" y="279176"/>
                  <a:pt x="384407" y="268794"/>
                </a:cubicBezTo>
                <a:close/>
                <a:moveTo>
                  <a:pt x="66991" y="0"/>
                </a:moveTo>
                <a:lnTo>
                  <a:pt x="6439807" y="0"/>
                </a:lnTo>
                <a:lnTo>
                  <a:pt x="6439807" y="6857999"/>
                </a:lnTo>
                <a:lnTo>
                  <a:pt x="149318" y="6857999"/>
                </a:lnTo>
                <a:lnTo>
                  <a:pt x="149318" y="6857457"/>
                </a:lnTo>
                <a:lnTo>
                  <a:pt x="22079" y="6857457"/>
                </a:lnTo>
                <a:lnTo>
                  <a:pt x="26851" y="6796804"/>
                </a:lnTo>
                <a:cubicBezTo>
                  <a:pt x="32162" y="6777207"/>
                  <a:pt x="39591" y="6758011"/>
                  <a:pt x="44354" y="6738388"/>
                </a:cubicBezTo>
                <a:cubicBezTo>
                  <a:pt x="48736" y="6720103"/>
                  <a:pt x="58832" y="6702955"/>
                  <a:pt x="67214" y="6685617"/>
                </a:cubicBezTo>
                <a:cubicBezTo>
                  <a:pt x="83217" y="6652472"/>
                  <a:pt x="73120" y="6617036"/>
                  <a:pt x="77310" y="6583128"/>
                </a:cubicBezTo>
                <a:cubicBezTo>
                  <a:pt x="78646" y="6572269"/>
                  <a:pt x="80168" y="6561411"/>
                  <a:pt x="82837" y="6550742"/>
                </a:cubicBezTo>
                <a:cubicBezTo>
                  <a:pt x="89885" y="6521593"/>
                  <a:pt x="95981" y="6491874"/>
                  <a:pt x="105698" y="6463490"/>
                </a:cubicBezTo>
                <a:cubicBezTo>
                  <a:pt x="116555" y="6431292"/>
                  <a:pt x="131034" y="6400429"/>
                  <a:pt x="146085" y="6363664"/>
                </a:cubicBezTo>
                <a:cubicBezTo>
                  <a:pt x="142274" y="6350899"/>
                  <a:pt x="131986" y="6331277"/>
                  <a:pt x="131034" y="6311084"/>
                </a:cubicBezTo>
                <a:cubicBezTo>
                  <a:pt x="127795" y="6246121"/>
                  <a:pt x="145512" y="6185351"/>
                  <a:pt x="173519" y="6127247"/>
                </a:cubicBezTo>
                <a:cubicBezTo>
                  <a:pt x="181900" y="6109530"/>
                  <a:pt x="187424" y="6090477"/>
                  <a:pt x="195616" y="6072569"/>
                </a:cubicBezTo>
                <a:cubicBezTo>
                  <a:pt x="198472" y="6066284"/>
                  <a:pt x="204569" y="6058092"/>
                  <a:pt x="210287" y="6056948"/>
                </a:cubicBezTo>
                <a:cubicBezTo>
                  <a:pt x="243432" y="6050282"/>
                  <a:pt x="242862" y="6025515"/>
                  <a:pt x="244766" y="5999796"/>
                </a:cubicBezTo>
                <a:cubicBezTo>
                  <a:pt x="247051" y="5969124"/>
                  <a:pt x="252386" y="5938836"/>
                  <a:pt x="256958" y="5908355"/>
                </a:cubicBezTo>
                <a:cubicBezTo>
                  <a:pt x="257530" y="5904353"/>
                  <a:pt x="261530" y="5900735"/>
                  <a:pt x="264199" y="5897114"/>
                </a:cubicBezTo>
                <a:cubicBezTo>
                  <a:pt x="268199" y="5891590"/>
                  <a:pt x="274296" y="5886447"/>
                  <a:pt x="275818" y="5880348"/>
                </a:cubicBezTo>
                <a:cubicBezTo>
                  <a:pt x="283249" y="5849107"/>
                  <a:pt x="289535" y="5817674"/>
                  <a:pt x="296393" y="5786239"/>
                </a:cubicBezTo>
                <a:cubicBezTo>
                  <a:pt x="297919" y="5779191"/>
                  <a:pt x="299822" y="5771953"/>
                  <a:pt x="302870" y="5765474"/>
                </a:cubicBezTo>
                <a:cubicBezTo>
                  <a:pt x="305728" y="5759378"/>
                  <a:pt x="310682" y="5754234"/>
                  <a:pt x="313730" y="5748136"/>
                </a:cubicBezTo>
                <a:cubicBezTo>
                  <a:pt x="321921" y="5731564"/>
                  <a:pt x="329541" y="5714607"/>
                  <a:pt x="338685" y="5695178"/>
                </a:cubicBezTo>
                <a:cubicBezTo>
                  <a:pt x="321541" y="5684320"/>
                  <a:pt x="331258" y="5669647"/>
                  <a:pt x="339449" y="5651360"/>
                </a:cubicBezTo>
                <a:cubicBezTo>
                  <a:pt x="347831" y="5632691"/>
                  <a:pt x="350497" y="5611164"/>
                  <a:pt x="353546" y="5590590"/>
                </a:cubicBezTo>
                <a:cubicBezTo>
                  <a:pt x="359070" y="5552869"/>
                  <a:pt x="362499" y="5514957"/>
                  <a:pt x="367451" y="5477239"/>
                </a:cubicBezTo>
                <a:cubicBezTo>
                  <a:pt x="368595" y="5469236"/>
                  <a:pt x="370690" y="5460092"/>
                  <a:pt x="375454" y="5453995"/>
                </a:cubicBezTo>
                <a:cubicBezTo>
                  <a:pt x="407459" y="5412276"/>
                  <a:pt x="416411" y="5361598"/>
                  <a:pt x="413366" y="5313403"/>
                </a:cubicBezTo>
                <a:cubicBezTo>
                  <a:pt x="411078" y="5275491"/>
                  <a:pt x="409363" y="5238343"/>
                  <a:pt x="412601" y="5200813"/>
                </a:cubicBezTo>
                <a:cubicBezTo>
                  <a:pt x="412793" y="5197955"/>
                  <a:pt x="412411" y="5194145"/>
                  <a:pt x="410887" y="5192051"/>
                </a:cubicBezTo>
                <a:cubicBezTo>
                  <a:pt x="400791" y="5179097"/>
                  <a:pt x="400029" y="5165570"/>
                  <a:pt x="398315" y="5148995"/>
                </a:cubicBezTo>
                <a:cubicBezTo>
                  <a:pt x="395837" y="5125562"/>
                  <a:pt x="397553" y="5104036"/>
                  <a:pt x="401743" y="5082317"/>
                </a:cubicBezTo>
                <a:cubicBezTo>
                  <a:pt x="404791" y="5066505"/>
                  <a:pt x="411078" y="5050504"/>
                  <a:pt x="419080" y="5036405"/>
                </a:cubicBezTo>
                <a:cubicBezTo>
                  <a:pt x="430320" y="5016785"/>
                  <a:pt x="434701" y="4997922"/>
                  <a:pt x="419841" y="4979253"/>
                </a:cubicBezTo>
                <a:cubicBezTo>
                  <a:pt x="404029" y="4959061"/>
                  <a:pt x="409553" y="4936201"/>
                  <a:pt x="408983" y="4913909"/>
                </a:cubicBezTo>
                <a:cubicBezTo>
                  <a:pt x="408791" y="4904195"/>
                  <a:pt x="409174" y="4893907"/>
                  <a:pt x="406697" y="4884572"/>
                </a:cubicBezTo>
                <a:cubicBezTo>
                  <a:pt x="399647" y="4857522"/>
                  <a:pt x="388978" y="4831420"/>
                  <a:pt x="384216" y="4803988"/>
                </a:cubicBezTo>
                <a:cubicBezTo>
                  <a:pt x="381551" y="4788747"/>
                  <a:pt x="386312" y="4771793"/>
                  <a:pt x="389741" y="4755980"/>
                </a:cubicBezTo>
                <a:cubicBezTo>
                  <a:pt x="393361" y="4739978"/>
                  <a:pt x="398885" y="4724167"/>
                  <a:pt x="404601" y="4708734"/>
                </a:cubicBezTo>
                <a:cubicBezTo>
                  <a:pt x="408411" y="4698258"/>
                  <a:pt x="412031" y="4686828"/>
                  <a:pt x="418889" y="4678445"/>
                </a:cubicBezTo>
                <a:cubicBezTo>
                  <a:pt x="434510" y="4659393"/>
                  <a:pt x="437178" y="4639772"/>
                  <a:pt x="428986" y="4617291"/>
                </a:cubicBezTo>
                <a:cubicBezTo>
                  <a:pt x="427651" y="4613864"/>
                  <a:pt x="427651" y="4609863"/>
                  <a:pt x="427462" y="4606053"/>
                </a:cubicBezTo>
                <a:cubicBezTo>
                  <a:pt x="423462" y="4545086"/>
                  <a:pt x="420984" y="4484127"/>
                  <a:pt x="414888" y="4423545"/>
                </a:cubicBezTo>
                <a:cubicBezTo>
                  <a:pt x="412411" y="4398972"/>
                  <a:pt x="401553" y="4375349"/>
                  <a:pt x="394695" y="4351154"/>
                </a:cubicBezTo>
                <a:cubicBezTo>
                  <a:pt x="393361" y="4346201"/>
                  <a:pt x="391265" y="4340674"/>
                  <a:pt x="392218" y="4335722"/>
                </a:cubicBezTo>
                <a:cubicBezTo>
                  <a:pt x="401743" y="4281810"/>
                  <a:pt x="387837" y="4231324"/>
                  <a:pt x="369547" y="4181603"/>
                </a:cubicBezTo>
                <a:cubicBezTo>
                  <a:pt x="367642" y="4176461"/>
                  <a:pt x="368214" y="4170174"/>
                  <a:pt x="368595" y="4164458"/>
                </a:cubicBezTo>
                <a:cubicBezTo>
                  <a:pt x="369928" y="4148453"/>
                  <a:pt x="376597" y="4131119"/>
                  <a:pt x="372597" y="4116641"/>
                </a:cubicBezTo>
                <a:cubicBezTo>
                  <a:pt x="361545" y="4078159"/>
                  <a:pt x="348211" y="4040058"/>
                  <a:pt x="331447" y="4003861"/>
                </a:cubicBezTo>
                <a:cubicBezTo>
                  <a:pt x="314493" y="3967091"/>
                  <a:pt x="300203" y="3932993"/>
                  <a:pt x="317350" y="3890891"/>
                </a:cubicBezTo>
                <a:cubicBezTo>
                  <a:pt x="324589" y="3872985"/>
                  <a:pt x="319445" y="3849362"/>
                  <a:pt x="317541" y="3828785"/>
                </a:cubicBezTo>
                <a:cubicBezTo>
                  <a:pt x="316016" y="3813737"/>
                  <a:pt x="307442" y="3799258"/>
                  <a:pt x="307442" y="3784397"/>
                </a:cubicBezTo>
                <a:cubicBezTo>
                  <a:pt x="307442" y="3744770"/>
                  <a:pt x="297346" y="3709529"/>
                  <a:pt x="276771" y="3675238"/>
                </a:cubicBezTo>
                <a:cubicBezTo>
                  <a:pt x="268770" y="3661899"/>
                  <a:pt x="274105" y="3641134"/>
                  <a:pt x="272009" y="3623799"/>
                </a:cubicBezTo>
                <a:cubicBezTo>
                  <a:pt x="269533" y="3605509"/>
                  <a:pt x="267247" y="3586653"/>
                  <a:pt x="261721" y="3569124"/>
                </a:cubicBezTo>
                <a:cubicBezTo>
                  <a:pt x="247242" y="3523785"/>
                  <a:pt x="230859" y="3479015"/>
                  <a:pt x="215618" y="3433866"/>
                </a:cubicBezTo>
                <a:cubicBezTo>
                  <a:pt x="203045" y="3396719"/>
                  <a:pt x="212952" y="3360139"/>
                  <a:pt x="218285" y="3323372"/>
                </a:cubicBezTo>
                <a:cubicBezTo>
                  <a:pt x="221716" y="3300319"/>
                  <a:pt x="229907" y="3278795"/>
                  <a:pt x="217715" y="3252885"/>
                </a:cubicBezTo>
                <a:cubicBezTo>
                  <a:pt x="206093" y="3228119"/>
                  <a:pt x="208761" y="3196686"/>
                  <a:pt x="202474" y="3168870"/>
                </a:cubicBezTo>
                <a:cubicBezTo>
                  <a:pt x="197141" y="3145436"/>
                  <a:pt x="188566" y="3122770"/>
                  <a:pt x="180184" y="3100099"/>
                </a:cubicBezTo>
                <a:cubicBezTo>
                  <a:pt x="168753" y="3069235"/>
                  <a:pt x="156753" y="3038756"/>
                  <a:pt x="162468" y="3005035"/>
                </a:cubicBezTo>
                <a:cubicBezTo>
                  <a:pt x="168946" y="2966742"/>
                  <a:pt x="144561" y="2940455"/>
                  <a:pt x="128367" y="2910353"/>
                </a:cubicBezTo>
                <a:cubicBezTo>
                  <a:pt x="117318" y="2889587"/>
                  <a:pt x="109126" y="2866918"/>
                  <a:pt x="102267" y="2844248"/>
                </a:cubicBezTo>
                <a:cubicBezTo>
                  <a:pt x="93313" y="2813958"/>
                  <a:pt x="87978" y="2782716"/>
                  <a:pt x="79217" y="2752235"/>
                </a:cubicBezTo>
                <a:cubicBezTo>
                  <a:pt x="66072" y="2706131"/>
                  <a:pt x="55784" y="2659455"/>
                  <a:pt x="63024" y="2611450"/>
                </a:cubicBezTo>
                <a:cubicBezTo>
                  <a:pt x="66262" y="2589352"/>
                  <a:pt x="66072" y="2568774"/>
                  <a:pt x="61307" y="2546678"/>
                </a:cubicBezTo>
                <a:cubicBezTo>
                  <a:pt x="53497" y="2510483"/>
                  <a:pt x="52545" y="2473333"/>
                  <a:pt x="23399" y="2444184"/>
                </a:cubicBezTo>
                <a:cubicBezTo>
                  <a:pt x="13111" y="2433897"/>
                  <a:pt x="10446" y="2415420"/>
                  <a:pt x="5110" y="2400369"/>
                </a:cubicBezTo>
                <a:cubicBezTo>
                  <a:pt x="-1178" y="2383032"/>
                  <a:pt x="2062" y="2370270"/>
                  <a:pt x="20352" y="2360933"/>
                </a:cubicBezTo>
                <a:cubicBezTo>
                  <a:pt x="28541" y="2356744"/>
                  <a:pt x="36543" y="2344741"/>
                  <a:pt x="37878" y="2335405"/>
                </a:cubicBezTo>
                <a:cubicBezTo>
                  <a:pt x="41877" y="2307402"/>
                  <a:pt x="35972" y="2281683"/>
                  <a:pt x="23017" y="2254633"/>
                </a:cubicBezTo>
                <a:cubicBezTo>
                  <a:pt x="10825" y="2229296"/>
                  <a:pt x="12159" y="2197670"/>
                  <a:pt x="7395" y="2168903"/>
                </a:cubicBezTo>
                <a:cubicBezTo>
                  <a:pt x="5681" y="2158712"/>
                  <a:pt x="3062" y="2148519"/>
                  <a:pt x="871" y="2138304"/>
                </a:cubicBezTo>
                <a:lnTo>
                  <a:pt x="0" y="2131532"/>
                </a:lnTo>
                <a:lnTo>
                  <a:pt x="0" y="2072225"/>
                </a:lnTo>
                <a:lnTo>
                  <a:pt x="251" y="2069340"/>
                </a:lnTo>
                <a:cubicBezTo>
                  <a:pt x="2061" y="2056600"/>
                  <a:pt x="4156" y="2043835"/>
                  <a:pt x="5299" y="2030977"/>
                </a:cubicBezTo>
                <a:cubicBezTo>
                  <a:pt x="7203" y="2010974"/>
                  <a:pt x="6442" y="1990589"/>
                  <a:pt x="8729" y="1970586"/>
                </a:cubicBezTo>
                <a:cubicBezTo>
                  <a:pt x="10446" y="1954202"/>
                  <a:pt x="14826" y="1938009"/>
                  <a:pt x="18445" y="1921817"/>
                </a:cubicBezTo>
                <a:cubicBezTo>
                  <a:pt x="19779" y="1915912"/>
                  <a:pt x="24922" y="1910004"/>
                  <a:pt x="24161" y="1904673"/>
                </a:cubicBezTo>
                <a:cubicBezTo>
                  <a:pt x="15970" y="1851709"/>
                  <a:pt x="52545" y="1813610"/>
                  <a:pt x="68738" y="1768838"/>
                </a:cubicBezTo>
                <a:cubicBezTo>
                  <a:pt x="85885" y="1721785"/>
                  <a:pt x="112174" y="1676253"/>
                  <a:pt x="104364" y="1623675"/>
                </a:cubicBezTo>
                <a:cubicBezTo>
                  <a:pt x="99601" y="1591859"/>
                  <a:pt x="88551" y="1561189"/>
                  <a:pt x="81883" y="1529563"/>
                </a:cubicBezTo>
                <a:cubicBezTo>
                  <a:pt x="79597" y="1518324"/>
                  <a:pt x="79979" y="1505751"/>
                  <a:pt x="82264" y="1494509"/>
                </a:cubicBezTo>
                <a:cubicBezTo>
                  <a:pt x="92744" y="1440216"/>
                  <a:pt x="94267" y="1386684"/>
                  <a:pt x="77120" y="1333341"/>
                </a:cubicBezTo>
                <a:cubicBezTo>
                  <a:pt x="74262" y="1324198"/>
                  <a:pt x="71597" y="1314483"/>
                  <a:pt x="71597" y="1304955"/>
                </a:cubicBezTo>
                <a:cubicBezTo>
                  <a:pt x="71597" y="1252757"/>
                  <a:pt x="75597" y="1201512"/>
                  <a:pt x="94267" y="1151600"/>
                </a:cubicBezTo>
                <a:cubicBezTo>
                  <a:pt x="100554" y="1134834"/>
                  <a:pt x="96553" y="1114449"/>
                  <a:pt x="98078" y="1095972"/>
                </a:cubicBezTo>
                <a:cubicBezTo>
                  <a:pt x="99409" y="1078826"/>
                  <a:pt x="99981" y="1061298"/>
                  <a:pt x="104364" y="1044725"/>
                </a:cubicBezTo>
                <a:cubicBezTo>
                  <a:pt x="110839" y="1020529"/>
                  <a:pt x="111601" y="998052"/>
                  <a:pt x="105887" y="973095"/>
                </a:cubicBezTo>
                <a:cubicBezTo>
                  <a:pt x="100554" y="949281"/>
                  <a:pt x="103220" y="923562"/>
                  <a:pt x="103029" y="898797"/>
                </a:cubicBezTo>
                <a:cubicBezTo>
                  <a:pt x="102839" y="871173"/>
                  <a:pt x="102649" y="843552"/>
                  <a:pt x="103601" y="815929"/>
                </a:cubicBezTo>
                <a:cubicBezTo>
                  <a:pt x="103981" y="804877"/>
                  <a:pt x="111601" y="792306"/>
                  <a:pt x="108553" y="783158"/>
                </a:cubicBezTo>
                <a:cubicBezTo>
                  <a:pt x="98267" y="753633"/>
                  <a:pt x="110649" y="724104"/>
                  <a:pt x="105127" y="694576"/>
                </a:cubicBezTo>
                <a:cubicBezTo>
                  <a:pt x="102267" y="680096"/>
                  <a:pt x="110078" y="663713"/>
                  <a:pt x="110839" y="648092"/>
                </a:cubicBezTo>
                <a:cubicBezTo>
                  <a:pt x="112174" y="622564"/>
                  <a:pt x="111601" y="597037"/>
                  <a:pt x="111983" y="571508"/>
                </a:cubicBezTo>
                <a:cubicBezTo>
                  <a:pt x="112174" y="563125"/>
                  <a:pt x="112936" y="554933"/>
                  <a:pt x="113318" y="546552"/>
                </a:cubicBezTo>
                <a:cubicBezTo>
                  <a:pt x="113697" y="539121"/>
                  <a:pt x="115411" y="531310"/>
                  <a:pt x="114081" y="524262"/>
                </a:cubicBezTo>
                <a:cubicBezTo>
                  <a:pt x="109315" y="498733"/>
                  <a:pt x="101505" y="473587"/>
                  <a:pt x="98457" y="447870"/>
                </a:cubicBezTo>
                <a:cubicBezTo>
                  <a:pt x="95792" y="425581"/>
                  <a:pt x="99409" y="402529"/>
                  <a:pt x="97505" y="380050"/>
                </a:cubicBezTo>
                <a:cubicBezTo>
                  <a:pt x="94267" y="340425"/>
                  <a:pt x="88551" y="300800"/>
                  <a:pt x="84930" y="261173"/>
                </a:cubicBezTo>
                <a:cubicBezTo>
                  <a:pt x="84168" y="252600"/>
                  <a:pt x="88934" y="243648"/>
                  <a:pt x="89314" y="234883"/>
                </a:cubicBezTo>
                <a:cubicBezTo>
                  <a:pt x="90266" y="207450"/>
                  <a:pt x="90457" y="180017"/>
                  <a:pt x="91027" y="152584"/>
                </a:cubicBezTo>
                <a:cubicBezTo>
                  <a:pt x="91218" y="136963"/>
                  <a:pt x="90647" y="121150"/>
                  <a:pt x="92361" y="105718"/>
                </a:cubicBezTo>
                <a:cubicBezTo>
                  <a:pt x="94647" y="85336"/>
                  <a:pt x="98078" y="66857"/>
                  <a:pt x="83217" y="47806"/>
                </a:cubicBezTo>
                <a:cubicBezTo>
                  <a:pt x="77453" y="40471"/>
                  <a:pt x="73691" y="32636"/>
                  <a:pt x="71207" y="24480"/>
                </a:cubicBezTo>
                <a:close/>
              </a:path>
            </a:pathLst>
          </a:custGeom>
          <a:effectLst>
            <a:outerShdw blurRad="381000" dist="152400" dir="10800000" algn="tr" rotWithShape="0">
              <a:prstClr val="black">
                <a:alpha val="10000"/>
              </a:prstClr>
            </a:outerShdw>
          </a:effectLst>
        </p:spPr>
      </p:pic>
      <p:grpSp>
        <p:nvGrpSpPr>
          <p:cNvPr id="15" name="Group 14">
            <a:extLst>
              <a:ext uri="{FF2B5EF4-FFF2-40B4-BE49-F238E27FC236}">
                <a16:creationId xmlns:a16="http://schemas.microsoft.com/office/drawing/2014/main" id="{4EA04677-6B2C-40F4-975C-ED91965527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32356" y="0"/>
            <a:ext cx="874718" cy="6857455"/>
            <a:chOff x="5632356" y="0"/>
            <a:chExt cx="874718" cy="6857455"/>
          </a:xfrm>
        </p:grpSpPr>
        <p:sp>
          <p:nvSpPr>
            <p:cNvPr id="16" name="Freeform: Shape 15">
              <a:extLst>
                <a:ext uri="{FF2B5EF4-FFF2-40B4-BE49-F238E27FC236}">
                  <a16:creationId xmlns:a16="http://schemas.microsoft.com/office/drawing/2014/main" id="{3F1ABE2E-F19F-4BD3-B0FA-8A2D8885B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2640986"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C86D0F14-D449-4833-830D-A382829E2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2640988"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7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323116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5C956CA-A8FB-4F91-A258-FBE459CD9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group of people standing on a bridge over water&#10;&#10;Description automatically generated">
            <a:extLst>
              <a:ext uri="{FF2B5EF4-FFF2-40B4-BE49-F238E27FC236}">
                <a16:creationId xmlns:a16="http://schemas.microsoft.com/office/drawing/2014/main" id="{3A42250D-944B-2F57-7B61-97B091C37E25}"/>
              </a:ext>
            </a:extLst>
          </p:cNvPr>
          <p:cNvPicPr>
            <a:picLocks noChangeAspect="1"/>
          </p:cNvPicPr>
          <p:nvPr/>
        </p:nvPicPr>
        <p:blipFill>
          <a:blip r:embed="rId2">
            <a:extLst>
              <a:ext uri="{28A0092B-C50C-407E-A947-70E740481C1C}">
                <a14:useLocalDpi xmlns:a14="http://schemas.microsoft.com/office/drawing/2010/main" val="0"/>
              </a:ext>
            </a:extLst>
          </a:blip>
          <a:srcRect t="16223" r="2" b="19521"/>
          <a:stretch/>
        </p:blipFill>
        <p:spPr>
          <a:xfrm>
            <a:off x="5546558" y="-1"/>
            <a:ext cx="6645441" cy="2391331"/>
          </a:xfrm>
          <a:prstGeom prst="rect">
            <a:avLst/>
          </a:prstGeom>
        </p:spPr>
      </p:pic>
      <p:pic>
        <p:nvPicPr>
          <p:cNvPr id="9" name="Picture 8" descr="A large fire in the water&#10;&#10;Description automatically generated">
            <a:extLst>
              <a:ext uri="{FF2B5EF4-FFF2-40B4-BE49-F238E27FC236}">
                <a16:creationId xmlns:a16="http://schemas.microsoft.com/office/drawing/2014/main" id="{6A9BB8B9-E22B-8E8F-5794-1CB92733466F}"/>
              </a:ext>
            </a:extLst>
          </p:cNvPr>
          <p:cNvPicPr>
            <a:picLocks noChangeAspect="1"/>
          </p:cNvPicPr>
          <p:nvPr/>
        </p:nvPicPr>
        <p:blipFill>
          <a:blip r:embed="rId3">
            <a:extLst>
              <a:ext uri="{28A0092B-C50C-407E-A947-70E740481C1C}">
                <a14:useLocalDpi xmlns:a14="http://schemas.microsoft.com/office/drawing/2010/main" val="0"/>
              </a:ext>
            </a:extLst>
          </a:blip>
          <a:srcRect l="1062"/>
          <a:stretch/>
        </p:blipFill>
        <p:spPr>
          <a:xfrm>
            <a:off x="5546558" y="2391337"/>
            <a:ext cx="6645441" cy="4466657"/>
          </a:xfrm>
          <a:prstGeom prst="rect">
            <a:avLst/>
          </a:prstGeom>
        </p:spPr>
      </p:pic>
      <p:sp>
        <p:nvSpPr>
          <p:cNvPr id="16" name="Rectangle 15">
            <a:extLst>
              <a:ext uri="{FF2B5EF4-FFF2-40B4-BE49-F238E27FC236}">
                <a16:creationId xmlns:a16="http://schemas.microsoft.com/office/drawing/2014/main" id="{70A48D59-8581-41F7-B529-F4617FE07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46000">
                <a:schemeClr val="tx1">
                  <a:lumMod val="95000"/>
                  <a:lumOff val="5000"/>
                </a:schemeClr>
              </a:gs>
              <a:gs pos="90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967F2066-0253-4771-A5F6-68111E1FE8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87669" y="2397906"/>
            <a:ext cx="11004331"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0B6906CE-A4DD-33BF-936A-F3AF1BC66CE8}"/>
              </a:ext>
            </a:extLst>
          </p:cNvPr>
          <p:cNvSpPr>
            <a:spLocks noGrp="1"/>
          </p:cNvSpPr>
          <p:nvPr>
            <p:ph idx="1"/>
          </p:nvPr>
        </p:nvSpPr>
        <p:spPr>
          <a:xfrm>
            <a:off x="299804" y="2334224"/>
            <a:ext cx="8304552" cy="4466657"/>
          </a:xfrm>
        </p:spPr>
        <p:txBody>
          <a:bodyPr>
            <a:noAutofit/>
          </a:bodyPr>
          <a:lstStyle/>
          <a:p>
            <a:pPr algn="just"/>
            <a:r>
              <a:rPr lang="en-GB" b="1" i="0" u="none" strike="noStrike" baseline="0" dirty="0">
                <a:solidFill>
                  <a:schemeClr val="tx2">
                    <a:lumMod val="10000"/>
                    <a:lumOff val="90000"/>
                  </a:schemeClr>
                </a:solidFill>
                <a:highlight>
                  <a:srgbClr val="FF0000"/>
                </a:highlight>
                <a:latin typeface="Times New Roman" panose="02020603050405020304" pitchFamily="18" charset="0"/>
              </a:rPr>
              <a:t>Class A</a:t>
            </a:r>
            <a:r>
              <a:rPr lang="en-GB" b="1" i="0" u="none" strike="noStrike" baseline="0" dirty="0">
                <a:solidFill>
                  <a:schemeClr val="tx2">
                    <a:lumMod val="10000"/>
                    <a:lumOff val="90000"/>
                  </a:schemeClr>
                </a:solidFill>
                <a:latin typeface="Times New Roman" panose="02020603050405020304" pitchFamily="18" charset="0"/>
              </a:rPr>
              <a:t>: solid materials such as wood or paper, fabric, and some plastics</a:t>
            </a:r>
          </a:p>
          <a:p>
            <a:pPr algn="just"/>
            <a:r>
              <a:rPr lang="en-GB" b="1" i="0" u="none" strike="noStrike" baseline="0" dirty="0">
                <a:solidFill>
                  <a:schemeClr val="tx2">
                    <a:lumMod val="10000"/>
                    <a:lumOff val="90000"/>
                  </a:schemeClr>
                </a:solidFill>
                <a:highlight>
                  <a:srgbClr val="FF0000"/>
                </a:highlight>
                <a:latin typeface="Times New Roman" panose="02020603050405020304" pitchFamily="18" charset="0"/>
              </a:rPr>
              <a:t>Class B</a:t>
            </a:r>
            <a:r>
              <a:rPr lang="en-GB" b="1" i="0" u="none" strike="noStrike" baseline="0" dirty="0">
                <a:solidFill>
                  <a:schemeClr val="tx2">
                    <a:lumMod val="10000"/>
                    <a:lumOff val="90000"/>
                  </a:schemeClr>
                </a:solidFill>
                <a:latin typeface="Times New Roman" panose="02020603050405020304" pitchFamily="18" charset="0"/>
              </a:rPr>
              <a:t>: liquids or gas such as alcohol, ether, gasoline, or grease</a:t>
            </a:r>
          </a:p>
          <a:p>
            <a:pPr algn="just"/>
            <a:r>
              <a:rPr lang="en-GB" b="1" i="0" u="none" strike="noStrike" baseline="0" dirty="0">
                <a:solidFill>
                  <a:schemeClr val="tx2">
                    <a:lumMod val="10000"/>
                    <a:lumOff val="90000"/>
                  </a:schemeClr>
                </a:solidFill>
                <a:highlight>
                  <a:srgbClr val="FF0000"/>
                </a:highlight>
                <a:latin typeface="Times New Roman" panose="02020603050405020304" pitchFamily="18" charset="0"/>
              </a:rPr>
              <a:t>Class C</a:t>
            </a:r>
            <a:r>
              <a:rPr lang="en-GB" b="1" i="0" u="none" strike="noStrike" baseline="0" dirty="0">
                <a:solidFill>
                  <a:schemeClr val="tx2">
                    <a:lumMod val="10000"/>
                    <a:lumOff val="90000"/>
                  </a:schemeClr>
                </a:solidFill>
                <a:latin typeface="Times New Roman" panose="02020603050405020304" pitchFamily="18" charset="0"/>
              </a:rPr>
              <a:t>: electrical failure from appliances, electronic equipment, and wiring</a:t>
            </a:r>
          </a:p>
          <a:p>
            <a:pPr algn="just"/>
            <a:r>
              <a:rPr lang="en-GB" b="1" i="0" u="none" strike="noStrike" baseline="0" dirty="0">
                <a:solidFill>
                  <a:schemeClr val="tx2">
                    <a:lumMod val="10000"/>
                    <a:lumOff val="90000"/>
                  </a:schemeClr>
                </a:solidFill>
                <a:highlight>
                  <a:srgbClr val="FF0000"/>
                </a:highlight>
                <a:latin typeface="Times New Roman" panose="02020603050405020304" pitchFamily="18" charset="0"/>
              </a:rPr>
              <a:t>Class D</a:t>
            </a:r>
            <a:r>
              <a:rPr lang="en-GB" b="1" i="0" u="none" strike="noStrike" baseline="0" dirty="0">
                <a:solidFill>
                  <a:schemeClr val="tx2">
                    <a:lumMod val="10000"/>
                    <a:lumOff val="90000"/>
                  </a:schemeClr>
                </a:solidFill>
                <a:latin typeface="Times New Roman" panose="02020603050405020304" pitchFamily="18" charset="0"/>
              </a:rPr>
              <a:t>: metallic substances such as sodium, titanium, zirconium, or magnesium</a:t>
            </a:r>
          </a:p>
          <a:p>
            <a:pPr algn="just"/>
            <a:r>
              <a:rPr lang="en-GB" b="1" i="0" u="none" strike="noStrike" baseline="0" dirty="0">
                <a:solidFill>
                  <a:schemeClr val="tx2">
                    <a:lumMod val="10000"/>
                    <a:lumOff val="90000"/>
                  </a:schemeClr>
                </a:solidFill>
                <a:highlight>
                  <a:srgbClr val="FF0000"/>
                </a:highlight>
                <a:latin typeface="Times New Roman" panose="02020603050405020304" pitchFamily="18" charset="0"/>
              </a:rPr>
              <a:t>Class K</a:t>
            </a:r>
            <a:r>
              <a:rPr lang="en-GB" b="1" i="0" u="none" strike="noStrike" baseline="0" dirty="0">
                <a:solidFill>
                  <a:schemeClr val="tx2">
                    <a:lumMod val="10000"/>
                    <a:lumOff val="90000"/>
                  </a:schemeClr>
                </a:solidFill>
                <a:latin typeface="Times New Roman" panose="02020603050405020304" pitchFamily="18" charset="0"/>
              </a:rPr>
              <a:t>: grease or oil fires specifically from cooking</a:t>
            </a:r>
            <a:endParaRPr lang="en-GB" b="1" dirty="0">
              <a:solidFill>
                <a:schemeClr val="tx2">
                  <a:lumMod val="10000"/>
                  <a:lumOff val="90000"/>
                </a:schemeClr>
              </a:solidFill>
            </a:endParaRPr>
          </a:p>
        </p:txBody>
      </p:sp>
    </p:spTree>
    <p:extLst>
      <p:ext uri="{BB962C8B-B14F-4D97-AF65-F5344CB8AC3E}">
        <p14:creationId xmlns:p14="http://schemas.microsoft.com/office/powerpoint/2010/main" val="4165431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3FCEB-4A65-CDE9-CC24-84069019009B}"/>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8BE86F83-9EB2-A382-6EA1-3F2302988876}"/>
              </a:ext>
            </a:extLst>
          </p:cNvPr>
          <p:cNvSpPr>
            <a:spLocks noGrp="1"/>
          </p:cNvSpPr>
          <p:nvPr>
            <p:ph type="subTitle" idx="1"/>
          </p:nvPr>
        </p:nvSpPr>
        <p:spPr/>
        <p:txBody>
          <a:bodyPr/>
          <a:lstStyle/>
          <a:p>
            <a:endParaRPr lang="en-GB"/>
          </a:p>
        </p:txBody>
      </p:sp>
      <p:pic>
        <p:nvPicPr>
          <p:cNvPr id="5" name="Picture 4">
            <a:extLst>
              <a:ext uri="{FF2B5EF4-FFF2-40B4-BE49-F238E27FC236}">
                <a16:creationId xmlns:a16="http://schemas.microsoft.com/office/drawing/2014/main" id="{0F58F9F8-2A3E-96CA-E3D4-D2152F994C05}"/>
              </a:ext>
            </a:extLst>
          </p:cNvPr>
          <p:cNvPicPr>
            <a:picLocks noChangeAspect="1"/>
          </p:cNvPicPr>
          <p:nvPr/>
        </p:nvPicPr>
        <p:blipFill>
          <a:blip r:embed="rId2"/>
          <a:stretch>
            <a:fillRect/>
          </a:stretch>
        </p:blipFill>
        <p:spPr>
          <a:xfrm>
            <a:off x="1599505" y="0"/>
            <a:ext cx="8992989" cy="6858000"/>
          </a:xfrm>
          <a:prstGeom prst="rect">
            <a:avLst/>
          </a:prstGeom>
        </p:spPr>
      </p:pic>
    </p:spTree>
    <p:extLst>
      <p:ext uri="{BB962C8B-B14F-4D97-AF65-F5344CB8AC3E}">
        <p14:creationId xmlns:p14="http://schemas.microsoft.com/office/powerpoint/2010/main" val="39489888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5F48-CE43-DF3C-71ED-B86D5D04D4DE}"/>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5D6AC0E0-339C-9DF5-FCDE-FD32D10925B7}"/>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3FC9D3AD-7372-D95C-1993-6DB8FBDE393C}"/>
              </a:ext>
            </a:extLst>
          </p:cNvPr>
          <p:cNvPicPr>
            <a:picLocks noChangeAspect="1"/>
          </p:cNvPicPr>
          <p:nvPr/>
        </p:nvPicPr>
        <p:blipFill>
          <a:blip r:embed="rId2"/>
          <a:srcRect l="10082" t="13971" r="10983" b="8176"/>
          <a:stretch/>
        </p:blipFill>
        <p:spPr>
          <a:xfrm>
            <a:off x="1573967" y="1"/>
            <a:ext cx="9333876" cy="5175794"/>
          </a:xfrm>
          <a:prstGeom prst="rect">
            <a:avLst/>
          </a:prstGeom>
        </p:spPr>
      </p:pic>
      <p:pic>
        <p:nvPicPr>
          <p:cNvPr id="7" name="Picture 6">
            <a:extLst>
              <a:ext uri="{FF2B5EF4-FFF2-40B4-BE49-F238E27FC236}">
                <a16:creationId xmlns:a16="http://schemas.microsoft.com/office/drawing/2014/main" id="{8EEBF7CF-8C0E-E5D3-15B0-A775CDBD433F}"/>
              </a:ext>
            </a:extLst>
          </p:cNvPr>
          <p:cNvPicPr>
            <a:picLocks noChangeAspect="1"/>
          </p:cNvPicPr>
          <p:nvPr/>
        </p:nvPicPr>
        <p:blipFill>
          <a:blip r:embed="rId3"/>
          <a:srcRect l="9344" t="55740" r="10533" b="16846"/>
          <a:stretch/>
        </p:blipFill>
        <p:spPr>
          <a:xfrm>
            <a:off x="1573967" y="5175796"/>
            <a:ext cx="9333876" cy="1795508"/>
          </a:xfrm>
          <a:prstGeom prst="rect">
            <a:avLst/>
          </a:prstGeom>
        </p:spPr>
      </p:pic>
    </p:spTree>
    <p:extLst>
      <p:ext uri="{BB962C8B-B14F-4D97-AF65-F5344CB8AC3E}">
        <p14:creationId xmlns:p14="http://schemas.microsoft.com/office/powerpoint/2010/main" val="1694504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A46A0817-76C6-9897-7201-2CBBF496DD19}"/>
              </a:ext>
            </a:extLst>
          </p:cNvPr>
          <p:cNvSpPr>
            <a:spLocks noGrp="1"/>
          </p:cNvSpPr>
          <p:nvPr>
            <p:ph type="title"/>
          </p:nvPr>
        </p:nvSpPr>
        <p:spPr>
          <a:xfrm>
            <a:off x="838200" y="448721"/>
            <a:ext cx="4707671" cy="1225650"/>
          </a:xfrm>
        </p:spPr>
        <p:txBody>
          <a:bodyPr anchor="b">
            <a:normAutofit/>
          </a:bodyPr>
          <a:lstStyle/>
          <a:p>
            <a:r>
              <a:rPr lang="en-GB" sz="4000" b="1" dirty="0">
                <a:solidFill>
                  <a:schemeClr val="bg1"/>
                </a:solidFill>
                <a:highlight>
                  <a:srgbClr val="FF0000"/>
                </a:highlight>
              </a:rPr>
              <a:t>CLASS A FIRE</a:t>
            </a:r>
          </a:p>
        </p:txBody>
      </p:sp>
      <p:cxnSp>
        <p:nvCxnSpPr>
          <p:cNvPr id="12" name="Straight Connector 11">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8AED241-E1F4-2AAB-4F42-174062D42370}"/>
              </a:ext>
            </a:extLst>
          </p:cNvPr>
          <p:cNvSpPr>
            <a:spLocks noGrp="1"/>
          </p:cNvSpPr>
          <p:nvPr>
            <p:ph idx="1"/>
          </p:nvPr>
        </p:nvSpPr>
        <p:spPr>
          <a:xfrm>
            <a:off x="359765" y="1825142"/>
            <a:ext cx="6165688" cy="3647710"/>
          </a:xfrm>
        </p:spPr>
        <p:txBody>
          <a:bodyPr>
            <a:noAutofit/>
          </a:bodyPr>
          <a:lstStyle/>
          <a:p>
            <a:pPr algn="just"/>
            <a:r>
              <a:rPr lang="en-GB" sz="2200" b="0" i="0" u="none" strike="noStrike" baseline="0" dirty="0">
                <a:solidFill>
                  <a:schemeClr val="bg1"/>
                </a:solidFill>
                <a:latin typeface="Times New Roman" panose="02020603050405020304" pitchFamily="18" charset="0"/>
              </a:rPr>
              <a:t>Class A fires are the most common type of fire.</a:t>
            </a:r>
          </a:p>
          <a:p>
            <a:pPr algn="just"/>
            <a:r>
              <a:rPr lang="en-GB" sz="2200" b="0" i="0" u="none" strike="noStrike" baseline="0" dirty="0">
                <a:solidFill>
                  <a:schemeClr val="bg1"/>
                </a:solidFill>
                <a:latin typeface="Times New Roman" panose="02020603050405020304" pitchFamily="18" charset="0"/>
              </a:rPr>
              <a:t> They are produced from common combustible materials including wood, paper, fabric, rubber, and plastic. Class A fires have relatively low ignition temperatures, and once the fuel or oxygen has been depleted, the fire will burn out. </a:t>
            </a:r>
          </a:p>
          <a:p>
            <a:pPr algn="just"/>
            <a:r>
              <a:rPr lang="en-GB" sz="2200" b="0" i="0" u="none" strike="noStrike" baseline="0" dirty="0">
                <a:solidFill>
                  <a:schemeClr val="bg1"/>
                </a:solidFill>
                <a:latin typeface="Times New Roman" panose="02020603050405020304" pitchFamily="18" charset="0"/>
              </a:rPr>
              <a:t>A</a:t>
            </a:r>
            <a:r>
              <a:rPr lang="en-GB" sz="2200" dirty="0">
                <a:solidFill>
                  <a:schemeClr val="bg1"/>
                </a:solidFill>
                <a:latin typeface="Times New Roman" panose="02020603050405020304" pitchFamily="18" charset="0"/>
              </a:rPr>
              <a:t> </a:t>
            </a:r>
            <a:r>
              <a:rPr lang="en-GB" sz="2200" b="0" i="0" u="none" strike="noStrike" baseline="0" dirty="0">
                <a:solidFill>
                  <a:schemeClr val="bg1"/>
                </a:solidFill>
                <a:latin typeface="Times New Roman" panose="02020603050405020304" pitchFamily="18" charset="0"/>
              </a:rPr>
              <a:t>garbage fire is one example of Class A fires.</a:t>
            </a:r>
          </a:p>
          <a:p>
            <a:pPr algn="just"/>
            <a:r>
              <a:rPr lang="en-GB" sz="2200" b="0" i="0" u="none" strike="noStrike" baseline="0" dirty="0">
                <a:solidFill>
                  <a:schemeClr val="bg1"/>
                </a:solidFill>
                <a:latin typeface="Times New Roman" panose="02020603050405020304" pitchFamily="18" charset="0"/>
              </a:rPr>
              <a:t> Generally speaking, if the fire leaves ash behind, it's likely a Class A Fire.</a:t>
            </a:r>
          </a:p>
          <a:p>
            <a:pPr algn="just"/>
            <a:r>
              <a:rPr lang="en-GB" sz="2200" b="0" i="0" u="none" strike="noStrike" baseline="0" dirty="0">
                <a:solidFill>
                  <a:schemeClr val="bg1"/>
                </a:solidFill>
                <a:latin typeface="Times New Roman" panose="02020603050405020304" pitchFamily="18" charset="0"/>
              </a:rPr>
              <a:t>Water and foam agents are most often used when fighting Class A fires.</a:t>
            </a:r>
            <a:endParaRPr lang="en-GB" sz="2200" dirty="0">
              <a:solidFill>
                <a:schemeClr val="bg1"/>
              </a:solidFill>
            </a:endParaRPr>
          </a:p>
        </p:txBody>
      </p:sp>
      <p:cxnSp>
        <p:nvCxnSpPr>
          <p:cNvPr id="14" name="Straight Connector 13">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Picture 4" descr="A close-up of a fire&#10;&#10;Description automatically generated">
            <a:extLst>
              <a:ext uri="{FF2B5EF4-FFF2-40B4-BE49-F238E27FC236}">
                <a16:creationId xmlns:a16="http://schemas.microsoft.com/office/drawing/2014/main" id="{7F4B80BF-00A1-AE6A-2D96-4F371A5EE51C}"/>
              </a:ext>
            </a:extLst>
          </p:cNvPr>
          <p:cNvPicPr>
            <a:picLocks noChangeAspect="1"/>
          </p:cNvPicPr>
          <p:nvPr/>
        </p:nvPicPr>
        <p:blipFill>
          <a:blip r:embed="rId2">
            <a:extLst>
              <a:ext uri="{28A0092B-C50C-407E-A947-70E740481C1C}">
                <a14:useLocalDpi xmlns:a14="http://schemas.microsoft.com/office/drawing/2010/main" val="0"/>
              </a:ext>
            </a:extLst>
          </a:blip>
          <a:srcRect l="16130" r="11777" b="-2"/>
          <a:stretch/>
        </p:blipFill>
        <p:spPr>
          <a:xfrm>
            <a:off x="6525453" y="10"/>
            <a:ext cx="5666547" cy="6857990"/>
          </a:xfrm>
          <a:prstGeom prst="rect">
            <a:avLst/>
          </a:prstGeom>
        </p:spPr>
      </p:pic>
    </p:spTree>
    <p:extLst>
      <p:ext uri="{BB962C8B-B14F-4D97-AF65-F5344CB8AC3E}">
        <p14:creationId xmlns:p14="http://schemas.microsoft.com/office/powerpoint/2010/main" val="35750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F90786E-B72D-4C32-BDCE-A170B0078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5E46F2E7-848F-4A6C-A098-4764FDEA7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A large fire in the air&#10;&#10;Description automatically generated">
            <a:extLst>
              <a:ext uri="{FF2B5EF4-FFF2-40B4-BE49-F238E27FC236}">
                <a16:creationId xmlns:a16="http://schemas.microsoft.com/office/drawing/2014/main" id="{1D786E4F-3DBC-FDBC-9C60-80D9D2601D7B}"/>
              </a:ext>
            </a:extLst>
          </p:cNvPr>
          <p:cNvPicPr>
            <a:picLocks noChangeAspect="1"/>
          </p:cNvPicPr>
          <p:nvPr/>
        </p:nvPicPr>
        <p:blipFill>
          <a:blip r:embed="rId2">
            <a:alphaModFix amt="60000"/>
            <a:extLst>
              <a:ext uri="{28A0092B-C50C-407E-A947-70E740481C1C}">
                <a14:useLocalDpi xmlns:a14="http://schemas.microsoft.com/office/drawing/2010/main" val="0"/>
              </a:ext>
            </a:extLst>
          </a:blip>
          <a:srcRect l="625" r="6041"/>
          <a:stretch/>
        </p:blipFill>
        <p:spPr>
          <a:xfrm>
            <a:off x="-1" y="10"/>
            <a:ext cx="12192001" cy="6857990"/>
          </a:xfrm>
          <a:prstGeom prst="rect">
            <a:avLst/>
          </a:prstGeom>
        </p:spPr>
      </p:pic>
      <p:sp>
        <p:nvSpPr>
          <p:cNvPr id="2" name="Title 1">
            <a:extLst>
              <a:ext uri="{FF2B5EF4-FFF2-40B4-BE49-F238E27FC236}">
                <a16:creationId xmlns:a16="http://schemas.microsoft.com/office/drawing/2014/main" id="{5C1A6CDD-59A2-4425-0ABB-6E1AF2B18DF9}"/>
              </a:ext>
            </a:extLst>
          </p:cNvPr>
          <p:cNvSpPr>
            <a:spLocks noGrp="1"/>
          </p:cNvSpPr>
          <p:nvPr>
            <p:ph type="title"/>
          </p:nvPr>
        </p:nvSpPr>
        <p:spPr>
          <a:xfrm>
            <a:off x="838199" y="1671570"/>
            <a:ext cx="5155261" cy="4072044"/>
          </a:xfrm>
        </p:spPr>
        <p:txBody>
          <a:bodyPr anchor="t">
            <a:normAutofit/>
          </a:bodyPr>
          <a:lstStyle/>
          <a:p>
            <a:r>
              <a:rPr lang="en-GB" sz="5400" b="1" dirty="0">
                <a:solidFill>
                  <a:srgbClr val="FFFFFF"/>
                </a:solidFill>
                <a:highlight>
                  <a:srgbClr val="FF0000"/>
                </a:highlight>
              </a:rPr>
              <a:t>CLASS B FIRE</a:t>
            </a:r>
          </a:p>
        </p:txBody>
      </p:sp>
      <p:sp>
        <p:nvSpPr>
          <p:cNvPr id="3" name="Content Placeholder 2">
            <a:extLst>
              <a:ext uri="{FF2B5EF4-FFF2-40B4-BE49-F238E27FC236}">
                <a16:creationId xmlns:a16="http://schemas.microsoft.com/office/drawing/2014/main" id="{5B0FD737-2796-30B3-3FA2-58657316FC7B}"/>
              </a:ext>
            </a:extLst>
          </p:cNvPr>
          <p:cNvSpPr>
            <a:spLocks noGrp="1"/>
          </p:cNvSpPr>
          <p:nvPr>
            <p:ph idx="1"/>
          </p:nvPr>
        </p:nvSpPr>
        <p:spPr>
          <a:xfrm>
            <a:off x="5336498" y="742602"/>
            <a:ext cx="6245201" cy="5943011"/>
          </a:xfrm>
        </p:spPr>
        <p:txBody>
          <a:bodyPr>
            <a:noAutofit/>
          </a:bodyPr>
          <a:lstStyle/>
          <a:p>
            <a:pPr algn="just"/>
            <a:r>
              <a:rPr lang="en-GB" sz="2400" b="0" i="0" u="none" strike="noStrike" baseline="0" dirty="0">
                <a:solidFill>
                  <a:srgbClr val="FFFFFF"/>
                </a:solidFill>
                <a:latin typeface="Times New Roman" panose="02020603050405020304" pitchFamily="18" charset="0"/>
              </a:rPr>
              <a:t>Class B fires occur when flammable liquids or gases such as alcohol, kerosene, paint, gasoline, methane, oil-based coolants, or propane ignite. </a:t>
            </a:r>
          </a:p>
          <a:p>
            <a:pPr algn="just"/>
            <a:r>
              <a:rPr lang="en-GB" sz="2400" b="0" i="0" u="none" strike="noStrike" baseline="0" dirty="0">
                <a:solidFill>
                  <a:srgbClr val="FFFFFF"/>
                </a:solidFill>
                <a:latin typeface="Times New Roman" panose="02020603050405020304" pitchFamily="18" charset="0"/>
              </a:rPr>
              <a:t>Class B fires are most common in industrial settings, but they may also occur in residential or commercial settings. </a:t>
            </a:r>
          </a:p>
          <a:p>
            <a:pPr algn="just"/>
            <a:r>
              <a:rPr lang="en-GB" sz="2400" b="0" i="0" u="none" strike="noStrike" baseline="0" dirty="0">
                <a:solidFill>
                  <a:srgbClr val="FFFFFF"/>
                </a:solidFill>
                <a:latin typeface="Times New Roman" panose="02020603050405020304" pitchFamily="18" charset="0"/>
              </a:rPr>
              <a:t>Class B fires have a low flashpoint, which means they burn easily at any temperature if exposed to a fire source. </a:t>
            </a:r>
          </a:p>
          <a:p>
            <a:pPr algn="just"/>
            <a:r>
              <a:rPr lang="en-GB" sz="2400" b="0" i="0" u="none" strike="noStrike" baseline="0" dirty="0">
                <a:solidFill>
                  <a:srgbClr val="FFFFFF"/>
                </a:solidFill>
                <a:latin typeface="Times New Roman" panose="02020603050405020304" pitchFamily="18" charset="0"/>
              </a:rPr>
              <a:t>Class</a:t>
            </a:r>
            <a:r>
              <a:rPr lang="en-GB" sz="2400" dirty="0">
                <a:solidFill>
                  <a:srgbClr val="FFFFFF"/>
                </a:solidFill>
                <a:latin typeface="Times New Roman" panose="02020603050405020304" pitchFamily="18" charset="0"/>
              </a:rPr>
              <a:t> </a:t>
            </a:r>
            <a:r>
              <a:rPr lang="en-GB" sz="2400" b="0" i="0" u="none" strike="noStrike" baseline="0" dirty="0">
                <a:solidFill>
                  <a:srgbClr val="FFFFFF"/>
                </a:solidFill>
                <a:latin typeface="Times New Roman" panose="02020603050405020304" pitchFamily="18" charset="0"/>
              </a:rPr>
              <a:t>B fires also spread rapidly and produce a thick black smoke as they burn.</a:t>
            </a:r>
          </a:p>
          <a:p>
            <a:pPr algn="just"/>
            <a:r>
              <a:rPr lang="en-GB" sz="2400" b="0" i="0" u="none" strike="noStrike" baseline="0" dirty="0">
                <a:solidFill>
                  <a:srgbClr val="FFFFFF"/>
                </a:solidFill>
                <a:latin typeface="Times New Roman" panose="02020603050405020304" pitchFamily="18" charset="0"/>
              </a:rPr>
              <a:t>Water is not effective when dealing with Class B fires. Instead, Carbon Dioxide (CO2) or dry chemical agents are often used to fight these fires</a:t>
            </a:r>
            <a:endParaRPr lang="en-GB" sz="2400" dirty="0">
              <a:solidFill>
                <a:srgbClr val="FFFFFF"/>
              </a:solidFill>
            </a:endParaRPr>
          </a:p>
        </p:txBody>
      </p:sp>
    </p:spTree>
    <p:extLst>
      <p:ext uri="{BB962C8B-B14F-4D97-AF65-F5344CB8AC3E}">
        <p14:creationId xmlns:p14="http://schemas.microsoft.com/office/powerpoint/2010/main" val="3349792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3A8A408E-61CC-A48B-3FB6-2D75B352E44C}"/>
              </a:ext>
            </a:extLst>
          </p:cNvPr>
          <p:cNvSpPr>
            <a:spLocks noGrp="1"/>
          </p:cNvSpPr>
          <p:nvPr>
            <p:ph type="title"/>
          </p:nvPr>
        </p:nvSpPr>
        <p:spPr>
          <a:xfrm>
            <a:off x="1295400" y="669925"/>
            <a:ext cx="4800600" cy="1325563"/>
          </a:xfrm>
        </p:spPr>
        <p:txBody>
          <a:bodyPr anchor="b">
            <a:normAutofit/>
          </a:bodyPr>
          <a:lstStyle/>
          <a:p>
            <a:r>
              <a:rPr lang="en-GB" b="1" dirty="0">
                <a:solidFill>
                  <a:schemeClr val="bg1"/>
                </a:solidFill>
                <a:highlight>
                  <a:srgbClr val="FF0000"/>
                </a:highlight>
              </a:rPr>
              <a:t>CLASS C FIRE</a:t>
            </a:r>
          </a:p>
        </p:txBody>
      </p:sp>
      <p:cxnSp>
        <p:nvCxnSpPr>
          <p:cNvPr id="14" name="Straight Connector 13">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2026340"/>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3053C34-AE9B-2083-775E-2F5F1030301F}"/>
              </a:ext>
            </a:extLst>
          </p:cNvPr>
          <p:cNvSpPr>
            <a:spLocks noGrp="1"/>
          </p:cNvSpPr>
          <p:nvPr>
            <p:ph idx="1"/>
          </p:nvPr>
        </p:nvSpPr>
        <p:spPr>
          <a:xfrm>
            <a:off x="564699" y="2288833"/>
            <a:ext cx="5709827" cy="4156933"/>
          </a:xfrm>
        </p:spPr>
        <p:txBody>
          <a:bodyPr>
            <a:noAutofit/>
          </a:bodyPr>
          <a:lstStyle/>
          <a:p>
            <a:pPr algn="just"/>
            <a:r>
              <a:rPr lang="en-GB" sz="2000" b="0" i="0" u="none" strike="noStrike" baseline="0" dirty="0">
                <a:solidFill>
                  <a:schemeClr val="bg1"/>
                </a:solidFill>
                <a:latin typeface="Times New Roman" panose="02020603050405020304" pitchFamily="18" charset="0"/>
              </a:rPr>
              <a:t>Class C fires are those fires that have live electrical currents or electrical equipment as a source of fuel.</a:t>
            </a:r>
          </a:p>
          <a:p>
            <a:pPr algn="just"/>
            <a:r>
              <a:rPr lang="en-GB" sz="2000" b="0" i="0" u="none" strike="noStrike" baseline="0" dirty="0">
                <a:solidFill>
                  <a:schemeClr val="bg1"/>
                </a:solidFill>
                <a:latin typeface="Times New Roman" panose="02020603050405020304" pitchFamily="18" charset="0"/>
              </a:rPr>
              <a:t> Such fuel sources could include electric tools, appliances, motors, and transformers.</a:t>
            </a:r>
          </a:p>
          <a:p>
            <a:pPr algn="just"/>
            <a:r>
              <a:rPr lang="en-GB" sz="2000" b="0" i="0" u="none" strike="noStrike" baseline="0" dirty="0">
                <a:solidFill>
                  <a:schemeClr val="bg1"/>
                </a:solidFill>
                <a:latin typeface="Times New Roman" panose="02020603050405020304" pitchFamily="18" charset="0"/>
              </a:rPr>
              <a:t>Class C fires are most common in industrial settings that deal with energy or electrically powered equipment, like wind turbines. However, Class C fires can also occur in commercial or residential settings due to issues like faulty wiring.</a:t>
            </a:r>
          </a:p>
          <a:p>
            <a:pPr algn="just"/>
            <a:r>
              <a:rPr lang="en-GB" sz="2000" b="0" i="0" u="none" strike="noStrike" baseline="0" dirty="0">
                <a:solidFill>
                  <a:schemeClr val="bg1"/>
                </a:solidFill>
                <a:latin typeface="Times New Roman" panose="02020603050405020304" pitchFamily="18" charset="0"/>
              </a:rPr>
              <a:t>Electrical fires cannot be fought with water-in fact, it can make it worse.</a:t>
            </a:r>
          </a:p>
          <a:p>
            <a:pPr algn="just"/>
            <a:r>
              <a:rPr lang="en-GB" sz="2000" b="0" i="0" u="none" strike="noStrike" baseline="0" dirty="0">
                <a:solidFill>
                  <a:schemeClr val="bg1"/>
                </a:solidFill>
                <a:latin typeface="Times New Roman" panose="02020603050405020304" pitchFamily="18" charset="0"/>
              </a:rPr>
              <a:t> Instead, a nonconductive chemical agent, including clean agents, should be used to put out the flames.</a:t>
            </a:r>
            <a:endParaRPr lang="en-GB" sz="2000" dirty="0">
              <a:solidFill>
                <a:schemeClr val="bg1"/>
              </a:solidFill>
            </a:endParaRPr>
          </a:p>
        </p:txBody>
      </p:sp>
      <p:pic>
        <p:nvPicPr>
          <p:cNvPr id="5" name="Picture 4" descr="A power strip on fire&#10;&#10;Description automatically generated">
            <a:extLst>
              <a:ext uri="{FF2B5EF4-FFF2-40B4-BE49-F238E27FC236}">
                <a16:creationId xmlns:a16="http://schemas.microsoft.com/office/drawing/2014/main" id="{A46A0C16-9944-E1B8-F212-ACA759D670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5193" y="564470"/>
            <a:ext cx="3588640" cy="2395417"/>
          </a:xfrm>
          <a:prstGeom prst="rect">
            <a:avLst/>
          </a:prstGeom>
        </p:spPr>
      </p:pic>
      <p:sp>
        <p:nvSpPr>
          <p:cNvPr id="16" name="Rectangle 15">
            <a:extLst>
              <a:ext uri="{FF2B5EF4-FFF2-40B4-BE49-F238E27FC236}">
                <a16:creationId xmlns:a16="http://schemas.microsoft.com/office/drawing/2014/main" id="{C87417AF-190E-4D6E-AFA6-7D3E84B0B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1603" y="182859"/>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electrical box on fire&#10;&#10;Description automatically generated">
            <a:extLst>
              <a:ext uri="{FF2B5EF4-FFF2-40B4-BE49-F238E27FC236}">
                <a16:creationId xmlns:a16="http://schemas.microsoft.com/office/drawing/2014/main" id="{B4E9C580-2ACF-BE62-0953-CA3173DD58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38661" y="3928495"/>
            <a:ext cx="3588640" cy="2388076"/>
          </a:xfrm>
          <a:prstGeom prst="rect">
            <a:avLst/>
          </a:prstGeom>
        </p:spPr>
      </p:pic>
      <p:sp>
        <p:nvSpPr>
          <p:cNvPr id="18" name="Rectangle 17">
            <a:extLst>
              <a:ext uri="{FF2B5EF4-FFF2-40B4-BE49-F238E27FC236}">
                <a16:creationId xmlns:a16="http://schemas.microsoft.com/office/drawing/2014/main" id="{80B30ED8-273E-4C07-8568-2FE5CC5C4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5071" y="3543213"/>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64775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5C58D709-DCA8-5F45-3992-9C2FC9595D89}"/>
              </a:ext>
            </a:extLst>
          </p:cNvPr>
          <p:cNvSpPr>
            <a:spLocks noGrp="1"/>
          </p:cNvSpPr>
          <p:nvPr>
            <p:ph type="title"/>
          </p:nvPr>
        </p:nvSpPr>
        <p:spPr>
          <a:xfrm>
            <a:off x="838200" y="448721"/>
            <a:ext cx="4707671" cy="1225650"/>
          </a:xfrm>
        </p:spPr>
        <p:txBody>
          <a:bodyPr anchor="b">
            <a:normAutofit/>
          </a:bodyPr>
          <a:lstStyle/>
          <a:p>
            <a:r>
              <a:rPr lang="en-GB" sz="3800" b="1" dirty="0">
                <a:solidFill>
                  <a:schemeClr val="bg1"/>
                </a:solidFill>
                <a:highlight>
                  <a:srgbClr val="FF0000"/>
                </a:highlight>
              </a:rPr>
              <a:t>CLASS D FIRE</a:t>
            </a:r>
          </a:p>
        </p:txBody>
      </p:sp>
      <p:cxnSp>
        <p:nvCxnSpPr>
          <p:cNvPr id="14" name="Straight Connector 13">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2175232-D434-F981-52BC-92568322C5DB}"/>
              </a:ext>
            </a:extLst>
          </p:cNvPr>
          <p:cNvSpPr>
            <a:spLocks noGrp="1"/>
          </p:cNvSpPr>
          <p:nvPr>
            <p:ph idx="1"/>
          </p:nvPr>
        </p:nvSpPr>
        <p:spPr>
          <a:xfrm>
            <a:off x="284813" y="1909192"/>
            <a:ext cx="6026046" cy="3647710"/>
          </a:xfrm>
        </p:spPr>
        <p:txBody>
          <a:bodyPr anchor="ctr">
            <a:noAutofit/>
          </a:bodyPr>
          <a:lstStyle/>
          <a:p>
            <a:pPr algn="just"/>
            <a:r>
              <a:rPr lang="en-GB" sz="2000" b="0" i="0" u="none" strike="noStrike" baseline="0" dirty="0">
                <a:solidFill>
                  <a:schemeClr val="bg1"/>
                </a:solidFill>
                <a:latin typeface="Times New Roman" panose="02020603050405020304" pitchFamily="18" charset="0"/>
              </a:rPr>
              <a:t>Class D fires describe those fires that occur with a </a:t>
            </a:r>
            <a:r>
              <a:rPr lang="en-GB" sz="2000" b="0" i="0" u="none" strike="noStrike" baseline="0" dirty="0" err="1">
                <a:solidFill>
                  <a:schemeClr val="bg1"/>
                </a:solidFill>
                <a:latin typeface="Times New Roman" panose="02020603050405020304" pitchFamily="18" charset="0"/>
              </a:rPr>
              <a:t>ombustible</a:t>
            </a:r>
            <a:r>
              <a:rPr lang="en-GB" sz="2000" b="0" i="0" u="none" strike="noStrike" baseline="0" dirty="0">
                <a:solidFill>
                  <a:schemeClr val="bg1"/>
                </a:solidFill>
                <a:latin typeface="Times New Roman" panose="02020603050405020304" pitchFamily="18" charset="0"/>
              </a:rPr>
              <a:t> metal fuel source. </a:t>
            </a:r>
          </a:p>
          <a:p>
            <a:pPr algn="just"/>
            <a:r>
              <a:rPr lang="en-GB" sz="2000" b="0" i="0" u="none" strike="noStrike" baseline="0" dirty="0">
                <a:solidFill>
                  <a:schemeClr val="bg1"/>
                </a:solidFill>
                <a:latin typeface="Times New Roman" panose="02020603050405020304" pitchFamily="18" charset="0"/>
              </a:rPr>
              <a:t>Common</a:t>
            </a:r>
            <a:r>
              <a:rPr lang="en-GB" sz="2000" dirty="0">
                <a:solidFill>
                  <a:schemeClr val="bg1"/>
                </a:solidFill>
                <a:latin typeface="Times New Roman" panose="02020603050405020304" pitchFamily="18" charset="0"/>
              </a:rPr>
              <a:t> </a:t>
            </a:r>
            <a:r>
              <a:rPr lang="en-GB" sz="2000" b="0" i="0" u="none" strike="noStrike" baseline="0" dirty="0">
                <a:solidFill>
                  <a:schemeClr val="bg1"/>
                </a:solidFill>
                <a:latin typeface="Times New Roman" panose="02020603050405020304" pitchFamily="18" charset="0"/>
              </a:rPr>
              <a:t>combustible metals include </a:t>
            </a:r>
            <a:r>
              <a:rPr lang="en-GB" sz="2000" b="0" i="0" u="none" strike="noStrike" baseline="0" dirty="0" err="1">
                <a:solidFill>
                  <a:schemeClr val="bg1"/>
                </a:solidFill>
                <a:latin typeface="Times New Roman" panose="02020603050405020304" pitchFamily="18" charset="0"/>
              </a:rPr>
              <a:t>aluminum</a:t>
            </a:r>
            <a:r>
              <a:rPr lang="en-GB" sz="2000" b="0" i="0" u="none" strike="noStrike" baseline="0" dirty="0">
                <a:solidFill>
                  <a:schemeClr val="bg1"/>
                </a:solidFill>
                <a:latin typeface="Times New Roman" panose="02020603050405020304" pitchFamily="18" charset="0"/>
              </a:rPr>
              <a:t>, lithium, magnesium, potassium, titanium, and zirconium. </a:t>
            </a:r>
          </a:p>
          <a:p>
            <a:pPr algn="just"/>
            <a:r>
              <a:rPr lang="en-GB" sz="2000" b="0" i="0" u="none" strike="noStrike" baseline="0" dirty="0">
                <a:solidFill>
                  <a:schemeClr val="bg1"/>
                </a:solidFill>
                <a:latin typeface="Times New Roman" panose="02020603050405020304" pitchFamily="18" charset="0"/>
              </a:rPr>
              <a:t>These types of combustible metals are most often used in laboratories and in manufacturing, so the biggest danger for Class D fires occurs in these industries.</a:t>
            </a:r>
          </a:p>
          <a:p>
            <a:pPr algn="just"/>
            <a:r>
              <a:rPr lang="en-GB" sz="2000" b="0" i="0" u="none" strike="noStrike" baseline="0" dirty="0">
                <a:solidFill>
                  <a:schemeClr val="bg1"/>
                </a:solidFill>
                <a:latin typeface="Times New Roman" panose="02020603050405020304" pitchFamily="18" charset="0"/>
              </a:rPr>
              <a:t>Water can cause some combustible metals to explode, so it should not be used to fight Class D fires.</a:t>
            </a:r>
          </a:p>
          <a:p>
            <a:pPr algn="just"/>
            <a:r>
              <a:rPr lang="en-GB" sz="2000" b="0" i="0" u="none" strike="noStrike" baseline="0" dirty="0">
                <a:solidFill>
                  <a:schemeClr val="bg1"/>
                </a:solidFill>
                <a:latin typeface="Times New Roman" panose="02020603050405020304" pitchFamily="18" charset="0"/>
              </a:rPr>
              <a:t> Instead, dry powder agents can be used to absorb heat and smother the flames by blocking off the fire's oxygen supply.</a:t>
            </a:r>
            <a:endParaRPr lang="en-GB" sz="2000" dirty="0">
              <a:solidFill>
                <a:schemeClr val="bg1"/>
              </a:solidFill>
            </a:endParaRPr>
          </a:p>
        </p:txBody>
      </p:sp>
      <p:pic>
        <p:nvPicPr>
          <p:cNvPr id="5" name="Picture 4" descr="A person using a fire extinguisher&#10;&#10;Description automatically generated">
            <a:extLst>
              <a:ext uri="{FF2B5EF4-FFF2-40B4-BE49-F238E27FC236}">
                <a16:creationId xmlns:a16="http://schemas.microsoft.com/office/drawing/2014/main" id="{D5CD2182-1EBB-6BCC-C08F-6AAE93903D7B}"/>
              </a:ext>
            </a:extLst>
          </p:cNvPr>
          <p:cNvPicPr>
            <a:picLocks noChangeAspect="1"/>
          </p:cNvPicPr>
          <p:nvPr/>
        </p:nvPicPr>
        <p:blipFill>
          <a:blip r:embed="rId2">
            <a:extLst>
              <a:ext uri="{28A0092B-C50C-407E-A947-70E740481C1C}">
                <a14:useLocalDpi xmlns:a14="http://schemas.microsoft.com/office/drawing/2010/main" val="0"/>
              </a:ext>
            </a:extLst>
          </a:blip>
          <a:srcRect l="5380" r="7070"/>
          <a:stretch/>
        </p:blipFill>
        <p:spPr>
          <a:xfrm>
            <a:off x="6525453" y="1"/>
            <a:ext cx="5666547" cy="3398024"/>
          </a:xfrm>
          <a:prstGeom prst="rect">
            <a:avLst/>
          </a:prstGeom>
        </p:spPr>
      </p:pic>
      <p:cxnSp>
        <p:nvCxnSpPr>
          <p:cNvPr id="16" name="Straight Connector 15">
            <a:extLst>
              <a:ext uri="{FF2B5EF4-FFF2-40B4-BE49-F238E27FC236}">
                <a16:creationId xmlns:a16="http://schemas.microsoft.com/office/drawing/2014/main" id="{CA240C79-242E-4918-9F28-B101847D1CC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522277" y="3386960"/>
            <a:ext cx="5669723"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7" name="Picture 6" descr="A barrel on fire&#10;&#10;Description automatically generated">
            <a:extLst>
              <a:ext uri="{FF2B5EF4-FFF2-40B4-BE49-F238E27FC236}">
                <a16:creationId xmlns:a16="http://schemas.microsoft.com/office/drawing/2014/main" id="{84FE268A-3CD1-F8A9-812C-3E8341405A38}"/>
              </a:ext>
            </a:extLst>
          </p:cNvPr>
          <p:cNvPicPr>
            <a:picLocks noChangeAspect="1"/>
          </p:cNvPicPr>
          <p:nvPr/>
        </p:nvPicPr>
        <p:blipFill>
          <a:blip r:embed="rId3">
            <a:extLst>
              <a:ext uri="{28A0092B-C50C-407E-A947-70E740481C1C}">
                <a14:useLocalDpi xmlns:a14="http://schemas.microsoft.com/office/drawing/2010/main" val="0"/>
              </a:ext>
            </a:extLst>
          </a:blip>
          <a:srcRect l="8476" r="-1" b="-1"/>
          <a:stretch/>
        </p:blipFill>
        <p:spPr>
          <a:xfrm>
            <a:off x="6522277" y="3398024"/>
            <a:ext cx="5669723" cy="3469076"/>
          </a:xfrm>
          <a:prstGeom prst="rect">
            <a:avLst/>
          </a:prstGeom>
        </p:spPr>
      </p:pic>
    </p:spTree>
    <p:extLst>
      <p:ext uri="{BB962C8B-B14F-4D97-AF65-F5344CB8AC3E}">
        <p14:creationId xmlns:p14="http://schemas.microsoft.com/office/powerpoint/2010/main" val="2647391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8FAD52-EA86-6B85-BDDE-116C06874227}"/>
              </a:ext>
            </a:extLst>
          </p:cNvPr>
          <p:cNvSpPr>
            <a:spLocks noGrp="1"/>
          </p:cNvSpPr>
          <p:nvPr>
            <p:ph type="title"/>
          </p:nvPr>
        </p:nvSpPr>
        <p:spPr>
          <a:xfrm>
            <a:off x="528227" y="343436"/>
            <a:ext cx="4394200" cy="1323439"/>
          </a:xfrm>
        </p:spPr>
        <p:txBody>
          <a:bodyPr anchor="t">
            <a:normAutofit/>
          </a:bodyPr>
          <a:lstStyle/>
          <a:p>
            <a:r>
              <a:rPr lang="en-GB" sz="4000" b="1" dirty="0">
                <a:solidFill>
                  <a:schemeClr val="bg1"/>
                </a:solidFill>
                <a:highlight>
                  <a:srgbClr val="FF0000"/>
                </a:highlight>
              </a:rPr>
              <a:t>CLASS K FIRE</a:t>
            </a:r>
          </a:p>
        </p:txBody>
      </p:sp>
      <p:sp>
        <p:nvSpPr>
          <p:cNvPr id="3" name="Content Placeholder 2">
            <a:extLst>
              <a:ext uri="{FF2B5EF4-FFF2-40B4-BE49-F238E27FC236}">
                <a16:creationId xmlns:a16="http://schemas.microsoft.com/office/drawing/2014/main" id="{92F0E753-2EC8-3CFB-1918-BE4F6A4E8C27}"/>
              </a:ext>
            </a:extLst>
          </p:cNvPr>
          <p:cNvSpPr>
            <a:spLocks noGrp="1"/>
          </p:cNvSpPr>
          <p:nvPr>
            <p:ph idx="1"/>
          </p:nvPr>
        </p:nvSpPr>
        <p:spPr>
          <a:xfrm>
            <a:off x="-52569" y="1069951"/>
            <a:ext cx="5483703" cy="5210927"/>
          </a:xfrm>
        </p:spPr>
        <p:txBody>
          <a:bodyPr>
            <a:noAutofit/>
          </a:bodyPr>
          <a:lstStyle/>
          <a:p>
            <a:pPr algn="just"/>
            <a:r>
              <a:rPr lang="en-GB" sz="2400" b="0" i="0" u="none" strike="noStrike" baseline="0" dirty="0">
                <a:solidFill>
                  <a:schemeClr val="bg1">
                    <a:alpha val="80000"/>
                  </a:schemeClr>
                </a:solidFill>
                <a:latin typeface="Times New Roman" panose="02020603050405020304" pitchFamily="18" charset="0"/>
              </a:rPr>
              <a:t>Finally, Class K fires are cooking fires that occur as a result of the combustion of a cooking liquid like grease, oil, vegetable fat, or animal fat. Class K fires are technically a type of liquid fire, but they are separated out as their own class because of their unique setting. </a:t>
            </a:r>
          </a:p>
          <a:p>
            <a:pPr algn="just"/>
            <a:r>
              <a:rPr lang="en-GB" sz="2400" b="0" i="0" u="none" strike="noStrike" baseline="0" dirty="0">
                <a:solidFill>
                  <a:schemeClr val="bg1">
                    <a:alpha val="80000"/>
                  </a:schemeClr>
                </a:solidFill>
                <a:latin typeface="Times New Roman" panose="02020603050405020304" pitchFamily="18" charset="0"/>
              </a:rPr>
              <a:t>Class K fires are most common in the food service and restaurant industry, but can occur in any kitchen.</a:t>
            </a:r>
          </a:p>
          <a:p>
            <a:pPr algn="just"/>
            <a:r>
              <a:rPr lang="en-GB" sz="2400" b="0" i="0" u="none" strike="noStrike" baseline="0" dirty="0">
                <a:solidFill>
                  <a:schemeClr val="bg1">
                    <a:alpha val="80000"/>
                  </a:schemeClr>
                </a:solidFill>
                <a:latin typeface="Times New Roman" panose="02020603050405020304" pitchFamily="18" charset="0"/>
              </a:rPr>
              <a:t>Like other liquid fires, water should not be sprayed onto Class K fires. </a:t>
            </a:r>
          </a:p>
          <a:p>
            <a:pPr algn="just"/>
            <a:r>
              <a:rPr lang="en-GB" sz="2400" b="0" i="0" u="none" strike="noStrike" baseline="0" dirty="0">
                <a:solidFill>
                  <a:schemeClr val="bg1">
                    <a:alpha val="80000"/>
                  </a:schemeClr>
                </a:solidFill>
                <a:latin typeface="Times New Roman" panose="02020603050405020304" pitchFamily="18" charset="0"/>
              </a:rPr>
              <a:t>Instead, wet chemical agents are the best method to use.</a:t>
            </a:r>
            <a:endParaRPr lang="en-GB" sz="2400" dirty="0">
              <a:solidFill>
                <a:schemeClr val="bg1">
                  <a:alpha val="80000"/>
                </a:schemeClr>
              </a:solidFill>
            </a:endParaRPr>
          </a:p>
        </p:txBody>
      </p:sp>
      <p:pic>
        <p:nvPicPr>
          <p:cNvPr id="5" name="Picture 4" descr="A chef cooking in a kitchen&#10;&#10;Description automatically generated">
            <a:extLst>
              <a:ext uri="{FF2B5EF4-FFF2-40B4-BE49-F238E27FC236}">
                <a16:creationId xmlns:a16="http://schemas.microsoft.com/office/drawing/2014/main" id="{0AC16418-56E7-9C46-F751-922840CB49BE}"/>
              </a:ext>
            </a:extLst>
          </p:cNvPr>
          <p:cNvPicPr>
            <a:picLocks noChangeAspect="1"/>
          </p:cNvPicPr>
          <p:nvPr/>
        </p:nvPicPr>
        <p:blipFill>
          <a:blip r:embed="rId2">
            <a:extLst>
              <a:ext uri="{28A0092B-C50C-407E-A947-70E740481C1C}">
                <a14:useLocalDpi xmlns:a14="http://schemas.microsoft.com/office/drawing/2010/main" val="0"/>
              </a:ext>
            </a:extLst>
          </a:blip>
          <a:srcRect t="17066" r="1" b="4628"/>
          <a:stretch/>
        </p:blipFill>
        <p:spPr>
          <a:xfrm>
            <a:off x="5814060" y="2"/>
            <a:ext cx="6377940" cy="3333749"/>
          </a:xfrm>
          <a:custGeom>
            <a:avLst/>
            <a:gdLst/>
            <a:ahLst/>
            <a:cxnLst/>
            <a:rect l="l" t="t" r="r" b="b"/>
            <a:pathLst>
              <a:path w="6377940" h="3333749">
                <a:moveTo>
                  <a:pt x="0" y="0"/>
                </a:moveTo>
                <a:lnTo>
                  <a:pt x="6377940" y="0"/>
                </a:lnTo>
                <a:lnTo>
                  <a:pt x="6377940" y="3333749"/>
                </a:lnTo>
                <a:lnTo>
                  <a:pt x="174585" y="3333749"/>
                </a:lnTo>
                <a:lnTo>
                  <a:pt x="0" y="2202180"/>
                </a:lnTo>
                <a:close/>
              </a:path>
            </a:pathLst>
          </a:custGeom>
        </p:spPr>
      </p:pic>
      <p:pic>
        <p:nvPicPr>
          <p:cNvPr id="7" name="Picture 6" descr="A fire on a pan in a kitchen&#10;&#10;Description automatically generated">
            <a:extLst>
              <a:ext uri="{FF2B5EF4-FFF2-40B4-BE49-F238E27FC236}">
                <a16:creationId xmlns:a16="http://schemas.microsoft.com/office/drawing/2014/main" id="{3160FA1F-8342-1F43-532C-343B89B28BD1}"/>
              </a:ext>
            </a:extLst>
          </p:cNvPr>
          <p:cNvPicPr>
            <a:picLocks noChangeAspect="1"/>
          </p:cNvPicPr>
          <p:nvPr/>
        </p:nvPicPr>
        <p:blipFill>
          <a:blip r:embed="rId3">
            <a:extLst>
              <a:ext uri="{28A0092B-C50C-407E-A947-70E740481C1C}">
                <a14:useLocalDpi xmlns:a14="http://schemas.microsoft.com/office/drawing/2010/main" val="0"/>
              </a:ext>
            </a:extLst>
          </a:blip>
          <a:srcRect t="20379" r="2" b="1075"/>
          <a:stretch/>
        </p:blipFill>
        <p:spPr>
          <a:xfrm>
            <a:off x="5814060" y="3524252"/>
            <a:ext cx="6377940" cy="3333748"/>
          </a:xfrm>
          <a:custGeom>
            <a:avLst/>
            <a:gdLst/>
            <a:ahLst/>
            <a:cxnLst/>
            <a:rect l="l" t="t" r="r" b="b"/>
            <a:pathLst>
              <a:path w="6377940" h="3333748">
                <a:moveTo>
                  <a:pt x="203977" y="0"/>
                </a:moveTo>
                <a:lnTo>
                  <a:pt x="6377940" y="0"/>
                </a:lnTo>
                <a:lnTo>
                  <a:pt x="6377940" y="3333748"/>
                </a:lnTo>
                <a:lnTo>
                  <a:pt x="0" y="3333748"/>
                </a:lnTo>
                <a:lnTo>
                  <a:pt x="525780" y="1931668"/>
                </a:lnTo>
                <a:lnTo>
                  <a:pt x="205740" y="11428"/>
                </a:lnTo>
                <a:close/>
              </a:path>
            </a:pathLst>
          </a:custGeom>
        </p:spPr>
      </p:pic>
      <p:grpSp>
        <p:nvGrpSpPr>
          <p:cNvPr id="14" name="Group 13">
            <a:extLst>
              <a:ext uri="{FF2B5EF4-FFF2-40B4-BE49-F238E27FC236}">
                <a16:creationId xmlns:a16="http://schemas.microsoft.com/office/drawing/2014/main" id="{364A290D-B7BC-40B4-AB97-0C801BCCE2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32358" y="544"/>
            <a:ext cx="874716" cy="6857455"/>
            <a:chOff x="5632358" y="544"/>
            <a:chExt cx="874716" cy="6857455"/>
          </a:xfrm>
        </p:grpSpPr>
        <p:sp>
          <p:nvSpPr>
            <p:cNvPr id="15" name="Freeform: Shape 14">
              <a:extLst>
                <a:ext uri="{FF2B5EF4-FFF2-40B4-BE49-F238E27FC236}">
                  <a16:creationId xmlns:a16="http://schemas.microsoft.com/office/drawing/2014/main" id="{3C60D1EB-842B-4027-9728-E57314926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2640988" y="2991914"/>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a:outerShdw blurRad="381000" dist="152400" dir="108000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44E103E5-C039-4EA4-843B-AD566B5C96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2640988" y="2991914"/>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7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4">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434738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8CCCB6D-5162-4AAE-A5E3-3AC55410D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BCD8C04-CC7B-40EF-82EB-E9821F79BB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0" y="2458"/>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group of fire extinguishers in front of a fire&#10;&#10;Description automatically generated">
            <a:extLst>
              <a:ext uri="{FF2B5EF4-FFF2-40B4-BE49-F238E27FC236}">
                <a16:creationId xmlns:a16="http://schemas.microsoft.com/office/drawing/2014/main" id="{383EF15F-022D-FA32-DBC9-EB35D20B2A67}"/>
              </a:ext>
            </a:extLst>
          </p:cNvPr>
          <p:cNvPicPr>
            <a:picLocks noChangeAspect="1"/>
          </p:cNvPicPr>
          <p:nvPr/>
        </p:nvPicPr>
        <p:blipFill>
          <a:blip r:embed="rId2">
            <a:alphaModFix amt="40000"/>
            <a:extLst>
              <a:ext uri="{28A0092B-C50C-407E-A947-70E740481C1C}">
                <a14:useLocalDpi xmlns:a14="http://schemas.microsoft.com/office/drawing/2010/main" val="0"/>
              </a:ext>
            </a:extLst>
          </a:blip>
          <a:srcRect t="8076" r="1" b="10768"/>
          <a:stretch/>
        </p:blipFill>
        <p:spPr>
          <a:xfrm>
            <a:off x="-170" y="10"/>
            <a:ext cx="8450317" cy="6857990"/>
          </a:xfrm>
          <a:prstGeom prst="rect">
            <a:avLst/>
          </a:prstGeom>
        </p:spPr>
      </p:pic>
      <p:sp>
        <p:nvSpPr>
          <p:cNvPr id="4" name="Title 3">
            <a:extLst>
              <a:ext uri="{FF2B5EF4-FFF2-40B4-BE49-F238E27FC236}">
                <a16:creationId xmlns:a16="http://schemas.microsoft.com/office/drawing/2014/main" id="{2859D7A5-2747-A6F4-BD5A-E8AC0F064F4F}"/>
              </a:ext>
            </a:extLst>
          </p:cNvPr>
          <p:cNvSpPr>
            <a:spLocks noGrp="1"/>
          </p:cNvSpPr>
          <p:nvPr>
            <p:ph type="ctrTitle"/>
          </p:nvPr>
        </p:nvSpPr>
        <p:spPr>
          <a:xfrm>
            <a:off x="903291" y="149901"/>
            <a:ext cx="5322536" cy="2347483"/>
          </a:xfrm>
        </p:spPr>
        <p:txBody>
          <a:bodyPr>
            <a:normAutofit/>
          </a:bodyPr>
          <a:lstStyle/>
          <a:p>
            <a:pPr algn="l"/>
            <a:r>
              <a:rPr lang="en-GB" sz="5400" b="1" dirty="0">
                <a:solidFill>
                  <a:srgbClr val="FFFFFF"/>
                </a:solidFill>
              </a:rPr>
              <a:t>TYPES OF FIRE EXTINGUISHERS</a:t>
            </a:r>
          </a:p>
        </p:txBody>
      </p:sp>
      <p:sp>
        <p:nvSpPr>
          <p:cNvPr id="5" name="Subtitle 4">
            <a:extLst>
              <a:ext uri="{FF2B5EF4-FFF2-40B4-BE49-F238E27FC236}">
                <a16:creationId xmlns:a16="http://schemas.microsoft.com/office/drawing/2014/main" id="{4009C678-4AE0-AC16-561E-F5C67AD706D2}"/>
              </a:ext>
            </a:extLst>
          </p:cNvPr>
          <p:cNvSpPr>
            <a:spLocks noGrp="1"/>
          </p:cNvSpPr>
          <p:nvPr>
            <p:ph type="subTitle" idx="1"/>
          </p:nvPr>
        </p:nvSpPr>
        <p:spPr>
          <a:xfrm>
            <a:off x="643467" y="5277684"/>
            <a:ext cx="4620584" cy="775494"/>
          </a:xfrm>
        </p:spPr>
        <p:txBody>
          <a:bodyPr>
            <a:normAutofit/>
          </a:bodyPr>
          <a:lstStyle/>
          <a:p>
            <a:pPr algn="l"/>
            <a:endParaRPr lang="en-GB">
              <a:solidFill>
                <a:srgbClr val="FFFFFF"/>
              </a:solidFill>
            </a:endParaRPr>
          </a:p>
        </p:txBody>
      </p:sp>
      <p:pic>
        <p:nvPicPr>
          <p:cNvPr id="7" name="Picture 6" descr="A fire extinguisher in flames&#10;&#10;Description automatically generated">
            <a:extLst>
              <a:ext uri="{FF2B5EF4-FFF2-40B4-BE49-F238E27FC236}">
                <a16:creationId xmlns:a16="http://schemas.microsoft.com/office/drawing/2014/main" id="{CFEC2A74-7A38-A2BE-C995-4639A491A26B}"/>
              </a:ext>
            </a:extLst>
          </p:cNvPr>
          <p:cNvPicPr>
            <a:picLocks noChangeAspect="1"/>
          </p:cNvPicPr>
          <p:nvPr/>
        </p:nvPicPr>
        <p:blipFill>
          <a:blip r:embed="rId3">
            <a:extLst>
              <a:ext uri="{28A0092B-C50C-407E-A947-70E740481C1C}">
                <a14:useLocalDpi xmlns:a14="http://schemas.microsoft.com/office/drawing/2010/main" val="0"/>
              </a:ext>
            </a:extLst>
          </a:blip>
          <a:srcRect l="10761" r="2292"/>
          <a:stretch/>
        </p:blipFill>
        <p:spPr>
          <a:xfrm>
            <a:off x="6225997" y="-2458"/>
            <a:ext cx="5962785" cy="685800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6156933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F90786E-B72D-4C32-BDCE-A170B0078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5E46F2E7-848F-4A6C-A098-4764FDEA7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A group of red fire extinguishers&#10;&#10;Description automatically generated">
            <a:extLst>
              <a:ext uri="{FF2B5EF4-FFF2-40B4-BE49-F238E27FC236}">
                <a16:creationId xmlns:a16="http://schemas.microsoft.com/office/drawing/2014/main" id="{6C81A060-757F-197C-D6D2-8C7F86FE2B9E}"/>
              </a:ext>
            </a:extLst>
          </p:cNvPr>
          <p:cNvPicPr>
            <a:picLocks noChangeAspect="1"/>
          </p:cNvPicPr>
          <p:nvPr/>
        </p:nvPicPr>
        <p:blipFill>
          <a:blip r:embed="rId2">
            <a:alphaModFix amt="60000"/>
            <a:extLst>
              <a:ext uri="{28A0092B-C50C-407E-A947-70E740481C1C}">
                <a14:useLocalDpi xmlns:a14="http://schemas.microsoft.com/office/drawing/2010/main" val="0"/>
              </a:ext>
            </a:extLst>
          </a:blip>
          <a:srcRect t="15730"/>
          <a:stretch/>
        </p:blipFill>
        <p:spPr>
          <a:xfrm>
            <a:off x="-1" y="10"/>
            <a:ext cx="12192001" cy="6857990"/>
          </a:xfrm>
          <a:prstGeom prst="rect">
            <a:avLst/>
          </a:prstGeom>
        </p:spPr>
      </p:pic>
      <p:sp>
        <p:nvSpPr>
          <p:cNvPr id="3" name="Content Placeholder 2">
            <a:extLst>
              <a:ext uri="{FF2B5EF4-FFF2-40B4-BE49-F238E27FC236}">
                <a16:creationId xmlns:a16="http://schemas.microsoft.com/office/drawing/2014/main" id="{FA61AEE0-449C-B150-0582-9571D148333B}"/>
              </a:ext>
            </a:extLst>
          </p:cNvPr>
          <p:cNvSpPr>
            <a:spLocks noGrp="1"/>
          </p:cNvSpPr>
          <p:nvPr>
            <p:ph idx="1"/>
          </p:nvPr>
        </p:nvSpPr>
        <p:spPr>
          <a:xfrm>
            <a:off x="464695" y="4444746"/>
            <a:ext cx="11242623" cy="4072043"/>
          </a:xfrm>
        </p:spPr>
        <p:txBody>
          <a:bodyPr>
            <a:normAutofit/>
          </a:bodyPr>
          <a:lstStyle/>
          <a:p>
            <a:pPr marL="0" indent="0" algn="ctr">
              <a:buNone/>
            </a:pPr>
            <a:r>
              <a:rPr lang="en-GB" b="1" i="0" u="none" strike="noStrike" baseline="0" dirty="0">
                <a:solidFill>
                  <a:srgbClr val="FFFFFF"/>
                </a:solidFill>
                <a:highlight>
                  <a:srgbClr val="800000"/>
                </a:highlight>
                <a:latin typeface="Times New Roman" panose="02020603050405020304" pitchFamily="18" charset="0"/>
              </a:rPr>
              <a:t>Different types of fire extinguishers exist in order to address the 5 different classes of fires. Each fire class describes the fuel or material a fire is burning or what caused it to start - therefore, using the right extinguisher is essential to put out the fire safely.</a:t>
            </a:r>
            <a:endParaRPr lang="en-GB" b="1" dirty="0">
              <a:solidFill>
                <a:srgbClr val="FFFFFF"/>
              </a:solidFill>
              <a:highlight>
                <a:srgbClr val="800000"/>
              </a:highlight>
            </a:endParaRPr>
          </a:p>
        </p:txBody>
      </p:sp>
    </p:spTree>
    <p:extLst>
      <p:ext uri="{BB962C8B-B14F-4D97-AF65-F5344CB8AC3E}">
        <p14:creationId xmlns:p14="http://schemas.microsoft.com/office/powerpoint/2010/main" val="17468207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441AA-1425-638E-21B1-9F654BD1FA24}"/>
              </a:ext>
            </a:extLst>
          </p:cNvPr>
          <p:cNvSpPr>
            <a:spLocks noGrp="1"/>
          </p:cNvSpPr>
          <p:nvPr>
            <p:ph type="title"/>
          </p:nvPr>
        </p:nvSpPr>
        <p:spPr/>
        <p:txBody>
          <a:bodyPr/>
          <a:lstStyle/>
          <a:p>
            <a:endParaRPr lang="en-GB"/>
          </a:p>
        </p:txBody>
      </p:sp>
      <p:pic>
        <p:nvPicPr>
          <p:cNvPr id="5" name="Content Placeholder 4" descr="A chart with different types of fire extinguishers&#10;&#10;Description automatically generated">
            <a:extLst>
              <a:ext uri="{FF2B5EF4-FFF2-40B4-BE49-F238E27FC236}">
                <a16:creationId xmlns:a16="http://schemas.microsoft.com/office/drawing/2014/main" id="{223FC829-F317-03B1-3DA5-6AA83B0935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058" y="0"/>
            <a:ext cx="12094941" cy="7210269"/>
          </a:xfrm>
        </p:spPr>
      </p:pic>
    </p:spTree>
    <p:extLst>
      <p:ext uri="{BB962C8B-B14F-4D97-AF65-F5344CB8AC3E}">
        <p14:creationId xmlns:p14="http://schemas.microsoft.com/office/powerpoint/2010/main" val="14898597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1AC6A30-4F22-4C0F-B278-19C5B8A80C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B4335AD-65B1-44E4-90AF-264024FE4B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2191999"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369EAF-E162-7EA5-8F9C-4D09FC8250E9}"/>
              </a:ext>
            </a:extLst>
          </p:cNvPr>
          <p:cNvSpPr>
            <a:spLocks noGrp="1"/>
          </p:cNvSpPr>
          <p:nvPr>
            <p:ph type="title"/>
          </p:nvPr>
        </p:nvSpPr>
        <p:spPr>
          <a:xfrm>
            <a:off x="2981874" y="367259"/>
            <a:ext cx="2895129" cy="484682"/>
          </a:xfrm>
        </p:spPr>
        <p:txBody>
          <a:bodyPr>
            <a:normAutofit fontScale="90000"/>
          </a:bodyPr>
          <a:lstStyle/>
          <a:p>
            <a:pPr algn="ctr"/>
            <a:r>
              <a:rPr lang="en-GB" dirty="0">
                <a:solidFill>
                  <a:schemeClr val="tx1">
                    <a:lumMod val="85000"/>
                    <a:lumOff val="15000"/>
                  </a:schemeClr>
                </a:solidFill>
                <a:highlight>
                  <a:srgbClr val="00FFFF"/>
                </a:highlight>
              </a:rPr>
              <a:t>WATER</a:t>
            </a:r>
          </a:p>
        </p:txBody>
      </p:sp>
      <p:pic>
        <p:nvPicPr>
          <p:cNvPr id="5" name="Picture 4" descr="A red fire extinguisher with a hose&#10;&#10;Description automatically generated">
            <a:extLst>
              <a:ext uri="{FF2B5EF4-FFF2-40B4-BE49-F238E27FC236}">
                <a16:creationId xmlns:a16="http://schemas.microsoft.com/office/drawing/2014/main" id="{8BFC4774-E37E-0EA0-F343-F474871F0144}"/>
              </a:ext>
            </a:extLst>
          </p:cNvPr>
          <p:cNvPicPr>
            <a:picLocks noChangeAspect="1"/>
          </p:cNvPicPr>
          <p:nvPr/>
        </p:nvPicPr>
        <p:blipFill>
          <a:blip r:embed="rId2">
            <a:extLst>
              <a:ext uri="{28A0092B-C50C-407E-A947-70E740481C1C}">
                <a14:useLocalDpi xmlns:a14="http://schemas.microsoft.com/office/drawing/2010/main" val="0"/>
              </a:ext>
            </a:extLst>
          </a:blip>
          <a:srcRect l="1784" r="14990"/>
          <a:stretch/>
        </p:blipFill>
        <p:spPr>
          <a:xfrm>
            <a:off x="3" y="1"/>
            <a:ext cx="3695699" cy="6858001"/>
          </a:xfrm>
          <a:custGeom>
            <a:avLst/>
            <a:gdLst/>
            <a:ahLst/>
            <a:cxnLst/>
            <a:rect l="l" t="t" r="r" b="b"/>
            <a:pathLst>
              <a:path w="3695699" h="6858001">
                <a:moveTo>
                  <a:pt x="0" y="0"/>
                </a:moveTo>
                <a:lnTo>
                  <a:pt x="3435129" y="0"/>
                </a:lnTo>
                <a:lnTo>
                  <a:pt x="3430599" y="17349"/>
                </a:lnTo>
                <a:cubicBezTo>
                  <a:pt x="3437542" y="19835"/>
                  <a:pt x="3423757" y="30822"/>
                  <a:pt x="3427683" y="38871"/>
                </a:cubicBezTo>
                <a:cubicBezTo>
                  <a:pt x="3431230" y="44698"/>
                  <a:pt x="3427877" y="49388"/>
                  <a:pt x="3427096" y="55116"/>
                </a:cubicBezTo>
                <a:cubicBezTo>
                  <a:pt x="3429620" y="62945"/>
                  <a:pt x="3421946" y="87211"/>
                  <a:pt x="3417356" y="93331"/>
                </a:cubicBezTo>
                <a:cubicBezTo>
                  <a:pt x="3401974" y="107607"/>
                  <a:pt x="3409629" y="143436"/>
                  <a:pt x="3397765" y="155370"/>
                </a:cubicBezTo>
                <a:cubicBezTo>
                  <a:pt x="3395800" y="159886"/>
                  <a:pt x="3394789" y="164378"/>
                  <a:pt x="3394373" y="168831"/>
                </a:cubicBezTo>
                <a:lnTo>
                  <a:pt x="3394553" y="181402"/>
                </a:lnTo>
                <a:lnTo>
                  <a:pt x="3397293" y="185192"/>
                </a:lnTo>
                <a:lnTo>
                  <a:pt x="3395923" y="192756"/>
                </a:lnTo>
                <a:cubicBezTo>
                  <a:pt x="3396018" y="193497"/>
                  <a:pt x="3396112" y="194237"/>
                  <a:pt x="3396207" y="194978"/>
                </a:cubicBezTo>
                <a:cubicBezTo>
                  <a:pt x="3396531" y="199154"/>
                  <a:pt x="3396856" y="203330"/>
                  <a:pt x="3397180" y="207506"/>
                </a:cubicBezTo>
                <a:cubicBezTo>
                  <a:pt x="3382438" y="200939"/>
                  <a:pt x="3394549" y="241317"/>
                  <a:pt x="3383191" y="229051"/>
                </a:cubicBezTo>
                <a:cubicBezTo>
                  <a:pt x="3382519" y="234401"/>
                  <a:pt x="3381383" y="237332"/>
                  <a:pt x="3380194" y="239137"/>
                </a:cubicBezTo>
                <a:lnTo>
                  <a:pt x="3349267" y="310262"/>
                </a:lnTo>
                <a:lnTo>
                  <a:pt x="3344455" y="381704"/>
                </a:lnTo>
                <a:cubicBezTo>
                  <a:pt x="3343420" y="464598"/>
                  <a:pt x="3338482" y="511985"/>
                  <a:pt x="3327551" y="571873"/>
                </a:cubicBezTo>
                <a:cubicBezTo>
                  <a:pt x="3316620" y="631761"/>
                  <a:pt x="3309762" y="702429"/>
                  <a:pt x="3278869" y="741030"/>
                </a:cubicBezTo>
                <a:lnTo>
                  <a:pt x="3239259" y="957888"/>
                </a:lnTo>
                <a:cubicBezTo>
                  <a:pt x="3267597" y="1021376"/>
                  <a:pt x="3235647" y="1004478"/>
                  <a:pt x="3243890" y="1047869"/>
                </a:cubicBezTo>
                <a:cubicBezTo>
                  <a:pt x="3245988" y="1077107"/>
                  <a:pt x="3228006" y="1101189"/>
                  <a:pt x="3221700" y="1118244"/>
                </a:cubicBezTo>
                <a:cubicBezTo>
                  <a:pt x="3220198" y="1120922"/>
                  <a:pt x="3213346" y="1188569"/>
                  <a:pt x="3211078" y="1190394"/>
                </a:cubicBezTo>
                <a:cubicBezTo>
                  <a:pt x="3204899" y="1218939"/>
                  <a:pt x="3210276" y="1253036"/>
                  <a:pt x="3199704" y="1304585"/>
                </a:cubicBezTo>
                <a:cubicBezTo>
                  <a:pt x="3199438" y="1346246"/>
                  <a:pt x="3168623" y="1413431"/>
                  <a:pt x="3167741" y="1449444"/>
                </a:cubicBezTo>
                <a:cubicBezTo>
                  <a:pt x="3180911" y="1471132"/>
                  <a:pt x="3193362" y="1499173"/>
                  <a:pt x="3194410" y="1520667"/>
                </a:cubicBezTo>
                <a:cubicBezTo>
                  <a:pt x="3181228" y="1513763"/>
                  <a:pt x="3199978" y="1547097"/>
                  <a:pt x="3184473" y="1547038"/>
                </a:cubicBezTo>
                <a:cubicBezTo>
                  <a:pt x="3185153" y="1550949"/>
                  <a:pt x="3186303" y="1554741"/>
                  <a:pt x="3187573" y="1558550"/>
                </a:cubicBezTo>
                <a:lnTo>
                  <a:pt x="3188231" y="1560544"/>
                </a:lnTo>
                <a:lnTo>
                  <a:pt x="3188195" y="1568317"/>
                </a:lnTo>
                <a:lnTo>
                  <a:pt x="3191518" y="1570772"/>
                </a:lnTo>
                <a:lnTo>
                  <a:pt x="3193853" y="1582659"/>
                </a:lnTo>
                <a:cubicBezTo>
                  <a:pt x="3194213" y="1587070"/>
                  <a:pt x="3193997" y="1591769"/>
                  <a:pt x="3192857" y="1596890"/>
                </a:cubicBezTo>
                <a:cubicBezTo>
                  <a:pt x="3185716" y="1609144"/>
                  <a:pt x="3191593" y="1629575"/>
                  <a:pt x="3189686" y="1647479"/>
                </a:cubicBezTo>
                <a:lnTo>
                  <a:pt x="3187125" y="1655568"/>
                </a:lnTo>
                <a:cubicBezTo>
                  <a:pt x="3187259" y="1659315"/>
                  <a:pt x="3192418" y="1733399"/>
                  <a:pt x="3192552" y="1737146"/>
                </a:cubicBezTo>
                <a:cubicBezTo>
                  <a:pt x="3236684" y="1834597"/>
                  <a:pt x="3210475" y="1851660"/>
                  <a:pt x="3219437" y="1908917"/>
                </a:cubicBezTo>
                <a:lnTo>
                  <a:pt x="3220572" y="1915235"/>
                </a:lnTo>
                <a:cubicBezTo>
                  <a:pt x="3225642" y="1919319"/>
                  <a:pt x="3228448" y="1945519"/>
                  <a:pt x="3226946" y="1954447"/>
                </a:cubicBezTo>
                <a:cubicBezTo>
                  <a:pt x="3219553" y="1979351"/>
                  <a:pt x="3239504" y="2001442"/>
                  <a:pt x="3234148" y="2021397"/>
                </a:cubicBezTo>
                <a:cubicBezTo>
                  <a:pt x="3234224" y="2026740"/>
                  <a:pt x="3235084" y="2031233"/>
                  <a:pt x="3236424" y="2035173"/>
                </a:cubicBezTo>
                <a:lnTo>
                  <a:pt x="3241339" y="2045116"/>
                </a:lnTo>
                <a:lnTo>
                  <a:pt x="3233470" y="2098623"/>
                </a:lnTo>
                <a:cubicBezTo>
                  <a:pt x="3230495" y="2129687"/>
                  <a:pt x="3232618" y="2188321"/>
                  <a:pt x="3230016" y="2240964"/>
                </a:cubicBezTo>
                <a:cubicBezTo>
                  <a:pt x="3226602" y="2283982"/>
                  <a:pt x="3232644" y="2342030"/>
                  <a:pt x="3237809" y="2379644"/>
                </a:cubicBezTo>
                <a:cubicBezTo>
                  <a:pt x="3244462" y="2409884"/>
                  <a:pt x="3221747" y="2435219"/>
                  <a:pt x="3237054" y="2459103"/>
                </a:cubicBezTo>
                <a:cubicBezTo>
                  <a:pt x="3245536" y="2488997"/>
                  <a:pt x="3251426" y="2510390"/>
                  <a:pt x="3255285" y="2538679"/>
                </a:cubicBezTo>
                <a:cubicBezTo>
                  <a:pt x="3258296" y="2574322"/>
                  <a:pt x="3245460" y="2589819"/>
                  <a:pt x="3245073" y="2622720"/>
                </a:cubicBezTo>
                <a:lnTo>
                  <a:pt x="3252960" y="2736087"/>
                </a:lnTo>
                <a:cubicBezTo>
                  <a:pt x="3245577" y="2772183"/>
                  <a:pt x="3230063" y="2856752"/>
                  <a:pt x="3218681" y="2902964"/>
                </a:cubicBezTo>
                <a:cubicBezTo>
                  <a:pt x="3212624" y="2927969"/>
                  <a:pt x="3209733" y="2973979"/>
                  <a:pt x="3203641" y="3008786"/>
                </a:cubicBezTo>
                <a:cubicBezTo>
                  <a:pt x="3197547" y="3043595"/>
                  <a:pt x="3186644" y="3093251"/>
                  <a:pt x="3182123" y="3111815"/>
                </a:cubicBezTo>
                <a:lnTo>
                  <a:pt x="3176517" y="3120169"/>
                </a:lnTo>
                <a:lnTo>
                  <a:pt x="3177035" y="3121646"/>
                </a:lnTo>
                <a:cubicBezTo>
                  <a:pt x="3177423" y="3127588"/>
                  <a:pt x="3176129" y="3130763"/>
                  <a:pt x="3174093" y="3132705"/>
                </a:cubicBezTo>
                <a:lnTo>
                  <a:pt x="3171045" y="3134220"/>
                </a:lnTo>
                <a:lnTo>
                  <a:pt x="3168274" y="3141524"/>
                </a:lnTo>
                <a:lnTo>
                  <a:pt x="3160781" y="3155149"/>
                </a:lnTo>
                <a:cubicBezTo>
                  <a:pt x="3160949" y="3156237"/>
                  <a:pt x="3161116" y="3157326"/>
                  <a:pt x="3161284" y="3158414"/>
                </a:cubicBezTo>
                <a:lnTo>
                  <a:pt x="3152950" y="3180080"/>
                </a:lnTo>
                <a:lnTo>
                  <a:pt x="3153739" y="3180719"/>
                </a:lnTo>
                <a:cubicBezTo>
                  <a:pt x="3155321" y="3182647"/>
                  <a:pt x="3156128" y="3184999"/>
                  <a:pt x="3155342" y="3188313"/>
                </a:cubicBezTo>
                <a:cubicBezTo>
                  <a:pt x="3169797" y="3188216"/>
                  <a:pt x="3159934" y="3192271"/>
                  <a:pt x="3156340" y="3202049"/>
                </a:cubicBezTo>
                <a:cubicBezTo>
                  <a:pt x="3177988" y="3204083"/>
                  <a:pt x="3159779" y="3228842"/>
                  <a:pt x="3169832" y="3237938"/>
                </a:cubicBezTo>
                <a:cubicBezTo>
                  <a:pt x="3166705" y="3245075"/>
                  <a:pt x="3163793" y="3252659"/>
                  <a:pt x="3161244" y="3260564"/>
                </a:cubicBezTo>
                <a:lnTo>
                  <a:pt x="3160005" y="3265314"/>
                </a:lnTo>
                <a:cubicBezTo>
                  <a:pt x="3160063" y="3265371"/>
                  <a:pt x="3160124" y="3265428"/>
                  <a:pt x="3160184" y="3265486"/>
                </a:cubicBezTo>
                <a:cubicBezTo>
                  <a:pt x="3160345" y="3266694"/>
                  <a:pt x="3160101" y="3268319"/>
                  <a:pt x="3159279" y="3270659"/>
                </a:cubicBezTo>
                <a:lnTo>
                  <a:pt x="3157747" y="3273971"/>
                </a:lnTo>
                <a:lnTo>
                  <a:pt x="3155343" y="3283185"/>
                </a:lnTo>
                <a:cubicBezTo>
                  <a:pt x="3155517" y="3284422"/>
                  <a:pt x="3155689" y="3285657"/>
                  <a:pt x="3155860" y="3286893"/>
                </a:cubicBezTo>
                <a:lnTo>
                  <a:pt x="3158001" y="3289146"/>
                </a:lnTo>
                <a:lnTo>
                  <a:pt x="3157508" y="3289877"/>
                </a:lnTo>
                <a:cubicBezTo>
                  <a:pt x="3151604" y="3294411"/>
                  <a:pt x="3144966" y="3293561"/>
                  <a:pt x="3159853" y="3309833"/>
                </a:cubicBezTo>
                <a:cubicBezTo>
                  <a:pt x="3149181" y="3321561"/>
                  <a:pt x="3158789" y="3329345"/>
                  <a:pt x="3157392" y="3351579"/>
                </a:cubicBezTo>
                <a:cubicBezTo>
                  <a:pt x="3148710" y="3357083"/>
                  <a:pt x="3149361" y="3365079"/>
                  <a:pt x="3152871" y="3374240"/>
                </a:cubicBezTo>
                <a:cubicBezTo>
                  <a:pt x="3148885" y="3383513"/>
                  <a:pt x="3145239" y="3392740"/>
                  <a:pt x="3142119" y="3402557"/>
                </a:cubicBezTo>
                <a:lnTo>
                  <a:pt x="3138061" y="3419585"/>
                </a:lnTo>
                <a:lnTo>
                  <a:pt x="3139796" y="3424940"/>
                </a:lnTo>
                <a:cubicBezTo>
                  <a:pt x="3142520" y="3434326"/>
                  <a:pt x="3143300" y="3443700"/>
                  <a:pt x="3137669" y="3463264"/>
                </a:cubicBezTo>
                <a:cubicBezTo>
                  <a:pt x="3147380" y="3480689"/>
                  <a:pt x="3167781" y="3490510"/>
                  <a:pt x="3168140" y="3518969"/>
                </a:cubicBezTo>
                <a:cubicBezTo>
                  <a:pt x="3159473" y="3545761"/>
                  <a:pt x="3191152" y="3574399"/>
                  <a:pt x="3179206" y="3607864"/>
                </a:cubicBezTo>
                <a:cubicBezTo>
                  <a:pt x="3176757" y="3619813"/>
                  <a:pt x="3181069" y="3654600"/>
                  <a:pt x="3189125" y="3659839"/>
                </a:cubicBezTo>
                <a:cubicBezTo>
                  <a:pt x="3191518" y="3666815"/>
                  <a:pt x="3189857" y="3675779"/>
                  <a:pt x="3198077" y="3677681"/>
                </a:cubicBezTo>
                <a:cubicBezTo>
                  <a:pt x="3208136" y="3681475"/>
                  <a:pt x="3196345" y="3709561"/>
                  <a:pt x="3207094" y="3703876"/>
                </a:cubicBezTo>
                <a:cubicBezTo>
                  <a:pt x="3199084" y="3723751"/>
                  <a:pt x="3220453" y="3734396"/>
                  <a:pt x="3227016" y="3748633"/>
                </a:cubicBezTo>
                <a:cubicBezTo>
                  <a:pt x="3218663" y="3764666"/>
                  <a:pt x="3240667" y="3778725"/>
                  <a:pt x="3246806" y="3811324"/>
                </a:cubicBezTo>
                <a:cubicBezTo>
                  <a:pt x="3237058" y="3829063"/>
                  <a:pt x="3251097" y="3833247"/>
                  <a:pt x="3239091" y="3865102"/>
                </a:cubicBezTo>
                <a:cubicBezTo>
                  <a:pt x="3240755" y="3865725"/>
                  <a:pt x="3242340" y="3866659"/>
                  <a:pt x="3243800" y="3867874"/>
                </a:cubicBezTo>
                <a:cubicBezTo>
                  <a:pt x="3252276" y="3874935"/>
                  <a:pt x="3254724" y="3889782"/>
                  <a:pt x="3249268" y="3901031"/>
                </a:cubicBezTo>
                <a:cubicBezTo>
                  <a:pt x="3234180" y="3950514"/>
                  <a:pt x="3270886" y="3938724"/>
                  <a:pt x="3271850" y="3976535"/>
                </a:cubicBezTo>
                <a:cubicBezTo>
                  <a:pt x="3275333" y="4018513"/>
                  <a:pt x="3265836" y="4033210"/>
                  <a:pt x="3253128" y="4091308"/>
                </a:cubicBezTo>
                <a:cubicBezTo>
                  <a:pt x="3262530" y="4093945"/>
                  <a:pt x="3263925" y="4100312"/>
                  <a:pt x="3261491" y="4112665"/>
                </a:cubicBezTo>
                <a:cubicBezTo>
                  <a:pt x="3263824" y="4132845"/>
                  <a:pt x="3285122" y="4124005"/>
                  <a:pt x="3275235" y="4148543"/>
                </a:cubicBezTo>
                <a:cubicBezTo>
                  <a:pt x="3282222" y="4163609"/>
                  <a:pt x="3300717" y="4191930"/>
                  <a:pt x="3303406" y="4203059"/>
                </a:cubicBezTo>
                <a:cubicBezTo>
                  <a:pt x="3307769" y="4216879"/>
                  <a:pt x="3289765" y="4198911"/>
                  <a:pt x="3291377" y="4215304"/>
                </a:cubicBezTo>
                <a:cubicBezTo>
                  <a:pt x="3295421" y="4234470"/>
                  <a:pt x="3290844" y="4240556"/>
                  <a:pt x="3303627" y="4247412"/>
                </a:cubicBezTo>
                <a:cubicBezTo>
                  <a:pt x="3300302" y="4270043"/>
                  <a:pt x="3313094" y="4269840"/>
                  <a:pt x="3323715" y="4295574"/>
                </a:cubicBezTo>
                <a:cubicBezTo>
                  <a:pt x="3318854" y="4309546"/>
                  <a:pt x="3323708" y="4317748"/>
                  <a:pt x="3331757" y="4324626"/>
                </a:cubicBezTo>
                <a:cubicBezTo>
                  <a:pt x="3334500" y="4352298"/>
                  <a:pt x="3348521" y="4373553"/>
                  <a:pt x="3357571" y="4402594"/>
                </a:cubicBezTo>
                <a:cubicBezTo>
                  <a:pt x="3395421" y="4440113"/>
                  <a:pt x="3406716" y="4492429"/>
                  <a:pt x="3416883" y="4511276"/>
                </a:cubicBezTo>
                <a:lnTo>
                  <a:pt x="3418568" y="4515669"/>
                </a:lnTo>
                <a:cubicBezTo>
                  <a:pt x="3418685" y="4519956"/>
                  <a:pt x="3418801" y="4524244"/>
                  <a:pt x="3418918" y="4528531"/>
                </a:cubicBezTo>
                <a:cubicBezTo>
                  <a:pt x="3418727" y="4530191"/>
                  <a:pt x="3418537" y="4531850"/>
                  <a:pt x="3418346" y="4533510"/>
                </a:cubicBezTo>
                <a:cubicBezTo>
                  <a:pt x="3418215" y="4536889"/>
                  <a:pt x="3418462" y="4539065"/>
                  <a:pt x="3419005" y="4540494"/>
                </a:cubicBezTo>
                <a:lnTo>
                  <a:pt x="3424268" y="4595886"/>
                </a:lnTo>
                <a:cubicBezTo>
                  <a:pt x="3429156" y="4624362"/>
                  <a:pt x="3443934" y="4682306"/>
                  <a:pt x="3448330" y="4711348"/>
                </a:cubicBezTo>
                <a:lnTo>
                  <a:pt x="3445621" y="4714874"/>
                </a:lnTo>
                <a:cubicBezTo>
                  <a:pt x="3444103" y="4718397"/>
                  <a:pt x="3443735" y="4723077"/>
                  <a:pt x="3445980" y="4730345"/>
                </a:cubicBezTo>
                <a:lnTo>
                  <a:pt x="3446976" y="4731926"/>
                </a:lnTo>
                <a:lnTo>
                  <a:pt x="3443720" y="4745408"/>
                </a:lnTo>
                <a:cubicBezTo>
                  <a:pt x="3444756" y="4771155"/>
                  <a:pt x="3455466" y="4843107"/>
                  <a:pt x="3453194" y="4886406"/>
                </a:cubicBezTo>
                <a:cubicBezTo>
                  <a:pt x="3454856" y="4906631"/>
                  <a:pt x="3481235" y="5008239"/>
                  <a:pt x="3455210" y="5025296"/>
                </a:cubicBezTo>
                <a:cubicBezTo>
                  <a:pt x="3442202" y="5116320"/>
                  <a:pt x="3464654" y="5119078"/>
                  <a:pt x="3462841" y="5211091"/>
                </a:cubicBezTo>
                <a:cubicBezTo>
                  <a:pt x="3469390" y="5269669"/>
                  <a:pt x="3462794" y="5327391"/>
                  <a:pt x="3469385" y="5356669"/>
                </a:cubicBezTo>
                <a:cubicBezTo>
                  <a:pt x="3471479" y="5361935"/>
                  <a:pt x="3474277" y="5366825"/>
                  <a:pt x="3477268" y="5371683"/>
                </a:cubicBezTo>
                <a:lnTo>
                  <a:pt x="3478824" y="5374232"/>
                </a:lnTo>
                <a:lnTo>
                  <a:pt x="3486664" y="5427532"/>
                </a:lnTo>
                <a:lnTo>
                  <a:pt x="3499845" y="5523238"/>
                </a:lnTo>
                <a:cubicBezTo>
                  <a:pt x="3496480" y="5535759"/>
                  <a:pt x="3498126" y="5574631"/>
                  <a:pt x="3505782" y="5582050"/>
                </a:cubicBezTo>
                <a:cubicBezTo>
                  <a:pt x="3507640" y="5590169"/>
                  <a:pt x="3505294" y="5599602"/>
                  <a:pt x="3513368" y="5603412"/>
                </a:cubicBezTo>
                <a:cubicBezTo>
                  <a:pt x="3518549" y="5620896"/>
                  <a:pt x="3530454" y="5660930"/>
                  <a:pt x="3536869" y="5686953"/>
                </a:cubicBezTo>
                <a:cubicBezTo>
                  <a:pt x="3527290" y="5702684"/>
                  <a:pt x="3548216" y="5722678"/>
                  <a:pt x="3551859" y="5759548"/>
                </a:cubicBezTo>
                <a:cubicBezTo>
                  <a:pt x="3540751" y="5776843"/>
                  <a:pt x="3554471" y="5784377"/>
                  <a:pt x="3540024" y="5816599"/>
                </a:cubicBezTo>
                <a:cubicBezTo>
                  <a:pt x="3541640" y="5817630"/>
                  <a:pt x="3543154" y="5818984"/>
                  <a:pt x="3544521" y="5820619"/>
                </a:cubicBezTo>
                <a:cubicBezTo>
                  <a:pt x="3552455" y="5830118"/>
                  <a:pt x="3553767" y="5846834"/>
                  <a:pt x="3547449" y="5857956"/>
                </a:cubicBezTo>
                <a:cubicBezTo>
                  <a:pt x="3528571" y="5908761"/>
                  <a:pt x="3532186" y="5952107"/>
                  <a:pt x="3530253" y="5993572"/>
                </a:cubicBezTo>
                <a:cubicBezTo>
                  <a:pt x="3530522" y="6040113"/>
                  <a:pt x="3553891" y="6005695"/>
                  <a:pt x="3536734" y="6066404"/>
                </a:cubicBezTo>
                <a:cubicBezTo>
                  <a:pt x="3545935" y="6071268"/>
                  <a:pt x="3546842" y="6078512"/>
                  <a:pt x="3543461" y="6091477"/>
                </a:cubicBezTo>
                <a:cubicBezTo>
                  <a:pt x="3549602" y="6107585"/>
                  <a:pt x="3568275" y="6137061"/>
                  <a:pt x="3573577" y="6163051"/>
                </a:cubicBezTo>
                <a:cubicBezTo>
                  <a:pt x="3577046" y="6182032"/>
                  <a:pt x="3572259" y="6223892"/>
                  <a:pt x="3575275" y="6247420"/>
                </a:cubicBezTo>
                <a:cubicBezTo>
                  <a:pt x="3570217" y="6271412"/>
                  <a:pt x="3583023" y="6273898"/>
                  <a:pt x="3591673" y="6304222"/>
                </a:cubicBezTo>
                <a:cubicBezTo>
                  <a:pt x="3585743" y="6318440"/>
                  <a:pt x="3589967" y="6328418"/>
                  <a:pt x="3597489" y="6337624"/>
                </a:cubicBezTo>
                <a:cubicBezTo>
                  <a:pt x="3598113" y="6368401"/>
                  <a:pt x="3610504" y="6394558"/>
                  <a:pt x="3617330" y="6428161"/>
                </a:cubicBezTo>
                <a:cubicBezTo>
                  <a:pt x="3612404" y="6466489"/>
                  <a:pt x="3633001" y="6482393"/>
                  <a:pt x="3640218" y="6518318"/>
                </a:cubicBezTo>
                <a:cubicBezTo>
                  <a:pt x="3625420" y="6557419"/>
                  <a:pt x="3668862" y="6537820"/>
                  <a:pt x="3670788" y="6568733"/>
                </a:cubicBezTo>
                <a:cubicBezTo>
                  <a:pt x="3659124" y="6621466"/>
                  <a:pt x="3685482" y="6565072"/>
                  <a:pt x="3687763" y="6643164"/>
                </a:cubicBezTo>
                <a:cubicBezTo>
                  <a:pt x="3685396" y="6647995"/>
                  <a:pt x="3689317" y="6656838"/>
                  <a:pt x="3693097" y="6655183"/>
                </a:cubicBezTo>
                <a:cubicBezTo>
                  <a:pt x="3693444" y="6672318"/>
                  <a:pt x="3690193" y="6715787"/>
                  <a:pt x="3689847" y="6745974"/>
                </a:cubicBezTo>
                <a:cubicBezTo>
                  <a:pt x="3689583" y="6773144"/>
                  <a:pt x="3690048" y="6817635"/>
                  <a:pt x="3691023" y="6836306"/>
                </a:cubicBezTo>
                <a:lnTo>
                  <a:pt x="3695699" y="6858001"/>
                </a:lnTo>
                <a:lnTo>
                  <a:pt x="0" y="6858000"/>
                </a:lnTo>
                <a:close/>
              </a:path>
            </a:pathLst>
          </a:custGeom>
        </p:spPr>
      </p:pic>
      <p:sp>
        <p:nvSpPr>
          <p:cNvPr id="3" name="Content Placeholder 2">
            <a:extLst>
              <a:ext uri="{FF2B5EF4-FFF2-40B4-BE49-F238E27FC236}">
                <a16:creationId xmlns:a16="http://schemas.microsoft.com/office/drawing/2014/main" id="{F032C5A9-B42E-9E93-EF4F-928FAF9243EB}"/>
              </a:ext>
            </a:extLst>
          </p:cNvPr>
          <p:cNvSpPr>
            <a:spLocks noGrp="1"/>
          </p:cNvSpPr>
          <p:nvPr>
            <p:ph idx="1"/>
          </p:nvPr>
        </p:nvSpPr>
        <p:spPr>
          <a:xfrm>
            <a:off x="2981874" y="1094282"/>
            <a:ext cx="5742401" cy="5096656"/>
          </a:xfrm>
        </p:spPr>
        <p:txBody>
          <a:bodyPr>
            <a:noAutofit/>
          </a:bodyPr>
          <a:lstStyle/>
          <a:p>
            <a:pPr algn="just"/>
            <a:r>
              <a:rPr lang="en-GB" sz="2000" b="0" i="0" u="none" strike="noStrike" baseline="0" dirty="0">
                <a:solidFill>
                  <a:schemeClr val="tx1">
                    <a:lumMod val="85000"/>
                    <a:lumOff val="15000"/>
                  </a:schemeClr>
                </a:solidFill>
                <a:latin typeface="Times New Roman" panose="02020603050405020304" pitchFamily="18" charset="0"/>
              </a:rPr>
              <a:t>Water is the primary liquid used in these extinguishers. </a:t>
            </a:r>
          </a:p>
          <a:p>
            <a:pPr algn="just"/>
            <a:r>
              <a:rPr lang="en-GB" sz="2000" b="0" i="0" u="none" strike="noStrike" baseline="0" dirty="0">
                <a:solidFill>
                  <a:schemeClr val="tx1">
                    <a:lumMod val="85000"/>
                    <a:lumOff val="15000"/>
                  </a:schemeClr>
                </a:solidFill>
                <a:latin typeface="Times New Roman" panose="02020603050405020304" pitchFamily="18" charset="0"/>
              </a:rPr>
              <a:t>A drawback for pure water fire extinguishers is that it is not suitable for use in freezing conditions since the water inside will freeze and render the extinguisher unusable.</a:t>
            </a:r>
          </a:p>
          <a:p>
            <a:pPr algn="just"/>
            <a:r>
              <a:rPr lang="en-GB" sz="2000" b="0" i="0" u="none" strike="noStrike" baseline="0" dirty="0">
                <a:solidFill>
                  <a:schemeClr val="tx1">
                    <a:lumMod val="85000"/>
                    <a:lumOff val="15000"/>
                  </a:schemeClr>
                </a:solidFill>
                <a:latin typeface="Times New Roman" panose="02020603050405020304" pitchFamily="18" charset="0"/>
              </a:rPr>
              <a:t>Water type fire extinguishers which are designed also sometimes contain wetting agents fire.</a:t>
            </a:r>
          </a:p>
          <a:p>
            <a:pPr algn="just"/>
            <a:r>
              <a:rPr lang="en-GB" sz="2000" b="0" i="0" u="none" strike="noStrike" baseline="0" dirty="0">
                <a:solidFill>
                  <a:schemeClr val="tx1">
                    <a:lumMod val="85000"/>
                    <a:lumOff val="15000"/>
                  </a:schemeClr>
                </a:solidFill>
                <a:latin typeface="Times New Roman" panose="02020603050405020304" pitchFamily="18" charset="0"/>
              </a:rPr>
              <a:t>Water mist extinguishers are a type of water fire extinguisher that uses distilled water and discharges it as a fine spray instead of a solid stream. </a:t>
            </a:r>
          </a:p>
          <a:p>
            <a:pPr algn="just"/>
            <a:r>
              <a:rPr lang="en-GB" sz="2000" b="0" i="0" u="none" strike="noStrike" baseline="0" dirty="0">
                <a:solidFill>
                  <a:schemeClr val="tx1">
                    <a:lumMod val="85000"/>
                    <a:lumOff val="15000"/>
                  </a:schemeClr>
                </a:solidFill>
                <a:latin typeface="Times New Roman" panose="02020603050405020304" pitchFamily="18" charset="0"/>
              </a:rPr>
              <a:t>Water mist extinguishers are used where</a:t>
            </a:r>
            <a:r>
              <a:rPr lang="en-GB" sz="2000" dirty="0">
                <a:solidFill>
                  <a:schemeClr val="tx1">
                    <a:lumMod val="85000"/>
                    <a:lumOff val="15000"/>
                  </a:schemeClr>
                </a:solidFill>
                <a:latin typeface="Times New Roman" panose="02020603050405020304" pitchFamily="18" charset="0"/>
              </a:rPr>
              <a:t> </a:t>
            </a:r>
            <a:r>
              <a:rPr lang="en-GB" sz="2000" b="0" i="0" u="none" strike="noStrike" baseline="0" dirty="0">
                <a:solidFill>
                  <a:schemeClr val="tx1">
                    <a:lumMod val="85000"/>
                    <a:lumOff val="15000"/>
                  </a:schemeClr>
                </a:solidFill>
                <a:latin typeface="Times New Roman" panose="02020603050405020304" pitchFamily="18" charset="0"/>
              </a:rPr>
              <a:t>contaminants in unregulated water sources can cause excessive damage to personnel or equipment. </a:t>
            </a:r>
          </a:p>
          <a:p>
            <a:pPr algn="just"/>
            <a:r>
              <a:rPr lang="en-GB" sz="2000" b="0" i="0" u="none" strike="noStrike" baseline="0" dirty="0">
                <a:solidFill>
                  <a:schemeClr val="tx1">
                    <a:lumMod val="85000"/>
                    <a:lumOff val="15000"/>
                  </a:schemeClr>
                </a:solidFill>
                <a:latin typeface="Times New Roman" panose="02020603050405020304" pitchFamily="18" charset="0"/>
              </a:rPr>
              <a:t>Typical applications include operating rooms, museums, and book collections.</a:t>
            </a:r>
            <a:endParaRPr lang="en-GB" sz="2000" dirty="0">
              <a:solidFill>
                <a:schemeClr val="tx1">
                  <a:lumMod val="85000"/>
                  <a:lumOff val="15000"/>
                </a:schemeClr>
              </a:solidFill>
            </a:endParaRPr>
          </a:p>
        </p:txBody>
      </p:sp>
      <p:pic>
        <p:nvPicPr>
          <p:cNvPr id="7" name="Picture 6" descr="A diagram of a fire extinguisher&#10;&#10;Description automatically generated">
            <a:extLst>
              <a:ext uri="{FF2B5EF4-FFF2-40B4-BE49-F238E27FC236}">
                <a16:creationId xmlns:a16="http://schemas.microsoft.com/office/drawing/2014/main" id="{227A41F9-D63C-7859-EEFF-6A6A8C8BD5AE}"/>
              </a:ext>
            </a:extLst>
          </p:cNvPr>
          <p:cNvPicPr>
            <a:picLocks noChangeAspect="1"/>
          </p:cNvPicPr>
          <p:nvPr/>
        </p:nvPicPr>
        <p:blipFill>
          <a:blip r:embed="rId3">
            <a:extLst>
              <a:ext uri="{28A0092B-C50C-407E-A947-70E740481C1C}">
                <a14:useLocalDpi xmlns:a14="http://schemas.microsoft.com/office/drawing/2010/main" val="0"/>
              </a:ext>
            </a:extLst>
          </a:blip>
          <a:srcRect l="11625" r="24543"/>
          <a:stretch/>
        </p:blipFill>
        <p:spPr>
          <a:xfrm>
            <a:off x="8580467" y="10"/>
            <a:ext cx="3611533" cy="6857990"/>
          </a:xfrm>
          <a:custGeom>
            <a:avLst/>
            <a:gdLst/>
            <a:ahLst/>
            <a:cxnLst/>
            <a:rect l="l" t="t" r="r" b="b"/>
            <a:pathLst>
              <a:path w="3810000" h="6858000">
                <a:moveTo>
                  <a:pt x="95627" y="0"/>
                </a:moveTo>
                <a:lnTo>
                  <a:pt x="3810000" y="0"/>
                </a:lnTo>
                <a:lnTo>
                  <a:pt x="3810000" y="6858000"/>
                </a:lnTo>
                <a:lnTo>
                  <a:pt x="13132" y="6858000"/>
                </a:lnTo>
                <a:cubicBezTo>
                  <a:pt x="13183" y="6857363"/>
                  <a:pt x="13234" y="6856727"/>
                  <a:pt x="13284" y="6856090"/>
                </a:cubicBezTo>
                <a:lnTo>
                  <a:pt x="31566" y="6805847"/>
                </a:lnTo>
                <a:lnTo>
                  <a:pt x="30463" y="6715381"/>
                </a:lnTo>
                <a:cubicBezTo>
                  <a:pt x="29585" y="6714082"/>
                  <a:pt x="28597" y="6713038"/>
                  <a:pt x="27533" y="6712286"/>
                </a:cubicBezTo>
                <a:lnTo>
                  <a:pt x="31288" y="6698474"/>
                </a:lnTo>
                <a:lnTo>
                  <a:pt x="29901" y="6686264"/>
                </a:lnTo>
                <a:cubicBezTo>
                  <a:pt x="29591" y="6639749"/>
                  <a:pt x="29281" y="6593234"/>
                  <a:pt x="28971" y="6546719"/>
                </a:cubicBezTo>
                <a:cubicBezTo>
                  <a:pt x="23415" y="6502008"/>
                  <a:pt x="3087" y="6462057"/>
                  <a:pt x="310" y="6408337"/>
                </a:cubicBezTo>
                <a:cubicBezTo>
                  <a:pt x="-2468" y="6354617"/>
                  <a:pt x="14431" y="6312397"/>
                  <a:pt x="12307" y="6224401"/>
                </a:cubicBezTo>
                <a:lnTo>
                  <a:pt x="27152" y="6147415"/>
                </a:lnTo>
                <a:lnTo>
                  <a:pt x="39044" y="6093837"/>
                </a:lnTo>
                <a:cubicBezTo>
                  <a:pt x="47718" y="6039281"/>
                  <a:pt x="47985" y="5964495"/>
                  <a:pt x="46816" y="5915901"/>
                </a:cubicBezTo>
                <a:cubicBezTo>
                  <a:pt x="43189" y="5876557"/>
                  <a:pt x="47196" y="5863739"/>
                  <a:pt x="33533" y="5831562"/>
                </a:cubicBezTo>
                <a:cubicBezTo>
                  <a:pt x="27901" y="5792459"/>
                  <a:pt x="47408" y="5747455"/>
                  <a:pt x="46555" y="5710909"/>
                </a:cubicBezTo>
                <a:cubicBezTo>
                  <a:pt x="53188" y="5686865"/>
                  <a:pt x="49116" y="5615845"/>
                  <a:pt x="62461" y="5602222"/>
                </a:cubicBezTo>
                <a:cubicBezTo>
                  <a:pt x="64066" y="5572067"/>
                  <a:pt x="49594" y="5555548"/>
                  <a:pt x="56185" y="5529979"/>
                </a:cubicBezTo>
                <a:lnTo>
                  <a:pt x="67961" y="5458854"/>
                </a:lnTo>
                <a:lnTo>
                  <a:pt x="110939" y="5353584"/>
                </a:lnTo>
                <a:cubicBezTo>
                  <a:pt x="123070" y="5308303"/>
                  <a:pt x="110671" y="5307524"/>
                  <a:pt x="128276" y="5249764"/>
                </a:cubicBezTo>
                <a:cubicBezTo>
                  <a:pt x="137692" y="5218499"/>
                  <a:pt x="146153" y="5160067"/>
                  <a:pt x="156749" y="5116288"/>
                </a:cubicBezTo>
                <a:cubicBezTo>
                  <a:pt x="167347" y="5072508"/>
                  <a:pt x="184838" y="5010298"/>
                  <a:pt x="191855" y="4987089"/>
                </a:cubicBezTo>
                <a:lnTo>
                  <a:pt x="219824" y="4934095"/>
                </a:lnTo>
                <a:cubicBezTo>
                  <a:pt x="223315" y="4926170"/>
                  <a:pt x="231151" y="4920904"/>
                  <a:pt x="231137" y="4903120"/>
                </a:cubicBezTo>
                <a:lnTo>
                  <a:pt x="219738" y="4827391"/>
                </a:lnTo>
                <a:cubicBezTo>
                  <a:pt x="223928" y="4818620"/>
                  <a:pt x="227939" y="4809255"/>
                  <a:pt x="231597" y="4799440"/>
                </a:cubicBezTo>
                <a:lnTo>
                  <a:pt x="233480" y="4793512"/>
                </a:lnTo>
                <a:cubicBezTo>
                  <a:pt x="233423" y="4793432"/>
                  <a:pt x="233367" y="4793351"/>
                  <a:pt x="233310" y="4793271"/>
                </a:cubicBezTo>
                <a:cubicBezTo>
                  <a:pt x="233275" y="4791711"/>
                  <a:pt x="233728" y="4789662"/>
                  <a:pt x="234882" y="4786765"/>
                </a:cubicBezTo>
                <a:lnTo>
                  <a:pt x="236914" y="4782703"/>
                </a:lnTo>
                <a:lnTo>
                  <a:pt x="246329" y="4683644"/>
                </a:lnTo>
                <a:cubicBezTo>
                  <a:pt x="256294" y="4677568"/>
                  <a:pt x="256527" y="4667288"/>
                  <a:pt x="253823" y="4655204"/>
                </a:cubicBezTo>
                <a:cubicBezTo>
                  <a:pt x="259521" y="4631796"/>
                  <a:pt x="280440" y="4574275"/>
                  <a:pt x="280514" y="4543195"/>
                </a:cubicBezTo>
                <a:cubicBezTo>
                  <a:pt x="272112" y="4519880"/>
                  <a:pt x="251340" y="4505102"/>
                  <a:pt x="254268" y="4468722"/>
                </a:cubicBezTo>
                <a:cubicBezTo>
                  <a:pt x="266696" y="4435462"/>
                  <a:pt x="236001" y="4395418"/>
                  <a:pt x="252728" y="4353998"/>
                </a:cubicBezTo>
                <a:cubicBezTo>
                  <a:pt x="256750" y="4339008"/>
                  <a:pt x="256168" y="4294115"/>
                  <a:pt x="248123" y="4286542"/>
                </a:cubicBezTo>
                <a:cubicBezTo>
                  <a:pt x="246365" y="4277371"/>
                  <a:pt x="249194" y="4266107"/>
                  <a:pt x="240584" y="4262777"/>
                </a:cubicBezTo>
                <a:cubicBezTo>
                  <a:pt x="230221" y="4256829"/>
                  <a:pt x="246153" y="4222259"/>
                  <a:pt x="233949" y="4228340"/>
                </a:cubicBezTo>
                <a:cubicBezTo>
                  <a:pt x="244865" y="4203839"/>
                  <a:pt x="223150" y="4187902"/>
                  <a:pt x="217758" y="4169004"/>
                </a:cubicBezTo>
                <a:cubicBezTo>
                  <a:pt x="228596" y="4149446"/>
                  <a:pt x="206597" y="4129080"/>
                  <a:pt x="203797" y="4086781"/>
                </a:cubicBezTo>
                <a:cubicBezTo>
                  <a:pt x="216334" y="4065199"/>
                  <a:pt x="201740" y="4058317"/>
                  <a:pt x="218344" y="4018957"/>
                </a:cubicBezTo>
                <a:cubicBezTo>
                  <a:pt x="216630" y="4017979"/>
                  <a:pt x="215034" y="4016614"/>
                  <a:pt x="213609" y="4014902"/>
                </a:cubicBezTo>
                <a:cubicBezTo>
                  <a:pt x="205325" y="4004955"/>
                  <a:pt x="204424" y="3985729"/>
                  <a:pt x="211594" y="3971964"/>
                </a:cubicBezTo>
                <a:cubicBezTo>
                  <a:pt x="233561" y="3910433"/>
                  <a:pt x="230991" y="3860613"/>
                  <a:pt x="234357" y="3812226"/>
                </a:cubicBezTo>
                <a:cubicBezTo>
                  <a:pt x="235501" y="3758242"/>
                  <a:pt x="209185" y="3801364"/>
                  <a:pt x="229596" y="3728573"/>
                </a:cubicBezTo>
                <a:cubicBezTo>
                  <a:pt x="219804" y="3724174"/>
                  <a:pt x="219047" y="3715890"/>
                  <a:pt x="223099" y="3700384"/>
                </a:cubicBezTo>
                <a:cubicBezTo>
                  <a:pt x="222942" y="3674360"/>
                  <a:pt x="199034" y="3683312"/>
                  <a:pt x="212511" y="3653063"/>
                </a:cubicBezTo>
                <a:cubicBezTo>
                  <a:pt x="207582" y="3623616"/>
                  <a:pt x="199349" y="3555881"/>
                  <a:pt x="193522" y="3523704"/>
                </a:cubicBezTo>
                <a:cubicBezTo>
                  <a:pt x="199728" y="3495169"/>
                  <a:pt x="185963" y="3494025"/>
                  <a:pt x="177551" y="3460001"/>
                </a:cubicBezTo>
                <a:cubicBezTo>
                  <a:pt x="184399" y="3442692"/>
                  <a:pt x="180138" y="3431687"/>
                  <a:pt x="172293" y="3422022"/>
                </a:cubicBezTo>
                <a:cubicBezTo>
                  <a:pt x="172567" y="3386386"/>
                  <a:pt x="159982" y="3357707"/>
                  <a:pt x="153640" y="3319632"/>
                </a:cubicBezTo>
                <a:cubicBezTo>
                  <a:pt x="117352" y="3267571"/>
                  <a:pt x="111308" y="3199530"/>
                  <a:pt x="102580" y="3174350"/>
                </a:cubicBezTo>
                <a:lnTo>
                  <a:pt x="101281" y="3168555"/>
                </a:lnTo>
                <a:cubicBezTo>
                  <a:pt x="101655" y="3163067"/>
                  <a:pt x="102030" y="3157580"/>
                  <a:pt x="102403" y="3152092"/>
                </a:cubicBezTo>
                <a:lnTo>
                  <a:pt x="103597" y="3145797"/>
                </a:lnTo>
                <a:cubicBezTo>
                  <a:pt x="104132" y="3141497"/>
                  <a:pt x="104119" y="3138691"/>
                  <a:pt x="103701" y="3136806"/>
                </a:cubicBezTo>
                <a:lnTo>
                  <a:pt x="108221" y="3088993"/>
                </a:lnTo>
                <a:cubicBezTo>
                  <a:pt x="109464" y="3064872"/>
                  <a:pt x="113188" y="3030250"/>
                  <a:pt x="111158" y="2992081"/>
                </a:cubicBezTo>
                <a:cubicBezTo>
                  <a:pt x="109031" y="2944441"/>
                  <a:pt x="104226" y="2942439"/>
                  <a:pt x="105565" y="2902844"/>
                </a:cubicBezTo>
                <a:cubicBezTo>
                  <a:pt x="107874" y="2897323"/>
                  <a:pt x="101362" y="2801618"/>
                  <a:pt x="105102" y="2797375"/>
                </a:cubicBezTo>
                <a:cubicBezTo>
                  <a:pt x="86174" y="2744941"/>
                  <a:pt x="109804" y="2750735"/>
                  <a:pt x="107241" y="2691357"/>
                </a:cubicBezTo>
                <a:cubicBezTo>
                  <a:pt x="107811" y="2665349"/>
                  <a:pt x="115946" y="2561129"/>
                  <a:pt x="145888" y="2542201"/>
                </a:cubicBezTo>
                <a:cubicBezTo>
                  <a:pt x="170455" y="2427400"/>
                  <a:pt x="123634" y="2367849"/>
                  <a:pt x="136292" y="2250554"/>
                </a:cubicBezTo>
                <a:cubicBezTo>
                  <a:pt x="110877" y="2215639"/>
                  <a:pt x="134601" y="2180816"/>
                  <a:pt x="130310" y="2141581"/>
                </a:cubicBezTo>
                <a:cubicBezTo>
                  <a:pt x="154051" y="2149219"/>
                  <a:pt x="117587" y="2094975"/>
                  <a:pt x="144587" y="2089095"/>
                </a:cubicBezTo>
                <a:cubicBezTo>
                  <a:pt x="142952" y="2082142"/>
                  <a:pt x="140513" y="2075590"/>
                  <a:pt x="137867" y="2069059"/>
                </a:cubicBezTo>
                <a:lnTo>
                  <a:pt x="136492" y="2065634"/>
                </a:lnTo>
                <a:cubicBezTo>
                  <a:pt x="136216" y="2060851"/>
                  <a:pt x="135939" y="2056067"/>
                  <a:pt x="135663" y="2051284"/>
                </a:cubicBezTo>
                <a:lnTo>
                  <a:pt x="124268" y="1960184"/>
                </a:lnTo>
                <a:cubicBezTo>
                  <a:pt x="138968" y="1926370"/>
                  <a:pt x="111716" y="1914873"/>
                  <a:pt x="131257" y="1873060"/>
                </a:cubicBezTo>
                <a:cubicBezTo>
                  <a:pt x="136329" y="1857442"/>
                  <a:pt x="139083" y="1807624"/>
                  <a:pt x="131724" y="1797311"/>
                </a:cubicBezTo>
                <a:cubicBezTo>
                  <a:pt x="130673" y="1786740"/>
                  <a:pt x="134293" y="1774954"/>
                  <a:pt x="126063" y="1769201"/>
                </a:cubicBezTo>
                <a:cubicBezTo>
                  <a:pt x="116300" y="1760126"/>
                  <a:pt x="134551" y="1725705"/>
                  <a:pt x="122085" y="1729500"/>
                </a:cubicBezTo>
                <a:cubicBezTo>
                  <a:pt x="134648" y="1705012"/>
                  <a:pt x="114449" y="1682158"/>
                  <a:pt x="110543" y="1659949"/>
                </a:cubicBezTo>
                <a:cubicBezTo>
                  <a:pt x="122664" y="1640913"/>
                  <a:pt x="102513" y="1613087"/>
                  <a:pt x="102892" y="1565607"/>
                </a:cubicBezTo>
                <a:cubicBezTo>
                  <a:pt x="116835" y="1544742"/>
                  <a:pt x="102976" y="1533616"/>
                  <a:pt x="122245" y="1494057"/>
                </a:cubicBezTo>
                <a:cubicBezTo>
                  <a:pt x="120629" y="1492563"/>
                  <a:pt x="119160" y="1490668"/>
                  <a:pt x="117883" y="1488429"/>
                </a:cubicBezTo>
                <a:cubicBezTo>
                  <a:pt x="110465" y="1475431"/>
                  <a:pt x="111002" y="1453942"/>
                  <a:pt x="119083" y="1440433"/>
                </a:cubicBezTo>
                <a:cubicBezTo>
                  <a:pt x="145274" y="1377630"/>
                  <a:pt x="146438" y="1321884"/>
                  <a:pt x="153340" y="1269148"/>
                </a:cubicBezTo>
                <a:cubicBezTo>
                  <a:pt x="158467" y="1209690"/>
                  <a:pt x="129360" y="1251077"/>
                  <a:pt x="154855" y="1175439"/>
                </a:cubicBezTo>
                <a:cubicBezTo>
                  <a:pt x="145538" y="1168218"/>
                  <a:pt x="145408" y="1158868"/>
                  <a:pt x="150548" y="1142685"/>
                </a:cubicBezTo>
                <a:cubicBezTo>
                  <a:pt x="152321" y="1113850"/>
                  <a:pt x="128121" y="1118007"/>
                  <a:pt x="143630" y="1087778"/>
                </a:cubicBezTo>
                <a:cubicBezTo>
                  <a:pt x="139451" y="1064261"/>
                  <a:pt x="125971" y="1018012"/>
                  <a:pt x="125476" y="1001580"/>
                </a:cubicBezTo>
                <a:cubicBezTo>
                  <a:pt x="123958" y="976962"/>
                  <a:pt x="134851" y="962709"/>
                  <a:pt x="134526" y="940069"/>
                </a:cubicBezTo>
                <a:cubicBezTo>
                  <a:pt x="142751" y="909988"/>
                  <a:pt x="129284" y="905409"/>
                  <a:pt x="123523" y="865739"/>
                </a:cubicBezTo>
                <a:cubicBezTo>
                  <a:pt x="131549" y="848234"/>
                  <a:pt x="128173" y="835030"/>
                  <a:pt x="121164" y="822450"/>
                </a:cubicBezTo>
                <a:cubicBezTo>
                  <a:pt x="124077" y="783082"/>
                  <a:pt x="113811" y="748321"/>
                  <a:pt x="110389" y="704665"/>
                </a:cubicBezTo>
                <a:cubicBezTo>
                  <a:pt x="120144" y="656264"/>
                  <a:pt x="99869" y="633697"/>
                  <a:pt x="96299" y="587032"/>
                </a:cubicBezTo>
                <a:cubicBezTo>
                  <a:pt x="87861" y="539988"/>
                  <a:pt x="66571" y="452493"/>
                  <a:pt x="59759" y="422399"/>
                </a:cubicBezTo>
                <a:cubicBezTo>
                  <a:pt x="62865" y="416491"/>
                  <a:pt x="59682" y="404768"/>
                  <a:pt x="55429" y="406467"/>
                </a:cubicBezTo>
                <a:cubicBezTo>
                  <a:pt x="56742" y="400038"/>
                  <a:pt x="64884" y="384166"/>
                  <a:pt x="58062" y="383409"/>
                </a:cubicBezTo>
                <a:cubicBezTo>
                  <a:pt x="57210" y="351894"/>
                  <a:pt x="61145" y="320031"/>
                  <a:pt x="69487" y="290892"/>
                </a:cubicBezTo>
                <a:cubicBezTo>
                  <a:pt x="57686" y="231306"/>
                  <a:pt x="89539" y="260845"/>
                  <a:pt x="86198" y="217175"/>
                </a:cubicBezTo>
                <a:cubicBezTo>
                  <a:pt x="72715" y="183379"/>
                  <a:pt x="83646" y="168958"/>
                  <a:pt x="74643" y="129155"/>
                </a:cubicBezTo>
                <a:cubicBezTo>
                  <a:pt x="96697" y="112411"/>
                  <a:pt x="72236" y="90977"/>
                  <a:pt x="78417" y="74202"/>
                </a:cubicBezTo>
                <a:cubicBezTo>
                  <a:pt x="59029" y="57686"/>
                  <a:pt x="81827" y="29115"/>
                  <a:pt x="94183" y="4683"/>
                </a:cubicBezTo>
                <a:close/>
              </a:path>
            </a:pathLst>
          </a:custGeom>
        </p:spPr>
      </p:pic>
    </p:spTree>
    <p:extLst>
      <p:ext uri="{BB962C8B-B14F-4D97-AF65-F5344CB8AC3E}">
        <p14:creationId xmlns:p14="http://schemas.microsoft.com/office/powerpoint/2010/main" val="23421646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F0B8CEB-8279-4E5E-A0CE-1FC9F7173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782" y="0"/>
            <a:ext cx="7421217"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D4D055-7C56-F269-C06A-8B947084B7B8}"/>
              </a:ext>
            </a:extLst>
          </p:cNvPr>
          <p:cNvSpPr>
            <a:spLocks noGrp="1"/>
          </p:cNvSpPr>
          <p:nvPr>
            <p:ph type="title"/>
          </p:nvPr>
        </p:nvSpPr>
        <p:spPr>
          <a:xfrm>
            <a:off x="7320466" y="609600"/>
            <a:ext cx="4140014" cy="1330839"/>
          </a:xfrm>
        </p:spPr>
        <p:txBody>
          <a:bodyPr>
            <a:normAutofit/>
          </a:bodyPr>
          <a:lstStyle/>
          <a:p>
            <a:r>
              <a:rPr lang="en-GB" b="1" i="0" u="none" strike="noStrike" baseline="0">
                <a:highlight>
                  <a:srgbClr val="FFFF00"/>
                </a:highlight>
                <a:latin typeface="Times New Roman" panose="02020603050405020304" pitchFamily="18" charset="0"/>
              </a:rPr>
              <a:t>Film-forming foam type</a:t>
            </a:r>
            <a:endParaRPr lang="en-GB">
              <a:highlight>
                <a:srgbClr val="FFFF00"/>
              </a:highlight>
            </a:endParaRPr>
          </a:p>
        </p:txBody>
      </p:sp>
      <p:pic>
        <p:nvPicPr>
          <p:cNvPr id="5" name="Picture 4" descr="A red fire extinguisher with a hose&#10;&#10;Description automatically generated">
            <a:extLst>
              <a:ext uri="{FF2B5EF4-FFF2-40B4-BE49-F238E27FC236}">
                <a16:creationId xmlns:a16="http://schemas.microsoft.com/office/drawing/2014/main" id="{F89324FE-E301-38C8-4D46-D6BCCFCE65AE}"/>
              </a:ext>
            </a:extLst>
          </p:cNvPr>
          <p:cNvPicPr>
            <a:picLocks noChangeAspect="1"/>
          </p:cNvPicPr>
          <p:nvPr/>
        </p:nvPicPr>
        <p:blipFill>
          <a:blip r:embed="rId2">
            <a:extLst>
              <a:ext uri="{28A0092B-C50C-407E-A947-70E740481C1C}">
                <a14:useLocalDpi xmlns:a14="http://schemas.microsoft.com/office/drawing/2010/main" val="0"/>
              </a:ext>
            </a:extLst>
          </a:blip>
          <a:srcRect r="-2" b="632"/>
          <a:stretch/>
        </p:blipFill>
        <p:spPr>
          <a:xfrm>
            <a:off x="20" y="10"/>
            <a:ext cx="6901711" cy="6857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p:spPr>
      </p:pic>
      <p:sp>
        <p:nvSpPr>
          <p:cNvPr id="3" name="Content Placeholder 2">
            <a:extLst>
              <a:ext uri="{FF2B5EF4-FFF2-40B4-BE49-F238E27FC236}">
                <a16:creationId xmlns:a16="http://schemas.microsoft.com/office/drawing/2014/main" id="{2D14BAB5-265D-2DF1-D237-D0288F26F68A}"/>
              </a:ext>
            </a:extLst>
          </p:cNvPr>
          <p:cNvSpPr>
            <a:spLocks noGrp="1"/>
          </p:cNvSpPr>
          <p:nvPr>
            <p:ph idx="1"/>
          </p:nvPr>
        </p:nvSpPr>
        <p:spPr>
          <a:xfrm>
            <a:off x="6205929" y="2194102"/>
            <a:ext cx="5254550" cy="3908586"/>
          </a:xfrm>
        </p:spPr>
        <p:txBody>
          <a:bodyPr>
            <a:noAutofit/>
          </a:bodyPr>
          <a:lstStyle/>
          <a:p>
            <a:pPr algn="just"/>
            <a:r>
              <a:rPr lang="en-GB" sz="2000" b="0" i="0" u="none" strike="noStrike" baseline="0" dirty="0">
                <a:latin typeface="Times New Roman" panose="02020603050405020304" pitchFamily="18" charset="0"/>
              </a:rPr>
              <a:t>AFFF (aqueous film-forming foam) and FFFP (film-forming </a:t>
            </a:r>
            <a:r>
              <a:rPr lang="en-GB" sz="2000" b="0" i="0" u="none" strike="noStrike" baseline="0" dirty="0" err="1">
                <a:latin typeface="Times New Roman" panose="02020603050405020304" pitchFamily="18" charset="0"/>
              </a:rPr>
              <a:t>fluoroprotein</a:t>
            </a:r>
            <a:r>
              <a:rPr lang="en-GB" sz="2000" b="0" i="0" u="none" strike="noStrike" baseline="0" dirty="0">
                <a:latin typeface="Times New Roman" panose="02020603050405020304" pitchFamily="18" charset="0"/>
              </a:rPr>
              <a:t>) fire extinguishers are rated for use on both Class A and Class B fires. </a:t>
            </a:r>
          </a:p>
          <a:p>
            <a:pPr algn="just"/>
            <a:r>
              <a:rPr lang="en-GB" sz="2000" b="0" i="0" u="none" strike="noStrike" baseline="0" dirty="0">
                <a:latin typeface="Times New Roman" panose="02020603050405020304" pitchFamily="18" charset="0"/>
              </a:rPr>
              <a:t>As the name implies, they discharge a foam material rather than a liquid or powder. They are not suitable for use in freezing temperatures.</a:t>
            </a:r>
          </a:p>
          <a:p>
            <a:pPr algn="just"/>
            <a:r>
              <a:rPr lang="en-GB" sz="2000" b="0" i="0" u="none" strike="noStrike" baseline="0" dirty="0">
                <a:latin typeface="Times New Roman" panose="02020603050405020304" pitchFamily="18" charset="0"/>
              </a:rPr>
              <a:t>An advantage of this type of extinguisher when used on Class B flammable liquid fires of appreciable depth is the ability of the agent to float on and secure the liquid surface, which helps to prevent reignition.</a:t>
            </a:r>
            <a:endParaRPr lang="en-GB" sz="2000" dirty="0"/>
          </a:p>
        </p:txBody>
      </p:sp>
    </p:spTree>
    <p:extLst>
      <p:ext uri="{BB962C8B-B14F-4D97-AF65-F5344CB8AC3E}">
        <p14:creationId xmlns:p14="http://schemas.microsoft.com/office/powerpoint/2010/main" val="7884324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CCFF8AF3-6C3E-36B8-403B-CD0D53859821}"/>
              </a:ext>
            </a:extLst>
          </p:cNvPr>
          <p:cNvSpPr>
            <a:spLocks noGrp="1"/>
          </p:cNvSpPr>
          <p:nvPr>
            <p:ph type="title"/>
          </p:nvPr>
        </p:nvSpPr>
        <p:spPr>
          <a:xfrm>
            <a:off x="1295400" y="669925"/>
            <a:ext cx="4800600" cy="1325563"/>
          </a:xfrm>
        </p:spPr>
        <p:txBody>
          <a:bodyPr anchor="b">
            <a:normAutofit/>
          </a:bodyPr>
          <a:lstStyle/>
          <a:p>
            <a:r>
              <a:rPr lang="en-GB" b="1" dirty="0">
                <a:solidFill>
                  <a:schemeClr val="accent2">
                    <a:lumMod val="75000"/>
                  </a:schemeClr>
                </a:solidFill>
                <a:highlight>
                  <a:srgbClr val="FFFF00"/>
                </a:highlight>
              </a:rPr>
              <a:t>CO2  TYPE</a:t>
            </a:r>
          </a:p>
        </p:txBody>
      </p:sp>
      <p:cxnSp>
        <p:nvCxnSpPr>
          <p:cNvPr id="12" name="Straight Connector 11">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2026340"/>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D8BD4D6-1C89-2435-DDCD-B921DCC80FB0}"/>
              </a:ext>
            </a:extLst>
          </p:cNvPr>
          <p:cNvSpPr>
            <a:spLocks noGrp="1"/>
          </p:cNvSpPr>
          <p:nvPr>
            <p:ph idx="1"/>
          </p:nvPr>
        </p:nvSpPr>
        <p:spPr>
          <a:xfrm>
            <a:off x="182928" y="2026340"/>
            <a:ext cx="7568495" cy="3711571"/>
          </a:xfrm>
        </p:spPr>
        <p:txBody>
          <a:bodyPr>
            <a:noAutofit/>
          </a:bodyPr>
          <a:lstStyle/>
          <a:p>
            <a:pPr algn="just"/>
            <a:r>
              <a:rPr lang="en-GB" sz="2000" b="0" i="0" u="none" strike="noStrike" baseline="0" dirty="0">
                <a:solidFill>
                  <a:schemeClr val="bg1"/>
                </a:solidFill>
                <a:latin typeface="Times New Roman" panose="02020603050405020304" pitchFamily="18" charset="0"/>
              </a:rPr>
              <a:t>The principal advantage of Carbon Dioxide (CO2) fire extinguishers is that the agent does not leave a residue after use. This can be a significant factor where protection is needed for delicate and costly electronic equipment.</a:t>
            </a:r>
          </a:p>
          <a:p>
            <a:pPr algn="just"/>
            <a:r>
              <a:rPr lang="en-GB" sz="2000" b="0" i="0" u="none" strike="noStrike" baseline="0" dirty="0">
                <a:solidFill>
                  <a:schemeClr val="bg1"/>
                </a:solidFill>
                <a:latin typeface="Times New Roman" panose="02020603050405020304" pitchFamily="18" charset="0"/>
              </a:rPr>
              <a:t> Other typical applications are food preparation areas, laboratories, and printing or duplicating areas.</a:t>
            </a:r>
          </a:p>
          <a:p>
            <a:pPr algn="just"/>
            <a:r>
              <a:rPr lang="en-GB" sz="2000" b="0" i="0" u="none" strike="noStrike" baseline="0" dirty="0">
                <a:solidFill>
                  <a:schemeClr val="bg1"/>
                </a:solidFill>
                <a:latin typeface="Times New Roman" panose="02020603050405020304" pitchFamily="18" charset="0"/>
              </a:rPr>
              <a:t>the agent is discharged in the form of a gas/snow cloud, it has a relatively short range of 3 ft to 8 ft (1 m to 2.4 m).</a:t>
            </a:r>
          </a:p>
          <a:p>
            <a:pPr algn="just"/>
            <a:r>
              <a:rPr lang="en-GB" sz="2000" b="0" i="0" u="none" strike="noStrike" baseline="0" dirty="0">
                <a:solidFill>
                  <a:schemeClr val="bg1"/>
                </a:solidFill>
                <a:latin typeface="Times New Roman" panose="02020603050405020304" pitchFamily="18" charset="0"/>
              </a:rPr>
              <a:t> This type of fire extinguisher is not recommended for outdoor use where windy conditions prevail or for indoor use in locations</a:t>
            </a:r>
          </a:p>
          <a:p>
            <a:pPr algn="just"/>
            <a:r>
              <a:rPr lang="en-GB" sz="2000" b="0" i="0" u="none" strike="noStrike" baseline="0" dirty="0">
                <a:solidFill>
                  <a:schemeClr val="bg1"/>
                </a:solidFill>
                <a:latin typeface="Times New Roman" panose="02020603050405020304" pitchFamily="18" charset="0"/>
              </a:rPr>
              <a:t>that are subject to strong air currents, extinguishment.</a:t>
            </a:r>
          </a:p>
          <a:p>
            <a:pPr algn="just"/>
            <a:r>
              <a:rPr lang="en-GB" sz="2000" b="0" i="0" u="none" strike="noStrike" baseline="0" dirty="0">
                <a:solidFill>
                  <a:schemeClr val="bg1"/>
                </a:solidFill>
                <a:latin typeface="Times New Roman" panose="02020603050405020304" pitchFamily="18" charset="0"/>
              </a:rPr>
              <a:t> The concentration needed for fire extinguishment reduces the amount of oxygen in the vicinity of the fire and should be used with caution when discharged in confined spaces.</a:t>
            </a:r>
            <a:endParaRPr lang="en-GB" sz="2000" dirty="0">
              <a:solidFill>
                <a:schemeClr val="bg1"/>
              </a:solidFill>
            </a:endParaRPr>
          </a:p>
        </p:txBody>
      </p:sp>
      <p:pic>
        <p:nvPicPr>
          <p:cNvPr id="5" name="Picture 4" descr="A red fire extinguisher with a black handle&#10;&#10;Description automatically generated">
            <a:extLst>
              <a:ext uri="{FF2B5EF4-FFF2-40B4-BE49-F238E27FC236}">
                <a16:creationId xmlns:a16="http://schemas.microsoft.com/office/drawing/2014/main" id="{589AC544-B7CB-4792-DAFB-C5C85EE913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1435" y="-6"/>
            <a:ext cx="4440554" cy="6857999"/>
          </a:xfrm>
          <a:prstGeom prst="rect">
            <a:avLst/>
          </a:prstGeom>
        </p:spPr>
      </p:pic>
      <p:cxnSp>
        <p:nvCxnSpPr>
          <p:cNvPr id="14" name="Straight Connector 13">
            <a:extLst>
              <a:ext uri="{FF2B5EF4-FFF2-40B4-BE49-F238E27FC236}">
                <a16:creationId xmlns:a16="http://schemas.microsoft.com/office/drawing/2014/main" id="{B7188D9B-1674-419B-A379-D1632A7EC3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829053" y="0"/>
            <a:ext cx="0" cy="685800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62755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572D195F-5878-1A07-DEF7-4BF155A7B9D6}"/>
              </a:ext>
            </a:extLst>
          </p:cNvPr>
          <p:cNvSpPr>
            <a:spLocks noGrp="1"/>
          </p:cNvSpPr>
          <p:nvPr>
            <p:ph type="title"/>
          </p:nvPr>
        </p:nvSpPr>
        <p:spPr>
          <a:xfrm>
            <a:off x="1295400" y="669925"/>
            <a:ext cx="4800600" cy="1325563"/>
          </a:xfrm>
        </p:spPr>
        <p:txBody>
          <a:bodyPr anchor="b">
            <a:normAutofit/>
          </a:bodyPr>
          <a:lstStyle/>
          <a:p>
            <a:r>
              <a:rPr lang="en-GB" sz="4000" b="1" dirty="0">
                <a:solidFill>
                  <a:schemeClr val="accent2">
                    <a:lumMod val="75000"/>
                  </a:schemeClr>
                </a:solidFill>
                <a:highlight>
                  <a:srgbClr val="FFFF00"/>
                </a:highlight>
              </a:rPr>
              <a:t>WET TYPE</a:t>
            </a:r>
          </a:p>
        </p:txBody>
      </p:sp>
      <p:cxnSp>
        <p:nvCxnSpPr>
          <p:cNvPr id="14" name="Straight Connector 13">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2026340"/>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1E473E2-1826-839F-32EB-0EBDBD52E00C}"/>
              </a:ext>
            </a:extLst>
          </p:cNvPr>
          <p:cNvSpPr>
            <a:spLocks noGrp="1"/>
          </p:cNvSpPr>
          <p:nvPr>
            <p:ph idx="1"/>
          </p:nvPr>
        </p:nvSpPr>
        <p:spPr>
          <a:xfrm>
            <a:off x="143167" y="2196895"/>
            <a:ext cx="7465101" cy="3711571"/>
          </a:xfrm>
        </p:spPr>
        <p:txBody>
          <a:bodyPr>
            <a:noAutofit/>
          </a:bodyPr>
          <a:lstStyle/>
          <a:p>
            <a:pPr algn="just"/>
            <a:r>
              <a:rPr lang="en-GB" sz="2000" b="0" i="0" u="none" strike="noStrike" baseline="0" dirty="0">
                <a:solidFill>
                  <a:schemeClr val="bg1"/>
                </a:solidFill>
                <a:latin typeface="Times New Roman" panose="02020603050405020304" pitchFamily="18" charset="0"/>
              </a:rPr>
              <a:t>The extinguishing agent can be comprised of, but is not limited to, solutions of water and potassium acetate, potassium carbonate, potassium citrate, or a combination of these chemicals (which are conductors of electricity). </a:t>
            </a:r>
          </a:p>
          <a:p>
            <a:pPr algn="just"/>
            <a:r>
              <a:rPr lang="en-GB" sz="2000" b="0" i="0" u="none" strike="noStrike" baseline="0" dirty="0">
                <a:solidFill>
                  <a:schemeClr val="bg1"/>
                </a:solidFill>
                <a:latin typeface="Times New Roman" panose="02020603050405020304" pitchFamily="18" charset="0"/>
              </a:rPr>
              <a:t>The liquid agent typically has a pH of 9.0 or less. </a:t>
            </a:r>
          </a:p>
          <a:p>
            <a:pPr algn="just"/>
            <a:r>
              <a:rPr lang="en-GB" sz="2000" b="0" i="0" u="none" strike="noStrike" baseline="0" dirty="0">
                <a:solidFill>
                  <a:schemeClr val="bg1"/>
                </a:solidFill>
                <a:latin typeface="Times New Roman" panose="02020603050405020304" pitchFamily="18" charset="0"/>
              </a:rPr>
              <a:t>On Class A fires, the agent works as a coolant. On Class K fires (cooking oil fires),forms a foam blanket to prevent reignition. </a:t>
            </a:r>
          </a:p>
          <a:p>
            <a:pPr algn="just"/>
            <a:r>
              <a:rPr lang="en-GB" sz="2000" b="0" i="0" u="none" strike="noStrike" baseline="0" dirty="0">
                <a:solidFill>
                  <a:schemeClr val="bg1"/>
                </a:solidFill>
                <a:latin typeface="Times New Roman" panose="02020603050405020304" pitchFamily="18" charset="0"/>
              </a:rPr>
              <a:t>The water content of the agent aids in cooling and reducing the temperature of the hot oils and fats below their auto ignition point.</a:t>
            </a:r>
          </a:p>
          <a:p>
            <a:pPr algn="just"/>
            <a:r>
              <a:rPr lang="en-GB" sz="2000" b="0" i="0" u="none" strike="noStrike" baseline="0" dirty="0">
                <a:solidFill>
                  <a:schemeClr val="bg1"/>
                </a:solidFill>
                <a:latin typeface="Times New Roman" panose="02020603050405020304" pitchFamily="18" charset="0"/>
              </a:rPr>
              <a:t> The agent, when discharged as a fine spray directly at cooking appliances, reduces the possibility of splashing hot grease and does not present a shock hazard to the operator. </a:t>
            </a:r>
          </a:p>
          <a:p>
            <a:pPr algn="just"/>
            <a:r>
              <a:rPr lang="en-GB" sz="2000" b="0" i="0" u="none" strike="noStrike" baseline="0" dirty="0">
                <a:solidFill>
                  <a:schemeClr val="bg1"/>
                </a:solidFill>
                <a:latin typeface="Times New Roman" panose="02020603050405020304" pitchFamily="18" charset="0"/>
              </a:rPr>
              <a:t>Wet chemical extinguishers also offer improved visibility during firefighting as well as minimizing cleanup afterward.</a:t>
            </a:r>
            <a:endParaRPr lang="en-GB" sz="2000" dirty="0">
              <a:solidFill>
                <a:schemeClr val="bg1"/>
              </a:solidFill>
            </a:endParaRPr>
          </a:p>
        </p:txBody>
      </p:sp>
      <p:pic>
        <p:nvPicPr>
          <p:cNvPr id="7" name="Picture 6">
            <a:extLst>
              <a:ext uri="{FF2B5EF4-FFF2-40B4-BE49-F238E27FC236}">
                <a16:creationId xmlns:a16="http://schemas.microsoft.com/office/drawing/2014/main" id="{3E2B0401-60F7-E028-8D98-45E3A0609E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51435" y="-6"/>
            <a:ext cx="4440554" cy="6857999"/>
          </a:xfrm>
          <a:prstGeom prst="rect">
            <a:avLst/>
          </a:prstGeom>
        </p:spPr>
      </p:pic>
      <p:cxnSp>
        <p:nvCxnSpPr>
          <p:cNvPr id="16" name="Straight Connector 15">
            <a:extLst>
              <a:ext uri="{FF2B5EF4-FFF2-40B4-BE49-F238E27FC236}">
                <a16:creationId xmlns:a16="http://schemas.microsoft.com/office/drawing/2014/main" id="{B7188D9B-1674-419B-A379-D1632A7EC3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829053" y="0"/>
            <a:ext cx="0" cy="685800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7206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6F4E44DD-9A05-C3D8-3F0A-8A64365AE29A}"/>
              </a:ext>
            </a:extLst>
          </p:cNvPr>
          <p:cNvSpPr>
            <a:spLocks noGrp="1"/>
          </p:cNvSpPr>
          <p:nvPr>
            <p:ph type="title"/>
          </p:nvPr>
        </p:nvSpPr>
        <p:spPr>
          <a:xfrm>
            <a:off x="838200" y="448721"/>
            <a:ext cx="4707671" cy="1225650"/>
          </a:xfrm>
        </p:spPr>
        <p:txBody>
          <a:bodyPr anchor="b">
            <a:normAutofit/>
          </a:bodyPr>
          <a:lstStyle/>
          <a:p>
            <a:r>
              <a:rPr lang="en-GB" sz="3800" b="1" dirty="0">
                <a:solidFill>
                  <a:schemeClr val="accent2">
                    <a:lumMod val="75000"/>
                  </a:schemeClr>
                </a:solidFill>
                <a:highlight>
                  <a:srgbClr val="FFFF00"/>
                </a:highlight>
              </a:rPr>
              <a:t>DRY POWDER TYPE</a:t>
            </a:r>
          </a:p>
        </p:txBody>
      </p:sp>
      <p:cxnSp>
        <p:nvCxnSpPr>
          <p:cNvPr id="12" name="Straight Connector 11">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732912C-50DB-B1B0-E4CE-B0C55B0899EC}"/>
              </a:ext>
            </a:extLst>
          </p:cNvPr>
          <p:cNvSpPr>
            <a:spLocks noGrp="1"/>
          </p:cNvSpPr>
          <p:nvPr>
            <p:ph idx="1"/>
          </p:nvPr>
        </p:nvSpPr>
        <p:spPr>
          <a:xfrm>
            <a:off x="194873" y="1909192"/>
            <a:ext cx="6369444" cy="3647710"/>
          </a:xfrm>
        </p:spPr>
        <p:txBody>
          <a:bodyPr>
            <a:noAutofit/>
          </a:bodyPr>
          <a:lstStyle/>
          <a:p>
            <a:pPr algn="just"/>
            <a:r>
              <a:rPr lang="en-GB" b="0" i="0" u="none" strike="noStrike" baseline="0" dirty="0">
                <a:solidFill>
                  <a:schemeClr val="bg1"/>
                </a:solidFill>
                <a:latin typeface="Times New Roman" panose="02020603050405020304" pitchFamily="18" charset="0"/>
              </a:rPr>
              <a:t>These fire extinguishers and agents are intended for use on Class D fires and specific metals, following special techniques and manufacturer's recommendations for use.</a:t>
            </a:r>
          </a:p>
          <a:p>
            <a:pPr algn="just"/>
            <a:r>
              <a:rPr lang="en-GB" b="0" i="0" u="none" strike="noStrike" baseline="0" dirty="0">
                <a:solidFill>
                  <a:schemeClr val="bg1"/>
                </a:solidFill>
                <a:latin typeface="Times New Roman" panose="02020603050405020304" pitchFamily="18" charset="0"/>
              </a:rPr>
              <a:t> The extinguishing agent can be applied from a fire extinguisher or by scoop and shovel. </a:t>
            </a:r>
            <a:endParaRPr lang="en-GB" dirty="0">
              <a:solidFill>
                <a:schemeClr val="bg1"/>
              </a:solidFill>
              <a:latin typeface="Times New Roman" panose="02020603050405020304" pitchFamily="18" charset="0"/>
            </a:endParaRPr>
          </a:p>
          <a:p>
            <a:pPr algn="just"/>
            <a:r>
              <a:rPr lang="en-GB" b="0" i="0" u="none" strike="noStrike" baseline="0" dirty="0">
                <a:solidFill>
                  <a:schemeClr val="bg1"/>
                </a:solidFill>
                <a:latin typeface="Times New Roman" panose="02020603050405020304" pitchFamily="18" charset="0"/>
              </a:rPr>
              <a:t>Using a scoop or shovel is often referred to as a hand propelled fire extinguisher.</a:t>
            </a:r>
            <a:endParaRPr lang="en-GB" dirty="0">
              <a:solidFill>
                <a:schemeClr val="bg1"/>
              </a:solidFill>
            </a:endParaRPr>
          </a:p>
        </p:txBody>
      </p:sp>
      <p:cxnSp>
        <p:nvCxnSpPr>
          <p:cNvPr id="14" name="Straight Connector 13">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035ACC37-0905-A506-74BD-7A51D79002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5453" y="595726"/>
            <a:ext cx="5666547" cy="5666547"/>
          </a:xfrm>
          <a:prstGeom prst="rect">
            <a:avLst/>
          </a:prstGeom>
        </p:spPr>
      </p:pic>
    </p:spTree>
    <p:extLst>
      <p:ext uri="{BB962C8B-B14F-4D97-AF65-F5344CB8AC3E}">
        <p14:creationId xmlns:p14="http://schemas.microsoft.com/office/powerpoint/2010/main" val="4611658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5D564-B34B-74E0-238B-F4A2769C620D}"/>
              </a:ext>
            </a:extLst>
          </p:cNvPr>
          <p:cNvSpPr>
            <a:spLocks noGrp="1"/>
          </p:cNvSpPr>
          <p:nvPr>
            <p:ph type="title"/>
          </p:nvPr>
        </p:nvSpPr>
        <p:spPr>
          <a:xfrm>
            <a:off x="546910" y="-373268"/>
            <a:ext cx="6168684" cy="1616203"/>
          </a:xfrm>
        </p:spPr>
        <p:txBody>
          <a:bodyPr anchor="b">
            <a:normAutofit/>
          </a:bodyPr>
          <a:lstStyle/>
          <a:p>
            <a:r>
              <a:rPr lang="en-GB" sz="3600" b="1" i="0" u="none" strike="noStrike" baseline="0" dirty="0">
                <a:latin typeface="Times New Roman" panose="02020603050405020304" pitchFamily="18" charset="0"/>
              </a:rPr>
              <a:t>MATERIAL SAFETY DATA SHEETS (MSDS)</a:t>
            </a:r>
            <a:endParaRPr lang="en-GB" sz="3600" b="1" dirty="0"/>
          </a:p>
        </p:txBody>
      </p:sp>
      <p:sp>
        <p:nvSpPr>
          <p:cNvPr id="3" name="Content Placeholder 2">
            <a:extLst>
              <a:ext uri="{FF2B5EF4-FFF2-40B4-BE49-F238E27FC236}">
                <a16:creationId xmlns:a16="http://schemas.microsoft.com/office/drawing/2014/main" id="{2C7F29F2-090E-1DC0-98F2-1C8DEE35E1A7}"/>
              </a:ext>
            </a:extLst>
          </p:cNvPr>
          <p:cNvSpPr>
            <a:spLocks noGrp="1"/>
          </p:cNvSpPr>
          <p:nvPr>
            <p:ph idx="1"/>
          </p:nvPr>
        </p:nvSpPr>
        <p:spPr>
          <a:xfrm>
            <a:off x="294382" y="1242934"/>
            <a:ext cx="6168684" cy="5367727"/>
          </a:xfrm>
        </p:spPr>
        <p:txBody>
          <a:bodyPr anchor="t">
            <a:noAutofit/>
          </a:bodyPr>
          <a:lstStyle/>
          <a:p>
            <a:pPr algn="just"/>
            <a:r>
              <a:rPr lang="en-GB" sz="2400" b="0" i="0" u="none" strike="noStrike" baseline="0" dirty="0">
                <a:latin typeface="Times New Roman" panose="02020603050405020304" pitchFamily="18" charset="0"/>
              </a:rPr>
              <a:t>Material Safety Data Sheet (MSDS) is a document that contains information on the potential hazards (health, fire, reactivity and environmental) and how to work safely with the chemical product. </a:t>
            </a:r>
          </a:p>
          <a:p>
            <a:pPr algn="just"/>
            <a:r>
              <a:rPr lang="en-GB" sz="2400" b="0" i="0" u="none" strike="noStrike" baseline="0" dirty="0">
                <a:latin typeface="Times New Roman" panose="02020603050405020304" pitchFamily="18" charset="0"/>
              </a:rPr>
              <a:t>It is an essential starting point for the development of a complete health and safety program.</a:t>
            </a:r>
          </a:p>
          <a:p>
            <a:pPr algn="just"/>
            <a:r>
              <a:rPr lang="en-GB" sz="2400" b="0" i="0" u="none" strike="noStrike" baseline="0" dirty="0">
                <a:latin typeface="Times New Roman" panose="02020603050405020304" pitchFamily="18" charset="0"/>
              </a:rPr>
              <a:t> It also contains information on the use, storage, handling and emergency procedures all related to the hazards of the material. </a:t>
            </a:r>
          </a:p>
          <a:p>
            <a:pPr algn="just"/>
            <a:r>
              <a:rPr lang="en-GB" sz="2400" b="0" i="0" u="none" strike="noStrike" baseline="0" dirty="0">
                <a:latin typeface="Times New Roman" panose="02020603050405020304" pitchFamily="18" charset="0"/>
              </a:rPr>
              <a:t>The MSDS contains much more information about the material than the label. MSDSs are prepared by the supplier or manufacturer of the material.</a:t>
            </a:r>
          </a:p>
          <a:p>
            <a:pPr marL="0" indent="0" algn="just">
              <a:buNone/>
            </a:pPr>
            <a:endParaRPr lang="en-GB" sz="2400" dirty="0"/>
          </a:p>
        </p:txBody>
      </p:sp>
      <p:pic>
        <p:nvPicPr>
          <p:cNvPr id="7" name="Picture 6" descr="A close-up of symbols&#10;&#10;Description automatically generated">
            <a:extLst>
              <a:ext uri="{FF2B5EF4-FFF2-40B4-BE49-F238E27FC236}">
                <a16:creationId xmlns:a16="http://schemas.microsoft.com/office/drawing/2014/main" id="{C0C60646-C5FB-3FDF-6851-F25EEF43D5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8556" y="1298529"/>
            <a:ext cx="5319062" cy="3975998"/>
          </a:xfrm>
          <a:prstGeom prst="rect">
            <a:avLst/>
          </a:prstGeom>
        </p:spPr>
      </p:pic>
      <p:grpSp>
        <p:nvGrpSpPr>
          <p:cNvPr id="19" name="Group 18">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42" name="Rectangle 41">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103156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yellow red and blue sign with black text&#10;&#10;Description automatically generated">
            <a:extLst>
              <a:ext uri="{FF2B5EF4-FFF2-40B4-BE49-F238E27FC236}">
                <a16:creationId xmlns:a16="http://schemas.microsoft.com/office/drawing/2014/main" id="{39785CB0-7423-02A4-EDCF-C7A7D5B08B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499" y="1792427"/>
            <a:ext cx="5949588" cy="3019416"/>
          </a:xfrm>
          <a:prstGeom prst="rect">
            <a:avLst/>
          </a:prstGeom>
        </p:spPr>
      </p:pic>
      <p:sp>
        <p:nvSpPr>
          <p:cNvPr id="3" name="Content Placeholder 2">
            <a:extLst>
              <a:ext uri="{FF2B5EF4-FFF2-40B4-BE49-F238E27FC236}">
                <a16:creationId xmlns:a16="http://schemas.microsoft.com/office/drawing/2014/main" id="{4976D7C3-7335-C8EB-1D46-4CD4896A9514}"/>
              </a:ext>
            </a:extLst>
          </p:cNvPr>
          <p:cNvSpPr>
            <a:spLocks noGrp="1"/>
          </p:cNvSpPr>
          <p:nvPr>
            <p:ph idx="1"/>
          </p:nvPr>
        </p:nvSpPr>
        <p:spPr>
          <a:xfrm>
            <a:off x="6273999" y="494813"/>
            <a:ext cx="5583221" cy="5965947"/>
          </a:xfrm>
        </p:spPr>
        <p:txBody>
          <a:bodyPr anchor="t">
            <a:noAutofit/>
          </a:bodyPr>
          <a:lstStyle/>
          <a:p>
            <a:pPr algn="just"/>
            <a:r>
              <a:rPr lang="en-GB" sz="2400" b="0" i="0" u="none" strike="noStrike" baseline="0" dirty="0">
                <a:latin typeface="Times New Roman" panose="02020603050405020304" pitchFamily="18" charset="0"/>
                <a:cs typeface="Times New Roman" panose="02020603050405020304" pitchFamily="18" charset="0"/>
              </a:rPr>
              <a:t>It is intended to tell what the hazards of the product are, how to use the product safely, what to expect if the recommendations are not followed, what to do if accidents occur, how to recognize symptoms of overexposure, and what to do if such incidents occur.</a:t>
            </a:r>
          </a:p>
          <a:p>
            <a:pPr algn="just"/>
            <a:r>
              <a:rPr lang="en-GB" sz="2400" b="0" i="0" u="none" strike="noStrike" baseline="0" dirty="0">
                <a:latin typeface="Times New Roman" panose="02020603050405020304" pitchFamily="18" charset="0"/>
                <a:cs typeface="Times New Roman" panose="02020603050405020304" pitchFamily="18" charset="0"/>
              </a:rPr>
              <a:t>The purpose of a safety data sheet is to act as a quick reference for safely storing, handling, and transporting the chemical product.</a:t>
            </a:r>
          </a:p>
          <a:p>
            <a:pPr algn="just"/>
            <a:endParaRPr lang="en-GB" sz="2400" dirty="0">
              <a:latin typeface="Times New Roman" panose="02020603050405020304" pitchFamily="18" charset="0"/>
              <a:cs typeface="Times New Roman" panose="02020603050405020304" pitchFamily="18" charset="0"/>
            </a:endParaRPr>
          </a:p>
        </p:txBody>
      </p:sp>
      <p:grpSp>
        <p:nvGrpSpPr>
          <p:cNvPr id="10" name="Group 9">
            <a:extLst>
              <a:ext uri="{FF2B5EF4-FFF2-40B4-BE49-F238E27FC236}">
                <a16:creationId xmlns:a16="http://schemas.microsoft.com/office/drawing/2014/main" id="{31C49F18-8757-4E87-5C2E-9D6D7B82BA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1" name="Rectangle 10">
              <a:extLst>
                <a:ext uri="{FF2B5EF4-FFF2-40B4-BE49-F238E27FC236}">
                  <a16:creationId xmlns:a16="http://schemas.microsoft.com/office/drawing/2014/main" id="{25C84D91-E5BF-B919-ACEF-4A25262CE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D889E38-27CA-E23F-B646-8D7B4BB17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118934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EF146C-7448-9FA2-C7D6-F110A1286414}"/>
              </a:ext>
            </a:extLst>
          </p:cNvPr>
          <p:cNvSpPr>
            <a:spLocks noGrp="1"/>
          </p:cNvSpPr>
          <p:nvPr>
            <p:ph type="title"/>
          </p:nvPr>
        </p:nvSpPr>
        <p:spPr>
          <a:xfrm>
            <a:off x="838200" y="459863"/>
            <a:ext cx="10515600" cy="1004594"/>
          </a:xfrm>
        </p:spPr>
        <p:txBody>
          <a:bodyPr>
            <a:noAutofit/>
          </a:bodyPr>
          <a:lstStyle/>
          <a:p>
            <a:pPr algn="ctr"/>
            <a:r>
              <a:rPr lang="en-GB" sz="2800" b="1" i="0" u="none" strike="noStrike" baseline="0" dirty="0">
                <a:solidFill>
                  <a:srgbClr val="FFFFFF"/>
                </a:solidFill>
                <a:latin typeface="Times New Roman" panose="02020603050405020304" pitchFamily="18" charset="0"/>
                <a:cs typeface="Times New Roman" panose="02020603050405020304" pitchFamily="18" charset="0"/>
              </a:rPr>
              <a:t>The specific contents of the document vary depending on the nature of the substance and</a:t>
            </a:r>
            <a:br>
              <a:rPr lang="en-GB" sz="2800" b="1" i="0" u="none" strike="noStrike" baseline="0" dirty="0">
                <a:solidFill>
                  <a:srgbClr val="FFFFFF"/>
                </a:solidFill>
                <a:latin typeface="Times New Roman" panose="02020603050405020304" pitchFamily="18" charset="0"/>
                <a:cs typeface="Times New Roman" panose="02020603050405020304" pitchFamily="18" charset="0"/>
              </a:rPr>
            </a:br>
            <a:r>
              <a:rPr lang="en-GB" sz="2800" b="1" i="0" u="none" strike="noStrike" baseline="0" dirty="0">
                <a:solidFill>
                  <a:srgbClr val="FFFFFF"/>
                </a:solidFill>
                <a:latin typeface="Times New Roman" panose="02020603050405020304" pitchFamily="18" charset="0"/>
                <a:cs typeface="Times New Roman" panose="02020603050405020304" pitchFamily="18" charset="0"/>
              </a:rPr>
              <a:t>the manufacturer</a:t>
            </a:r>
            <a:endParaRPr lang="en-GB" sz="2800" b="1" dirty="0">
              <a:solidFill>
                <a:srgbClr val="FFFFFF"/>
              </a:solidFill>
            </a:endParaRPr>
          </a:p>
        </p:txBody>
      </p:sp>
      <p:sp>
        <p:nvSpPr>
          <p:cNvPr id="22" name="Rectangle: Rounded Corners 21">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2">
            <a:extLst>
              <a:ext uri="{FF2B5EF4-FFF2-40B4-BE49-F238E27FC236}">
                <a16:creationId xmlns:a16="http://schemas.microsoft.com/office/drawing/2014/main" id="{8D969D4B-9A5C-9415-EFA5-42F57BE4EF55}"/>
              </a:ext>
            </a:extLst>
          </p:cNvPr>
          <p:cNvGraphicFramePr>
            <a:graphicFrameLocks noGrp="1"/>
          </p:cNvGraphicFramePr>
          <p:nvPr>
            <p:ph idx="1"/>
            <p:extLst>
              <p:ext uri="{D42A27DB-BD31-4B8C-83A1-F6EECF244321}">
                <p14:modId xmlns:p14="http://schemas.microsoft.com/office/powerpoint/2010/main" val="1435254777"/>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05739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12A3B-C239-7244-CE01-05FD578ACAB0}"/>
              </a:ext>
            </a:extLst>
          </p:cNvPr>
          <p:cNvSpPr>
            <a:spLocks noGrp="1"/>
          </p:cNvSpPr>
          <p:nvPr>
            <p:ph type="title"/>
          </p:nvPr>
        </p:nvSpPr>
        <p:spPr/>
        <p:txBody>
          <a:bodyPr/>
          <a:lstStyle/>
          <a:p>
            <a:endParaRPr lang="en-GB"/>
          </a:p>
        </p:txBody>
      </p:sp>
      <p:pic>
        <p:nvPicPr>
          <p:cNvPr id="5" name="Content Placeholder 4" descr="A diagram of a hazard warning&#10;&#10;Description automatically generated">
            <a:extLst>
              <a:ext uri="{FF2B5EF4-FFF2-40B4-BE49-F238E27FC236}">
                <a16:creationId xmlns:a16="http://schemas.microsoft.com/office/drawing/2014/main" id="{72793BA9-D5CD-59E7-DBAE-CADCF332883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44470" y="0"/>
            <a:ext cx="5737391" cy="7060367"/>
          </a:xfrm>
        </p:spPr>
      </p:pic>
    </p:spTree>
    <p:extLst>
      <p:ext uri="{BB962C8B-B14F-4D97-AF65-F5344CB8AC3E}">
        <p14:creationId xmlns:p14="http://schemas.microsoft.com/office/powerpoint/2010/main" val="16167678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close-up of a document&#10;&#10;Description automatically generated">
            <a:extLst>
              <a:ext uri="{FF2B5EF4-FFF2-40B4-BE49-F238E27FC236}">
                <a16:creationId xmlns:a16="http://schemas.microsoft.com/office/drawing/2014/main" id="{50ADA2A4-CBFE-2C97-9E86-3BDB935DF4E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567309"/>
            <a:ext cx="11277600" cy="5723382"/>
          </a:xfrm>
          <a:prstGeom prst="rect">
            <a:avLst/>
          </a:prstGeom>
        </p:spPr>
      </p:pic>
    </p:spTree>
    <p:extLst>
      <p:ext uri="{BB962C8B-B14F-4D97-AF65-F5344CB8AC3E}">
        <p14:creationId xmlns:p14="http://schemas.microsoft.com/office/powerpoint/2010/main" val="11162973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lose-up of a warning sign&#10;&#10;Description automatically generated">
            <a:extLst>
              <a:ext uri="{FF2B5EF4-FFF2-40B4-BE49-F238E27FC236}">
                <a16:creationId xmlns:a16="http://schemas.microsoft.com/office/drawing/2014/main" id="{4646D9E5-4AC5-5792-E652-A275D1471D4B}"/>
              </a:ext>
            </a:extLst>
          </p:cNvPr>
          <p:cNvPicPr>
            <a:picLocks noChangeAspect="1"/>
          </p:cNvPicPr>
          <p:nvPr/>
        </p:nvPicPr>
        <p:blipFill>
          <a:blip r:embed="rId2">
            <a:extLst>
              <a:ext uri="{28A0092B-C50C-407E-A947-70E740481C1C}">
                <a14:useLocalDpi xmlns:a14="http://schemas.microsoft.com/office/drawing/2010/main" val="0"/>
              </a:ext>
            </a:extLst>
          </a:blip>
          <a:srcRect t="8840" r="19554" b="251"/>
          <a:stretch/>
        </p:blipFill>
        <p:spPr>
          <a:xfrm>
            <a:off x="3522468" y="10"/>
            <a:ext cx="8669532" cy="6857990"/>
          </a:xfrm>
          <a:prstGeom prst="rect">
            <a:avLst/>
          </a:prstGeom>
        </p:spPr>
      </p:pic>
      <p:sp>
        <p:nvSpPr>
          <p:cNvPr id="12" name="Rectangle 11">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217D31-D505-46CF-7776-4B29E03971D2}"/>
              </a:ext>
            </a:extLst>
          </p:cNvPr>
          <p:cNvSpPr>
            <a:spLocks noGrp="1"/>
          </p:cNvSpPr>
          <p:nvPr>
            <p:ph type="title"/>
          </p:nvPr>
        </p:nvSpPr>
        <p:spPr>
          <a:xfrm>
            <a:off x="371094" y="1161288"/>
            <a:ext cx="6014716" cy="1124712"/>
          </a:xfrm>
        </p:spPr>
        <p:txBody>
          <a:bodyPr anchor="b">
            <a:noAutofit/>
          </a:bodyPr>
          <a:lstStyle/>
          <a:p>
            <a:r>
              <a:rPr lang="en-GB" sz="4000" b="1" i="0" u="none" strike="noStrike" baseline="0" dirty="0">
                <a:solidFill>
                  <a:schemeClr val="bg1"/>
                </a:solidFill>
                <a:latin typeface="Times New Roman" panose="02020603050405020304" pitchFamily="18" charset="0"/>
              </a:rPr>
              <a:t>CONTROL OF CHEMICAL HAZARDS</a:t>
            </a:r>
            <a:endParaRPr lang="en-GB" sz="4000" dirty="0">
              <a:solidFill>
                <a:schemeClr val="bg1"/>
              </a:solidFill>
            </a:endParaRPr>
          </a:p>
        </p:txBody>
      </p:sp>
      <p:sp>
        <p:nvSpPr>
          <p:cNvPr id="14" name="Rectangle 13">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EC1E6EB-D9D8-5F6E-0457-E54190FD095E}"/>
              </a:ext>
            </a:extLst>
          </p:cNvPr>
          <p:cNvSpPr>
            <a:spLocks noGrp="1"/>
          </p:cNvSpPr>
          <p:nvPr>
            <p:ph idx="1"/>
          </p:nvPr>
        </p:nvSpPr>
        <p:spPr>
          <a:xfrm>
            <a:off x="371094" y="2718054"/>
            <a:ext cx="5724906" cy="3207258"/>
          </a:xfrm>
        </p:spPr>
        <p:txBody>
          <a:bodyPr anchor="t">
            <a:noAutofit/>
          </a:bodyPr>
          <a:lstStyle/>
          <a:p>
            <a:pPr algn="just"/>
            <a:r>
              <a:rPr lang="en-GB" sz="2400" b="1" i="0" u="none" strike="noStrike" baseline="0" dirty="0">
                <a:solidFill>
                  <a:schemeClr val="bg1"/>
                </a:solidFill>
                <a:latin typeface="Times New Roman" panose="02020603050405020304" pitchFamily="18" charset="0"/>
              </a:rPr>
              <a:t>A chemical hazard is any substance, regardless of its form- that can potentially cause physical and health hazards to people, or can result in harm to the environment. It can also be defined as the actual risk associated with specific chemicals, such as skin burns, long term</a:t>
            </a:r>
            <a:r>
              <a:rPr lang="en-GB" sz="2400" b="1" dirty="0">
                <a:solidFill>
                  <a:schemeClr val="bg1"/>
                </a:solidFill>
                <a:latin typeface="Times New Roman" panose="02020603050405020304" pitchFamily="18" charset="0"/>
              </a:rPr>
              <a:t> </a:t>
            </a:r>
            <a:r>
              <a:rPr lang="en-GB" sz="2400" b="1" i="0" u="none" strike="noStrike" baseline="0" dirty="0">
                <a:solidFill>
                  <a:schemeClr val="bg1"/>
                </a:solidFill>
                <a:latin typeface="Times New Roman" panose="02020603050405020304" pitchFamily="18" charset="0"/>
              </a:rPr>
              <a:t>negative impact to health, lasting environmental damage, fires, or even explosions</a:t>
            </a:r>
            <a:endParaRPr lang="en-GB" sz="2400" b="1" dirty="0">
              <a:solidFill>
                <a:schemeClr val="bg1"/>
              </a:solidFill>
            </a:endParaRPr>
          </a:p>
        </p:txBody>
      </p:sp>
    </p:spTree>
    <p:extLst>
      <p:ext uri="{BB962C8B-B14F-4D97-AF65-F5344CB8AC3E}">
        <p14:creationId xmlns:p14="http://schemas.microsoft.com/office/powerpoint/2010/main" val="23868459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EE820D-DAB2-4D17-BDE0-42B4CBF197FC}"/>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b="1" i="0" u="none" strike="noStrike" kern="1200" baseline="0">
                <a:solidFill>
                  <a:srgbClr val="FFFFFF"/>
                </a:solidFill>
                <a:latin typeface="+mj-lt"/>
                <a:ea typeface="+mj-ea"/>
                <a:cs typeface="+mj-cs"/>
              </a:rPr>
              <a:t>Types of Chemical Hazards</a:t>
            </a:r>
            <a:endParaRPr lang="en-US" sz="3600" kern="1200">
              <a:solidFill>
                <a:srgbClr val="FFFFFF"/>
              </a:solidFill>
              <a:latin typeface="+mj-lt"/>
              <a:ea typeface="+mj-ea"/>
              <a:cs typeface="+mj-cs"/>
            </a:endParaRPr>
          </a:p>
        </p:txBody>
      </p:sp>
      <p:pic>
        <p:nvPicPr>
          <p:cNvPr id="5" name="Content Placeholder 4" descr="A collection of warning signs&#10;&#10;Description automatically generated">
            <a:extLst>
              <a:ext uri="{FF2B5EF4-FFF2-40B4-BE49-F238E27FC236}">
                <a16:creationId xmlns:a16="http://schemas.microsoft.com/office/drawing/2014/main" id="{9E97FA0B-0A89-735A-C6C1-DF527F98D7E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42634" y="0"/>
            <a:ext cx="6320666" cy="6670888"/>
          </a:xfrm>
          <a:prstGeom prst="rect">
            <a:avLst/>
          </a:prstGeom>
        </p:spPr>
      </p:pic>
    </p:spTree>
    <p:extLst>
      <p:ext uri="{BB962C8B-B14F-4D97-AF65-F5344CB8AC3E}">
        <p14:creationId xmlns:p14="http://schemas.microsoft.com/office/powerpoint/2010/main" val="20662745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231610FB-70DE-377C-A364-765FCD138A0F}"/>
              </a:ext>
            </a:extLst>
          </p:cNvPr>
          <p:cNvSpPr>
            <a:spLocks noGrp="1"/>
          </p:cNvSpPr>
          <p:nvPr>
            <p:ph type="title"/>
          </p:nvPr>
        </p:nvSpPr>
        <p:spPr>
          <a:xfrm>
            <a:off x="838200" y="448721"/>
            <a:ext cx="4707671" cy="1225650"/>
          </a:xfrm>
        </p:spPr>
        <p:txBody>
          <a:bodyPr anchor="b">
            <a:normAutofit/>
          </a:bodyPr>
          <a:lstStyle/>
          <a:p>
            <a:r>
              <a:rPr lang="en-GB" sz="3800" b="1" i="0" u="none" strike="noStrike" baseline="0">
                <a:solidFill>
                  <a:schemeClr val="bg1"/>
                </a:solidFill>
                <a:latin typeface="Times New Roman" panose="02020603050405020304" pitchFamily="18" charset="0"/>
              </a:rPr>
              <a:t>HEALTH HAZARD</a:t>
            </a:r>
            <a:endParaRPr lang="en-GB" sz="3800">
              <a:solidFill>
                <a:schemeClr val="bg1"/>
              </a:solidFill>
            </a:endParaRPr>
          </a:p>
        </p:txBody>
      </p:sp>
      <p:cxnSp>
        <p:nvCxnSpPr>
          <p:cNvPr id="12" name="Straight Connector 11">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D2F6CC5-2CAE-563F-5407-F53C4EF686B6}"/>
              </a:ext>
            </a:extLst>
          </p:cNvPr>
          <p:cNvSpPr>
            <a:spLocks noGrp="1"/>
          </p:cNvSpPr>
          <p:nvPr>
            <p:ph idx="1"/>
          </p:nvPr>
        </p:nvSpPr>
        <p:spPr>
          <a:xfrm>
            <a:off x="524657" y="1909192"/>
            <a:ext cx="5846164" cy="3647710"/>
          </a:xfrm>
        </p:spPr>
        <p:txBody>
          <a:bodyPr>
            <a:noAutofit/>
          </a:bodyPr>
          <a:lstStyle/>
          <a:p>
            <a:pPr algn="just"/>
            <a:r>
              <a:rPr lang="en-GB" sz="2400" b="0" i="0" u="none" strike="noStrike" baseline="0" dirty="0">
                <a:solidFill>
                  <a:schemeClr val="bg1"/>
                </a:solidFill>
                <a:latin typeface="Times New Roman" panose="02020603050405020304" pitchFamily="18" charset="0"/>
              </a:rPr>
              <a:t>:This symbol shows a person with damage Health hazard - and pertains to chemicals that can cause serious and long-term negative impacts on health.</a:t>
            </a:r>
          </a:p>
          <a:p>
            <a:pPr algn="just"/>
            <a:r>
              <a:rPr lang="en-GB" sz="2400" b="0" i="0" u="none" strike="noStrike" baseline="0" dirty="0">
                <a:solidFill>
                  <a:schemeClr val="accent2">
                    <a:lumMod val="75000"/>
                  </a:schemeClr>
                </a:solidFill>
                <a:highlight>
                  <a:srgbClr val="FFFF00"/>
                </a:highlight>
                <a:latin typeface="Times New Roman" panose="02020603050405020304" pitchFamily="18" charset="0"/>
              </a:rPr>
              <a:t>Carcinogens are also substances that are known to be cancer-causing chemicals</a:t>
            </a:r>
            <a:r>
              <a:rPr lang="en-GB" sz="2400" b="0" i="0" u="none" strike="noStrike" baseline="0" dirty="0">
                <a:solidFill>
                  <a:schemeClr val="bg1"/>
                </a:solidFill>
                <a:latin typeface="Times New Roman" panose="02020603050405020304" pitchFamily="18" charset="0"/>
              </a:rPr>
              <a:t>.</a:t>
            </a:r>
          </a:p>
          <a:p>
            <a:pPr algn="just"/>
            <a:r>
              <a:rPr lang="en-GB" sz="2400" b="0" i="0" u="none" strike="noStrike" baseline="0" dirty="0">
                <a:solidFill>
                  <a:schemeClr val="bg1"/>
                </a:solidFill>
                <a:latin typeface="Times New Roman" panose="02020603050405020304" pitchFamily="18" charset="0"/>
              </a:rPr>
              <a:t> They are categorized as either natural or manmade, but it is crucial to note that even a small amount of this type of chemical can severely damage human health.</a:t>
            </a:r>
            <a:endParaRPr lang="en-GB" sz="2400" dirty="0">
              <a:solidFill>
                <a:schemeClr val="bg1"/>
              </a:solidFill>
            </a:endParaRPr>
          </a:p>
        </p:txBody>
      </p:sp>
      <p:cxnSp>
        <p:nvCxnSpPr>
          <p:cNvPr id="14" name="Straight Connector 13">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Picture 4" descr="A black silhouette of a person with a star in the center&#10;&#10;Description automatically generated">
            <a:extLst>
              <a:ext uri="{FF2B5EF4-FFF2-40B4-BE49-F238E27FC236}">
                <a16:creationId xmlns:a16="http://schemas.microsoft.com/office/drawing/2014/main" id="{72F745EA-34BB-D677-2871-35103EB223FC}"/>
              </a:ext>
            </a:extLst>
          </p:cNvPr>
          <p:cNvPicPr>
            <a:picLocks noChangeAspect="1"/>
          </p:cNvPicPr>
          <p:nvPr/>
        </p:nvPicPr>
        <p:blipFill>
          <a:blip r:embed="rId2">
            <a:extLst>
              <a:ext uri="{28A0092B-C50C-407E-A947-70E740481C1C}">
                <a14:useLocalDpi xmlns:a14="http://schemas.microsoft.com/office/drawing/2010/main" val="0"/>
              </a:ext>
            </a:extLst>
          </a:blip>
          <a:srcRect l="8745" r="8628"/>
          <a:stretch/>
        </p:blipFill>
        <p:spPr>
          <a:xfrm>
            <a:off x="6525453" y="10"/>
            <a:ext cx="5666547" cy="6857990"/>
          </a:xfrm>
          <a:prstGeom prst="rect">
            <a:avLst/>
          </a:prstGeom>
        </p:spPr>
      </p:pic>
    </p:spTree>
    <p:extLst>
      <p:ext uri="{BB962C8B-B14F-4D97-AF65-F5344CB8AC3E}">
        <p14:creationId xmlns:p14="http://schemas.microsoft.com/office/powerpoint/2010/main" val="7008713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598A1199-1C0F-A3F7-5E8C-9F4C561E16EF}"/>
              </a:ext>
            </a:extLst>
          </p:cNvPr>
          <p:cNvSpPr>
            <a:spLocks noGrp="1"/>
          </p:cNvSpPr>
          <p:nvPr>
            <p:ph type="title"/>
          </p:nvPr>
        </p:nvSpPr>
        <p:spPr>
          <a:xfrm>
            <a:off x="838200" y="448721"/>
            <a:ext cx="4707671" cy="1225650"/>
          </a:xfrm>
        </p:spPr>
        <p:txBody>
          <a:bodyPr anchor="b">
            <a:normAutofit/>
          </a:bodyPr>
          <a:lstStyle/>
          <a:p>
            <a:r>
              <a:rPr lang="en-GB" sz="3800" b="1" i="0" u="none" strike="noStrike" baseline="0">
                <a:solidFill>
                  <a:schemeClr val="bg1"/>
                </a:solidFill>
                <a:latin typeface="Times New Roman" panose="02020603050405020304" pitchFamily="18" charset="0"/>
              </a:rPr>
              <a:t>FLAMMABLE </a:t>
            </a:r>
            <a:r>
              <a:rPr lang="en-GB" sz="3800" b="0" i="0" u="none" strike="noStrike" baseline="0">
                <a:solidFill>
                  <a:schemeClr val="bg1"/>
                </a:solidFill>
                <a:latin typeface="Times New Roman" panose="02020603050405020304" pitchFamily="18" charset="0"/>
              </a:rPr>
              <a:t>-</a:t>
            </a:r>
            <a:endParaRPr lang="en-GB" sz="3800">
              <a:solidFill>
                <a:schemeClr val="bg1"/>
              </a:solidFill>
            </a:endParaRPr>
          </a:p>
        </p:txBody>
      </p:sp>
      <p:cxnSp>
        <p:nvCxnSpPr>
          <p:cNvPr id="12" name="Straight Connector 11">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77C5FE7-11EE-0E89-B275-3954C8E1572F}"/>
              </a:ext>
            </a:extLst>
          </p:cNvPr>
          <p:cNvSpPr>
            <a:spLocks noGrp="1"/>
          </p:cNvSpPr>
          <p:nvPr>
            <p:ph idx="1"/>
          </p:nvPr>
        </p:nvSpPr>
        <p:spPr>
          <a:xfrm>
            <a:off x="897769" y="1909192"/>
            <a:ext cx="4586513" cy="3647710"/>
          </a:xfrm>
        </p:spPr>
        <p:txBody>
          <a:bodyPr>
            <a:normAutofit/>
          </a:bodyPr>
          <a:lstStyle/>
          <a:p>
            <a:pPr algn="just"/>
            <a:r>
              <a:rPr lang="en-GB" b="0" i="0" u="none" strike="noStrike" baseline="0" dirty="0">
                <a:solidFill>
                  <a:schemeClr val="bg1"/>
                </a:solidFill>
                <a:latin typeface="Times New Roman" panose="02020603050405020304" pitchFamily="18" charset="0"/>
              </a:rPr>
              <a:t>The symbol for this is a flame and it pertains to chemicals or highly flammable gases that may catch fire or ignite once exposed to air or other ignition sources or elements.</a:t>
            </a:r>
            <a:endParaRPr lang="en-GB" dirty="0">
              <a:solidFill>
                <a:schemeClr val="bg1"/>
              </a:solidFill>
            </a:endParaRPr>
          </a:p>
        </p:txBody>
      </p:sp>
      <p:cxnSp>
        <p:nvCxnSpPr>
          <p:cNvPr id="14" name="Straight Connector 13">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Picture 4" descr="A red and black sign with a flame&#10;&#10;Description automatically generated">
            <a:extLst>
              <a:ext uri="{FF2B5EF4-FFF2-40B4-BE49-F238E27FC236}">
                <a16:creationId xmlns:a16="http://schemas.microsoft.com/office/drawing/2014/main" id="{E0E8C47B-A99F-16C0-3712-4C91D8395921}"/>
              </a:ext>
            </a:extLst>
          </p:cNvPr>
          <p:cNvPicPr>
            <a:picLocks noChangeAspect="1"/>
          </p:cNvPicPr>
          <p:nvPr/>
        </p:nvPicPr>
        <p:blipFill>
          <a:blip r:embed="rId2">
            <a:extLst>
              <a:ext uri="{28A0092B-C50C-407E-A947-70E740481C1C}">
                <a14:useLocalDpi xmlns:a14="http://schemas.microsoft.com/office/drawing/2010/main" val="0"/>
              </a:ext>
            </a:extLst>
          </a:blip>
          <a:srcRect l="8722" r="8651"/>
          <a:stretch/>
        </p:blipFill>
        <p:spPr>
          <a:xfrm>
            <a:off x="6525453" y="10"/>
            <a:ext cx="5666547" cy="6857990"/>
          </a:xfrm>
          <a:prstGeom prst="rect">
            <a:avLst/>
          </a:prstGeom>
        </p:spPr>
      </p:pic>
    </p:spTree>
    <p:extLst>
      <p:ext uri="{BB962C8B-B14F-4D97-AF65-F5344CB8AC3E}">
        <p14:creationId xmlns:p14="http://schemas.microsoft.com/office/powerpoint/2010/main" val="34724465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CF988071-7D02-A28A-CB57-D19CDBF65DF6}"/>
              </a:ext>
            </a:extLst>
          </p:cNvPr>
          <p:cNvSpPr>
            <a:spLocks noGrp="1"/>
          </p:cNvSpPr>
          <p:nvPr>
            <p:ph type="title"/>
          </p:nvPr>
        </p:nvSpPr>
        <p:spPr>
          <a:xfrm>
            <a:off x="838200" y="448721"/>
            <a:ext cx="4707671" cy="1225650"/>
          </a:xfrm>
        </p:spPr>
        <p:txBody>
          <a:bodyPr anchor="b">
            <a:normAutofit/>
          </a:bodyPr>
          <a:lstStyle/>
          <a:p>
            <a:r>
              <a:rPr lang="en-GB" sz="3200" b="1" i="0" u="none" strike="noStrike" baseline="0" dirty="0">
                <a:solidFill>
                  <a:schemeClr val="bg1"/>
                </a:solidFill>
                <a:latin typeface="Times New Roman" panose="02020603050405020304" pitchFamily="18" charset="0"/>
              </a:rPr>
              <a:t>Irritant/hazardous/hazardous to the ozone layer</a:t>
            </a:r>
            <a:endParaRPr lang="en-GB" sz="3200" dirty="0">
              <a:solidFill>
                <a:schemeClr val="bg1"/>
              </a:solidFill>
            </a:endParaRPr>
          </a:p>
        </p:txBody>
      </p:sp>
      <p:cxnSp>
        <p:nvCxnSpPr>
          <p:cNvPr id="12" name="Straight Connector 11">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E98F876-4AA0-38AF-0CE9-70E869BF525A}"/>
              </a:ext>
            </a:extLst>
          </p:cNvPr>
          <p:cNvSpPr>
            <a:spLocks noGrp="1"/>
          </p:cNvSpPr>
          <p:nvPr>
            <p:ph idx="1"/>
          </p:nvPr>
        </p:nvSpPr>
        <p:spPr>
          <a:xfrm>
            <a:off x="554636" y="1909192"/>
            <a:ext cx="5970817" cy="3647710"/>
          </a:xfrm>
        </p:spPr>
        <p:txBody>
          <a:bodyPr>
            <a:noAutofit/>
          </a:bodyPr>
          <a:lstStyle/>
          <a:p>
            <a:pPr algn="just"/>
            <a:r>
              <a:rPr lang="en-GB" sz="2400" b="0" i="0" u="none" strike="noStrike" baseline="0" dirty="0">
                <a:solidFill>
                  <a:schemeClr val="bg1"/>
                </a:solidFill>
                <a:latin typeface="Times New Roman" panose="02020603050405020304" pitchFamily="18" charset="0"/>
              </a:rPr>
              <a:t>- This is symbolized by a big exclamation point and refers to chemicals that usually cause redness, rashes, or inflammation of the affected area. </a:t>
            </a:r>
          </a:p>
          <a:p>
            <a:pPr algn="just"/>
            <a:r>
              <a:rPr lang="en-GB" sz="2400" b="0" i="0" u="none" strike="noStrike" baseline="0" dirty="0">
                <a:solidFill>
                  <a:schemeClr val="bg1"/>
                </a:solidFill>
                <a:latin typeface="Times New Roman" panose="02020603050405020304" pitchFamily="18" charset="0"/>
              </a:rPr>
              <a:t>Although the presence of symptoms is normally </a:t>
            </a:r>
            <a:r>
              <a:rPr lang="en-GB" sz="2400" b="0" i="0" u="none" strike="noStrike" baseline="0" dirty="0" err="1">
                <a:solidFill>
                  <a:schemeClr val="bg1"/>
                </a:solidFill>
                <a:latin typeface="Times New Roman" panose="02020603050405020304" pitchFamily="18" charset="0"/>
              </a:rPr>
              <a:t>shortterm</a:t>
            </a:r>
            <a:r>
              <a:rPr lang="en-GB" sz="2400" b="0" i="0" u="none" strike="noStrike" baseline="0" dirty="0">
                <a:solidFill>
                  <a:schemeClr val="bg1"/>
                </a:solidFill>
                <a:latin typeface="Times New Roman" panose="02020603050405020304" pitchFamily="18" charset="0"/>
              </a:rPr>
              <a:t>, there are still instances where they create long- lasting effects on others.</a:t>
            </a:r>
          </a:p>
          <a:p>
            <a:pPr algn="just"/>
            <a:r>
              <a:rPr lang="en-GB" sz="2400" b="0" i="0" u="none" strike="noStrike" baseline="0" dirty="0">
                <a:solidFill>
                  <a:schemeClr val="bg1"/>
                </a:solidFill>
                <a:latin typeface="Times New Roman" panose="02020603050405020304" pitchFamily="18" charset="0"/>
              </a:rPr>
              <a:t> It is also known to either cause harm to individuals or pose a threat to public health by harming the ozone layer</a:t>
            </a:r>
            <a:endParaRPr lang="en-GB" sz="2400" dirty="0">
              <a:solidFill>
                <a:schemeClr val="bg1"/>
              </a:solidFill>
            </a:endParaRPr>
          </a:p>
        </p:txBody>
      </p:sp>
      <p:cxnSp>
        <p:nvCxnSpPr>
          <p:cNvPr id="14" name="Straight Connector 13">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Picture 4" descr="A red and black sign with a exclamation mark&#10;&#10;Description automatically generated">
            <a:extLst>
              <a:ext uri="{FF2B5EF4-FFF2-40B4-BE49-F238E27FC236}">
                <a16:creationId xmlns:a16="http://schemas.microsoft.com/office/drawing/2014/main" id="{E42CB5E5-1B03-C45B-BC6C-3532C1BF67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5453" y="595726"/>
            <a:ext cx="5666547" cy="5666547"/>
          </a:xfrm>
          <a:prstGeom prst="rect">
            <a:avLst/>
          </a:prstGeom>
        </p:spPr>
      </p:pic>
    </p:spTree>
    <p:extLst>
      <p:ext uri="{BB962C8B-B14F-4D97-AF65-F5344CB8AC3E}">
        <p14:creationId xmlns:p14="http://schemas.microsoft.com/office/powerpoint/2010/main" val="11284283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2B4EE559-D6FE-0001-C798-A5A3DC45F0F7}"/>
              </a:ext>
            </a:extLst>
          </p:cNvPr>
          <p:cNvSpPr>
            <a:spLocks noGrp="1"/>
          </p:cNvSpPr>
          <p:nvPr>
            <p:ph type="title"/>
          </p:nvPr>
        </p:nvSpPr>
        <p:spPr>
          <a:xfrm>
            <a:off x="838200" y="448721"/>
            <a:ext cx="4707671" cy="1225650"/>
          </a:xfrm>
        </p:spPr>
        <p:txBody>
          <a:bodyPr anchor="b">
            <a:normAutofit/>
          </a:bodyPr>
          <a:lstStyle/>
          <a:p>
            <a:r>
              <a:rPr lang="en-GB" sz="3800" b="1" i="0" u="none" strike="noStrike" baseline="0">
                <a:solidFill>
                  <a:schemeClr val="bg1"/>
                </a:solidFill>
                <a:latin typeface="Times New Roman" panose="02020603050405020304" pitchFamily="18" charset="0"/>
              </a:rPr>
              <a:t>Gas under pressure</a:t>
            </a:r>
            <a:endParaRPr lang="en-GB" sz="3800">
              <a:solidFill>
                <a:schemeClr val="bg1"/>
              </a:solidFill>
            </a:endParaRPr>
          </a:p>
        </p:txBody>
      </p:sp>
      <p:cxnSp>
        <p:nvCxnSpPr>
          <p:cNvPr id="12" name="Straight Connector 11">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56D1C7B-F432-C054-3A4F-B90A8317E020}"/>
              </a:ext>
            </a:extLst>
          </p:cNvPr>
          <p:cNvSpPr>
            <a:spLocks noGrp="1"/>
          </p:cNvSpPr>
          <p:nvPr>
            <p:ph idx="1"/>
          </p:nvPr>
        </p:nvSpPr>
        <p:spPr>
          <a:xfrm>
            <a:off x="357751" y="1904859"/>
            <a:ext cx="5666547" cy="3647710"/>
          </a:xfrm>
        </p:spPr>
        <p:txBody>
          <a:bodyPr>
            <a:noAutofit/>
          </a:bodyPr>
          <a:lstStyle/>
          <a:p>
            <a:pPr algn="just"/>
            <a:r>
              <a:rPr lang="en-GB" b="0" i="0" u="none" strike="noStrike" baseline="0" dirty="0">
                <a:solidFill>
                  <a:schemeClr val="bg1"/>
                </a:solidFill>
                <a:latin typeface="Times New Roman" panose="02020603050405020304" pitchFamily="18" charset="0"/>
                <a:cs typeface="Times New Roman" panose="02020603050405020304" pitchFamily="18" charset="0"/>
              </a:rPr>
              <a:t>- The symbol for this is a gas cylinder and it pertains to gases that are stored under pressure and may explode if heated or refrigerated gases that may cause burns or injury.</a:t>
            </a:r>
          </a:p>
          <a:p>
            <a:pPr algn="just"/>
            <a:r>
              <a:rPr lang="en-GB" b="0" i="0" dirty="0">
                <a:solidFill>
                  <a:schemeClr val="bg1"/>
                </a:solidFill>
                <a:effectLst/>
                <a:latin typeface="Times New Roman" panose="02020603050405020304" pitchFamily="18" charset="0"/>
                <a:cs typeface="Times New Roman" panose="02020603050405020304" pitchFamily="18" charset="0"/>
              </a:rPr>
              <a:t>Gases stored under pressure, liquified gases, and dissolved gases; such as ammonia, liquid nitrogen, or acetylene.</a:t>
            </a:r>
          </a:p>
          <a:p>
            <a:pPr algn="just"/>
            <a:r>
              <a:rPr lang="en-GB" b="0" i="0" dirty="0">
                <a:solidFill>
                  <a:schemeClr val="bg1"/>
                </a:solidFill>
                <a:effectLst/>
                <a:latin typeface="Times New Roman" panose="02020603050405020304" pitchFamily="18" charset="0"/>
                <a:cs typeface="Times New Roman" panose="02020603050405020304" pitchFamily="18" charset="0"/>
              </a:rPr>
              <a:t> </a:t>
            </a:r>
          </a:p>
          <a:p>
            <a:pPr algn="just"/>
            <a:endParaRPr lang="en-GB" dirty="0">
              <a:solidFill>
                <a:schemeClr val="bg1"/>
              </a:solidFill>
              <a:latin typeface="Times New Roman" panose="02020603050405020304" pitchFamily="18" charset="0"/>
              <a:cs typeface="Times New Roman" panose="02020603050405020304" pitchFamily="18" charset="0"/>
            </a:endParaRPr>
          </a:p>
        </p:txBody>
      </p:sp>
      <p:cxnSp>
        <p:nvCxnSpPr>
          <p:cNvPr id="14" name="Straight Connector 13">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Picture 4" descr="A sign with a black object in the middle&#10;&#10;Description automatically generated">
            <a:extLst>
              <a:ext uri="{FF2B5EF4-FFF2-40B4-BE49-F238E27FC236}">
                <a16:creationId xmlns:a16="http://schemas.microsoft.com/office/drawing/2014/main" id="{F7FA904D-03E6-E2A8-2E9D-4CCA7DF6AB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5453" y="595726"/>
            <a:ext cx="5666547" cy="5666547"/>
          </a:xfrm>
          <a:prstGeom prst="rect">
            <a:avLst/>
          </a:prstGeom>
        </p:spPr>
      </p:pic>
    </p:spTree>
    <p:extLst>
      <p:ext uri="{BB962C8B-B14F-4D97-AF65-F5344CB8AC3E}">
        <p14:creationId xmlns:p14="http://schemas.microsoft.com/office/powerpoint/2010/main" val="23338067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0A9746B5-6DD7-B202-060C-D34D0CF0ADE0}"/>
              </a:ext>
            </a:extLst>
          </p:cNvPr>
          <p:cNvSpPr>
            <a:spLocks noGrp="1"/>
          </p:cNvSpPr>
          <p:nvPr>
            <p:ph type="title"/>
          </p:nvPr>
        </p:nvSpPr>
        <p:spPr>
          <a:xfrm>
            <a:off x="838200" y="448721"/>
            <a:ext cx="4707671" cy="1225650"/>
          </a:xfrm>
        </p:spPr>
        <p:txBody>
          <a:bodyPr anchor="b">
            <a:normAutofit/>
          </a:bodyPr>
          <a:lstStyle/>
          <a:p>
            <a:r>
              <a:rPr lang="en-GB" b="1" i="0" u="none" strike="noStrike" baseline="0" dirty="0">
                <a:solidFill>
                  <a:schemeClr val="bg1"/>
                </a:solidFill>
                <a:latin typeface="Times New Roman" panose="02020603050405020304" pitchFamily="18" charset="0"/>
                <a:cs typeface="Times New Roman" panose="02020603050405020304" pitchFamily="18" charset="0"/>
              </a:rPr>
              <a:t>Corrosion</a:t>
            </a:r>
            <a:endParaRPr lang="en-GB" dirty="0">
              <a:solidFill>
                <a:schemeClr val="bg1"/>
              </a:solidFill>
            </a:endParaRPr>
          </a:p>
        </p:txBody>
      </p:sp>
      <p:cxnSp>
        <p:nvCxnSpPr>
          <p:cNvPr id="12" name="Straight Connector 11">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C1BEFCD-2B85-62BA-A6CD-CB8F799C5F27}"/>
              </a:ext>
            </a:extLst>
          </p:cNvPr>
          <p:cNvSpPr>
            <a:spLocks noGrp="1"/>
          </p:cNvSpPr>
          <p:nvPr>
            <p:ph idx="1"/>
          </p:nvPr>
        </p:nvSpPr>
        <p:spPr>
          <a:xfrm>
            <a:off x="897769" y="1909192"/>
            <a:ext cx="4586513" cy="3647710"/>
          </a:xfrm>
        </p:spPr>
        <p:txBody>
          <a:bodyPr>
            <a:noAutofit/>
          </a:bodyPr>
          <a:lstStyle/>
          <a:p>
            <a:pPr algn="just"/>
            <a:r>
              <a:rPr lang="en-GB" sz="2400" b="0" i="0" u="none" strike="noStrike" baseline="0" dirty="0">
                <a:solidFill>
                  <a:schemeClr val="bg1"/>
                </a:solidFill>
                <a:latin typeface="Times New Roman" panose="02020603050405020304" pitchFamily="18" charset="0"/>
                <a:cs typeface="Times New Roman" panose="02020603050405020304" pitchFamily="18" charset="0"/>
              </a:rPr>
              <a:t>This pictogram shows corrosion of material and skin. It refers to chemicals that can cause severe skin burns and damage to the tissue once contacted with.</a:t>
            </a:r>
          </a:p>
          <a:p>
            <a:pPr algn="just"/>
            <a:r>
              <a:rPr lang="en-GB" sz="2400" b="0" i="0" dirty="0">
                <a:solidFill>
                  <a:schemeClr val="bg1"/>
                </a:solidFill>
                <a:effectLst/>
                <a:latin typeface="Times New Roman" panose="02020603050405020304" pitchFamily="18" charset="0"/>
                <a:cs typeface="Times New Roman" panose="02020603050405020304" pitchFamily="18" charset="0"/>
              </a:rPr>
              <a:t>Materials causing skin corrosion/burns or eye damage on contact, or that are corrosive to metals.</a:t>
            </a:r>
            <a:endParaRPr lang="en-GB" sz="2400" b="0" i="0" u="none" strike="noStrike" baseline="0" dirty="0">
              <a:solidFill>
                <a:schemeClr val="bg1"/>
              </a:solidFill>
              <a:latin typeface="Times New Roman" panose="02020603050405020304" pitchFamily="18" charset="0"/>
              <a:cs typeface="Times New Roman" panose="02020603050405020304" pitchFamily="18" charset="0"/>
            </a:endParaRPr>
          </a:p>
        </p:txBody>
      </p:sp>
      <p:cxnSp>
        <p:nvCxnSpPr>
          <p:cNvPr id="14" name="Straight Connector 13">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Picture 4" descr="A warning sign with a red border&#10;&#10;Description automatically generated">
            <a:extLst>
              <a:ext uri="{FF2B5EF4-FFF2-40B4-BE49-F238E27FC236}">
                <a16:creationId xmlns:a16="http://schemas.microsoft.com/office/drawing/2014/main" id="{186F2F18-63A9-CE1D-C4A3-6D92F57CB2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5453" y="595726"/>
            <a:ext cx="5666547" cy="5666547"/>
          </a:xfrm>
          <a:prstGeom prst="rect">
            <a:avLst/>
          </a:prstGeom>
        </p:spPr>
      </p:pic>
    </p:spTree>
    <p:extLst>
      <p:ext uri="{BB962C8B-B14F-4D97-AF65-F5344CB8AC3E}">
        <p14:creationId xmlns:p14="http://schemas.microsoft.com/office/powerpoint/2010/main" val="32682549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ACED44F8-A0DB-1FB5-07C4-F5587547E1DA}"/>
              </a:ext>
            </a:extLst>
          </p:cNvPr>
          <p:cNvSpPr>
            <a:spLocks noGrp="1"/>
          </p:cNvSpPr>
          <p:nvPr>
            <p:ph type="title"/>
          </p:nvPr>
        </p:nvSpPr>
        <p:spPr>
          <a:xfrm>
            <a:off x="838200" y="448721"/>
            <a:ext cx="4707671" cy="1225650"/>
          </a:xfrm>
        </p:spPr>
        <p:txBody>
          <a:bodyPr anchor="b">
            <a:normAutofit/>
          </a:bodyPr>
          <a:lstStyle/>
          <a:p>
            <a:r>
              <a:rPr lang="en-GB" sz="4000" b="1" i="0" u="none" strike="noStrike" baseline="0" dirty="0">
                <a:solidFill>
                  <a:schemeClr val="bg1"/>
                </a:solidFill>
                <a:latin typeface="Times New Roman" panose="02020603050405020304" pitchFamily="18" charset="0"/>
                <a:cs typeface="Times New Roman" panose="02020603050405020304" pitchFamily="18" charset="0"/>
              </a:rPr>
              <a:t>Explosives</a:t>
            </a:r>
            <a:endParaRPr lang="en-GB" sz="4000" dirty="0">
              <a:solidFill>
                <a:schemeClr val="bg1"/>
              </a:solidFill>
            </a:endParaRPr>
          </a:p>
        </p:txBody>
      </p:sp>
      <p:cxnSp>
        <p:nvCxnSpPr>
          <p:cNvPr id="12" name="Straight Connector 11">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24CFAD0-BFE6-4B3E-734C-BBD9533F9BC8}"/>
              </a:ext>
            </a:extLst>
          </p:cNvPr>
          <p:cNvSpPr>
            <a:spLocks noGrp="1"/>
          </p:cNvSpPr>
          <p:nvPr>
            <p:ph idx="1"/>
          </p:nvPr>
        </p:nvSpPr>
        <p:spPr>
          <a:xfrm>
            <a:off x="374755" y="1909192"/>
            <a:ext cx="5109528" cy="3647710"/>
          </a:xfrm>
        </p:spPr>
        <p:txBody>
          <a:bodyPr>
            <a:noAutofit/>
          </a:bodyPr>
          <a:lstStyle/>
          <a:p>
            <a:pPr algn="just"/>
            <a:r>
              <a:rPr lang="en-GB" b="0" i="0" u="none" strike="noStrike" baseline="0" dirty="0">
                <a:solidFill>
                  <a:schemeClr val="bg1"/>
                </a:solidFill>
                <a:latin typeface="Times New Roman" panose="02020603050405020304" pitchFamily="18" charset="0"/>
                <a:cs typeface="Times New Roman" panose="02020603050405020304" pitchFamily="18" charset="0"/>
              </a:rPr>
              <a:t>- This is symbolized by an exploding bomb and pertains to chemicals that may explode or can cause a mass explosion.</a:t>
            </a:r>
          </a:p>
          <a:p>
            <a:pPr algn="just"/>
            <a:r>
              <a:rPr lang="en-GB" b="0" i="0" dirty="0">
                <a:solidFill>
                  <a:schemeClr val="bg1"/>
                </a:solidFill>
                <a:effectLst/>
                <a:latin typeface="Roboto" panose="02000000000000000000" pitchFamily="2" charset="0"/>
              </a:rPr>
              <a:t>Explosives, including organic peroxides and highly unstable material at risk of exploding even without exposure to air (self-</a:t>
            </a:r>
            <a:r>
              <a:rPr lang="en-GB" b="0" i="0" dirty="0" err="1">
                <a:solidFill>
                  <a:schemeClr val="bg1"/>
                </a:solidFill>
                <a:effectLst/>
                <a:latin typeface="Roboto" panose="02000000000000000000" pitchFamily="2" charset="0"/>
              </a:rPr>
              <a:t>reactives</a:t>
            </a:r>
            <a:r>
              <a:rPr lang="en-GB" b="0" i="0" dirty="0">
                <a:solidFill>
                  <a:schemeClr val="bg1"/>
                </a:solidFill>
                <a:effectLst/>
                <a:latin typeface="Roboto" panose="02000000000000000000" pitchFamily="2" charset="0"/>
              </a:rPr>
              <a:t>). </a:t>
            </a:r>
            <a:endParaRPr lang="en-GB" dirty="0">
              <a:solidFill>
                <a:schemeClr val="bg1"/>
              </a:solidFill>
              <a:latin typeface="Times New Roman" panose="02020603050405020304" pitchFamily="18" charset="0"/>
              <a:cs typeface="Times New Roman" panose="02020603050405020304" pitchFamily="18" charset="0"/>
            </a:endParaRPr>
          </a:p>
          <a:p>
            <a:pPr algn="just"/>
            <a:endParaRPr lang="en-GB" dirty="0">
              <a:solidFill>
                <a:schemeClr val="bg1"/>
              </a:solidFill>
            </a:endParaRPr>
          </a:p>
        </p:txBody>
      </p:sp>
      <p:cxnSp>
        <p:nvCxnSpPr>
          <p:cNvPr id="14" name="Straight Connector 13">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Picture 4" descr="A red and black sign with black and white design&#10;&#10;Description automatically generated">
            <a:extLst>
              <a:ext uri="{FF2B5EF4-FFF2-40B4-BE49-F238E27FC236}">
                <a16:creationId xmlns:a16="http://schemas.microsoft.com/office/drawing/2014/main" id="{D9C659DC-D27A-83B8-5C81-84BE02B7A0AA}"/>
              </a:ext>
            </a:extLst>
          </p:cNvPr>
          <p:cNvPicPr>
            <a:picLocks noChangeAspect="1"/>
          </p:cNvPicPr>
          <p:nvPr/>
        </p:nvPicPr>
        <p:blipFill>
          <a:blip r:embed="rId2">
            <a:extLst>
              <a:ext uri="{28A0092B-C50C-407E-A947-70E740481C1C}">
                <a14:useLocalDpi xmlns:a14="http://schemas.microsoft.com/office/drawing/2010/main" val="0"/>
              </a:ext>
            </a:extLst>
          </a:blip>
          <a:srcRect l="8715" r="8658"/>
          <a:stretch/>
        </p:blipFill>
        <p:spPr>
          <a:xfrm>
            <a:off x="6525453" y="10"/>
            <a:ext cx="5666547" cy="6857990"/>
          </a:xfrm>
          <a:prstGeom prst="rect">
            <a:avLst/>
          </a:prstGeom>
        </p:spPr>
      </p:pic>
    </p:spTree>
    <p:extLst>
      <p:ext uri="{BB962C8B-B14F-4D97-AF65-F5344CB8AC3E}">
        <p14:creationId xmlns:p14="http://schemas.microsoft.com/office/powerpoint/2010/main" val="28209929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F45C96-1A68-3AB0-C1AA-AB1D296EF623}"/>
              </a:ext>
            </a:extLst>
          </p:cNvPr>
          <p:cNvSpPr>
            <a:spLocks noGrp="1"/>
          </p:cNvSpPr>
          <p:nvPr>
            <p:ph type="title"/>
          </p:nvPr>
        </p:nvSpPr>
        <p:spPr>
          <a:xfrm>
            <a:off x="6513788" y="365125"/>
            <a:ext cx="4840010" cy="1807305"/>
          </a:xfrm>
        </p:spPr>
        <p:txBody>
          <a:bodyPr>
            <a:normAutofit/>
          </a:bodyPr>
          <a:lstStyle/>
          <a:p>
            <a:r>
              <a:rPr lang="en-GB" b="1" i="0" u="none" strike="noStrike" baseline="0">
                <a:latin typeface="Times New Roman" panose="02020603050405020304" pitchFamily="18" charset="0"/>
              </a:rPr>
              <a:t>Oxidizers</a:t>
            </a:r>
            <a:endParaRPr lang="en-GB" dirty="0"/>
          </a:p>
        </p:txBody>
      </p:sp>
      <p:pic>
        <p:nvPicPr>
          <p:cNvPr id="5" name="Picture 4" descr="A red and black sign with flames&#10;&#10;Description automatically generated">
            <a:extLst>
              <a:ext uri="{FF2B5EF4-FFF2-40B4-BE49-F238E27FC236}">
                <a16:creationId xmlns:a16="http://schemas.microsoft.com/office/drawing/2014/main" id="{EF2C56FF-70C2-2C53-6D50-5708D1435E7D}"/>
              </a:ext>
            </a:extLst>
          </p:cNvPr>
          <p:cNvPicPr>
            <a:picLocks noChangeAspect="1"/>
          </p:cNvPicPr>
          <p:nvPr/>
        </p:nvPicPr>
        <p:blipFill>
          <a:blip r:embed="rId2">
            <a:extLst>
              <a:ext uri="{28A0092B-C50C-407E-A947-70E740481C1C}">
                <a14:useLocalDpi xmlns:a14="http://schemas.microsoft.com/office/drawing/2010/main" val="0"/>
              </a:ext>
            </a:extLst>
          </a:blip>
          <a:srcRect l="8224" r="8385" b="1"/>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5E905F31-CF65-7336-F861-9B81B5609E77}"/>
              </a:ext>
            </a:extLst>
          </p:cNvPr>
          <p:cNvSpPr>
            <a:spLocks noGrp="1"/>
          </p:cNvSpPr>
          <p:nvPr>
            <p:ph idx="1"/>
          </p:nvPr>
        </p:nvSpPr>
        <p:spPr>
          <a:xfrm>
            <a:off x="6513788" y="2333297"/>
            <a:ext cx="4840010" cy="3843666"/>
          </a:xfrm>
        </p:spPr>
        <p:txBody>
          <a:bodyPr>
            <a:normAutofit/>
          </a:bodyPr>
          <a:lstStyle/>
          <a:p>
            <a:pPr algn="just"/>
            <a:r>
              <a:rPr lang="en-GB" sz="2400" b="0" i="0" u="none" strike="noStrike" baseline="0" dirty="0">
                <a:latin typeface="Times New Roman" panose="02020603050405020304" pitchFamily="18" charset="0"/>
              </a:rPr>
              <a:t>- This pictogram shows a flame over a circle and symbolizes chemicals or substances that, under certain conditions or exposure to other chemicals or elements, can cause severe physical hazards such as fires or explosions.</a:t>
            </a:r>
          </a:p>
          <a:p>
            <a:pPr algn="just"/>
            <a:r>
              <a:rPr lang="en-GB" sz="2400" b="0" i="0" dirty="0">
                <a:effectLst/>
                <a:latin typeface="Roboto" panose="02000000000000000000" pitchFamily="2" charset="0"/>
              </a:rPr>
              <a:t>Identifies oxidizers. Oxidizers are chemicals that facilitate burning or make fires burn hotter and longer. </a:t>
            </a:r>
            <a:endParaRPr lang="en-GB" sz="2400" dirty="0"/>
          </a:p>
        </p:txBody>
      </p:sp>
    </p:spTree>
    <p:extLst>
      <p:ext uri="{BB962C8B-B14F-4D97-AF65-F5344CB8AC3E}">
        <p14:creationId xmlns:p14="http://schemas.microsoft.com/office/powerpoint/2010/main" val="5644638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6E9D46-2056-FFE1-B6A4-6757CE1F5B08}"/>
              </a:ext>
            </a:extLst>
          </p:cNvPr>
          <p:cNvSpPr>
            <a:spLocks noGrp="1"/>
          </p:cNvSpPr>
          <p:nvPr>
            <p:ph type="title"/>
          </p:nvPr>
        </p:nvSpPr>
        <p:spPr>
          <a:xfrm>
            <a:off x="6513788" y="365125"/>
            <a:ext cx="4840010" cy="1807305"/>
          </a:xfrm>
        </p:spPr>
        <p:txBody>
          <a:bodyPr>
            <a:normAutofit/>
          </a:bodyPr>
          <a:lstStyle/>
          <a:p>
            <a:r>
              <a:rPr lang="en-GB" b="1" i="0" u="none" strike="noStrike" baseline="0">
                <a:latin typeface="Times New Roman" panose="02020603050405020304" pitchFamily="18" charset="0"/>
              </a:rPr>
              <a:t>Hazardous to environment</a:t>
            </a:r>
            <a:endParaRPr lang="en-GB" dirty="0"/>
          </a:p>
        </p:txBody>
      </p:sp>
      <p:pic>
        <p:nvPicPr>
          <p:cNvPr id="5" name="Picture 4" descr="A sign with a fish and a tree&#10;&#10;Description automatically generated">
            <a:extLst>
              <a:ext uri="{FF2B5EF4-FFF2-40B4-BE49-F238E27FC236}">
                <a16:creationId xmlns:a16="http://schemas.microsoft.com/office/drawing/2014/main" id="{339A5E09-982A-617F-34EF-5EF4008B2455}"/>
              </a:ext>
            </a:extLst>
          </p:cNvPr>
          <p:cNvPicPr>
            <a:picLocks noChangeAspect="1"/>
          </p:cNvPicPr>
          <p:nvPr/>
        </p:nvPicPr>
        <p:blipFill>
          <a:blip r:embed="rId2">
            <a:extLst>
              <a:ext uri="{28A0092B-C50C-407E-A947-70E740481C1C}">
                <a14:useLocalDpi xmlns:a14="http://schemas.microsoft.com/office/drawing/2010/main" val="0"/>
              </a:ext>
            </a:extLst>
          </a:blip>
          <a:srcRect l="5388" r="5424"/>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F695DEE7-B3C9-56CD-DC7D-B635705DCE59}"/>
              </a:ext>
            </a:extLst>
          </p:cNvPr>
          <p:cNvSpPr>
            <a:spLocks noGrp="1"/>
          </p:cNvSpPr>
          <p:nvPr>
            <p:ph idx="1"/>
          </p:nvPr>
        </p:nvSpPr>
        <p:spPr>
          <a:xfrm>
            <a:off x="6513788" y="2333297"/>
            <a:ext cx="4840010" cy="3843666"/>
          </a:xfrm>
        </p:spPr>
        <p:txBody>
          <a:bodyPr>
            <a:normAutofit/>
          </a:bodyPr>
          <a:lstStyle/>
          <a:p>
            <a:pPr algn="just"/>
            <a:r>
              <a:rPr lang="en-GB" sz="2400" b="0" i="0" u="none" strike="noStrike" baseline="0" dirty="0">
                <a:latin typeface="Times New Roman" panose="02020603050405020304" pitchFamily="18" charset="0"/>
                <a:cs typeface="Times New Roman" panose="02020603050405020304" pitchFamily="18" charset="0"/>
              </a:rPr>
              <a:t>– the symbol for this is a dead tree and fish. It refers to chemicals that can cause lasting damage to the environment</a:t>
            </a:r>
          </a:p>
          <a:p>
            <a:pPr algn="just"/>
            <a:r>
              <a:rPr lang="en-GB" sz="2400" b="0" i="0" dirty="0">
                <a:effectLst/>
                <a:latin typeface="Times New Roman" panose="02020603050405020304" pitchFamily="18" charset="0"/>
                <a:cs typeface="Times New Roman" panose="02020603050405020304" pitchFamily="18" charset="0"/>
              </a:rPr>
              <a:t>Chemicals toxic to aquatic wildlife</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16551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B6A81E7-2A43-4366-8431-1FA7A780A2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red and black sign with a skull and crossbones&#10;&#10;Description automatically generated">
            <a:extLst>
              <a:ext uri="{FF2B5EF4-FFF2-40B4-BE49-F238E27FC236}">
                <a16:creationId xmlns:a16="http://schemas.microsoft.com/office/drawing/2014/main" id="{37D31F06-306A-8D5D-0781-C087B349CA3A}"/>
              </a:ext>
            </a:extLst>
          </p:cNvPr>
          <p:cNvPicPr>
            <a:picLocks noChangeAspect="1"/>
          </p:cNvPicPr>
          <p:nvPr/>
        </p:nvPicPr>
        <p:blipFill>
          <a:blip r:embed="rId2">
            <a:extLst>
              <a:ext uri="{28A0092B-C50C-407E-A947-70E740481C1C}">
                <a14:useLocalDpi xmlns:a14="http://schemas.microsoft.com/office/drawing/2010/main" val="0"/>
              </a:ext>
            </a:extLst>
          </a:blip>
          <a:srcRect l="10556" r="10559"/>
          <a:stretch/>
        </p:blipFill>
        <p:spPr>
          <a:xfrm>
            <a:off x="20" y="10"/>
            <a:ext cx="5409897" cy="6857990"/>
          </a:xfrm>
          <a:prstGeom prst="rect">
            <a:avLst/>
          </a:prstGeom>
        </p:spPr>
      </p:pic>
      <p:sp>
        <p:nvSpPr>
          <p:cNvPr id="12" name="Rectangle 11">
            <a:extLst>
              <a:ext uri="{FF2B5EF4-FFF2-40B4-BE49-F238E27FC236}">
                <a16:creationId xmlns:a16="http://schemas.microsoft.com/office/drawing/2014/main" id="{D09B7001-6C15-47E8-8C3B-A6EB53C98D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200" y="1"/>
            <a:ext cx="6781801" cy="685799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D3D7337-C310-4B2B-BE2D-98E9D6EC0D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565" y="685800"/>
            <a:ext cx="5409636"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A0B802-8447-8989-735A-F8344B2D78BF}"/>
              </a:ext>
            </a:extLst>
          </p:cNvPr>
          <p:cNvSpPr>
            <a:spLocks noGrp="1"/>
          </p:cNvSpPr>
          <p:nvPr>
            <p:ph type="title"/>
          </p:nvPr>
        </p:nvSpPr>
        <p:spPr>
          <a:xfrm>
            <a:off x="6746000" y="1253266"/>
            <a:ext cx="4110197" cy="907199"/>
          </a:xfrm>
        </p:spPr>
        <p:txBody>
          <a:bodyPr anchor="b">
            <a:normAutofit/>
          </a:bodyPr>
          <a:lstStyle/>
          <a:p>
            <a:pPr algn="ctr"/>
            <a:r>
              <a:rPr lang="en-GB" sz="3200" b="1" i="0" u="none" strike="noStrike" baseline="0">
                <a:solidFill>
                  <a:schemeClr val="tx1">
                    <a:lumMod val="65000"/>
                    <a:lumOff val="35000"/>
                  </a:schemeClr>
                </a:solidFill>
                <a:latin typeface="Times New Roman" panose="02020603050405020304" pitchFamily="18" charset="0"/>
              </a:rPr>
              <a:t>Toxic</a:t>
            </a:r>
            <a:endParaRPr lang="en-GB" sz="3200">
              <a:solidFill>
                <a:schemeClr val="tx1">
                  <a:lumMod val="65000"/>
                  <a:lumOff val="35000"/>
                </a:schemeClr>
              </a:solidFill>
            </a:endParaRPr>
          </a:p>
        </p:txBody>
      </p:sp>
      <p:sp>
        <p:nvSpPr>
          <p:cNvPr id="3" name="Content Placeholder 2">
            <a:extLst>
              <a:ext uri="{FF2B5EF4-FFF2-40B4-BE49-F238E27FC236}">
                <a16:creationId xmlns:a16="http://schemas.microsoft.com/office/drawing/2014/main" id="{E6F2BBD6-B69E-7166-FBC8-EC4B7FB2D462}"/>
              </a:ext>
            </a:extLst>
          </p:cNvPr>
          <p:cNvSpPr>
            <a:spLocks noGrp="1"/>
          </p:cNvSpPr>
          <p:nvPr>
            <p:ph idx="1"/>
          </p:nvPr>
        </p:nvSpPr>
        <p:spPr>
          <a:xfrm>
            <a:off x="6420716" y="2160465"/>
            <a:ext cx="4760763" cy="3075480"/>
          </a:xfrm>
        </p:spPr>
        <p:txBody>
          <a:bodyPr anchor="t">
            <a:noAutofit/>
          </a:bodyPr>
          <a:lstStyle/>
          <a:p>
            <a:pPr algn="just"/>
            <a:r>
              <a:rPr lang="en-GB" sz="2400" b="0" i="0" u="none" strike="noStrike" baseline="0" dirty="0">
                <a:solidFill>
                  <a:schemeClr val="tx1">
                    <a:lumMod val="65000"/>
                    <a:lumOff val="35000"/>
                  </a:schemeClr>
                </a:solidFill>
                <a:latin typeface="Times New Roman" panose="02020603050405020304" pitchFamily="18" charset="0"/>
                <a:cs typeface="Times New Roman" panose="02020603050405020304" pitchFamily="18" charset="0"/>
              </a:rPr>
              <a:t>- This pictogram shows a skull and crossbones, and symbolizes chemicals that even at a very low exposure-can cause irreversible changes or mutations to a person's DNA, damage to health, or even fatality.</a:t>
            </a:r>
          </a:p>
          <a:p>
            <a:pPr algn="just"/>
            <a:r>
              <a:rPr lang="en-GB" sz="2400" b="0" i="0" dirty="0">
                <a:solidFill>
                  <a:schemeClr val="tx1">
                    <a:lumMod val="65000"/>
                    <a:lumOff val="35000"/>
                  </a:schemeClr>
                </a:solidFill>
                <a:effectLst/>
                <a:latin typeface="Times New Roman" panose="02020603050405020304" pitchFamily="18" charset="0"/>
                <a:cs typeface="Times New Roman" panose="02020603050405020304" pitchFamily="18" charset="0"/>
              </a:rPr>
              <a:t>Substances, such as poisons and highly concentrated acids, which have an immediate and severe toxic effect (acute toxicity).  </a:t>
            </a:r>
            <a:endParaRPr lang="en-GB" sz="2400"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437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A182C109-9E4C-3C96-8794-9411573CBD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622"/>
            <a:ext cx="12192000" cy="6894986"/>
            <a:chOff x="0" y="-7622"/>
            <a:chExt cx="12192000" cy="6894986"/>
          </a:xfrm>
        </p:grpSpPr>
        <p:sp>
          <p:nvSpPr>
            <p:cNvPr id="11" name="Rectangle 10">
              <a:extLst>
                <a:ext uri="{FF2B5EF4-FFF2-40B4-BE49-F238E27FC236}">
                  <a16:creationId xmlns:a16="http://schemas.microsoft.com/office/drawing/2014/main" id="{1C864660-C52B-BC40-9AE0-D900B4B67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FD81F2E-754B-ACB7-ECD1-E1DADAD079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B2A2591-0296-4CF4-E75F-51D7CB8EC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78A07A2-FD92-5AD1-01EE-9D7AEAB887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9127281" y="7060"/>
              <a:ext cx="3064320" cy="6872683"/>
            </a:xfrm>
            <a:prstGeom prst="rect">
              <a:avLst/>
            </a:prstGeom>
            <a:gradFill flip="none" rotWithShape="1">
              <a:gsLst>
                <a:gs pos="0">
                  <a:schemeClr val="accent2">
                    <a:alpha val="58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pic>
        <p:nvPicPr>
          <p:cNvPr id="5" name="Content Placeholder 4" descr="A person in a white suit holding a yellow sign&#10;&#10;Description automatically generated">
            <a:extLst>
              <a:ext uri="{FF2B5EF4-FFF2-40B4-BE49-F238E27FC236}">
                <a16:creationId xmlns:a16="http://schemas.microsoft.com/office/drawing/2014/main" id="{0D213CF0-E1B8-2D37-E113-06661887F7A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3521"/>
          <a:stretch/>
        </p:blipFill>
        <p:spPr>
          <a:xfrm>
            <a:off x="567526" y="559901"/>
            <a:ext cx="11056947" cy="5730212"/>
          </a:xfrm>
          <a:prstGeom prst="rect">
            <a:avLst/>
          </a:prstGeom>
        </p:spPr>
      </p:pic>
    </p:spTree>
    <p:extLst>
      <p:ext uri="{BB962C8B-B14F-4D97-AF65-F5344CB8AC3E}">
        <p14:creationId xmlns:p14="http://schemas.microsoft.com/office/powerpoint/2010/main" val="15024594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room with blue barrels and yellow warning tape&#10;&#10;Description automatically generated">
            <a:extLst>
              <a:ext uri="{FF2B5EF4-FFF2-40B4-BE49-F238E27FC236}">
                <a16:creationId xmlns:a16="http://schemas.microsoft.com/office/drawing/2014/main" id="{3782035D-044F-B00B-6151-606179A4E34A}"/>
              </a:ext>
            </a:extLst>
          </p:cNvPr>
          <p:cNvPicPr>
            <a:picLocks noChangeAspect="1"/>
          </p:cNvPicPr>
          <p:nvPr/>
        </p:nvPicPr>
        <p:blipFill>
          <a:blip r:embed="rId2">
            <a:extLst>
              <a:ext uri="{28A0092B-C50C-407E-A947-70E740481C1C}">
                <a14:useLocalDpi xmlns:a14="http://schemas.microsoft.com/office/drawing/2010/main" val="0"/>
              </a:ext>
            </a:extLst>
          </a:blip>
          <a:srcRect l="7338" r="11941" b="1"/>
          <a:stretch/>
        </p:blipFill>
        <p:spPr>
          <a:xfrm>
            <a:off x="2522358" y="10"/>
            <a:ext cx="9669642" cy="6857990"/>
          </a:xfrm>
          <a:prstGeom prst="rect">
            <a:avLst/>
          </a:prstGeom>
        </p:spPr>
      </p:pic>
      <p:sp>
        <p:nvSpPr>
          <p:cNvPr id="12" name="Rectangle 11">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D648B0-2A52-1DB0-22E3-4398D6CF8A7C}"/>
              </a:ext>
            </a:extLst>
          </p:cNvPr>
          <p:cNvSpPr>
            <a:spLocks noGrp="1"/>
          </p:cNvSpPr>
          <p:nvPr>
            <p:ph type="ctrTitle"/>
          </p:nvPr>
        </p:nvSpPr>
        <p:spPr>
          <a:xfrm>
            <a:off x="535665" y="-500737"/>
            <a:ext cx="3973385" cy="3692028"/>
          </a:xfrm>
          <a:noFill/>
        </p:spPr>
        <p:txBody>
          <a:bodyPr>
            <a:normAutofit/>
          </a:bodyPr>
          <a:lstStyle/>
          <a:p>
            <a:pPr algn="l"/>
            <a:r>
              <a:rPr lang="en-GB" sz="5200" b="1" i="0" u="none" strike="noStrike" baseline="0" dirty="0">
                <a:latin typeface="Times New Roman" panose="02020603050405020304" pitchFamily="18" charset="0"/>
              </a:rPr>
              <a:t>Controlling Chemical Hazards</a:t>
            </a:r>
            <a:endParaRPr lang="en-GB" sz="5200" dirty="0"/>
          </a:p>
        </p:txBody>
      </p:sp>
      <p:sp>
        <p:nvSpPr>
          <p:cNvPr id="3" name="Subtitle 2">
            <a:extLst>
              <a:ext uri="{FF2B5EF4-FFF2-40B4-BE49-F238E27FC236}">
                <a16:creationId xmlns:a16="http://schemas.microsoft.com/office/drawing/2014/main" id="{660E28F4-B036-F329-8DD9-4D02ADD99347}"/>
              </a:ext>
            </a:extLst>
          </p:cNvPr>
          <p:cNvSpPr>
            <a:spLocks noGrp="1"/>
          </p:cNvSpPr>
          <p:nvPr>
            <p:ph type="subTitle" idx="1"/>
          </p:nvPr>
        </p:nvSpPr>
        <p:spPr>
          <a:xfrm>
            <a:off x="535664" y="3666710"/>
            <a:ext cx="3973386" cy="1485319"/>
          </a:xfrm>
          <a:noFill/>
        </p:spPr>
        <p:txBody>
          <a:bodyPr>
            <a:normAutofit/>
          </a:bodyPr>
          <a:lstStyle/>
          <a:p>
            <a:pPr algn="just"/>
            <a:r>
              <a:rPr lang="en-GB" sz="2000" b="1" i="0" u="none" strike="noStrike" baseline="0" dirty="0">
                <a:highlight>
                  <a:srgbClr val="FFFF00"/>
                </a:highlight>
                <a:latin typeface="Times New Roman" panose="02020603050405020304" pitchFamily="18" charset="0"/>
              </a:rPr>
              <a:t>Once the hazards involved in the handling and use of chemicals are identified, the next stage is to put control measures in place</a:t>
            </a:r>
            <a:endParaRPr lang="en-GB" sz="2000" b="1" dirty="0">
              <a:highlight>
                <a:srgbClr val="FFFF00"/>
              </a:highlight>
            </a:endParaRPr>
          </a:p>
        </p:txBody>
      </p:sp>
    </p:spTree>
    <p:extLst>
      <p:ext uri="{BB962C8B-B14F-4D97-AF65-F5344CB8AC3E}">
        <p14:creationId xmlns:p14="http://schemas.microsoft.com/office/powerpoint/2010/main" val="28612289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72E83-F9E3-03CE-DB30-C869F3807506}"/>
              </a:ext>
            </a:extLst>
          </p:cNvPr>
          <p:cNvSpPr>
            <a:spLocks noGrp="1"/>
          </p:cNvSpPr>
          <p:nvPr>
            <p:ph type="title"/>
          </p:nvPr>
        </p:nvSpPr>
        <p:spPr/>
        <p:txBody>
          <a:bodyPr/>
          <a:lstStyle/>
          <a:p>
            <a:endParaRPr lang="en-GB"/>
          </a:p>
        </p:txBody>
      </p:sp>
      <p:graphicFrame>
        <p:nvGraphicFramePr>
          <p:cNvPr id="5" name="Content Placeholder 2">
            <a:extLst>
              <a:ext uri="{FF2B5EF4-FFF2-40B4-BE49-F238E27FC236}">
                <a16:creationId xmlns:a16="http://schemas.microsoft.com/office/drawing/2014/main" id="{5FC82F6C-4410-C03F-1C73-543E5A6531E0}"/>
              </a:ext>
            </a:extLst>
          </p:cNvPr>
          <p:cNvGraphicFramePr>
            <a:graphicFrameLocks noGrp="1"/>
          </p:cNvGraphicFramePr>
          <p:nvPr>
            <p:ph idx="1"/>
            <p:extLst>
              <p:ext uri="{D42A27DB-BD31-4B8C-83A1-F6EECF244321}">
                <p14:modId xmlns:p14="http://schemas.microsoft.com/office/powerpoint/2010/main" val="161287734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025091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507B064-D261-C7E8-F6CD-E8684DE955EF}"/>
              </a:ext>
            </a:extLst>
          </p:cNvPr>
          <p:cNvSpPr>
            <a:spLocks noGrp="1"/>
          </p:cNvSpPr>
          <p:nvPr>
            <p:ph type="title"/>
          </p:nvPr>
        </p:nvSpPr>
        <p:spPr>
          <a:xfrm>
            <a:off x="838200" y="1336390"/>
            <a:ext cx="6155988" cy="1182927"/>
          </a:xfrm>
        </p:spPr>
        <p:txBody>
          <a:bodyPr anchor="b">
            <a:normAutofit/>
          </a:bodyPr>
          <a:lstStyle/>
          <a:p>
            <a:r>
              <a:rPr lang="en-GB" sz="3900"/>
              <a:t>1. </a:t>
            </a:r>
            <a:r>
              <a:rPr lang="en-GB" sz="3900" b="1" i="0" u="none" strike="noStrike" baseline="0">
                <a:latin typeface="Times New Roman" panose="02020603050405020304" pitchFamily="18" charset="0"/>
              </a:rPr>
              <a:t>Elimination</a:t>
            </a:r>
            <a:br>
              <a:rPr lang="en-GB" sz="3900" b="1" i="0" u="none" strike="noStrike" baseline="0">
                <a:latin typeface="Times New Roman" panose="02020603050405020304" pitchFamily="18" charset="0"/>
              </a:rPr>
            </a:br>
            <a:endParaRPr lang="en-GB" sz="3900"/>
          </a:p>
        </p:txBody>
      </p:sp>
      <p:cxnSp>
        <p:nvCxnSpPr>
          <p:cNvPr id="19" name="Straight Connector 18">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60B4D64-748C-B00B-DA3D-D5D0D4A6401B}"/>
              </a:ext>
            </a:extLst>
          </p:cNvPr>
          <p:cNvSpPr>
            <a:spLocks noGrp="1"/>
          </p:cNvSpPr>
          <p:nvPr>
            <p:ph idx="1"/>
          </p:nvPr>
        </p:nvSpPr>
        <p:spPr>
          <a:xfrm>
            <a:off x="518240" y="1899284"/>
            <a:ext cx="7246443" cy="3344459"/>
          </a:xfrm>
        </p:spPr>
        <p:txBody>
          <a:bodyPr anchor="t">
            <a:noAutofit/>
          </a:bodyPr>
          <a:lstStyle/>
          <a:p>
            <a:pPr algn="just"/>
            <a:r>
              <a:rPr lang="en-GB" sz="2400" b="0" i="0" u="none" strike="noStrike" baseline="0" dirty="0">
                <a:solidFill>
                  <a:schemeClr val="tx1">
                    <a:alpha val="80000"/>
                  </a:schemeClr>
                </a:solidFill>
                <a:latin typeface="Times New Roman" panose="02020603050405020304" pitchFamily="18" charset="0"/>
              </a:rPr>
              <a:t>The risk control measure that has the greatest level of effectiveness is elimination. </a:t>
            </a:r>
          </a:p>
          <a:p>
            <a:pPr algn="just"/>
            <a:r>
              <a:rPr lang="en-GB" sz="2400" b="0" i="0" u="none" strike="noStrike" baseline="0" dirty="0">
                <a:solidFill>
                  <a:schemeClr val="tx1">
                    <a:alpha val="80000"/>
                  </a:schemeClr>
                </a:solidFill>
                <a:latin typeface="Times New Roman" panose="02020603050405020304" pitchFamily="18" charset="0"/>
              </a:rPr>
              <a:t>Before any other control measures are considered, elimination must be applied first.</a:t>
            </a:r>
          </a:p>
          <a:p>
            <a:pPr algn="just"/>
            <a:r>
              <a:rPr lang="en-GB" sz="2400" b="0" i="0" u="none" strike="noStrike" baseline="0" dirty="0">
                <a:solidFill>
                  <a:schemeClr val="tx1">
                    <a:alpha val="80000"/>
                  </a:schemeClr>
                </a:solidFill>
                <a:latin typeface="Times New Roman" panose="02020603050405020304" pitchFamily="18" charset="0"/>
              </a:rPr>
              <a:t> Elimination is the method of totally removing a hazard or hazardous practice from the workplace.</a:t>
            </a:r>
          </a:p>
          <a:p>
            <a:pPr algn="just"/>
            <a:r>
              <a:rPr lang="en-GB" sz="2400" b="0" i="0" u="none" strike="noStrike" baseline="0" dirty="0">
                <a:solidFill>
                  <a:schemeClr val="tx1">
                    <a:alpha val="80000"/>
                  </a:schemeClr>
                </a:solidFill>
                <a:latin typeface="Times New Roman" panose="02020603050405020304" pitchFamily="18" charset="0"/>
              </a:rPr>
              <a:t>Some examples of eliminating the use of a hazardous chemical in the workplace include:</a:t>
            </a:r>
          </a:p>
          <a:p>
            <a:pPr algn="just"/>
            <a:r>
              <a:rPr lang="en-GB" sz="2400" b="1" i="0" u="none" strike="noStrike" baseline="0" dirty="0">
                <a:solidFill>
                  <a:schemeClr val="bg1">
                    <a:alpha val="80000"/>
                  </a:schemeClr>
                </a:solidFill>
                <a:highlight>
                  <a:srgbClr val="000080"/>
                </a:highlight>
                <a:latin typeface="Symbol" panose="05050102010706020507" pitchFamily="18" charset="2"/>
              </a:rPr>
              <a:t> </a:t>
            </a:r>
            <a:r>
              <a:rPr lang="en-GB" sz="2400" b="1" i="0" u="none" strike="noStrike" baseline="0" dirty="0">
                <a:solidFill>
                  <a:schemeClr val="bg1">
                    <a:alpha val="80000"/>
                  </a:schemeClr>
                </a:solidFill>
                <a:highlight>
                  <a:srgbClr val="000080"/>
                </a:highlight>
                <a:latin typeface="Times New Roman" panose="02020603050405020304" pitchFamily="18" charset="0"/>
              </a:rPr>
              <a:t>Eliminating the use of chemical adhesives by using fasteners such as screws or nails.</a:t>
            </a:r>
          </a:p>
          <a:p>
            <a:pPr algn="just"/>
            <a:r>
              <a:rPr lang="en-GB" sz="2400" b="1" i="0" u="none" strike="noStrike" baseline="0" dirty="0">
                <a:solidFill>
                  <a:schemeClr val="bg1">
                    <a:alpha val="80000"/>
                  </a:schemeClr>
                </a:solidFill>
                <a:highlight>
                  <a:srgbClr val="000080"/>
                </a:highlight>
                <a:latin typeface="Symbol" panose="05050102010706020507" pitchFamily="18" charset="2"/>
              </a:rPr>
              <a:t> </a:t>
            </a:r>
            <a:r>
              <a:rPr lang="en-GB" sz="2400" b="1" i="0" u="none" strike="noStrike" baseline="0" dirty="0">
                <a:solidFill>
                  <a:schemeClr val="bg1">
                    <a:alpha val="80000"/>
                  </a:schemeClr>
                </a:solidFill>
                <a:highlight>
                  <a:srgbClr val="000080"/>
                </a:highlight>
                <a:latin typeface="Times New Roman" panose="02020603050405020304" pitchFamily="18" charset="0"/>
              </a:rPr>
              <a:t>Eliminating the use of flammable forklift gas by using electric power forklifts instead of LPG powered forklifts</a:t>
            </a:r>
            <a:endParaRPr lang="en-GB" sz="2400" b="1" dirty="0">
              <a:solidFill>
                <a:schemeClr val="bg1">
                  <a:alpha val="80000"/>
                </a:schemeClr>
              </a:solidFill>
              <a:highlight>
                <a:srgbClr val="000080"/>
              </a:highlight>
            </a:endParaRPr>
          </a:p>
        </p:txBody>
      </p:sp>
      <p:pic>
        <p:nvPicPr>
          <p:cNvPr id="7" name="Graphic 6" descr="Warning with solid fill">
            <a:extLst>
              <a:ext uri="{FF2B5EF4-FFF2-40B4-BE49-F238E27FC236}">
                <a16:creationId xmlns:a16="http://schemas.microsoft.com/office/drawing/2014/main" id="{89F4C008-0B36-F1E2-4E0B-9AE41D1AB70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72653" y="1980885"/>
            <a:ext cx="3548404" cy="3548404"/>
          </a:xfrm>
          <a:prstGeom prst="rect">
            <a:avLst/>
          </a:prstGeom>
        </p:spPr>
      </p:pic>
      <p:sp>
        <p:nvSpPr>
          <p:cNvPr id="21"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endParaRPr lang="en-US"/>
          </a:p>
        </p:txBody>
      </p:sp>
      <p:sp>
        <p:nvSpPr>
          <p:cNvPr id="23"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endParaRPr lang="en-US"/>
          </a:p>
        </p:txBody>
      </p:sp>
    </p:spTree>
    <p:extLst>
      <p:ext uri="{BB962C8B-B14F-4D97-AF65-F5344CB8AC3E}">
        <p14:creationId xmlns:p14="http://schemas.microsoft.com/office/powerpoint/2010/main" val="32590668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DCEA156-45E6-A3D2-65AF-3EF763503B62}"/>
              </a:ext>
            </a:extLst>
          </p:cNvPr>
          <p:cNvSpPr>
            <a:spLocks noGrp="1"/>
          </p:cNvSpPr>
          <p:nvPr>
            <p:ph type="title"/>
          </p:nvPr>
        </p:nvSpPr>
        <p:spPr>
          <a:xfrm>
            <a:off x="838200" y="1336390"/>
            <a:ext cx="6155988" cy="1182927"/>
          </a:xfrm>
        </p:spPr>
        <p:txBody>
          <a:bodyPr anchor="b">
            <a:normAutofit/>
          </a:bodyPr>
          <a:lstStyle/>
          <a:p>
            <a:r>
              <a:rPr lang="en-GB" sz="3900"/>
              <a:t>2. </a:t>
            </a:r>
            <a:r>
              <a:rPr lang="en-GB" sz="3900" b="1" i="0" u="none" strike="noStrike" baseline="0">
                <a:latin typeface="Times New Roman" panose="02020603050405020304" pitchFamily="18" charset="0"/>
              </a:rPr>
              <a:t>Substitution</a:t>
            </a:r>
            <a:br>
              <a:rPr lang="en-GB" sz="3900" b="1" i="0" u="none" strike="noStrike" baseline="0">
                <a:latin typeface="Times New Roman" panose="02020603050405020304" pitchFamily="18" charset="0"/>
              </a:rPr>
            </a:br>
            <a:endParaRPr lang="en-GB" sz="3900"/>
          </a:p>
        </p:txBody>
      </p:sp>
      <p:cxnSp>
        <p:nvCxnSpPr>
          <p:cNvPr id="12" name="Straight Connector 11">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52006F6-AB19-E5CF-F05B-5C2F2CFF9E80}"/>
              </a:ext>
            </a:extLst>
          </p:cNvPr>
          <p:cNvSpPr>
            <a:spLocks noGrp="1"/>
          </p:cNvSpPr>
          <p:nvPr>
            <p:ph idx="1"/>
          </p:nvPr>
        </p:nvSpPr>
        <p:spPr>
          <a:xfrm>
            <a:off x="518241" y="2160006"/>
            <a:ext cx="7054412" cy="3344459"/>
          </a:xfrm>
        </p:spPr>
        <p:txBody>
          <a:bodyPr anchor="t">
            <a:noAutofit/>
          </a:bodyPr>
          <a:lstStyle/>
          <a:p>
            <a:pPr algn="just"/>
            <a:r>
              <a:rPr lang="en-GB" sz="2400" b="0" i="0" u="none" strike="noStrike" baseline="0" dirty="0">
                <a:solidFill>
                  <a:schemeClr val="tx1">
                    <a:alpha val="80000"/>
                  </a:schemeClr>
                </a:solidFill>
                <a:latin typeface="Times New Roman" panose="02020603050405020304" pitchFamily="18" charset="0"/>
              </a:rPr>
              <a:t>If we can't successfully eliminate the use of a hazardous chemical in our business, we must then try to substitute it.</a:t>
            </a:r>
          </a:p>
          <a:p>
            <a:pPr algn="just"/>
            <a:r>
              <a:rPr lang="en-GB" sz="2400" b="0" i="0" u="none" strike="noStrike" baseline="0" dirty="0">
                <a:solidFill>
                  <a:schemeClr val="tx1">
                    <a:alpha val="80000"/>
                  </a:schemeClr>
                </a:solidFill>
                <a:latin typeface="Times New Roman" panose="02020603050405020304" pitchFamily="18" charset="0"/>
              </a:rPr>
              <a:t> Substitution is when we replace the use of a hazardous chemical with another chemical that is less hazardous and presents a lower level of risk.</a:t>
            </a:r>
          </a:p>
          <a:p>
            <a:pPr algn="just"/>
            <a:r>
              <a:rPr lang="en-GB" sz="2400" b="0" i="0" u="none" strike="noStrike" baseline="0" dirty="0">
                <a:solidFill>
                  <a:schemeClr val="tx1">
                    <a:alpha val="80000"/>
                  </a:schemeClr>
                </a:solidFill>
                <a:latin typeface="Times New Roman" panose="02020603050405020304" pitchFamily="18" charset="0"/>
              </a:rPr>
              <a:t>Sometimes, substitution can be hard to achieve because the dangerous properties of hazardous chemicals are often what makes them very effective in manufacturing and chemical processes</a:t>
            </a:r>
            <a:endParaRPr lang="en-GB" sz="2400" dirty="0">
              <a:solidFill>
                <a:schemeClr val="tx1">
                  <a:alpha val="80000"/>
                </a:schemeClr>
              </a:solidFill>
            </a:endParaRPr>
          </a:p>
        </p:txBody>
      </p:sp>
      <p:pic>
        <p:nvPicPr>
          <p:cNvPr id="5" name="Graphic 4" descr="Face with mask with solid fill">
            <a:extLst>
              <a:ext uri="{FF2B5EF4-FFF2-40B4-BE49-F238E27FC236}">
                <a16:creationId xmlns:a16="http://schemas.microsoft.com/office/drawing/2014/main" id="{03C4D510-3698-94D9-9EEF-7281E7C8760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72653" y="1980885"/>
            <a:ext cx="3548404" cy="3548404"/>
          </a:xfrm>
          <a:prstGeom prst="rect">
            <a:avLst/>
          </a:prstGeom>
        </p:spPr>
      </p:pic>
      <p:sp>
        <p:nvSpPr>
          <p:cNvPr id="14"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endParaRPr lang="en-US"/>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endParaRPr lang="en-US"/>
          </a:p>
        </p:txBody>
      </p:sp>
    </p:spTree>
    <p:extLst>
      <p:ext uri="{BB962C8B-B14F-4D97-AF65-F5344CB8AC3E}">
        <p14:creationId xmlns:p14="http://schemas.microsoft.com/office/powerpoint/2010/main" val="28915762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9E881A4-A468-403A-9941-F8FFD5C681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descr="No sign with solid fill">
            <a:extLst>
              <a:ext uri="{FF2B5EF4-FFF2-40B4-BE49-F238E27FC236}">
                <a16:creationId xmlns:a16="http://schemas.microsoft.com/office/drawing/2014/main" id="{89464282-9E12-5320-9E36-3555B108F0C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71443" y="1919377"/>
            <a:ext cx="3019248" cy="3019248"/>
          </a:xfrm>
          <a:prstGeom prst="rect">
            <a:avLst/>
          </a:prstGeom>
        </p:spPr>
      </p:pic>
      <p:sp>
        <p:nvSpPr>
          <p:cNvPr id="19" name="Rectangle 18">
            <a:extLst>
              <a:ext uri="{FF2B5EF4-FFF2-40B4-BE49-F238E27FC236}">
                <a16:creationId xmlns:a16="http://schemas.microsoft.com/office/drawing/2014/main" id="{6F168544-607B-491A-8601-3087D0FCE1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8703" y="1"/>
            <a:ext cx="7423298"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schemeClr>
              </a:solidFill>
            </a:endParaRPr>
          </a:p>
        </p:txBody>
      </p:sp>
      <p:sp>
        <p:nvSpPr>
          <p:cNvPr id="2" name="Title 1">
            <a:extLst>
              <a:ext uri="{FF2B5EF4-FFF2-40B4-BE49-F238E27FC236}">
                <a16:creationId xmlns:a16="http://schemas.microsoft.com/office/drawing/2014/main" id="{69BA7B72-EB41-9FF1-3DBB-0B9B24034E79}"/>
              </a:ext>
            </a:extLst>
          </p:cNvPr>
          <p:cNvSpPr>
            <a:spLocks noGrp="1"/>
          </p:cNvSpPr>
          <p:nvPr>
            <p:ph type="title"/>
          </p:nvPr>
        </p:nvSpPr>
        <p:spPr>
          <a:xfrm>
            <a:off x="-244418" y="220383"/>
            <a:ext cx="5667269" cy="1289024"/>
          </a:xfrm>
        </p:spPr>
        <p:txBody>
          <a:bodyPr anchor="b">
            <a:normAutofit/>
          </a:bodyPr>
          <a:lstStyle/>
          <a:p>
            <a:pPr algn="ctr"/>
            <a:r>
              <a:rPr lang="en-GB" sz="3200" dirty="0">
                <a:solidFill>
                  <a:srgbClr val="595959"/>
                </a:solidFill>
              </a:rPr>
              <a:t>3. </a:t>
            </a:r>
            <a:r>
              <a:rPr lang="en-GB" sz="3200" b="1" i="0" u="none" strike="noStrike" baseline="0" dirty="0">
                <a:solidFill>
                  <a:srgbClr val="595959"/>
                </a:solidFill>
                <a:latin typeface="Times New Roman" panose="02020603050405020304" pitchFamily="18" charset="0"/>
              </a:rPr>
              <a:t>Isolation</a:t>
            </a:r>
            <a:br>
              <a:rPr lang="en-GB" sz="3200" b="1" i="0" u="none" strike="noStrike" baseline="0" dirty="0">
                <a:solidFill>
                  <a:srgbClr val="595959"/>
                </a:solidFill>
                <a:latin typeface="Times New Roman" panose="02020603050405020304" pitchFamily="18" charset="0"/>
              </a:rPr>
            </a:br>
            <a:endParaRPr lang="en-GB" sz="3200" dirty="0">
              <a:solidFill>
                <a:srgbClr val="595959"/>
              </a:solidFill>
            </a:endParaRPr>
          </a:p>
        </p:txBody>
      </p:sp>
      <p:sp>
        <p:nvSpPr>
          <p:cNvPr id="3" name="Content Placeholder 2">
            <a:extLst>
              <a:ext uri="{FF2B5EF4-FFF2-40B4-BE49-F238E27FC236}">
                <a16:creationId xmlns:a16="http://schemas.microsoft.com/office/drawing/2014/main" id="{DC903F86-3C04-93B8-64E2-34F9706343BB}"/>
              </a:ext>
            </a:extLst>
          </p:cNvPr>
          <p:cNvSpPr>
            <a:spLocks noGrp="1"/>
          </p:cNvSpPr>
          <p:nvPr>
            <p:ph idx="1"/>
          </p:nvPr>
        </p:nvSpPr>
        <p:spPr>
          <a:xfrm>
            <a:off x="4742147" y="220382"/>
            <a:ext cx="7423298" cy="3539220"/>
          </a:xfrm>
        </p:spPr>
        <p:txBody>
          <a:bodyPr anchor="t">
            <a:noAutofit/>
          </a:bodyPr>
          <a:lstStyle/>
          <a:p>
            <a:pPr algn="just"/>
            <a:r>
              <a:rPr lang="en-GB" sz="2000" b="0" i="0" u="none" strike="noStrike" baseline="0" dirty="0">
                <a:solidFill>
                  <a:srgbClr val="595959"/>
                </a:solidFill>
                <a:latin typeface="Times New Roman" panose="02020603050405020304" pitchFamily="18" charset="0"/>
              </a:rPr>
              <a:t>If it's not possible to substitute the use of a hazardous chemical with another chemical that is less hazardous, we must then isolate the hazardous chemical from people and other incompatible substances.</a:t>
            </a:r>
          </a:p>
          <a:p>
            <a:pPr algn="just"/>
            <a:r>
              <a:rPr lang="en-GB" sz="2000" b="0" i="0" u="none" strike="noStrike" baseline="0" dirty="0">
                <a:solidFill>
                  <a:srgbClr val="595959"/>
                </a:solidFill>
                <a:latin typeface="Times New Roman" panose="02020603050405020304" pitchFamily="18" charset="0"/>
              </a:rPr>
              <a:t>This can be done in a number of ways, for example:</a:t>
            </a:r>
          </a:p>
          <a:p>
            <a:pPr algn="just"/>
            <a:r>
              <a:rPr lang="en-GB" sz="2000" b="0" i="0" u="none" strike="noStrike" baseline="0" dirty="0">
                <a:solidFill>
                  <a:srgbClr val="595959"/>
                </a:solidFill>
                <a:latin typeface="Times New Roman" panose="02020603050405020304" pitchFamily="18" charset="0"/>
              </a:rPr>
              <a:t> If one part of a manufacturing process involves the use of a hazardous chemical, we could build a ventilated enclosure over this part of the manufacturing process.</a:t>
            </a:r>
          </a:p>
          <a:p>
            <a:pPr algn="just"/>
            <a:r>
              <a:rPr lang="en-GB" sz="2000" b="0" i="0" u="none" strike="noStrike" baseline="0" dirty="0">
                <a:solidFill>
                  <a:srgbClr val="595959"/>
                </a:solidFill>
                <a:latin typeface="Times New Roman" panose="02020603050405020304" pitchFamily="18" charset="0"/>
              </a:rPr>
              <a:t> This enclosure would stop the airborne contaminants from this area moving into other areas of the manufacturing facility where people are present.</a:t>
            </a:r>
          </a:p>
          <a:p>
            <a:pPr algn="just"/>
            <a:r>
              <a:rPr lang="en-GB" sz="2000" b="0" i="0" u="none" strike="noStrike" baseline="0" dirty="0">
                <a:solidFill>
                  <a:srgbClr val="595959"/>
                </a:solidFill>
                <a:latin typeface="Times New Roman" panose="02020603050405020304" pitchFamily="18" charset="0"/>
              </a:rPr>
              <a:t> The airborne contaminants that are generated inside this enclosure should be vented to the outside atmosphere in a safe location where people don't congregate.</a:t>
            </a:r>
          </a:p>
          <a:p>
            <a:pPr algn="just"/>
            <a:r>
              <a:rPr lang="en-GB" sz="2000" b="0" i="0" u="none" strike="noStrike" baseline="0" dirty="0">
                <a:solidFill>
                  <a:srgbClr val="595959"/>
                </a:solidFill>
                <a:latin typeface="Times New Roman" panose="02020603050405020304" pitchFamily="18" charset="0"/>
              </a:rPr>
              <a:t>If large quantities of hazardous chemicals are stored in the workplace, we could isolate these hazardous chemicals from people by storing them outdoors in a compliant chemical storage container.</a:t>
            </a:r>
          </a:p>
          <a:p>
            <a:pPr algn="just"/>
            <a:r>
              <a:rPr lang="en-GB" sz="2000" b="0" i="0" u="none" strike="noStrike" baseline="0" dirty="0">
                <a:solidFill>
                  <a:srgbClr val="595959"/>
                </a:solidFill>
                <a:latin typeface="Times New Roman" panose="02020603050405020304" pitchFamily="18" charset="0"/>
              </a:rPr>
              <a:t> Isolating hazardous chemicals from people by storing them outdoors reduces the risk of harm to people in the event of a workplace fire or chemical spill.</a:t>
            </a:r>
            <a:endParaRPr lang="en-GB" sz="2000" dirty="0">
              <a:solidFill>
                <a:srgbClr val="595959"/>
              </a:solidFill>
            </a:endParaRPr>
          </a:p>
        </p:txBody>
      </p:sp>
    </p:spTree>
    <p:extLst>
      <p:ext uri="{BB962C8B-B14F-4D97-AF65-F5344CB8AC3E}">
        <p14:creationId xmlns:p14="http://schemas.microsoft.com/office/powerpoint/2010/main" val="31176804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0C44B-4060-E1D5-E35E-8A3A9825C800}"/>
              </a:ext>
            </a:extLst>
          </p:cNvPr>
          <p:cNvSpPr>
            <a:spLocks noGrp="1"/>
          </p:cNvSpPr>
          <p:nvPr>
            <p:ph type="title"/>
          </p:nvPr>
        </p:nvSpPr>
        <p:spPr/>
        <p:txBody>
          <a:bodyPr/>
          <a:lstStyle/>
          <a:p>
            <a:r>
              <a:rPr lang="en-GB" dirty="0"/>
              <a:t>4. </a:t>
            </a:r>
            <a:r>
              <a:rPr lang="en-GB" sz="4400" b="1" i="0" u="none" strike="noStrike" baseline="0" dirty="0">
                <a:latin typeface="Times New Roman" panose="02020603050405020304" pitchFamily="18" charset="0"/>
              </a:rPr>
              <a:t>Engineering Controls</a:t>
            </a:r>
            <a:br>
              <a:rPr lang="en-GB" sz="4400" b="1" i="0" u="none" strike="noStrike" baseline="0" dirty="0">
                <a:latin typeface="Times New Roman" panose="02020603050405020304" pitchFamily="18" charset="0"/>
              </a:rPr>
            </a:br>
            <a:endParaRPr lang="en-GB" dirty="0"/>
          </a:p>
        </p:txBody>
      </p:sp>
      <p:sp>
        <p:nvSpPr>
          <p:cNvPr id="3" name="Content Placeholder 2">
            <a:extLst>
              <a:ext uri="{FF2B5EF4-FFF2-40B4-BE49-F238E27FC236}">
                <a16:creationId xmlns:a16="http://schemas.microsoft.com/office/drawing/2014/main" id="{BBE315C0-77EF-0BCC-15CE-2876596CB8B7}"/>
              </a:ext>
            </a:extLst>
          </p:cNvPr>
          <p:cNvSpPr>
            <a:spLocks noGrp="1"/>
          </p:cNvSpPr>
          <p:nvPr>
            <p:ph idx="1"/>
          </p:nvPr>
        </p:nvSpPr>
        <p:spPr>
          <a:xfrm>
            <a:off x="838200" y="1825625"/>
            <a:ext cx="9762342" cy="2671424"/>
          </a:xfrm>
        </p:spPr>
        <p:txBody>
          <a:bodyPr>
            <a:noAutofit/>
          </a:bodyPr>
          <a:lstStyle/>
          <a:p>
            <a:pPr algn="just"/>
            <a:r>
              <a:rPr lang="en-GB" sz="2400" b="0" i="0" u="none" strike="noStrike" baseline="0" dirty="0">
                <a:latin typeface="Times New Roman" panose="02020603050405020304" pitchFamily="18" charset="0"/>
              </a:rPr>
              <a:t>If isolation cannot be achieved, you can implement a range engineering controls to reduce the risk associated with hazardous chemicals. Of Engineering controls are physical in nature.</a:t>
            </a:r>
          </a:p>
          <a:p>
            <a:pPr algn="just"/>
            <a:r>
              <a:rPr lang="en-GB" sz="2400" b="0" i="0" u="none" strike="noStrike" baseline="0" dirty="0">
                <a:latin typeface="Times New Roman" panose="02020603050405020304" pitchFamily="18" charset="0"/>
              </a:rPr>
              <a:t> They are devices or processes that eliminate exposure to hazardous chemicals.</a:t>
            </a:r>
          </a:p>
          <a:p>
            <a:pPr algn="just"/>
            <a:r>
              <a:rPr lang="en-GB" sz="2400" b="0" i="0" u="none" strike="noStrike" baseline="0" dirty="0">
                <a:latin typeface="Times New Roman" panose="02020603050405020304" pitchFamily="18" charset="0"/>
              </a:rPr>
              <a:t>Engineering controls can be used to:</a:t>
            </a:r>
          </a:p>
          <a:p>
            <a:pPr algn="just"/>
            <a:r>
              <a:rPr lang="en-GB" sz="2400" b="0" i="0" u="none" strike="noStrike" baseline="0" dirty="0">
                <a:solidFill>
                  <a:schemeClr val="accent2">
                    <a:lumMod val="20000"/>
                    <a:lumOff val="80000"/>
                  </a:schemeClr>
                </a:solidFill>
                <a:highlight>
                  <a:srgbClr val="008080"/>
                </a:highlight>
                <a:latin typeface="Symbol" panose="05050102010706020507" pitchFamily="18" charset="2"/>
              </a:rPr>
              <a:t> </a:t>
            </a:r>
            <a:r>
              <a:rPr lang="en-GB" sz="2400" b="0" i="0" u="none" strike="noStrike" baseline="0" dirty="0">
                <a:solidFill>
                  <a:schemeClr val="accent2">
                    <a:lumMod val="20000"/>
                    <a:lumOff val="80000"/>
                  </a:schemeClr>
                </a:solidFill>
                <a:highlight>
                  <a:srgbClr val="008080"/>
                </a:highlight>
                <a:latin typeface="Times New Roman" panose="02020603050405020304" pitchFamily="18" charset="0"/>
              </a:rPr>
              <a:t>Minimise the generation of hazardous chemicals</a:t>
            </a:r>
          </a:p>
          <a:p>
            <a:pPr algn="just"/>
            <a:r>
              <a:rPr lang="en-GB" sz="2400" b="0" i="0" u="none" strike="noStrike" baseline="0" dirty="0">
                <a:solidFill>
                  <a:schemeClr val="accent2">
                    <a:lumMod val="20000"/>
                    <a:lumOff val="80000"/>
                  </a:schemeClr>
                </a:solidFill>
                <a:highlight>
                  <a:srgbClr val="008080"/>
                </a:highlight>
                <a:latin typeface="Symbol" panose="05050102010706020507" pitchFamily="18" charset="2"/>
              </a:rPr>
              <a:t> </a:t>
            </a:r>
            <a:r>
              <a:rPr lang="en-GB" sz="2400" b="0" i="0" u="none" strike="noStrike" baseline="0" dirty="0">
                <a:solidFill>
                  <a:schemeClr val="accent2">
                    <a:lumMod val="20000"/>
                    <a:lumOff val="80000"/>
                  </a:schemeClr>
                </a:solidFill>
                <a:highlight>
                  <a:srgbClr val="008080"/>
                </a:highlight>
                <a:latin typeface="Times New Roman" panose="02020603050405020304" pitchFamily="18" charset="0"/>
              </a:rPr>
              <a:t>Suppress or contain chemicals .</a:t>
            </a:r>
          </a:p>
          <a:p>
            <a:pPr algn="just"/>
            <a:r>
              <a:rPr lang="en-GB" sz="2400" b="0" i="0" u="none" strike="noStrike" baseline="0" dirty="0">
                <a:solidFill>
                  <a:schemeClr val="accent2">
                    <a:lumMod val="20000"/>
                    <a:lumOff val="80000"/>
                  </a:schemeClr>
                </a:solidFill>
                <a:highlight>
                  <a:srgbClr val="008080"/>
                </a:highlight>
                <a:latin typeface="Symbol" panose="05050102010706020507" pitchFamily="18" charset="2"/>
              </a:rPr>
              <a:t> </a:t>
            </a:r>
            <a:r>
              <a:rPr lang="en-GB" sz="2400" b="0" i="0" u="none" strike="noStrike" baseline="0" dirty="0">
                <a:solidFill>
                  <a:schemeClr val="accent2">
                    <a:lumMod val="20000"/>
                    <a:lumOff val="80000"/>
                  </a:schemeClr>
                </a:solidFill>
                <a:highlight>
                  <a:srgbClr val="008080"/>
                </a:highlight>
                <a:latin typeface="Times New Roman" panose="02020603050405020304" pitchFamily="18" charset="0"/>
              </a:rPr>
              <a:t>Limit the area of contamination in the event of spills</a:t>
            </a:r>
            <a:endParaRPr lang="en-GB" sz="2400" dirty="0">
              <a:solidFill>
                <a:schemeClr val="accent2">
                  <a:lumMod val="20000"/>
                  <a:lumOff val="80000"/>
                </a:schemeClr>
              </a:solidFill>
              <a:highlight>
                <a:srgbClr val="008080"/>
              </a:highlight>
            </a:endParaRPr>
          </a:p>
        </p:txBody>
      </p:sp>
      <p:sp>
        <p:nvSpPr>
          <p:cNvPr id="4" name="TextBox 3">
            <a:extLst>
              <a:ext uri="{FF2B5EF4-FFF2-40B4-BE49-F238E27FC236}">
                <a16:creationId xmlns:a16="http://schemas.microsoft.com/office/drawing/2014/main" id="{039890CC-40BA-4B4C-DBA4-5C5B200839C3}"/>
              </a:ext>
            </a:extLst>
          </p:cNvPr>
          <p:cNvSpPr txBox="1"/>
          <p:nvPr/>
        </p:nvSpPr>
        <p:spPr>
          <a:xfrm>
            <a:off x="400581" y="5351488"/>
            <a:ext cx="9132628" cy="1015663"/>
          </a:xfrm>
          <a:prstGeom prst="rect">
            <a:avLst/>
          </a:prstGeom>
          <a:noFill/>
        </p:spPr>
        <p:txBody>
          <a:bodyPr wrap="none" rtlCol="0">
            <a:spAutoFit/>
          </a:bodyPr>
          <a:lstStyle/>
          <a:p>
            <a:pPr algn="just"/>
            <a:r>
              <a:rPr lang="en-GB" sz="2000" b="0" i="0" u="none" strike="noStrike" baseline="0" dirty="0">
                <a:latin typeface="Times New Roman" panose="02020603050405020304" pitchFamily="18" charset="0"/>
              </a:rPr>
              <a:t>Engineering controls can include devices such as mechanical ventilation systems,</a:t>
            </a:r>
          </a:p>
          <a:p>
            <a:pPr algn="just"/>
            <a:r>
              <a:rPr lang="en-GB" sz="2000" b="0" i="0" u="none" strike="noStrike" baseline="0" dirty="0">
                <a:latin typeface="Times New Roman" panose="02020603050405020304" pitchFamily="18" charset="0"/>
              </a:rPr>
              <a:t>compliant chemical storage containers or the automation of processes involving the use</a:t>
            </a:r>
          </a:p>
          <a:p>
            <a:pPr algn="just"/>
            <a:r>
              <a:rPr lang="en-GB" sz="2000" b="0" i="0" u="none" strike="noStrike" baseline="0" dirty="0">
                <a:latin typeface="Times New Roman" panose="02020603050405020304" pitchFamily="18" charset="0"/>
              </a:rPr>
              <a:t>of hazardous chemicals.</a:t>
            </a:r>
            <a:endParaRPr lang="en-GB" sz="2000" dirty="0"/>
          </a:p>
        </p:txBody>
      </p:sp>
      <p:pic>
        <p:nvPicPr>
          <p:cNvPr id="6" name="Graphic 5" descr="Steering Wheel with solid fill">
            <a:extLst>
              <a:ext uri="{FF2B5EF4-FFF2-40B4-BE49-F238E27FC236}">
                <a16:creationId xmlns:a16="http://schemas.microsoft.com/office/drawing/2014/main" id="{562195C0-0AEA-F60F-B127-BBF147E2CA4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00542" y="2704136"/>
            <a:ext cx="1325563" cy="1325563"/>
          </a:xfrm>
          <a:prstGeom prst="rect">
            <a:avLst/>
          </a:prstGeom>
        </p:spPr>
      </p:pic>
    </p:spTree>
    <p:extLst>
      <p:ext uri="{BB962C8B-B14F-4D97-AF65-F5344CB8AC3E}">
        <p14:creationId xmlns:p14="http://schemas.microsoft.com/office/powerpoint/2010/main" val="25457552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4294040-4CDB-EB2C-5831-AFBB585BCF0D}"/>
              </a:ext>
            </a:extLst>
          </p:cNvPr>
          <p:cNvSpPr>
            <a:spLocks noGrp="1"/>
          </p:cNvSpPr>
          <p:nvPr>
            <p:ph type="title"/>
          </p:nvPr>
        </p:nvSpPr>
        <p:spPr>
          <a:xfrm>
            <a:off x="838200" y="1336390"/>
            <a:ext cx="6155988" cy="1182927"/>
          </a:xfrm>
        </p:spPr>
        <p:txBody>
          <a:bodyPr anchor="b">
            <a:normAutofit/>
          </a:bodyPr>
          <a:lstStyle/>
          <a:p>
            <a:r>
              <a:rPr lang="en-GB" sz="3900"/>
              <a:t>5. </a:t>
            </a:r>
            <a:r>
              <a:rPr lang="en-GB" sz="3900" b="1" i="0" u="none" strike="noStrike" baseline="0">
                <a:latin typeface="Times New Roman" panose="02020603050405020304" pitchFamily="18" charset="0"/>
              </a:rPr>
              <a:t>Administrative Controls</a:t>
            </a:r>
            <a:br>
              <a:rPr lang="en-GB" sz="3900" b="1" i="0" u="none" strike="noStrike" baseline="0">
                <a:latin typeface="Times New Roman" panose="02020603050405020304" pitchFamily="18" charset="0"/>
              </a:rPr>
            </a:br>
            <a:endParaRPr lang="en-GB" sz="3900"/>
          </a:p>
        </p:txBody>
      </p:sp>
      <p:cxnSp>
        <p:nvCxnSpPr>
          <p:cNvPr id="12" name="Straight Connector 11">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F78DFC7-5D71-64D3-4589-1D38E6976B10}"/>
              </a:ext>
            </a:extLst>
          </p:cNvPr>
          <p:cNvSpPr>
            <a:spLocks noGrp="1"/>
          </p:cNvSpPr>
          <p:nvPr>
            <p:ph idx="1"/>
          </p:nvPr>
        </p:nvSpPr>
        <p:spPr>
          <a:xfrm>
            <a:off x="803776" y="2281066"/>
            <a:ext cx="6190412" cy="3344459"/>
          </a:xfrm>
        </p:spPr>
        <p:txBody>
          <a:bodyPr anchor="t">
            <a:noAutofit/>
          </a:bodyPr>
          <a:lstStyle/>
          <a:p>
            <a:pPr algn="just"/>
            <a:r>
              <a:rPr lang="en-GB" sz="2000" b="0" i="0" u="none" strike="noStrike" baseline="0" dirty="0">
                <a:solidFill>
                  <a:schemeClr val="tx1">
                    <a:alpha val="80000"/>
                  </a:schemeClr>
                </a:solidFill>
                <a:latin typeface="Times New Roman" panose="02020603050405020304" pitchFamily="18" charset="0"/>
              </a:rPr>
              <a:t>If there is still a chemical risk once higher order controls are implemented, then you must work to reduce this by developing administrative controls.</a:t>
            </a:r>
          </a:p>
          <a:p>
            <a:pPr algn="just"/>
            <a:r>
              <a:rPr lang="en-GB" sz="2000" b="0" i="0" u="none" strike="noStrike" baseline="0" dirty="0">
                <a:solidFill>
                  <a:schemeClr val="tx1">
                    <a:alpha val="80000"/>
                  </a:schemeClr>
                </a:solidFill>
                <a:latin typeface="Times New Roman" panose="02020603050405020304" pitchFamily="18" charset="0"/>
              </a:rPr>
              <a:t>Administrative controls aren't as effective as other controls, because they don't control the hazard at its source.</a:t>
            </a:r>
          </a:p>
          <a:p>
            <a:pPr algn="just"/>
            <a:r>
              <a:rPr lang="en-GB" sz="2000" b="0" i="0" u="none" strike="noStrike" baseline="0" dirty="0">
                <a:solidFill>
                  <a:schemeClr val="tx1">
                    <a:alpha val="80000"/>
                  </a:schemeClr>
                </a:solidFill>
                <a:latin typeface="Times New Roman" panose="02020603050405020304" pitchFamily="18" charset="0"/>
              </a:rPr>
              <a:t>Administrative controls rely on human behaviour and supervision, therefore, they aren't as consistent or reliable as other controls.</a:t>
            </a:r>
          </a:p>
          <a:p>
            <a:pPr algn="just"/>
            <a:r>
              <a:rPr lang="en-GB" sz="2000" b="0" i="0" u="none" strike="noStrike" baseline="0" dirty="0">
                <a:solidFill>
                  <a:schemeClr val="tx1">
                    <a:alpha val="80000"/>
                  </a:schemeClr>
                </a:solidFill>
                <a:latin typeface="Times New Roman" panose="02020603050405020304" pitchFamily="18" charset="0"/>
              </a:rPr>
              <a:t>Administrative controls are generally written policies and procedures that outline the best work practices to minimise exposure to hazardous chemicals.</a:t>
            </a:r>
            <a:endParaRPr lang="en-GB" sz="2000" dirty="0">
              <a:solidFill>
                <a:schemeClr val="tx1">
                  <a:alpha val="80000"/>
                </a:schemeClr>
              </a:solidFill>
            </a:endParaRPr>
          </a:p>
        </p:txBody>
      </p:sp>
      <p:pic>
        <p:nvPicPr>
          <p:cNvPr id="5" name="Graphic 4" descr="Steering Wheel outline">
            <a:extLst>
              <a:ext uri="{FF2B5EF4-FFF2-40B4-BE49-F238E27FC236}">
                <a16:creationId xmlns:a16="http://schemas.microsoft.com/office/drawing/2014/main" id="{FC05C4E9-2CBD-F3E7-9D7E-96FCF6BEC4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72653" y="1980885"/>
            <a:ext cx="3548404" cy="3548404"/>
          </a:xfrm>
          <a:prstGeom prst="rect">
            <a:avLst/>
          </a:prstGeom>
        </p:spPr>
      </p:pic>
      <p:sp>
        <p:nvSpPr>
          <p:cNvPr id="14"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endParaRPr lang="en-US"/>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endParaRPr lang="en-US"/>
          </a:p>
        </p:txBody>
      </p:sp>
    </p:spTree>
    <p:extLst>
      <p:ext uri="{BB962C8B-B14F-4D97-AF65-F5344CB8AC3E}">
        <p14:creationId xmlns:p14="http://schemas.microsoft.com/office/powerpoint/2010/main" val="33722039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2B1ACB2-43C5-75ED-6040-60D6B93A59E5}"/>
              </a:ext>
            </a:extLst>
          </p:cNvPr>
          <p:cNvSpPr>
            <a:spLocks noGrp="1"/>
          </p:cNvSpPr>
          <p:nvPr>
            <p:ph type="title"/>
          </p:nvPr>
        </p:nvSpPr>
        <p:spPr>
          <a:xfrm>
            <a:off x="838200" y="1336390"/>
            <a:ext cx="6155988" cy="1182927"/>
          </a:xfrm>
        </p:spPr>
        <p:txBody>
          <a:bodyPr anchor="b">
            <a:normAutofit/>
          </a:bodyPr>
          <a:lstStyle/>
          <a:p>
            <a:r>
              <a:rPr lang="en-GB" sz="2700" b="0" i="0" u="none" strike="noStrike" baseline="0">
                <a:latin typeface="Times New Roman" panose="02020603050405020304" pitchFamily="18" charset="0"/>
              </a:rPr>
              <a:t>These policies can include things such as:</a:t>
            </a:r>
            <a:br>
              <a:rPr lang="en-GB" sz="2700" b="0" i="0" u="none" strike="noStrike" baseline="0">
                <a:latin typeface="Times New Roman" panose="02020603050405020304" pitchFamily="18" charset="0"/>
              </a:rPr>
            </a:br>
            <a:endParaRPr lang="en-GB" sz="2700"/>
          </a:p>
        </p:txBody>
      </p:sp>
      <p:cxnSp>
        <p:nvCxnSpPr>
          <p:cNvPr id="12" name="Straight Connector 11">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A79698F-BB48-200C-33E9-6E4B5AB6F9A3}"/>
              </a:ext>
            </a:extLst>
          </p:cNvPr>
          <p:cNvSpPr>
            <a:spLocks noGrp="1"/>
          </p:cNvSpPr>
          <p:nvPr>
            <p:ph idx="1"/>
          </p:nvPr>
        </p:nvSpPr>
        <p:spPr>
          <a:xfrm>
            <a:off x="803776" y="2829330"/>
            <a:ext cx="6190412" cy="3344459"/>
          </a:xfrm>
        </p:spPr>
        <p:txBody>
          <a:bodyPr anchor="t">
            <a:normAutofit/>
          </a:bodyPr>
          <a:lstStyle/>
          <a:p>
            <a:pPr algn="just"/>
            <a:r>
              <a:rPr lang="en-GB" sz="2400" b="1" i="0" u="none" strike="noStrike" baseline="0" dirty="0">
                <a:solidFill>
                  <a:schemeClr val="tx2">
                    <a:lumMod val="90000"/>
                    <a:lumOff val="10000"/>
                    <a:alpha val="80000"/>
                  </a:schemeClr>
                </a:solidFill>
                <a:latin typeface="Symbol" panose="05050102010706020507" pitchFamily="18" charset="2"/>
              </a:rPr>
              <a:t> </a:t>
            </a:r>
            <a:r>
              <a:rPr lang="en-GB" sz="2400" b="1" i="0" u="none" strike="noStrike" baseline="0" dirty="0">
                <a:solidFill>
                  <a:schemeClr val="tx2">
                    <a:lumMod val="90000"/>
                    <a:lumOff val="10000"/>
                    <a:alpha val="80000"/>
                  </a:schemeClr>
                </a:solidFill>
                <a:latin typeface="Times New Roman" panose="02020603050405020304" pitchFamily="18" charset="0"/>
              </a:rPr>
              <a:t>Reducing the number of people exposed to hazardous chemicals</a:t>
            </a:r>
          </a:p>
          <a:p>
            <a:pPr algn="just"/>
            <a:r>
              <a:rPr lang="en-GB" sz="2400" b="1" i="0" u="none" strike="noStrike" baseline="0" dirty="0">
                <a:solidFill>
                  <a:schemeClr val="tx2">
                    <a:lumMod val="90000"/>
                    <a:lumOff val="10000"/>
                    <a:alpha val="80000"/>
                  </a:schemeClr>
                </a:solidFill>
                <a:latin typeface="Symbol" panose="05050102010706020507" pitchFamily="18" charset="2"/>
              </a:rPr>
              <a:t> </a:t>
            </a:r>
            <a:r>
              <a:rPr lang="en-GB" sz="2400" b="1" i="0" u="none" strike="noStrike" baseline="0" dirty="0">
                <a:solidFill>
                  <a:schemeClr val="tx2">
                    <a:lumMod val="90000"/>
                    <a:lumOff val="10000"/>
                    <a:alpha val="80000"/>
                  </a:schemeClr>
                </a:solidFill>
                <a:latin typeface="Times New Roman" panose="02020603050405020304" pitchFamily="18" charset="0"/>
              </a:rPr>
              <a:t>Reducing the duration and frequency of exposure to hazardous chemicals</a:t>
            </a:r>
          </a:p>
          <a:p>
            <a:pPr algn="just"/>
            <a:r>
              <a:rPr lang="en-GB" sz="2400" b="1" i="0" u="none" strike="noStrike" baseline="0" dirty="0">
                <a:solidFill>
                  <a:schemeClr val="tx2">
                    <a:lumMod val="90000"/>
                    <a:lumOff val="10000"/>
                    <a:alpha val="80000"/>
                  </a:schemeClr>
                </a:solidFill>
                <a:latin typeface="Symbol" panose="05050102010706020507" pitchFamily="18" charset="2"/>
              </a:rPr>
              <a:t> </a:t>
            </a:r>
            <a:r>
              <a:rPr lang="en-GB" sz="2400" b="1" i="0" u="none" strike="noStrike" baseline="0" dirty="0">
                <a:solidFill>
                  <a:schemeClr val="tx2">
                    <a:lumMod val="90000"/>
                    <a:lumOff val="10000"/>
                    <a:alpha val="80000"/>
                  </a:schemeClr>
                </a:solidFill>
                <a:latin typeface="Times New Roman" panose="02020603050405020304" pitchFamily="18" charset="0"/>
              </a:rPr>
              <a:t>Reducing the quantity of hazardous chemicals kept on site through inventory reduction methods such as just in time supply</a:t>
            </a:r>
            <a:endParaRPr lang="en-GB" sz="2400" b="1" dirty="0">
              <a:solidFill>
                <a:schemeClr val="tx2">
                  <a:lumMod val="90000"/>
                  <a:lumOff val="10000"/>
                  <a:alpha val="80000"/>
                </a:schemeClr>
              </a:solidFill>
            </a:endParaRPr>
          </a:p>
        </p:txBody>
      </p:sp>
      <p:pic>
        <p:nvPicPr>
          <p:cNvPr id="7" name="Graphic 6" descr="Danger">
            <a:extLst>
              <a:ext uri="{FF2B5EF4-FFF2-40B4-BE49-F238E27FC236}">
                <a16:creationId xmlns:a16="http://schemas.microsoft.com/office/drawing/2014/main" id="{CFE30DF9-6E7E-1DC9-E715-EE62A7DD4FF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72653" y="1980885"/>
            <a:ext cx="3548404" cy="3548404"/>
          </a:xfrm>
          <a:prstGeom prst="rect">
            <a:avLst/>
          </a:prstGeom>
        </p:spPr>
      </p:pic>
      <p:sp>
        <p:nvSpPr>
          <p:cNvPr id="14"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endParaRPr lang="en-US"/>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endParaRPr lang="en-US"/>
          </a:p>
        </p:txBody>
      </p:sp>
    </p:spTree>
    <p:extLst>
      <p:ext uri="{BB962C8B-B14F-4D97-AF65-F5344CB8AC3E}">
        <p14:creationId xmlns:p14="http://schemas.microsoft.com/office/powerpoint/2010/main" val="21077167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24771E-F9D0-1325-1CB3-B7974015995E}"/>
              </a:ext>
            </a:extLst>
          </p:cNvPr>
          <p:cNvSpPr>
            <a:spLocks noGrp="1"/>
          </p:cNvSpPr>
          <p:nvPr>
            <p:ph type="title"/>
          </p:nvPr>
        </p:nvSpPr>
        <p:spPr>
          <a:xfrm>
            <a:off x="725545" y="0"/>
            <a:ext cx="6155988" cy="1182927"/>
          </a:xfrm>
        </p:spPr>
        <p:txBody>
          <a:bodyPr anchor="b">
            <a:normAutofit/>
          </a:bodyPr>
          <a:lstStyle/>
          <a:p>
            <a:r>
              <a:rPr lang="en-GB" sz="3100" dirty="0"/>
              <a:t>6. </a:t>
            </a:r>
            <a:r>
              <a:rPr lang="en-GB" sz="3100" b="1" i="0" u="none" strike="noStrike" baseline="0" dirty="0">
                <a:latin typeface="Times New Roman" panose="02020603050405020304" pitchFamily="18" charset="0"/>
              </a:rPr>
              <a:t>Personal Protective Equipment</a:t>
            </a:r>
            <a:br>
              <a:rPr lang="en-GB" sz="3100" b="1" i="0" u="none" strike="noStrike" baseline="0" dirty="0">
                <a:latin typeface="Times New Roman" panose="02020603050405020304" pitchFamily="18" charset="0"/>
              </a:rPr>
            </a:br>
            <a:endParaRPr lang="en-GB" sz="3100" dirty="0"/>
          </a:p>
        </p:txBody>
      </p:sp>
      <p:cxnSp>
        <p:nvCxnSpPr>
          <p:cNvPr id="12" name="Straight Connector 11">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3DDD96B-DFF4-EEBD-CC93-146DB9294CF4}"/>
              </a:ext>
            </a:extLst>
          </p:cNvPr>
          <p:cNvSpPr>
            <a:spLocks noGrp="1"/>
          </p:cNvSpPr>
          <p:nvPr>
            <p:ph idx="1"/>
          </p:nvPr>
        </p:nvSpPr>
        <p:spPr>
          <a:xfrm>
            <a:off x="533413" y="864232"/>
            <a:ext cx="7370310" cy="3344459"/>
          </a:xfrm>
        </p:spPr>
        <p:txBody>
          <a:bodyPr anchor="t">
            <a:noAutofit/>
          </a:bodyPr>
          <a:lstStyle/>
          <a:p>
            <a:pPr algn="just"/>
            <a:r>
              <a:rPr lang="en-GB" sz="2000" b="0" i="0" u="none" strike="noStrike" baseline="0" dirty="0">
                <a:solidFill>
                  <a:schemeClr val="tx1">
                    <a:alpha val="80000"/>
                  </a:schemeClr>
                </a:solidFill>
                <a:latin typeface="Times New Roman" panose="02020603050405020304" pitchFamily="18" charset="0"/>
              </a:rPr>
              <a:t>Personal protective equipment (PPE) should not be relied on to control risk.</a:t>
            </a:r>
          </a:p>
          <a:p>
            <a:pPr algn="just"/>
            <a:r>
              <a:rPr lang="en-GB" sz="2000" b="0" i="0" u="none" strike="noStrike" baseline="0" dirty="0">
                <a:solidFill>
                  <a:schemeClr val="tx1">
                    <a:alpha val="80000"/>
                  </a:schemeClr>
                </a:solidFill>
                <a:latin typeface="Times New Roman" panose="02020603050405020304" pitchFamily="18" charset="0"/>
              </a:rPr>
              <a:t>Instead, PPE should only be used as a last resort when other more effective control measures have been used and the risk has not been eliminated.</a:t>
            </a:r>
          </a:p>
          <a:p>
            <a:pPr algn="just"/>
            <a:r>
              <a:rPr lang="en-GB" sz="2000" b="0" i="0" u="none" strike="noStrike" baseline="0" dirty="0">
                <a:solidFill>
                  <a:schemeClr val="tx1">
                    <a:alpha val="80000"/>
                  </a:schemeClr>
                </a:solidFill>
                <a:latin typeface="Times New Roman" panose="02020603050405020304" pitchFamily="18" charset="0"/>
              </a:rPr>
              <a:t> PPE can also be used as interim protection until higher level controls are fully implemented. </a:t>
            </a:r>
          </a:p>
          <a:p>
            <a:pPr algn="just"/>
            <a:r>
              <a:rPr lang="en-GB" sz="2000" b="0" i="0" u="none" strike="noStrike" baseline="0" dirty="0">
                <a:solidFill>
                  <a:schemeClr val="tx1">
                    <a:alpha val="80000"/>
                  </a:schemeClr>
                </a:solidFill>
                <a:latin typeface="Times New Roman" panose="02020603050405020304" pitchFamily="18" charset="0"/>
              </a:rPr>
              <a:t>PPE is also a useful way to supplement higher level controls when carrying out high-risk work such as spray painting and abrasive blasting.</a:t>
            </a:r>
          </a:p>
          <a:p>
            <a:pPr algn="just"/>
            <a:r>
              <a:rPr lang="en-GB" sz="2000" b="0" i="0" u="none" strike="noStrike" baseline="0" dirty="0">
                <a:solidFill>
                  <a:schemeClr val="tx1">
                    <a:alpha val="80000"/>
                  </a:schemeClr>
                </a:solidFill>
                <a:latin typeface="Times New Roman" panose="02020603050405020304" pitchFamily="18" charset="0"/>
              </a:rPr>
              <a:t>Some examples of PPE can include:</a:t>
            </a:r>
          </a:p>
          <a:p>
            <a:pPr algn="just"/>
            <a:r>
              <a:rPr lang="en-GB" sz="2000" b="0" i="0" u="none" strike="noStrike" baseline="0" dirty="0">
                <a:solidFill>
                  <a:schemeClr val="tx1">
                    <a:alpha val="80000"/>
                  </a:schemeClr>
                </a:solidFill>
                <a:latin typeface="Symbol" panose="05050102010706020507" pitchFamily="18" charset="2"/>
              </a:rPr>
              <a:t> </a:t>
            </a:r>
            <a:r>
              <a:rPr lang="en-GB" sz="2000" b="0" i="0" u="none" strike="noStrike" baseline="0" dirty="0">
                <a:solidFill>
                  <a:schemeClr val="tx1">
                    <a:alpha val="80000"/>
                  </a:schemeClr>
                </a:solidFill>
                <a:highlight>
                  <a:srgbClr val="FFFF00"/>
                </a:highlight>
                <a:latin typeface="Times New Roman" panose="02020603050405020304" pitchFamily="18" charset="0"/>
              </a:rPr>
              <a:t>Chemical resistant glasses</a:t>
            </a:r>
          </a:p>
          <a:p>
            <a:pPr algn="just"/>
            <a:r>
              <a:rPr lang="en-GB" sz="2000" b="0" i="0" u="none" strike="noStrike" baseline="0" dirty="0">
                <a:solidFill>
                  <a:schemeClr val="tx1">
                    <a:alpha val="80000"/>
                  </a:schemeClr>
                </a:solidFill>
                <a:highlight>
                  <a:srgbClr val="FFFF00"/>
                </a:highlight>
                <a:latin typeface="Symbol" panose="05050102010706020507" pitchFamily="18" charset="2"/>
              </a:rPr>
              <a:t> </a:t>
            </a:r>
            <a:r>
              <a:rPr lang="en-GB" sz="2000" b="0" i="0" u="none" strike="noStrike" baseline="0" dirty="0">
                <a:solidFill>
                  <a:schemeClr val="tx1">
                    <a:alpha val="80000"/>
                  </a:schemeClr>
                </a:solidFill>
                <a:highlight>
                  <a:srgbClr val="FFFF00"/>
                </a:highlight>
                <a:latin typeface="Times New Roman" panose="02020603050405020304" pitchFamily="18" charset="0"/>
              </a:rPr>
              <a:t>Face shields</a:t>
            </a:r>
          </a:p>
          <a:p>
            <a:pPr algn="just"/>
            <a:r>
              <a:rPr lang="en-GB" sz="2000" b="0" i="0" u="none" strike="noStrike" baseline="0" dirty="0">
                <a:solidFill>
                  <a:schemeClr val="tx1">
                    <a:alpha val="80000"/>
                  </a:schemeClr>
                </a:solidFill>
                <a:highlight>
                  <a:srgbClr val="FFFF00"/>
                </a:highlight>
                <a:latin typeface="Symbol" panose="05050102010706020507" pitchFamily="18" charset="2"/>
              </a:rPr>
              <a:t> </a:t>
            </a:r>
            <a:r>
              <a:rPr lang="en-GB" sz="2000" b="0" i="0" u="none" strike="noStrike" baseline="0" dirty="0">
                <a:solidFill>
                  <a:schemeClr val="tx1">
                    <a:alpha val="80000"/>
                  </a:schemeClr>
                </a:solidFill>
                <a:highlight>
                  <a:srgbClr val="FFFF00"/>
                </a:highlight>
                <a:latin typeface="Times New Roman" panose="02020603050405020304" pitchFamily="18" charset="0"/>
              </a:rPr>
              <a:t>Protective clothing</a:t>
            </a:r>
          </a:p>
          <a:p>
            <a:pPr algn="just"/>
            <a:r>
              <a:rPr lang="en-GB" sz="2000" b="0" i="0" u="none" strike="noStrike" baseline="0" dirty="0">
                <a:solidFill>
                  <a:schemeClr val="tx1">
                    <a:alpha val="80000"/>
                  </a:schemeClr>
                </a:solidFill>
                <a:highlight>
                  <a:srgbClr val="FFFF00"/>
                </a:highlight>
                <a:latin typeface="Symbol" panose="05050102010706020507" pitchFamily="18" charset="2"/>
              </a:rPr>
              <a:t> </a:t>
            </a:r>
            <a:r>
              <a:rPr lang="en-GB" sz="2000" b="0" i="0" u="none" strike="noStrike" baseline="0" dirty="0">
                <a:solidFill>
                  <a:schemeClr val="tx1">
                    <a:alpha val="80000"/>
                  </a:schemeClr>
                </a:solidFill>
                <a:highlight>
                  <a:srgbClr val="FFFF00"/>
                </a:highlight>
                <a:latin typeface="Times New Roman" panose="02020603050405020304" pitchFamily="18" charset="0"/>
              </a:rPr>
              <a:t>Chemical resistant gloves</a:t>
            </a:r>
          </a:p>
          <a:p>
            <a:pPr algn="just"/>
            <a:r>
              <a:rPr lang="en-GB" sz="2000" b="0" i="0" u="none" strike="noStrike" baseline="0" dirty="0">
                <a:solidFill>
                  <a:schemeClr val="tx1">
                    <a:alpha val="80000"/>
                  </a:schemeClr>
                </a:solidFill>
                <a:highlight>
                  <a:srgbClr val="FFFF00"/>
                </a:highlight>
                <a:latin typeface="Symbol" panose="05050102010706020507" pitchFamily="18" charset="2"/>
              </a:rPr>
              <a:t> </a:t>
            </a:r>
            <a:r>
              <a:rPr lang="en-GB" sz="2000" b="0" i="0" u="none" strike="noStrike" baseline="0" dirty="0">
                <a:solidFill>
                  <a:schemeClr val="tx1">
                    <a:alpha val="80000"/>
                  </a:schemeClr>
                </a:solidFill>
                <a:highlight>
                  <a:srgbClr val="FFFF00"/>
                </a:highlight>
                <a:latin typeface="Times New Roman" panose="02020603050405020304" pitchFamily="18" charset="0"/>
              </a:rPr>
              <a:t>Shoe covers</a:t>
            </a:r>
          </a:p>
          <a:p>
            <a:pPr algn="just"/>
            <a:r>
              <a:rPr lang="en-GB" sz="2000" b="0" i="0" u="none" strike="noStrike" baseline="0" dirty="0">
                <a:solidFill>
                  <a:schemeClr val="tx1">
                    <a:alpha val="80000"/>
                  </a:schemeClr>
                </a:solidFill>
                <a:highlight>
                  <a:srgbClr val="FFFF00"/>
                </a:highlight>
                <a:latin typeface="Symbol" panose="05050102010706020507" pitchFamily="18" charset="2"/>
              </a:rPr>
              <a:t> </a:t>
            </a:r>
            <a:r>
              <a:rPr lang="en-GB" sz="2000" b="0" i="0" u="none" strike="noStrike" baseline="0" dirty="0">
                <a:solidFill>
                  <a:schemeClr val="tx1">
                    <a:alpha val="80000"/>
                  </a:schemeClr>
                </a:solidFill>
                <a:highlight>
                  <a:srgbClr val="FFFF00"/>
                </a:highlight>
                <a:latin typeface="Times New Roman" panose="02020603050405020304" pitchFamily="18" charset="0"/>
              </a:rPr>
              <a:t>Respiratory equipment</a:t>
            </a:r>
            <a:endParaRPr lang="en-GB" sz="2000" dirty="0">
              <a:solidFill>
                <a:schemeClr val="tx1">
                  <a:alpha val="80000"/>
                </a:schemeClr>
              </a:solidFill>
              <a:highlight>
                <a:srgbClr val="FFFF00"/>
              </a:highlight>
            </a:endParaRPr>
          </a:p>
        </p:txBody>
      </p:sp>
      <p:pic>
        <p:nvPicPr>
          <p:cNvPr id="5" name="Graphic 4" descr="Construction worker male with solid fill">
            <a:extLst>
              <a:ext uri="{FF2B5EF4-FFF2-40B4-BE49-F238E27FC236}">
                <a16:creationId xmlns:a16="http://schemas.microsoft.com/office/drawing/2014/main" id="{480DFC05-EB56-5F85-77F8-B9F733F15FD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72653" y="1980885"/>
            <a:ext cx="3548404" cy="3548404"/>
          </a:xfrm>
          <a:prstGeom prst="rect">
            <a:avLst/>
          </a:prstGeom>
        </p:spPr>
      </p:pic>
      <p:sp>
        <p:nvSpPr>
          <p:cNvPr id="14"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endParaRPr lang="en-US"/>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endParaRPr lang="en-US"/>
          </a:p>
        </p:txBody>
      </p:sp>
    </p:spTree>
    <p:extLst>
      <p:ext uri="{BB962C8B-B14F-4D97-AF65-F5344CB8AC3E}">
        <p14:creationId xmlns:p14="http://schemas.microsoft.com/office/powerpoint/2010/main" val="22943741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C8EEB0F-BA72-49AC-956F-331B60FDE7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pic>
        <p:nvPicPr>
          <p:cNvPr id="7" name="Picture 6" descr="A group of warning signs&#10;&#10;Description automatically generated">
            <a:extLst>
              <a:ext uri="{FF2B5EF4-FFF2-40B4-BE49-F238E27FC236}">
                <a16:creationId xmlns:a16="http://schemas.microsoft.com/office/drawing/2014/main" id="{FA789694-EB24-779C-08B8-26E475983671}"/>
              </a:ext>
            </a:extLst>
          </p:cNvPr>
          <p:cNvPicPr>
            <a:picLocks noChangeAspect="1"/>
          </p:cNvPicPr>
          <p:nvPr/>
        </p:nvPicPr>
        <p:blipFill>
          <a:blip r:embed="rId2">
            <a:extLst>
              <a:ext uri="{28A0092B-C50C-407E-A947-70E740481C1C}">
                <a14:useLocalDpi xmlns:a14="http://schemas.microsoft.com/office/drawing/2010/main" val="0"/>
              </a:ext>
            </a:extLst>
          </a:blip>
          <a:srcRect r="4786"/>
          <a:stretch/>
        </p:blipFill>
        <p:spPr>
          <a:xfrm>
            <a:off x="1524" y="10"/>
            <a:ext cx="12188952" cy="6857990"/>
          </a:xfrm>
          <a:prstGeom prst="rect">
            <a:avLst/>
          </a:prstGeom>
        </p:spPr>
      </p:pic>
      <p:sp>
        <p:nvSpPr>
          <p:cNvPr id="14" name="Freeform: Shape 13">
            <a:extLst>
              <a:ext uri="{FF2B5EF4-FFF2-40B4-BE49-F238E27FC236}">
                <a16:creationId xmlns:a16="http://schemas.microsoft.com/office/drawing/2014/main" id="{1BE70332-ECAF-47BB-8C7B-BD049452F6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337" y="875758"/>
            <a:ext cx="5219885" cy="5109539"/>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rgbClr val="FFFFFF">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716D9361-A35A-4DC8-AAB9-04FD2D6FEE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986" y="673591"/>
            <a:ext cx="5565913" cy="5415406"/>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rgbClr val="FFFFFF">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87FC31AD-FBB3-4219-A758-D6F7594A0A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7734" y="1041621"/>
            <a:ext cx="4953365" cy="4801521"/>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Meiryo"/>
            </a:endParaRPr>
          </a:p>
        </p:txBody>
      </p:sp>
      <p:sp>
        <p:nvSpPr>
          <p:cNvPr id="4" name="Title 3">
            <a:extLst>
              <a:ext uri="{FF2B5EF4-FFF2-40B4-BE49-F238E27FC236}">
                <a16:creationId xmlns:a16="http://schemas.microsoft.com/office/drawing/2014/main" id="{13C814A4-051F-2EEE-DEE2-47F5F966948E}"/>
              </a:ext>
            </a:extLst>
          </p:cNvPr>
          <p:cNvSpPr>
            <a:spLocks noGrp="1"/>
          </p:cNvSpPr>
          <p:nvPr>
            <p:ph type="ctrTitle"/>
          </p:nvPr>
        </p:nvSpPr>
        <p:spPr>
          <a:xfrm>
            <a:off x="1416871" y="1685677"/>
            <a:ext cx="4181444" cy="2362673"/>
          </a:xfrm>
        </p:spPr>
        <p:txBody>
          <a:bodyPr anchor="b">
            <a:normAutofit/>
          </a:bodyPr>
          <a:lstStyle/>
          <a:p>
            <a:r>
              <a:rPr lang="en-GB" sz="3800" b="1" i="0" u="none" strike="noStrike" baseline="0" dirty="0">
                <a:solidFill>
                  <a:schemeClr val="tx1">
                    <a:lumMod val="75000"/>
                    <a:lumOff val="25000"/>
                  </a:schemeClr>
                </a:solidFill>
                <a:latin typeface="Times New Roman" panose="02020603050405020304" pitchFamily="18" charset="0"/>
              </a:rPr>
              <a:t>HAZARDOUS PROPERTIES OF CHEMICALS</a:t>
            </a:r>
            <a:endParaRPr lang="en-GB" sz="3800" dirty="0">
              <a:solidFill>
                <a:schemeClr val="tx1">
                  <a:lumMod val="75000"/>
                  <a:lumOff val="25000"/>
                </a:schemeClr>
              </a:solidFill>
            </a:endParaRPr>
          </a:p>
        </p:txBody>
      </p:sp>
      <p:sp>
        <p:nvSpPr>
          <p:cNvPr id="5" name="Subtitle 4">
            <a:extLst>
              <a:ext uri="{FF2B5EF4-FFF2-40B4-BE49-F238E27FC236}">
                <a16:creationId xmlns:a16="http://schemas.microsoft.com/office/drawing/2014/main" id="{CE748F13-3465-78EB-6740-2D98756C7155}"/>
              </a:ext>
            </a:extLst>
          </p:cNvPr>
          <p:cNvSpPr>
            <a:spLocks noGrp="1"/>
          </p:cNvSpPr>
          <p:nvPr>
            <p:ph type="subTitle" idx="1"/>
          </p:nvPr>
        </p:nvSpPr>
        <p:spPr>
          <a:xfrm>
            <a:off x="1865648" y="4202811"/>
            <a:ext cx="3283888" cy="816301"/>
          </a:xfrm>
        </p:spPr>
        <p:txBody>
          <a:bodyPr anchor="t">
            <a:normAutofit/>
          </a:bodyPr>
          <a:lstStyle/>
          <a:p>
            <a:endParaRPr lang="en-GB">
              <a:solidFill>
                <a:schemeClr val="tx1">
                  <a:lumMod val="75000"/>
                  <a:lumOff val="25000"/>
                </a:schemeClr>
              </a:solidFill>
            </a:endParaRPr>
          </a:p>
        </p:txBody>
      </p:sp>
    </p:spTree>
    <p:extLst>
      <p:ext uri="{BB962C8B-B14F-4D97-AF65-F5344CB8AC3E}">
        <p14:creationId xmlns:p14="http://schemas.microsoft.com/office/powerpoint/2010/main" val="3508577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E9E72202-BBB3-2B6D-1FC8-2A620386245F}"/>
              </a:ext>
            </a:extLst>
          </p:cNvPr>
          <p:cNvSpPr>
            <a:spLocks noGrp="1"/>
          </p:cNvSpPr>
          <p:nvPr>
            <p:ph type="title"/>
          </p:nvPr>
        </p:nvSpPr>
        <p:spPr>
          <a:xfrm>
            <a:off x="838200" y="448721"/>
            <a:ext cx="4707671" cy="1225650"/>
          </a:xfrm>
        </p:spPr>
        <p:txBody>
          <a:bodyPr anchor="b">
            <a:normAutofit/>
          </a:bodyPr>
          <a:lstStyle/>
          <a:p>
            <a:endParaRPr lang="en-GB" sz="3800">
              <a:solidFill>
                <a:schemeClr val="bg1"/>
              </a:solidFill>
            </a:endParaRPr>
          </a:p>
        </p:txBody>
      </p:sp>
      <p:cxnSp>
        <p:nvCxnSpPr>
          <p:cNvPr id="14" name="Straight Connector 13">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Picture 4" descr="A sign on a yellow container&#10;&#10;Description automatically generated">
            <a:extLst>
              <a:ext uri="{FF2B5EF4-FFF2-40B4-BE49-F238E27FC236}">
                <a16:creationId xmlns:a16="http://schemas.microsoft.com/office/drawing/2014/main" id="{E92F3F7C-10EE-74BD-4386-C034812F9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5453" y="1579916"/>
            <a:ext cx="5666547" cy="3698167"/>
          </a:xfrm>
          <a:prstGeom prst="rect">
            <a:avLst/>
          </a:prstGeom>
        </p:spPr>
      </p:pic>
      <p:graphicFrame>
        <p:nvGraphicFramePr>
          <p:cNvPr id="7" name="Content Placeholder 2">
            <a:extLst>
              <a:ext uri="{FF2B5EF4-FFF2-40B4-BE49-F238E27FC236}">
                <a16:creationId xmlns:a16="http://schemas.microsoft.com/office/drawing/2014/main" id="{28C88E54-9F2C-833A-E102-BB2685D71F7C}"/>
              </a:ext>
            </a:extLst>
          </p:cNvPr>
          <p:cNvGraphicFramePr>
            <a:graphicFrameLocks noGrp="1"/>
          </p:cNvGraphicFramePr>
          <p:nvPr>
            <p:ph idx="1"/>
            <p:extLst>
              <p:ext uri="{D42A27DB-BD31-4B8C-83A1-F6EECF244321}">
                <p14:modId xmlns:p14="http://schemas.microsoft.com/office/powerpoint/2010/main" val="923436433"/>
              </p:ext>
            </p:extLst>
          </p:nvPr>
        </p:nvGraphicFramePr>
        <p:xfrm>
          <a:off x="359763" y="1019333"/>
          <a:ext cx="8124669" cy="45375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616168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2E3B6-B76D-145F-2D1B-A90F81A46187}"/>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6D25660B-BF01-8198-A65A-3C02E615D47B}"/>
              </a:ext>
            </a:extLst>
          </p:cNvPr>
          <p:cNvSpPr>
            <a:spLocks noGrp="1"/>
          </p:cNvSpPr>
          <p:nvPr>
            <p:ph idx="1"/>
          </p:nvPr>
        </p:nvSpPr>
        <p:spPr/>
        <p:txBody>
          <a:bodyPr/>
          <a:lstStyle/>
          <a:p>
            <a:r>
              <a:rPr lang="en-GB" dirty="0"/>
              <a:t>TOXIC</a:t>
            </a:r>
          </a:p>
          <a:p>
            <a:r>
              <a:rPr lang="en-GB" dirty="0"/>
              <a:t>EXPLOSIVE</a:t>
            </a:r>
          </a:p>
          <a:p>
            <a:r>
              <a:rPr lang="en-GB" dirty="0"/>
              <a:t>FLAMMABLE</a:t>
            </a:r>
          </a:p>
          <a:p>
            <a:r>
              <a:rPr lang="en-GB" dirty="0"/>
              <a:t>SELF-REACTIVE</a:t>
            </a:r>
          </a:p>
          <a:p>
            <a:r>
              <a:rPr lang="en-GB" dirty="0"/>
              <a:t>OXIDIZING</a:t>
            </a:r>
          </a:p>
          <a:p>
            <a:r>
              <a:rPr lang="en-GB" dirty="0"/>
              <a:t>CORROSIVE</a:t>
            </a:r>
          </a:p>
        </p:txBody>
      </p:sp>
    </p:spTree>
    <p:extLst>
      <p:ext uri="{BB962C8B-B14F-4D97-AF65-F5344CB8AC3E}">
        <p14:creationId xmlns:p14="http://schemas.microsoft.com/office/powerpoint/2010/main" val="16739658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factory with many different icons&#10;&#10;Description automatically generated with medium confidence">
            <a:extLst>
              <a:ext uri="{FF2B5EF4-FFF2-40B4-BE49-F238E27FC236}">
                <a16:creationId xmlns:a16="http://schemas.microsoft.com/office/drawing/2014/main" id="{22463390-2454-55C6-C8B2-5C8C5CE97968}"/>
              </a:ext>
            </a:extLst>
          </p:cNvPr>
          <p:cNvPicPr>
            <a:picLocks noChangeAspect="1"/>
          </p:cNvPicPr>
          <p:nvPr/>
        </p:nvPicPr>
        <p:blipFill>
          <a:blip r:embed="rId2">
            <a:extLst>
              <a:ext uri="{28A0092B-C50C-407E-A947-70E740481C1C}">
                <a14:useLocalDpi xmlns:a14="http://schemas.microsoft.com/office/drawing/2010/main" val="0"/>
              </a:ext>
            </a:extLst>
          </a:blip>
          <a:srcRect l="11893" t="9091" r="11743" b="-1"/>
          <a:stretch/>
        </p:blipFill>
        <p:spPr>
          <a:xfrm>
            <a:off x="20" y="10"/>
            <a:ext cx="12191981" cy="6857990"/>
          </a:xfrm>
          <a:prstGeom prst="rect">
            <a:avLst/>
          </a:prstGeom>
        </p:spPr>
      </p:pic>
      <p:sp>
        <p:nvSpPr>
          <p:cNvPr id="12" name="Rectangle 11">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5" y="-1524511"/>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0C70C91-2FF7-FD36-D80C-30F831B900EA}"/>
              </a:ext>
            </a:extLst>
          </p:cNvPr>
          <p:cNvSpPr>
            <a:spLocks noGrp="1"/>
          </p:cNvSpPr>
          <p:nvPr>
            <p:ph type="ctrTitle"/>
          </p:nvPr>
        </p:nvSpPr>
        <p:spPr>
          <a:xfrm>
            <a:off x="404553" y="3091928"/>
            <a:ext cx="9078562" cy="2387600"/>
          </a:xfrm>
        </p:spPr>
        <p:txBody>
          <a:bodyPr>
            <a:normAutofit/>
          </a:bodyPr>
          <a:lstStyle/>
          <a:p>
            <a:pPr algn="l"/>
            <a:r>
              <a:rPr lang="en-GB" sz="5100" b="1" i="0" u="none" strike="noStrike" baseline="0">
                <a:solidFill>
                  <a:schemeClr val="bg1"/>
                </a:solidFill>
                <a:latin typeface="Times New Roman" panose="02020603050405020304" pitchFamily="18" charset="0"/>
              </a:rPr>
              <a:t>HAZARD &amp; OPERABILITY STUDY (HAZOP)</a:t>
            </a:r>
            <a:endParaRPr lang="en-GB" sz="5100">
              <a:solidFill>
                <a:schemeClr val="bg1"/>
              </a:solidFill>
            </a:endParaRPr>
          </a:p>
        </p:txBody>
      </p:sp>
      <p:sp>
        <p:nvSpPr>
          <p:cNvPr id="14" name="Rectangle: Rounded Corners 13">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9785897"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FAE3BD93-4C50-1F1D-18A4-1107F4044278}"/>
              </a:ext>
            </a:extLst>
          </p:cNvPr>
          <p:cNvSpPr>
            <a:spLocks noGrp="1"/>
          </p:cNvSpPr>
          <p:nvPr>
            <p:ph type="subTitle" idx="1"/>
          </p:nvPr>
        </p:nvSpPr>
        <p:spPr>
          <a:xfrm>
            <a:off x="404553" y="5624945"/>
            <a:ext cx="9078562" cy="592975"/>
          </a:xfrm>
        </p:spPr>
        <p:txBody>
          <a:bodyPr anchor="ctr">
            <a:normAutofit/>
          </a:bodyPr>
          <a:lstStyle/>
          <a:p>
            <a:pPr algn="l"/>
            <a:endParaRPr lang="en-GB">
              <a:solidFill>
                <a:schemeClr val="bg1"/>
              </a:solidFill>
            </a:endParaRPr>
          </a:p>
        </p:txBody>
      </p:sp>
    </p:spTree>
    <p:extLst>
      <p:ext uri="{BB962C8B-B14F-4D97-AF65-F5344CB8AC3E}">
        <p14:creationId xmlns:p14="http://schemas.microsoft.com/office/powerpoint/2010/main" val="13624489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4F0C4EDF-38B7-FA16-B6F2-AE78C0E35F99}"/>
              </a:ext>
            </a:extLst>
          </p:cNvPr>
          <p:cNvPicPr>
            <a:picLocks noChangeAspect="1"/>
          </p:cNvPicPr>
          <p:nvPr/>
        </p:nvPicPr>
        <p:blipFill>
          <a:blip r:embed="rId2">
            <a:alphaModFix amt="35000"/>
          </a:blip>
          <a:srcRect t="3998" b="14774"/>
          <a:stretch/>
        </p:blipFill>
        <p:spPr>
          <a:xfrm>
            <a:off x="20" y="10"/>
            <a:ext cx="12191980" cy="6857990"/>
          </a:xfrm>
          <a:prstGeom prst="rect">
            <a:avLst/>
          </a:prstGeom>
        </p:spPr>
      </p:pic>
      <p:sp>
        <p:nvSpPr>
          <p:cNvPr id="2" name="Title 1">
            <a:extLst>
              <a:ext uri="{FF2B5EF4-FFF2-40B4-BE49-F238E27FC236}">
                <a16:creationId xmlns:a16="http://schemas.microsoft.com/office/drawing/2014/main" id="{DB33DB9B-7425-451A-8D73-2D9C302B1D06}"/>
              </a:ext>
            </a:extLst>
          </p:cNvPr>
          <p:cNvSpPr>
            <a:spLocks noGrp="1"/>
          </p:cNvSpPr>
          <p:nvPr>
            <p:ph type="title"/>
          </p:nvPr>
        </p:nvSpPr>
        <p:spPr>
          <a:xfrm>
            <a:off x="838200" y="365125"/>
            <a:ext cx="10515600" cy="1325563"/>
          </a:xfrm>
        </p:spPr>
        <p:txBody>
          <a:bodyPr>
            <a:normAutofit/>
          </a:bodyPr>
          <a:lstStyle/>
          <a:p>
            <a:endParaRPr lang="en-GB">
              <a:solidFill>
                <a:srgbClr val="FFFFFF"/>
              </a:solidFill>
            </a:endParaRPr>
          </a:p>
        </p:txBody>
      </p:sp>
      <p:graphicFrame>
        <p:nvGraphicFramePr>
          <p:cNvPr id="26" name="Content Placeholder 2">
            <a:extLst>
              <a:ext uri="{FF2B5EF4-FFF2-40B4-BE49-F238E27FC236}">
                <a16:creationId xmlns:a16="http://schemas.microsoft.com/office/drawing/2014/main" id="{A6E966F3-6F82-3A8E-9150-76350BC3255D}"/>
              </a:ext>
            </a:extLst>
          </p:cNvPr>
          <p:cNvGraphicFramePr>
            <a:graphicFrameLocks noGrp="1"/>
          </p:cNvGraphicFramePr>
          <p:nvPr>
            <p:ph idx="1"/>
            <p:extLst>
              <p:ext uri="{D42A27DB-BD31-4B8C-83A1-F6EECF244321}">
                <p14:modId xmlns:p14="http://schemas.microsoft.com/office/powerpoint/2010/main" val="424040833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47747306"/>
      </p:ext>
    </p:extLst>
  </p:cSld>
  <p:clrMapOvr>
    <a:overrideClrMapping bg1="dk1" tx1="lt1" bg2="dk2" tx2="lt2" accent1="accent1" accent2="accent2" accent3="accent3" accent4="accent4" accent5="accent5" accent6="accent6" hlink="hlink" folHlink="folHlink"/>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A diagram of a project&#10;&#10;Description automatically generated">
            <a:extLst>
              <a:ext uri="{FF2B5EF4-FFF2-40B4-BE49-F238E27FC236}">
                <a16:creationId xmlns:a16="http://schemas.microsoft.com/office/drawing/2014/main" id="{339037A2-5B35-91D9-389C-2854B2D4107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9"/>
          <a:stretch/>
        </p:blipFill>
        <p:spPr>
          <a:xfrm>
            <a:off x="20" y="1282"/>
            <a:ext cx="12191980" cy="6856718"/>
          </a:xfrm>
          <a:prstGeom prst="rect">
            <a:avLst/>
          </a:prstGeom>
        </p:spPr>
      </p:pic>
    </p:spTree>
    <p:extLst>
      <p:ext uri="{BB962C8B-B14F-4D97-AF65-F5344CB8AC3E}">
        <p14:creationId xmlns:p14="http://schemas.microsoft.com/office/powerpoint/2010/main" val="394894754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A diagram of a safety process&#10;&#10;Description automatically generated with medium confidence">
            <a:extLst>
              <a:ext uri="{FF2B5EF4-FFF2-40B4-BE49-F238E27FC236}">
                <a16:creationId xmlns:a16="http://schemas.microsoft.com/office/drawing/2014/main" id="{DF2379C7-43E6-F261-B232-DA89187FC67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9"/>
          <a:stretch/>
        </p:blipFill>
        <p:spPr>
          <a:xfrm>
            <a:off x="20" y="1282"/>
            <a:ext cx="12191980" cy="6856718"/>
          </a:xfrm>
          <a:prstGeom prst="rect">
            <a:avLst/>
          </a:prstGeom>
        </p:spPr>
      </p:pic>
    </p:spTree>
    <p:extLst>
      <p:ext uri="{BB962C8B-B14F-4D97-AF65-F5344CB8AC3E}">
        <p14:creationId xmlns:p14="http://schemas.microsoft.com/office/powerpoint/2010/main" val="31067474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diagram of a diagram&#10;&#10;Description automatically generated with medium confidence">
            <a:extLst>
              <a:ext uri="{FF2B5EF4-FFF2-40B4-BE49-F238E27FC236}">
                <a16:creationId xmlns:a16="http://schemas.microsoft.com/office/drawing/2014/main" id="{3FF9485E-308C-6F9D-8A77-ABFF385F3F7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0" y="1"/>
            <a:ext cx="12191979" cy="6858000"/>
          </a:xfrm>
          <a:prstGeom prst="rect">
            <a:avLst/>
          </a:prstGeom>
        </p:spPr>
      </p:pic>
      <p:grpSp>
        <p:nvGrpSpPr>
          <p:cNvPr id="10" name="Group 9">
            <a:extLst>
              <a:ext uri="{FF2B5EF4-FFF2-40B4-BE49-F238E27FC236}">
                <a16:creationId xmlns:a16="http://schemas.microsoft.com/office/drawing/2014/main" id="{D4D7444E-8572-6DFD-CB75-0984238C71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1" name="Rectangle 10">
              <a:extLst>
                <a:ext uri="{FF2B5EF4-FFF2-40B4-BE49-F238E27FC236}">
                  <a16:creationId xmlns:a16="http://schemas.microsoft.com/office/drawing/2014/main" id="{01C89D56-574B-DBE6-E414-A886D4CD9B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808B29-2E24-7E95-6543-9B0B821797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988253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diagram of a diagram&#10;&#10;Description automatically generated">
            <a:extLst>
              <a:ext uri="{FF2B5EF4-FFF2-40B4-BE49-F238E27FC236}">
                <a16:creationId xmlns:a16="http://schemas.microsoft.com/office/drawing/2014/main" id="{B6EE421F-4737-9ED5-5351-1582B1C6831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0" y="1"/>
            <a:ext cx="12191979" cy="6858000"/>
          </a:xfrm>
          <a:prstGeom prst="rect">
            <a:avLst/>
          </a:prstGeom>
        </p:spPr>
      </p:pic>
      <p:grpSp>
        <p:nvGrpSpPr>
          <p:cNvPr id="10" name="Group 9">
            <a:extLst>
              <a:ext uri="{FF2B5EF4-FFF2-40B4-BE49-F238E27FC236}">
                <a16:creationId xmlns:a16="http://schemas.microsoft.com/office/drawing/2014/main" id="{D4D7444E-8572-6DFD-CB75-0984238C71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1" name="Rectangle 10">
              <a:extLst>
                <a:ext uri="{FF2B5EF4-FFF2-40B4-BE49-F238E27FC236}">
                  <a16:creationId xmlns:a16="http://schemas.microsoft.com/office/drawing/2014/main" id="{01C89D56-574B-DBE6-E414-A886D4CD9B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808B29-2E24-7E95-6543-9B0B821797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88512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A blue and orange rectangular shaped sign&#10;&#10;Description automatically generated with medium confidence">
            <a:extLst>
              <a:ext uri="{FF2B5EF4-FFF2-40B4-BE49-F238E27FC236}">
                <a16:creationId xmlns:a16="http://schemas.microsoft.com/office/drawing/2014/main" id="{CF06EAE1-4BA4-5FE3-15AE-0F5C81A3D30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9"/>
          <a:stretch/>
        </p:blipFill>
        <p:spPr>
          <a:xfrm>
            <a:off x="20" y="1282"/>
            <a:ext cx="12191980" cy="6856718"/>
          </a:xfrm>
          <a:prstGeom prst="rect">
            <a:avLst/>
          </a:prstGeom>
        </p:spPr>
      </p:pic>
    </p:spTree>
    <p:extLst>
      <p:ext uri="{BB962C8B-B14F-4D97-AF65-F5344CB8AC3E}">
        <p14:creationId xmlns:p14="http://schemas.microsoft.com/office/powerpoint/2010/main" val="14900562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7EDCED9-4843-5788-6F86-07B8930F2077}"/>
              </a:ext>
            </a:extLst>
          </p:cNvPr>
          <p:cNvPicPr>
            <a:picLocks noChangeAspect="1"/>
          </p:cNvPicPr>
          <p:nvPr/>
        </p:nvPicPr>
        <p:blipFill>
          <a:blip r:embed="rId2">
            <a:alphaModFix amt="35000"/>
          </a:blip>
          <a:srcRect t="4015" b="39735"/>
          <a:stretch/>
        </p:blipFill>
        <p:spPr>
          <a:xfrm>
            <a:off x="20" y="10"/>
            <a:ext cx="12191980" cy="6857990"/>
          </a:xfrm>
          <a:prstGeom prst="rect">
            <a:avLst/>
          </a:prstGeom>
        </p:spPr>
      </p:pic>
      <p:sp>
        <p:nvSpPr>
          <p:cNvPr id="2" name="Title 1">
            <a:extLst>
              <a:ext uri="{FF2B5EF4-FFF2-40B4-BE49-F238E27FC236}">
                <a16:creationId xmlns:a16="http://schemas.microsoft.com/office/drawing/2014/main" id="{AA8A8639-A7EF-9BF3-3568-A398A9A9A0C8}"/>
              </a:ext>
            </a:extLst>
          </p:cNvPr>
          <p:cNvSpPr>
            <a:spLocks noGrp="1"/>
          </p:cNvSpPr>
          <p:nvPr>
            <p:ph type="title"/>
          </p:nvPr>
        </p:nvSpPr>
        <p:spPr>
          <a:xfrm>
            <a:off x="838200" y="365125"/>
            <a:ext cx="10515600" cy="1325563"/>
          </a:xfrm>
        </p:spPr>
        <p:txBody>
          <a:bodyPr>
            <a:normAutofit/>
          </a:bodyPr>
          <a:lstStyle/>
          <a:p>
            <a:r>
              <a:rPr lang="en-GB" b="1" i="0" u="none" strike="noStrike" baseline="0">
                <a:solidFill>
                  <a:srgbClr val="FFFFFF"/>
                </a:solidFill>
                <a:latin typeface="Times New Roman" panose="02020603050405020304" pitchFamily="18" charset="0"/>
              </a:rPr>
              <a:t>The HAZOP Study Process</a:t>
            </a:r>
            <a:br>
              <a:rPr lang="en-GB" b="1" i="0" u="none" strike="noStrike" baseline="0">
                <a:solidFill>
                  <a:srgbClr val="FFFFFF"/>
                </a:solidFill>
                <a:latin typeface="Times New Roman" panose="02020603050405020304" pitchFamily="18" charset="0"/>
              </a:rPr>
            </a:br>
            <a:endParaRPr lang="en-GB">
              <a:solidFill>
                <a:srgbClr val="FFFFFF"/>
              </a:solidFill>
            </a:endParaRPr>
          </a:p>
        </p:txBody>
      </p:sp>
      <p:graphicFrame>
        <p:nvGraphicFramePr>
          <p:cNvPr id="5" name="Content Placeholder 2">
            <a:extLst>
              <a:ext uri="{FF2B5EF4-FFF2-40B4-BE49-F238E27FC236}">
                <a16:creationId xmlns:a16="http://schemas.microsoft.com/office/drawing/2014/main" id="{AFD3D0E9-A928-ABA1-3DEB-73E9B9D7EB84}"/>
              </a:ext>
            </a:extLst>
          </p:cNvPr>
          <p:cNvGraphicFramePr>
            <a:graphicFrameLocks noGrp="1"/>
          </p:cNvGraphicFramePr>
          <p:nvPr>
            <p:ph idx="1"/>
            <p:extLst>
              <p:ext uri="{D42A27DB-BD31-4B8C-83A1-F6EECF244321}">
                <p14:modId xmlns:p14="http://schemas.microsoft.com/office/powerpoint/2010/main" val="204283169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8387734"/>
      </p:ext>
    </p:extLst>
  </p:cSld>
  <p:clrMapOvr>
    <a:overrideClrMapping bg1="dk1" tx1="lt1" bg2="dk2" tx2="lt2" accent1="accent1" accent2="accent2" accent3="accent3" accent4="accent4" accent5="accent5" accent6="accent6" hlink="hlink" folHlink="folHlink"/>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33A7413B-71FA-7685-453C-232A95F64A86}"/>
              </a:ext>
            </a:extLst>
          </p:cNvPr>
          <p:cNvPicPr>
            <a:picLocks noChangeAspect="1"/>
          </p:cNvPicPr>
          <p:nvPr/>
        </p:nvPicPr>
        <p:blipFill>
          <a:blip r:embed="rId2">
            <a:alphaModFix amt="35000"/>
          </a:blip>
          <a:srcRect b="15730"/>
          <a:stretch/>
        </p:blipFill>
        <p:spPr>
          <a:xfrm>
            <a:off x="20" y="10"/>
            <a:ext cx="12191980" cy="6857990"/>
          </a:xfrm>
          <a:prstGeom prst="rect">
            <a:avLst/>
          </a:prstGeom>
        </p:spPr>
      </p:pic>
      <p:sp>
        <p:nvSpPr>
          <p:cNvPr id="2" name="Title 1">
            <a:extLst>
              <a:ext uri="{FF2B5EF4-FFF2-40B4-BE49-F238E27FC236}">
                <a16:creationId xmlns:a16="http://schemas.microsoft.com/office/drawing/2014/main" id="{2079AECE-A0A4-DA63-AEDC-D8D2A7215D0F}"/>
              </a:ext>
            </a:extLst>
          </p:cNvPr>
          <p:cNvSpPr>
            <a:spLocks noGrp="1"/>
          </p:cNvSpPr>
          <p:nvPr>
            <p:ph type="title"/>
          </p:nvPr>
        </p:nvSpPr>
        <p:spPr>
          <a:xfrm>
            <a:off x="838200" y="365125"/>
            <a:ext cx="10515600" cy="1325563"/>
          </a:xfrm>
        </p:spPr>
        <p:txBody>
          <a:bodyPr>
            <a:normAutofit/>
          </a:bodyPr>
          <a:lstStyle/>
          <a:p>
            <a:r>
              <a:rPr lang="en-GB">
                <a:solidFill>
                  <a:srgbClr val="FFFFFF"/>
                </a:solidFill>
              </a:rPr>
              <a:t>1. </a:t>
            </a:r>
            <a:r>
              <a:rPr lang="en-GB" b="1" i="0" u="none" strike="noStrike" baseline="0">
                <a:solidFill>
                  <a:srgbClr val="FFFFFF"/>
                </a:solidFill>
                <a:latin typeface="Times New Roman" panose="02020603050405020304" pitchFamily="18" charset="0"/>
              </a:rPr>
              <a:t>Form a HAZOP Team </a:t>
            </a:r>
            <a:endParaRPr lang="en-GB">
              <a:solidFill>
                <a:srgbClr val="FFFFFF"/>
              </a:solidFill>
            </a:endParaRPr>
          </a:p>
        </p:txBody>
      </p:sp>
      <p:graphicFrame>
        <p:nvGraphicFramePr>
          <p:cNvPr id="5" name="Content Placeholder 2">
            <a:extLst>
              <a:ext uri="{FF2B5EF4-FFF2-40B4-BE49-F238E27FC236}">
                <a16:creationId xmlns:a16="http://schemas.microsoft.com/office/drawing/2014/main" id="{8FC68A4B-CB5E-44DE-5F1D-743090C0C2DA}"/>
              </a:ext>
            </a:extLst>
          </p:cNvPr>
          <p:cNvGraphicFramePr>
            <a:graphicFrameLocks noGrp="1"/>
          </p:cNvGraphicFramePr>
          <p:nvPr>
            <p:ph idx="1"/>
            <p:extLst>
              <p:ext uri="{D42A27DB-BD31-4B8C-83A1-F6EECF244321}">
                <p14:modId xmlns:p14="http://schemas.microsoft.com/office/powerpoint/2010/main" val="73649435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58919556"/>
      </p:ext>
    </p:extLst>
  </p:cSld>
  <p:clrMapOvr>
    <a:overrideClrMapping bg1="dk1" tx1="lt1" bg2="dk2" tx2="lt2" accent1="accent1" accent2="accent2" accent3="accent3" accent4="accent4" accent5="accent5" accent6="accent6" hlink="hlink" folHlink="folHlink"/>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A98CDC-C8D6-C63C-8595-6CF6A53DC0D3}"/>
              </a:ext>
            </a:extLst>
          </p:cNvPr>
          <p:cNvSpPr>
            <a:spLocks noGrp="1"/>
          </p:cNvSpPr>
          <p:nvPr>
            <p:ph type="title"/>
          </p:nvPr>
        </p:nvSpPr>
        <p:spPr>
          <a:xfrm>
            <a:off x="841248" y="256032"/>
            <a:ext cx="10506456" cy="1014984"/>
          </a:xfrm>
        </p:spPr>
        <p:txBody>
          <a:bodyPr anchor="b">
            <a:normAutofit/>
          </a:bodyPr>
          <a:lstStyle/>
          <a:p>
            <a:r>
              <a:rPr lang="en-GB" sz="4100"/>
              <a:t>2. </a:t>
            </a:r>
            <a:r>
              <a:rPr lang="en-GB" sz="4100" b="1" i="0" u="none" strike="noStrike" baseline="0">
                <a:latin typeface="Times New Roman" panose="02020603050405020304" pitchFamily="18" charset="0"/>
              </a:rPr>
              <a:t>Identify Each Element and its Parameters </a:t>
            </a:r>
            <a:endParaRPr lang="en-GB" sz="4100"/>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1E33B360-14B5-E2C0-DE94-9400CD0C8FCB}"/>
              </a:ext>
            </a:extLst>
          </p:cNvPr>
          <p:cNvGraphicFramePr>
            <a:graphicFrameLocks noGrp="1"/>
          </p:cNvGraphicFramePr>
          <p:nvPr>
            <p:ph idx="1"/>
            <p:extLst>
              <p:ext uri="{D42A27DB-BD31-4B8C-83A1-F6EECF244321}">
                <p14:modId xmlns:p14="http://schemas.microsoft.com/office/powerpoint/2010/main" val="2016103856"/>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831287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82E0E-1136-4116-47F5-4B5A5175C8B8}"/>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F5CDD810-50C4-C270-EC7D-F0CFE38020BD}"/>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1459FA9E-A16F-34BA-1FA2-E730527F9109}"/>
              </a:ext>
            </a:extLst>
          </p:cNvPr>
          <p:cNvPicPr>
            <a:picLocks noChangeAspect="1"/>
          </p:cNvPicPr>
          <p:nvPr/>
        </p:nvPicPr>
        <p:blipFill>
          <a:blip r:embed="rId2"/>
          <a:srcRect t="24641" r="36557" b="30045"/>
          <a:stretch/>
        </p:blipFill>
        <p:spPr>
          <a:xfrm>
            <a:off x="-6835515" y="-989349"/>
            <a:ext cx="19027515" cy="8154648"/>
          </a:xfrm>
          <a:prstGeom prst="rect">
            <a:avLst/>
          </a:prstGeom>
        </p:spPr>
      </p:pic>
    </p:spTree>
    <p:extLst>
      <p:ext uri="{BB962C8B-B14F-4D97-AF65-F5344CB8AC3E}">
        <p14:creationId xmlns:p14="http://schemas.microsoft.com/office/powerpoint/2010/main" val="42394755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140D1AA1-E1CE-DD86-88BB-4ACE6D7C1A2D}"/>
              </a:ext>
            </a:extLst>
          </p:cNvPr>
          <p:cNvSpPr>
            <a:spLocks noGrp="1"/>
          </p:cNvSpPr>
          <p:nvPr>
            <p:ph type="title"/>
          </p:nvPr>
        </p:nvSpPr>
        <p:spPr>
          <a:xfrm>
            <a:off x="479394" y="1070800"/>
            <a:ext cx="3939688" cy="5583126"/>
          </a:xfrm>
        </p:spPr>
        <p:txBody>
          <a:bodyPr>
            <a:normAutofit/>
          </a:bodyPr>
          <a:lstStyle/>
          <a:p>
            <a:pPr algn="r"/>
            <a:r>
              <a:rPr lang="en-GB" sz="6200"/>
              <a:t>3. </a:t>
            </a:r>
            <a:r>
              <a:rPr lang="en-GB" sz="6200" b="1" i="0" u="none" strike="noStrike" baseline="0">
                <a:latin typeface="Times New Roman" panose="02020603050405020304" pitchFamily="18" charset="0"/>
              </a:rPr>
              <a:t>Consider the Effects of Variation</a:t>
            </a:r>
            <a:br>
              <a:rPr lang="en-GB" sz="6200" b="1" i="0" u="none" strike="noStrike" baseline="0">
                <a:latin typeface="Times New Roman" panose="02020603050405020304" pitchFamily="18" charset="0"/>
              </a:rPr>
            </a:br>
            <a:endParaRPr lang="en-GB" sz="6200"/>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8C3A7638-CA36-79E1-48A1-3DDDE2AE1521}"/>
              </a:ext>
            </a:extLst>
          </p:cNvPr>
          <p:cNvGraphicFramePr>
            <a:graphicFrameLocks noGrp="1"/>
          </p:cNvGraphicFramePr>
          <p:nvPr>
            <p:ph idx="1"/>
            <p:extLst>
              <p:ext uri="{D42A27DB-BD31-4B8C-83A1-F6EECF244321}">
                <p14:modId xmlns:p14="http://schemas.microsoft.com/office/powerpoint/2010/main" val="805261588"/>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512620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F60FD-19F7-881F-4222-9BB55D702186}"/>
              </a:ext>
            </a:extLst>
          </p:cNvPr>
          <p:cNvSpPr>
            <a:spLocks noGrp="1"/>
          </p:cNvSpPr>
          <p:nvPr>
            <p:ph type="title"/>
          </p:nvPr>
        </p:nvSpPr>
        <p:spPr/>
        <p:txBody>
          <a:bodyPr/>
          <a:lstStyle/>
          <a:p>
            <a:r>
              <a:rPr lang="en-GB"/>
              <a:t>4. </a:t>
            </a:r>
            <a:r>
              <a:rPr lang="en-GB" sz="4400" b="1" i="0" u="none" strike="noStrike" baseline="0">
                <a:latin typeface="Times New Roman" panose="02020603050405020304" pitchFamily="18" charset="0"/>
              </a:rPr>
              <a:t>Identify Hazards and Failure Points</a:t>
            </a:r>
            <a:br>
              <a:rPr lang="en-GB" sz="4400" b="1" i="0" u="none" strike="noStrike" baseline="0">
                <a:latin typeface="Times New Roman" panose="02020603050405020304" pitchFamily="18" charset="0"/>
              </a:rPr>
            </a:br>
            <a:endParaRPr lang="en-GB" dirty="0"/>
          </a:p>
        </p:txBody>
      </p:sp>
      <p:graphicFrame>
        <p:nvGraphicFramePr>
          <p:cNvPr id="48" name="Content Placeholder 2">
            <a:extLst>
              <a:ext uri="{FF2B5EF4-FFF2-40B4-BE49-F238E27FC236}">
                <a16:creationId xmlns:a16="http://schemas.microsoft.com/office/drawing/2014/main" id="{49079B23-88FA-5367-61D6-67783211A1A2}"/>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755332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1E3F9C-F323-8F4A-2E10-3A781848BD40}"/>
              </a:ext>
            </a:extLst>
          </p:cNvPr>
          <p:cNvSpPr>
            <a:spLocks noGrp="1"/>
          </p:cNvSpPr>
          <p:nvPr>
            <p:ph type="title"/>
          </p:nvPr>
        </p:nvSpPr>
        <p:spPr>
          <a:xfrm>
            <a:off x="6094105" y="802955"/>
            <a:ext cx="4977976" cy="1454051"/>
          </a:xfrm>
        </p:spPr>
        <p:txBody>
          <a:bodyPr>
            <a:normAutofit/>
          </a:bodyPr>
          <a:lstStyle/>
          <a:p>
            <a:r>
              <a:rPr lang="en-GB" sz="3300" b="1" i="0" u="none" strike="noStrike" baseline="0" dirty="0">
                <a:solidFill>
                  <a:schemeClr val="tx2"/>
                </a:solidFill>
                <a:latin typeface="Times New Roman" panose="02020603050405020304" pitchFamily="18" charset="0"/>
              </a:rPr>
              <a:t>Results of a HAZOP Study</a:t>
            </a:r>
            <a:br>
              <a:rPr lang="en-GB" sz="3300" b="1" i="0" u="none" strike="noStrike" baseline="0" dirty="0">
                <a:solidFill>
                  <a:schemeClr val="tx2"/>
                </a:solidFill>
                <a:latin typeface="Times New Roman" panose="02020603050405020304" pitchFamily="18" charset="0"/>
              </a:rPr>
            </a:br>
            <a:endParaRPr lang="en-GB" sz="3300" dirty="0">
              <a:solidFill>
                <a:schemeClr val="tx2"/>
              </a:solidFill>
            </a:endParaRPr>
          </a:p>
        </p:txBody>
      </p:sp>
      <p:pic>
        <p:nvPicPr>
          <p:cNvPr id="7" name="Graphic 6" descr="Light Bulb and Gear">
            <a:extLst>
              <a:ext uri="{FF2B5EF4-FFF2-40B4-BE49-F238E27FC236}">
                <a16:creationId xmlns:a16="http://schemas.microsoft.com/office/drawing/2014/main" id="{0B58D2AD-02C0-D8ED-5CAF-9A0697F9F58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9E9718EE-0C5A-ACF8-F532-913514FD4321}"/>
              </a:ext>
            </a:extLst>
          </p:cNvPr>
          <p:cNvSpPr>
            <a:spLocks noGrp="1"/>
          </p:cNvSpPr>
          <p:nvPr>
            <p:ph idx="1"/>
          </p:nvPr>
        </p:nvSpPr>
        <p:spPr>
          <a:xfrm>
            <a:off x="5321508" y="2421682"/>
            <a:ext cx="5746644" cy="3639289"/>
          </a:xfrm>
        </p:spPr>
        <p:txBody>
          <a:bodyPr anchor="ctr">
            <a:noAutofit/>
          </a:bodyPr>
          <a:lstStyle/>
          <a:p>
            <a:pPr algn="just"/>
            <a:r>
              <a:rPr lang="en-GB" sz="2000" b="0" i="0" u="none" strike="noStrike" baseline="0" dirty="0">
                <a:solidFill>
                  <a:schemeClr val="tx2"/>
                </a:solidFill>
                <a:latin typeface="Times New Roman" panose="02020603050405020304" pitchFamily="18" charset="0"/>
              </a:rPr>
              <a:t>Because HAZOP is a mental exercise, it can be implemented as part of the planning of a new work process, even before a facility is built. </a:t>
            </a:r>
          </a:p>
          <a:p>
            <a:pPr algn="just"/>
            <a:r>
              <a:rPr lang="en-GB" sz="2000" b="0" i="0" u="none" strike="noStrike" baseline="0" dirty="0">
                <a:solidFill>
                  <a:schemeClr val="tx2"/>
                </a:solidFill>
                <a:latin typeface="Times New Roman" panose="02020603050405020304" pitchFamily="18" charset="0"/>
              </a:rPr>
              <a:t>Existing facilities and processes can also be assessed with HAZOP.</a:t>
            </a:r>
          </a:p>
          <a:p>
            <a:pPr algn="just"/>
            <a:r>
              <a:rPr lang="en-GB" sz="2000" b="0" i="0" u="none" strike="noStrike" baseline="0" dirty="0">
                <a:solidFill>
                  <a:schemeClr val="tx2"/>
                </a:solidFill>
                <a:latin typeface="Times New Roman" panose="02020603050405020304" pitchFamily="18" charset="0"/>
              </a:rPr>
              <a:t>Where a HAZOP study is performed in the planning stage of a new process, completing the study means that all potential causes of failure will be identified. </a:t>
            </a:r>
          </a:p>
          <a:p>
            <a:pPr algn="just"/>
            <a:r>
              <a:rPr lang="en-GB" sz="2000" b="0" i="0" u="none" strike="noStrike" baseline="0" dirty="0">
                <a:solidFill>
                  <a:schemeClr val="tx2"/>
                </a:solidFill>
                <a:latin typeface="Times New Roman" panose="02020603050405020304" pitchFamily="18" charset="0"/>
              </a:rPr>
              <a:t>The HAZOP team will write an assessment weighing the potential deviations, their consequences, their</a:t>
            </a:r>
            <a:r>
              <a:rPr lang="en-GB" sz="2000" dirty="0">
                <a:solidFill>
                  <a:schemeClr val="tx2"/>
                </a:solidFill>
                <a:latin typeface="Times New Roman" panose="02020603050405020304" pitchFamily="18" charset="0"/>
              </a:rPr>
              <a:t> </a:t>
            </a:r>
            <a:r>
              <a:rPr lang="en-GB" sz="2000" b="0" i="0" u="none" strike="noStrike" baseline="0" dirty="0">
                <a:solidFill>
                  <a:schemeClr val="tx2"/>
                </a:solidFill>
                <a:latin typeface="Times New Roman" panose="02020603050405020304" pitchFamily="18" charset="0"/>
              </a:rPr>
              <a:t>causes, and the protection requirements. </a:t>
            </a:r>
          </a:p>
          <a:p>
            <a:pPr algn="just"/>
            <a:r>
              <a:rPr lang="en-GB" sz="2000" b="0" i="0" u="none" strike="noStrike" baseline="0" dirty="0">
                <a:solidFill>
                  <a:schemeClr val="tx2"/>
                </a:solidFill>
                <a:latin typeface="Times New Roman" panose="02020603050405020304" pitchFamily="18" charset="0"/>
              </a:rPr>
              <a:t>From this point, changes to the plan can be made to prevent problems from arising, or to mitigate their effects.</a:t>
            </a:r>
            <a:endParaRPr lang="en-GB" sz="2000" dirty="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27911706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8E1DE2-1560-E0EB-2B6C-BA5B026E8F98}"/>
              </a:ext>
            </a:extLst>
          </p:cNvPr>
          <p:cNvSpPr>
            <a:spLocks noGrp="1"/>
          </p:cNvSpPr>
          <p:nvPr>
            <p:ph idx="1"/>
          </p:nvPr>
        </p:nvSpPr>
        <p:spPr>
          <a:xfrm>
            <a:off x="253584" y="191697"/>
            <a:ext cx="10515600" cy="4351338"/>
          </a:xfrm>
        </p:spPr>
        <p:txBody>
          <a:bodyPr>
            <a:noAutofit/>
          </a:bodyPr>
          <a:lstStyle/>
          <a:p>
            <a:pPr algn="just"/>
            <a:r>
              <a:rPr lang="en-GB" sz="2400" b="0" i="0" u="none" strike="noStrike" baseline="0" dirty="0">
                <a:latin typeface="Times New Roman" panose="02020603050405020304" pitchFamily="18" charset="0"/>
                <a:cs typeface="Times New Roman" panose="02020603050405020304" pitchFamily="18" charset="0"/>
              </a:rPr>
              <a:t>In existing facilities, a HAZOP may be ongoing, working to improve the process without a any specific end date. Instead of a single, large assessment, the study's results will be released a as a stream of action items, as each problem is identified and a solution is created.</a:t>
            </a:r>
          </a:p>
          <a:p>
            <a:pPr algn="just"/>
            <a:r>
              <a:rPr lang="en-GB" sz="2400" b="0" i="0" u="none" strike="noStrike" baseline="0" dirty="0">
                <a:latin typeface="Times New Roman" panose="02020603050405020304" pitchFamily="18" charset="0"/>
                <a:cs typeface="Times New Roman" panose="02020603050405020304" pitchFamily="18" charset="0"/>
              </a:rPr>
              <a:t>In both cases, when a hazardous condition is identified, recommendations may be made for process or system modifications, or further study by a specialist may be required. A</a:t>
            </a:r>
          </a:p>
          <a:p>
            <a:pPr algn="just"/>
            <a:r>
              <a:rPr lang="en-GB" sz="2400" b="0" i="0" u="none" strike="noStrike" baseline="0" dirty="0">
                <a:latin typeface="Times New Roman" panose="02020603050405020304" pitchFamily="18" charset="0"/>
                <a:cs typeface="Times New Roman" panose="02020603050405020304" pitchFamily="18" charset="0"/>
              </a:rPr>
              <a:t>HAZOP study might recommend these typical actions:</a:t>
            </a:r>
          </a:p>
          <a:p>
            <a:pPr algn="just"/>
            <a:r>
              <a:rPr lang="en-GB" sz="2400" b="0" i="0" u="none" strike="noStrike" baseline="0" dirty="0">
                <a:latin typeface="Times New Roman" panose="02020603050405020304" pitchFamily="18" charset="0"/>
                <a:cs typeface="Times New Roman" panose="02020603050405020304" pitchFamily="18" charset="0"/>
              </a:rPr>
              <a:t> </a:t>
            </a:r>
            <a:r>
              <a:rPr lang="en-GB" b="1" i="0" u="none" strike="noStrike" baseline="0" dirty="0">
                <a:solidFill>
                  <a:schemeClr val="tx2">
                    <a:lumMod val="90000"/>
                    <a:lumOff val="10000"/>
                  </a:schemeClr>
                </a:solidFill>
                <a:latin typeface="Times New Roman" panose="02020603050405020304" pitchFamily="18" charset="0"/>
                <a:cs typeface="Times New Roman" panose="02020603050405020304" pitchFamily="18" charset="0"/>
              </a:rPr>
              <a:t>A review of existing protection system designs by a specialist</a:t>
            </a:r>
          </a:p>
          <a:p>
            <a:pPr algn="just"/>
            <a:r>
              <a:rPr lang="en-GB" b="1" i="0" u="none" strike="noStrike" baseline="0" dirty="0">
                <a:solidFill>
                  <a:schemeClr val="tx2">
                    <a:lumMod val="90000"/>
                    <a:lumOff val="10000"/>
                  </a:schemeClr>
                </a:solidFill>
                <a:latin typeface="Times New Roman" panose="02020603050405020304" pitchFamily="18" charset="0"/>
                <a:cs typeface="Times New Roman" panose="02020603050405020304" pitchFamily="18" charset="0"/>
              </a:rPr>
              <a:t> Adding or modifying alarms that warn of deviations</a:t>
            </a:r>
          </a:p>
          <a:p>
            <a:pPr algn="just"/>
            <a:r>
              <a:rPr lang="en-GB" b="1" i="0" u="none" strike="noStrike" baseline="0" dirty="0">
                <a:solidFill>
                  <a:schemeClr val="tx2">
                    <a:lumMod val="90000"/>
                    <a:lumOff val="10000"/>
                  </a:schemeClr>
                </a:solidFill>
                <a:latin typeface="Times New Roman" panose="02020603050405020304" pitchFamily="18" charset="0"/>
                <a:cs typeface="Times New Roman" panose="02020603050405020304" pitchFamily="18" charset="0"/>
              </a:rPr>
              <a:t> Adding or modifying relief systems</a:t>
            </a:r>
          </a:p>
          <a:p>
            <a:pPr algn="just"/>
            <a:r>
              <a:rPr lang="en-GB" b="1" i="0" u="none" strike="noStrike" baseline="0" dirty="0">
                <a:solidFill>
                  <a:schemeClr val="tx2">
                    <a:lumMod val="90000"/>
                    <a:lumOff val="10000"/>
                  </a:schemeClr>
                </a:solidFill>
                <a:latin typeface="Times New Roman" panose="02020603050405020304" pitchFamily="18" charset="0"/>
                <a:cs typeface="Times New Roman" panose="02020603050405020304" pitchFamily="18" charset="0"/>
              </a:rPr>
              <a:t> Adding or modifying ventilation systems</a:t>
            </a:r>
          </a:p>
          <a:p>
            <a:pPr algn="just"/>
            <a:r>
              <a:rPr lang="en-GB" b="1" i="0" u="none" strike="noStrike" baseline="0" dirty="0">
                <a:solidFill>
                  <a:schemeClr val="tx2">
                    <a:lumMod val="90000"/>
                    <a:lumOff val="10000"/>
                  </a:schemeClr>
                </a:solidFill>
                <a:latin typeface="Times New Roman" panose="02020603050405020304" pitchFamily="18" charset="0"/>
                <a:cs typeface="Times New Roman" panose="02020603050405020304" pitchFamily="18" charset="0"/>
              </a:rPr>
              <a:t> Increasing sampling and testing frequency</a:t>
            </a:r>
            <a:endParaRPr lang="en-GB" b="1" dirty="0">
              <a:solidFill>
                <a:schemeClr val="tx2">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977884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11206-42F9-EB3D-A132-EC5AF8806AA3}"/>
              </a:ext>
            </a:extLst>
          </p:cNvPr>
          <p:cNvSpPr>
            <a:spLocks noGrp="1"/>
          </p:cNvSpPr>
          <p:nvPr>
            <p:ph type="title"/>
          </p:nvPr>
        </p:nvSpPr>
        <p:spPr/>
        <p:txBody>
          <a:bodyPr/>
          <a:lstStyle/>
          <a:p>
            <a:endParaRPr lang="en-GB"/>
          </a:p>
        </p:txBody>
      </p:sp>
      <p:graphicFrame>
        <p:nvGraphicFramePr>
          <p:cNvPr id="5" name="Content Placeholder 2">
            <a:extLst>
              <a:ext uri="{FF2B5EF4-FFF2-40B4-BE49-F238E27FC236}">
                <a16:creationId xmlns:a16="http://schemas.microsoft.com/office/drawing/2014/main" id="{F094B43E-6EB1-13A4-3AB0-CF03B9654086}"/>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2005144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948DE-FDC7-5C22-1274-5A54E8059AF9}"/>
              </a:ext>
            </a:extLst>
          </p:cNvPr>
          <p:cNvSpPr>
            <a:spLocks noGrp="1"/>
          </p:cNvSpPr>
          <p:nvPr>
            <p:ph type="title"/>
          </p:nvPr>
        </p:nvSpPr>
        <p:spPr/>
        <p:txBody>
          <a:bodyPr/>
          <a:lstStyle/>
          <a:p>
            <a:r>
              <a:rPr lang="en-GB" sz="1800" b="1" i="0" u="none" strike="noStrike" baseline="0" dirty="0">
                <a:latin typeface="Times New Roman" panose="02020603050405020304" pitchFamily="18" charset="0"/>
              </a:rPr>
              <a:t>THE DOW FIRE AND EXPLOSION HAZARD</a:t>
            </a:r>
            <a:endParaRPr lang="en-GB" dirty="0"/>
          </a:p>
        </p:txBody>
      </p:sp>
      <p:sp>
        <p:nvSpPr>
          <p:cNvPr id="3" name="Content Placeholder 2">
            <a:extLst>
              <a:ext uri="{FF2B5EF4-FFF2-40B4-BE49-F238E27FC236}">
                <a16:creationId xmlns:a16="http://schemas.microsoft.com/office/drawing/2014/main" id="{4E3E5FC1-0DCC-8200-EC3D-A135832A75B8}"/>
              </a:ext>
            </a:extLst>
          </p:cNvPr>
          <p:cNvSpPr>
            <a:spLocks noGrp="1"/>
          </p:cNvSpPr>
          <p:nvPr>
            <p:ph idx="1"/>
          </p:nvPr>
        </p:nvSpPr>
        <p:spPr/>
        <p:txBody>
          <a:bodyPr/>
          <a:lstStyle/>
          <a:p>
            <a:pPr algn="l"/>
            <a:r>
              <a:rPr lang="en-GB" sz="1800" b="0" i="0" u="none" strike="noStrike" baseline="0" dirty="0">
                <a:latin typeface="Times New Roman" panose="02020603050405020304" pitchFamily="18" charset="0"/>
              </a:rPr>
              <a:t>It is a method for ranking the relative fire and explosion risk associated with a </a:t>
            </a:r>
            <a:r>
              <a:rPr lang="en-GB" sz="1800" b="0" i="0" u="none" strike="noStrike" baseline="0" err="1">
                <a:latin typeface="Times New Roman" panose="02020603050405020304" pitchFamily="18" charset="0"/>
              </a:rPr>
              <a:t>process</a:t>
            </a:r>
            <a:r>
              <a:rPr lang="en-GB" sz="1800" b="0" i="0" u="none" strike="noStrike" baseline="0">
                <a:latin typeface="Times New Roman" panose="02020603050405020304" pitchFamily="18" charset="0"/>
              </a:rPr>
              <a:t>.</a:t>
            </a:r>
          </a:p>
          <a:p>
            <a:pPr algn="l"/>
            <a:r>
              <a:rPr lang="en-GB" sz="1800" b="0" i="0" u="none" strike="noStrike" baseline="0">
                <a:latin typeface="Times New Roman" panose="02020603050405020304" pitchFamily="18" charset="0"/>
              </a:rPr>
              <a:t>The</a:t>
            </a:r>
            <a:r>
              <a:rPr lang="en-GB" sz="1800">
                <a:latin typeface="Times New Roman" panose="02020603050405020304" pitchFamily="18" charset="0"/>
              </a:rPr>
              <a:t> </a:t>
            </a:r>
            <a:r>
              <a:rPr lang="en-GB" sz="1800" b="0" i="0" u="none" strike="noStrike" baseline="0" dirty="0">
                <a:latin typeface="Times New Roman" panose="02020603050405020304" pitchFamily="18" charset="0"/>
              </a:rPr>
              <a:t>index is developed by the Dow Chemical Company and published by the American Institute of Chemical Engineering, Dow (1994) (www.aiche.org), evaluating the potential risk from a process and assessing the potential loss.</a:t>
            </a:r>
          </a:p>
          <a:p>
            <a:pPr algn="l"/>
            <a:r>
              <a:rPr lang="en-GB" sz="1800" b="0" i="0" u="none" strike="noStrike" baseline="0" dirty="0">
                <a:latin typeface="Times New Roman" panose="02020603050405020304" pitchFamily="18" charset="0"/>
              </a:rPr>
              <a:t> A numerical "Fire and explosion index" (F&amp;EI) is calculated, based on the nature of the process and the properties of the process materials.</a:t>
            </a:r>
          </a:p>
          <a:p>
            <a:pPr algn="l"/>
            <a:r>
              <a:rPr lang="en-GB" sz="1800" b="0" i="0" u="none" strike="noStrike" baseline="0" dirty="0">
                <a:latin typeface="Times New Roman" panose="02020603050405020304" pitchFamily="18" charset="0"/>
              </a:rPr>
              <a:t> The larger value of the F&amp;EI, the more hazardous the process.</a:t>
            </a:r>
          </a:p>
          <a:p>
            <a:pPr algn="l"/>
            <a:r>
              <a:rPr lang="en-GB" sz="1800" b="1" i="0" u="none" strike="noStrike" baseline="0" dirty="0">
                <a:latin typeface="Times New Roman" panose="02020603050405020304" pitchFamily="18" charset="0"/>
              </a:rPr>
              <a:t>Objectives of </a:t>
            </a:r>
            <a:r>
              <a:rPr lang="en-GB" sz="1800" b="1" i="0" u="none" strike="noStrike" baseline="0" dirty="0" err="1">
                <a:latin typeface="Times New Roman" panose="02020603050405020304" pitchFamily="18" charset="0"/>
              </a:rPr>
              <a:t>dow</a:t>
            </a:r>
            <a:r>
              <a:rPr lang="en-GB" sz="1800" b="1" i="0" u="none" strike="noStrike" baseline="0" dirty="0">
                <a:latin typeface="Times New Roman" panose="02020603050405020304" pitchFamily="18" charset="0"/>
              </a:rPr>
              <a:t> fire and explosion index</a:t>
            </a:r>
          </a:p>
          <a:p>
            <a:pPr algn="l"/>
            <a:r>
              <a:rPr lang="en-GB" sz="1800" b="1" i="0" u="none" strike="noStrike" baseline="0" dirty="0">
                <a:latin typeface="Times New Roman" panose="02020603050405020304" pitchFamily="18" charset="0"/>
              </a:rPr>
              <a:t>Quantify: </a:t>
            </a:r>
            <a:r>
              <a:rPr lang="en-GB" sz="1800" b="0" i="0" u="none" strike="noStrike" baseline="0" dirty="0">
                <a:latin typeface="Times New Roman" panose="02020603050405020304" pitchFamily="18" charset="0"/>
              </a:rPr>
              <a:t>The expected damage potential due to fire &amp; explosion incidents in realistic terms</a:t>
            </a:r>
          </a:p>
          <a:p>
            <a:pPr algn="l"/>
            <a:r>
              <a:rPr lang="en-GB" sz="1800" b="1" i="0" u="none" strike="noStrike" baseline="0" dirty="0">
                <a:latin typeface="Times New Roman" panose="02020603050405020304" pitchFamily="18" charset="0"/>
              </a:rPr>
              <a:t>Identify: </a:t>
            </a:r>
            <a:r>
              <a:rPr lang="en-GB" sz="1800" b="0" i="0" u="none" strike="noStrike" baseline="0" dirty="0">
                <a:latin typeface="Times New Roman" panose="02020603050405020304" pitchFamily="18" charset="0"/>
              </a:rPr>
              <a:t>Equipment that is likely to contribute to the creation or escalation of an incident</a:t>
            </a:r>
            <a:endParaRPr lang="en-GB" dirty="0"/>
          </a:p>
        </p:txBody>
      </p:sp>
    </p:spTree>
    <p:extLst>
      <p:ext uri="{BB962C8B-B14F-4D97-AF65-F5344CB8AC3E}">
        <p14:creationId xmlns:p14="http://schemas.microsoft.com/office/powerpoint/2010/main" val="209968103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2F2E8-BA72-CBFD-6BF7-FAB824021ABE}"/>
              </a:ext>
            </a:extLst>
          </p:cNvPr>
          <p:cNvSpPr>
            <a:spLocks noGrp="1"/>
          </p:cNvSpPr>
          <p:nvPr>
            <p:ph type="title"/>
          </p:nvPr>
        </p:nvSpPr>
        <p:spPr>
          <a:xfrm>
            <a:off x="481013" y="3752849"/>
            <a:ext cx="3290887" cy="2452687"/>
          </a:xfrm>
        </p:spPr>
        <p:txBody>
          <a:bodyPr anchor="ctr">
            <a:noAutofit/>
          </a:bodyPr>
          <a:lstStyle/>
          <a:p>
            <a:r>
              <a:rPr lang="en-GB" sz="3200" b="1" i="0" u="none" strike="noStrike" baseline="0" dirty="0">
                <a:latin typeface="Times New Roman" panose="02020603050405020304" pitchFamily="18" charset="0"/>
              </a:rPr>
              <a:t>STRUCTURE OF HAZARD IDENTIFICATION AND RISK ASSESSMENT</a:t>
            </a:r>
            <a:br>
              <a:rPr lang="en-GB" sz="3200" b="1" i="0" u="none" strike="noStrike" baseline="0" dirty="0">
                <a:latin typeface="Times New Roman" panose="02020603050405020304" pitchFamily="18" charset="0"/>
              </a:rPr>
            </a:br>
            <a:endParaRPr lang="en-GB" sz="3200" dirty="0"/>
          </a:p>
        </p:txBody>
      </p:sp>
      <p:pic>
        <p:nvPicPr>
          <p:cNvPr id="5" name="Picture 4" descr="A person wearing a yellow hat&#10;&#10;Description automatically generated">
            <a:extLst>
              <a:ext uri="{FF2B5EF4-FFF2-40B4-BE49-F238E27FC236}">
                <a16:creationId xmlns:a16="http://schemas.microsoft.com/office/drawing/2014/main" id="{D001C0AB-40AA-29F8-C402-1EFFC64EF269}"/>
              </a:ext>
            </a:extLst>
          </p:cNvPr>
          <p:cNvPicPr>
            <a:picLocks noChangeAspect="1"/>
          </p:cNvPicPr>
          <p:nvPr/>
        </p:nvPicPr>
        <p:blipFill>
          <a:blip r:embed="rId2">
            <a:extLst>
              <a:ext uri="{28A0092B-C50C-407E-A947-70E740481C1C}">
                <a14:useLocalDpi xmlns:a14="http://schemas.microsoft.com/office/drawing/2010/main" val="0"/>
              </a:ext>
            </a:extLst>
          </a:blip>
          <a:srcRect t="24756" b="21138"/>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63E2EC5B-0756-4CA6-9E6F-E05E4D61DB56}"/>
              </a:ext>
            </a:extLst>
          </p:cNvPr>
          <p:cNvSpPr>
            <a:spLocks noGrp="1"/>
          </p:cNvSpPr>
          <p:nvPr>
            <p:ph idx="1"/>
          </p:nvPr>
        </p:nvSpPr>
        <p:spPr>
          <a:xfrm>
            <a:off x="4223982" y="3752850"/>
            <a:ext cx="7485413" cy="2452687"/>
          </a:xfrm>
        </p:spPr>
        <p:txBody>
          <a:bodyPr anchor="ctr">
            <a:noAutofit/>
          </a:bodyPr>
          <a:lstStyle/>
          <a:p>
            <a:pPr algn="just"/>
            <a:r>
              <a:rPr lang="en-GB" sz="2400" b="0" i="0" u="none" strike="noStrike" baseline="0" dirty="0">
                <a:latin typeface="Times New Roman" panose="02020603050405020304" pitchFamily="18" charset="0"/>
              </a:rPr>
              <a:t>One of the "root causes" of workplace injuries, illnesses, and incidents is the failure to identify or recognize hazards that are present, or that could have been anticipated. </a:t>
            </a:r>
          </a:p>
          <a:p>
            <a:pPr algn="just"/>
            <a:r>
              <a:rPr lang="en-GB" sz="2400" b="0" i="0" u="none" strike="noStrike" baseline="0" dirty="0">
                <a:latin typeface="Times New Roman" panose="02020603050405020304" pitchFamily="18" charset="0"/>
              </a:rPr>
              <a:t>A critical element any effective safety and health program is a proactive, ongoing process to identify and assess such hazards.</a:t>
            </a:r>
          </a:p>
        </p:txBody>
      </p:sp>
    </p:spTree>
    <p:extLst>
      <p:ext uri="{BB962C8B-B14F-4D97-AF65-F5344CB8AC3E}">
        <p14:creationId xmlns:p14="http://schemas.microsoft.com/office/powerpoint/2010/main" val="282293629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5DF40726-9B19-4165-9C26-757D16E19E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3EB938-6B47-A9F0-D9DB-A0550AACA278}"/>
              </a:ext>
            </a:extLst>
          </p:cNvPr>
          <p:cNvSpPr>
            <a:spLocks noGrp="1"/>
          </p:cNvSpPr>
          <p:nvPr>
            <p:ph type="title"/>
          </p:nvPr>
        </p:nvSpPr>
        <p:spPr>
          <a:xfrm flipV="1">
            <a:off x="838199" y="419725"/>
            <a:ext cx="4571999" cy="144486"/>
          </a:xfrm>
        </p:spPr>
        <p:txBody>
          <a:bodyPr anchor="b">
            <a:normAutofit fontScale="90000"/>
          </a:bodyPr>
          <a:lstStyle/>
          <a:p>
            <a:endParaRPr lang="en-GB" sz="3600" dirty="0"/>
          </a:p>
        </p:txBody>
      </p:sp>
      <p:sp>
        <p:nvSpPr>
          <p:cNvPr id="3" name="Content Placeholder 2">
            <a:extLst>
              <a:ext uri="{FF2B5EF4-FFF2-40B4-BE49-F238E27FC236}">
                <a16:creationId xmlns:a16="http://schemas.microsoft.com/office/drawing/2014/main" id="{3C6C6DC8-B529-E2DF-A706-95ABE108FE94}"/>
              </a:ext>
            </a:extLst>
          </p:cNvPr>
          <p:cNvSpPr>
            <a:spLocks noGrp="1"/>
          </p:cNvSpPr>
          <p:nvPr>
            <p:ph idx="1"/>
          </p:nvPr>
        </p:nvSpPr>
        <p:spPr>
          <a:xfrm>
            <a:off x="478435" y="983936"/>
            <a:ext cx="5712053" cy="5146693"/>
          </a:xfrm>
        </p:spPr>
        <p:txBody>
          <a:bodyPr>
            <a:noAutofit/>
          </a:bodyPr>
          <a:lstStyle/>
          <a:p>
            <a:pPr marL="0" indent="0" algn="just">
              <a:buNone/>
            </a:pPr>
            <a:r>
              <a:rPr lang="en-GB" sz="1800" b="0" i="1" u="none" strike="noStrike" baseline="0" dirty="0">
                <a:latin typeface="Times New Roman" panose="02020603050405020304" pitchFamily="18" charset="0"/>
              </a:rPr>
              <a:t>To identify and assess hazards, employers and workers:</a:t>
            </a:r>
          </a:p>
          <a:p>
            <a:pPr marL="0" indent="0" algn="just">
              <a:buNone/>
            </a:pPr>
            <a:r>
              <a:rPr lang="en-GB" sz="1800" b="0" i="0" u="none" strike="noStrike" baseline="0" dirty="0">
                <a:latin typeface="Symbol" panose="05050102010706020507" pitchFamily="18" charset="2"/>
              </a:rPr>
              <a:t> </a:t>
            </a:r>
            <a:r>
              <a:rPr lang="en-GB" sz="1800" b="0" i="0" u="none" strike="noStrike" baseline="0" dirty="0">
                <a:latin typeface="Times New Roman" panose="02020603050405020304" pitchFamily="18" charset="0"/>
              </a:rPr>
              <a:t>Collect and review information about the hazards present</a:t>
            </a:r>
          </a:p>
          <a:p>
            <a:pPr marL="0" indent="0" algn="just">
              <a:buNone/>
            </a:pPr>
            <a:r>
              <a:rPr lang="en-GB" sz="1800" b="0" i="0" u="none" strike="noStrike" baseline="0" dirty="0">
                <a:latin typeface="Symbol" panose="05050102010706020507" pitchFamily="18" charset="2"/>
              </a:rPr>
              <a:t> </a:t>
            </a:r>
            <a:r>
              <a:rPr lang="en-GB" sz="1800" b="0" i="0" u="none" strike="noStrike" baseline="0" dirty="0">
                <a:latin typeface="Times New Roman" panose="02020603050405020304" pitchFamily="18" charset="0"/>
              </a:rPr>
              <a:t>Collect or likely to be present in the workplace.</a:t>
            </a:r>
          </a:p>
          <a:p>
            <a:pPr marL="0" indent="0" algn="just">
              <a:buNone/>
            </a:pPr>
            <a:r>
              <a:rPr lang="en-GB" sz="1800" b="0" i="0" u="none" strike="noStrike" baseline="0" dirty="0">
                <a:latin typeface="Symbol" panose="05050102010706020507" pitchFamily="18" charset="2"/>
              </a:rPr>
              <a:t> </a:t>
            </a:r>
            <a:r>
              <a:rPr lang="en-GB" sz="1800" b="0" i="0" u="none" strike="noStrike" baseline="0" dirty="0">
                <a:latin typeface="Times New Roman" panose="02020603050405020304" pitchFamily="18" charset="0"/>
              </a:rPr>
              <a:t>Conduct initial and periodic workplace inspections of the workplace to identify new or recurring hazards.</a:t>
            </a:r>
          </a:p>
          <a:p>
            <a:pPr marL="0" indent="0" algn="just">
              <a:buNone/>
            </a:pPr>
            <a:r>
              <a:rPr lang="en-GB" sz="1800" b="0" i="0" u="none" strike="noStrike" baseline="0" dirty="0">
                <a:latin typeface="Symbol" panose="05050102010706020507" pitchFamily="18" charset="2"/>
              </a:rPr>
              <a:t> </a:t>
            </a:r>
            <a:r>
              <a:rPr lang="en-GB" sz="1800" b="0" i="0" u="none" strike="noStrike" baseline="0" dirty="0">
                <a:latin typeface="Times New Roman" panose="02020603050405020304" pitchFamily="18" charset="0"/>
              </a:rPr>
              <a:t>Investigate injuries, illnesses, incidents, and close calls/near misses to determine the underlying hazards, their causes, and safety and health program shortcomings.</a:t>
            </a:r>
          </a:p>
          <a:p>
            <a:pPr marL="0" indent="0" algn="just">
              <a:buNone/>
            </a:pPr>
            <a:r>
              <a:rPr lang="en-GB" sz="1800" b="0" i="0" u="none" strike="noStrike" baseline="0" dirty="0">
                <a:latin typeface="Symbol" panose="05050102010706020507" pitchFamily="18" charset="2"/>
              </a:rPr>
              <a:t> </a:t>
            </a:r>
            <a:r>
              <a:rPr lang="en-GB" sz="1800" b="0" i="0" u="none" strike="noStrike" baseline="0" dirty="0">
                <a:latin typeface="Times New Roman" panose="02020603050405020304" pitchFamily="18" charset="0"/>
              </a:rPr>
              <a:t>Group similar incidents and identify trends in injuries, illnesses, and hazards reported.</a:t>
            </a:r>
          </a:p>
          <a:p>
            <a:pPr marL="0" indent="0" algn="just">
              <a:buNone/>
            </a:pPr>
            <a:r>
              <a:rPr lang="en-GB" sz="1800" b="0" i="0" u="none" strike="noStrike" baseline="0" dirty="0">
                <a:latin typeface="Symbol" panose="05050102010706020507" pitchFamily="18" charset="2"/>
              </a:rPr>
              <a:t> </a:t>
            </a:r>
            <a:r>
              <a:rPr lang="en-GB" sz="1800" b="0" i="0" u="none" strike="noStrike" baseline="0" dirty="0">
                <a:latin typeface="Times New Roman" panose="02020603050405020304" pitchFamily="18" charset="0"/>
              </a:rPr>
              <a:t>Consider hazards associated with emergency or non routine situations.</a:t>
            </a:r>
          </a:p>
          <a:p>
            <a:pPr marL="0" indent="0" algn="just">
              <a:buNone/>
            </a:pPr>
            <a:r>
              <a:rPr lang="en-GB" sz="1800" b="0" i="0" u="none" strike="noStrike" baseline="0" dirty="0">
                <a:latin typeface="Symbol" panose="05050102010706020507" pitchFamily="18" charset="2"/>
              </a:rPr>
              <a:t> </a:t>
            </a:r>
            <a:r>
              <a:rPr lang="en-GB" sz="1800" b="0" i="0" u="none" strike="noStrike" baseline="0" dirty="0">
                <a:latin typeface="Times New Roman" panose="02020603050405020304" pitchFamily="18" charset="0"/>
              </a:rPr>
              <a:t>Determine the severity and likelihood of incidents that could result for each hazard identified, and use this information to prioritize corrective actions.</a:t>
            </a:r>
            <a:endParaRPr lang="en-GB" sz="1800" dirty="0"/>
          </a:p>
          <a:p>
            <a:pPr algn="just"/>
            <a:endParaRPr lang="en-GB" sz="1800" dirty="0"/>
          </a:p>
        </p:txBody>
      </p:sp>
      <p:pic>
        <p:nvPicPr>
          <p:cNvPr id="5" name="Picture 4" descr="A barrel with a recycle symbol in a warehouse&#10;&#10;Description automatically generated">
            <a:extLst>
              <a:ext uri="{FF2B5EF4-FFF2-40B4-BE49-F238E27FC236}">
                <a16:creationId xmlns:a16="http://schemas.microsoft.com/office/drawing/2014/main" id="{27DBF0FD-E0C2-98F0-E010-D9796CE9E9FC}"/>
              </a:ext>
            </a:extLst>
          </p:cNvPr>
          <p:cNvPicPr>
            <a:picLocks noChangeAspect="1"/>
          </p:cNvPicPr>
          <p:nvPr/>
        </p:nvPicPr>
        <p:blipFill>
          <a:blip r:embed="rId2">
            <a:extLst>
              <a:ext uri="{28A0092B-C50C-407E-A947-70E740481C1C}">
                <a14:useLocalDpi xmlns:a14="http://schemas.microsoft.com/office/drawing/2010/main" val="0"/>
              </a:ext>
            </a:extLst>
          </a:blip>
          <a:srcRect l="7156" r="44064"/>
          <a:stretch/>
        </p:blipFill>
        <p:spPr>
          <a:xfrm>
            <a:off x="6190488" y="566928"/>
            <a:ext cx="5157216" cy="5286197"/>
          </a:xfrm>
          <a:prstGeom prst="rect">
            <a:avLst/>
          </a:prstGeom>
        </p:spPr>
      </p:pic>
      <p:sp>
        <p:nvSpPr>
          <p:cNvPr id="22" name="Rectangle 21">
            <a:extLst>
              <a:ext uri="{FF2B5EF4-FFF2-40B4-BE49-F238E27FC236}">
                <a16:creationId xmlns:a16="http://schemas.microsoft.com/office/drawing/2014/main" id="{2089CB41-F399-4AEB-980C-5BFB1049C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6112341"/>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1BFC967B-3DD6-463D-9DB9-6E4419AE0D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096768" y="3817404"/>
            <a:ext cx="54864" cy="457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Tree>
    <p:extLst>
      <p:ext uri="{BB962C8B-B14F-4D97-AF65-F5344CB8AC3E}">
        <p14:creationId xmlns:p14="http://schemas.microsoft.com/office/powerpoint/2010/main" val="261250142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Freeform: Shape 3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16FF066-6595-CA32-5AE2-A4A6B34AFB6F}"/>
              </a:ext>
            </a:extLst>
          </p:cNvPr>
          <p:cNvSpPr>
            <a:spLocks noGrp="1"/>
          </p:cNvSpPr>
          <p:nvPr>
            <p:ph type="title"/>
          </p:nvPr>
        </p:nvSpPr>
        <p:spPr>
          <a:xfrm>
            <a:off x="660041" y="2767106"/>
            <a:ext cx="3132470" cy="3071906"/>
          </a:xfrm>
        </p:spPr>
        <p:txBody>
          <a:bodyPr vert="horz" lIns="91440" tIns="45720" rIns="91440" bIns="45720" rtlCol="0" anchor="t">
            <a:normAutofit/>
          </a:bodyPr>
          <a:lstStyle/>
          <a:p>
            <a:r>
              <a:rPr lang="en-US" sz="3400" kern="1200">
                <a:solidFill>
                  <a:srgbClr val="FFFFFF"/>
                </a:solidFill>
                <a:latin typeface="+mj-lt"/>
                <a:ea typeface="+mj-ea"/>
                <a:cs typeface="+mj-cs"/>
              </a:rPr>
              <a:t>STEPS OF RISK ASSESSMENT</a:t>
            </a:r>
          </a:p>
        </p:txBody>
      </p:sp>
      <p:pic>
        <p:nvPicPr>
          <p:cNvPr id="5" name="Content Placeholder 4" descr="A diagram of steps to help a hazard&#10;&#10;Description automatically generated with medium confidence">
            <a:extLst>
              <a:ext uri="{FF2B5EF4-FFF2-40B4-BE49-F238E27FC236}">
                <a16:creationId xmlns:a16="http://schemas.microsoft.com/office/drawing/2014/main" id="{CCF4B2FE-4019-87A8-527C-9810BA862B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20659" y="167987"/>
            <a:ext cx="6292512" cy="6972313"/>
          </a:xfrm>
          <a:prstGeom prst="rect">
            <a:avLst/>
          </a:prstGeom>
        </p:spPr>
      </p:pic>
    </p:spTree>
    <p:extLst>
      <p:ext uri="{BB962C8B-B14F-4D97-AF65-F5344CB8AC3E}">
        <p14:creationId xmlns:p14="http://schemas.microsoft.com/office/powerpoint/2010/main" val="177872719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Content Placeholder 6" descr="A diagram of a diagram&#10;&#10;Description automatically generated">
            <a:extLst>
              <a:ext uri="{FF2B5EF4-FFF2-40B4-BE49-F238E27FC236}">
                <a16:creationId xmlns:a16="http://schemas.microsoft.com/office/drawing/2014/main" id="{CF8D1953-7BC8-003D-1AC3-FB1B227B559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9"/>
          <a:stretch/>
        </p:blipFill>
        <p:spPr>
          <a:xfrm>
            <a:off x="20" y="1282"/>
            <a:ext cx="12191980" cy="6856718"/>
          </a:xfrm>
          <a:prstGeom prst="rect">
            <a:avLst/>
          </a:prstGeom>
        </p:spPr>
      </p:pic>
      <p:pic>
        <p:nvPicPr>
          <p:cNvPr id="11" name="Graphic 10" descr="Badge 1 with solid fill">
            <a:extLst>
              <a:ext uri="{FF2B5EF4-FFF2-40B4-BE49-F238E27FC236}">
                <a16:creationId xmlns:a16="http://schemas.microsoft.com/office/drawing/2014/main" id="{2E11E4A3-601D-3AE1-7090-5BE24584A8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33869" y="0"/>
            <a:ext cx="914400" cy="914400"/>
          </a:xfrm>
          <a:prstGeom prst="rect">
            <a:avLst/>
          </a:prstGeom>
        </p:spPr>
      </p:pic>
    </p:spTree>
    <p:extLst>
      <p:ext uri="{BB962C8B-B14F-4D97-AF65-F5344CB8AC3E}">
        <p14:creationId xmlns:p14="http://schemas.microsoft.com/office/powerpoint/2010/main" val="3916649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AC3602-3348-4F31-9E43-076B03514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55C474-0555-CF02-8DC7-C6F8C6363C9C}"/>
              </a:ext>
            </a:extLst>
          </p:cNvPr>
          <p:cNvSpPr>
            <a:spLocks noGrp="1"/>
          </p:cNvSpPr>
          <p:nvPr>
            <p:ph type="title"/>
          </p:nvPr>
        </p:nvSpPr>
        <p:spPr>
          <a:xfrm>
            <a:off x="838201" y="300580"/>
            <a:ext cx="9829800" cy="1089529"/>
          </a:xfrm>
        </p:spPr>
        <p:txBody>
          <a:bodyPr>
            <a:noAutofit/>
          </a:bodyPr>
          <a:lstStyle/>
          <a:p>
            <a:r>
              <a:rPr lang="en-GB" sz="2800" b="1" i="0" u="none" strike="noStrike" baseline="0" dirty="0">
                <a:solidFill>
                  <a:srgbClr val="FFFFFF"/>
                </a:solidFill>
                <a:latin typeface="Times New Roman" panose="02020603050405020304" pitchFamily="18" charset="0"/>
              </a:rPr>
              <a:t>Action item 1: Collect existing information about workplace hazards </a:t>
            </a:r>
            <a:br>
              <a:rPr lang="en-GB" sz="2800" b="1" i="0" u="none" strike="noStrike" baseline="0" dirty="0">
                <a:solidFill>
                  <a:srgbClr val="FFFFFF"/>
                </a:solidFill>
                <a:latin typeface="Times New Roman" panose="02020603050405020304" pitchFamily="18" charset="0"/>
              </a:rPr>
            </a:br>
            <a:endParaRPr lang="en-GB" sz="2800" dirty="0">
              <a:solidFill>
                <a:srgbClr val="FFFFFF"/>
              </a:solidFill>
            </a:endParaRPr>
          </a:p>
        </p:txBody>
      </p:sp>
      <p:sp>
        <p:nvSpPr>
          <p:cNvPr id="11" name="Graphic 11">
            <a:extLst>
              <a:ext uri="{FF2B5EF4-FFF2-40B4-BE49-F238E27FC236}">
                <a16:creationId xmlns:a16="http://schemas.microsoft.com/office/drawing/2014/main" id="{394094B0-A6C9-44BE-9042-66EF0612F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03882"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p>
        </p:txBody>
      </p:sp>
      <p:sp>
        <p:nvSpPr>
          <p:cNvPr id="13" name="Graphic 10">
            <a:extLst>
              <a:ext uri="{FF2B5EF4-FFF2-40B4-BE49-F238E27FC236}">
                <a16:creationId xmlns:a16="http://schemas.microsoft.com/office/drawing/2014/main" id="{64C2CA96-0B16-4AA7-B340-33044D238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62662"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D50D7A8-F1D5-4306-8A9B-DD7A73EB8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88342"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p>
        </p:txBody>
      </p:sp>
      <p:graphicFrame>
        <p:nvGraphicFramePr>
          <p:cNvPr id="5" name="Content Placeholder 2">
            <a:extLst>
              <a:ext uri="{FF2B5EF4-FFF2-40B4-BE49-F238E27FC236}">
                <a16:creationId xmlns:a16="http://schemas.microsoft.com/office/drawing/2014/main" id="{9457D3FA-F17A-7410-430A-D9F59D9A95F8}"/>
              </a:ext>
            </a:extLst>
          </p:cNvPr>
          <p:cNvGraphicFramePr>
            <a:graphicFrameLocks noGrp="1"/>
          </p:cNvGraphicFramePr>
          <p:nvPr>
            <p:ph idx="1"/>
            <p:extLst>
              <p:ext uri="{D42A27DB-BD31-4B8C-83A1-F6EECF244321}">
                <p14:modId xmlns:p14="http://schemas.microsoft.com/office/powerpoint/2010/main" val="1947815073"/>
              </p:ext>
            </p:extLst>
          </p:nvPr>
        </p:nvGraphicFramePr>
        <p:xfrm>
          <a:off x="838200" y="2211233"/>
          <a:ext cx="10515600" cy="39657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1638485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 name="Group 25">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8" name="Group 27">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AD3526D1-74D8-23A3-BEFA-D19BC370426A}"/>
              </a:ext>
            </a:extLst>
          </p:cNvPr>
          <p:cNvSpPr>
            <a:spLocks noGrp="1"/>
          </p:cNvSpPr>
          <p:nvPr>
            <p:ph type="title"/>
          </p:nvPr>
        </p:nvSpPr>
        <p:spPr>
          <a:xfrm>
            <a:off x="786385" y="841248"/>
            <a:ext cx="5129600" cy="5340097"/>
          </a:xfrm>
        </p:spPr>
        <p:txBody>
          <a:bodyPr anchor="ctr">
            <a:normAutofit/>
          </a:bodyPr>
          <a:lstStyle/>
          <a:p>
            <a:r>
              <a:rPr lang="en-GB" sz="4800" b="0" i="1" u="none" strike="noStrike" baseline="0">
                <a:solidFill>
                  <a:schemeClr val="bg1"/>
                </a:solidFill>
                <a:latin typeface="Times New Roman" panose="02020603050405020304" pitchFamily="18" charset="0"/>
              </a:rPr>
              <a:t>How to accomplish it</a:t>
            </a:r>
            <a:br>
              <a:rPr lang="en-GB" sz="4800" b="0" i="1" u="none" strike="noStrike" baseline="0">
                <a:solidFill>
                  <a:schemeClr val="bg1"/>
                </a:solidFill>
                <a:latin typeface="Times New Roman" panose="02020603050405020304" pitchFamily="18" charset="0"/>
              </a:rPr>
            </a:br>
            <a:endParaRPr lang="en-GB" sz="4800">
              <a:solidFill>
                <a:schemeClr val="bg1"/>
              </a:solidFill>
            </a:endParaRPr>
          </a:p>
        </p:txBody>
      </p:sp>
      <p:sp>
        <p:nvSpPr>
          <p:cNvPr id="3" name="Content Placeholder 2">
            <a:extLst>
              <a:ext uri="{FF2B5EF4-FFF2-40B4-BE49-F238E27FC236}">
                <a16:creationId xmlns:a16="http://schemas.microsoft.com/office/drawing/2014/main" id="{144FE84B-D46F-B0E0-5EEF-540B30B5FC33}"/>
              </a:ext>
            </a:extLst>
          </p:cNvPr>
          <p:cNvSpPr>
            <a:spLocks noGrp="1"/>
          </p:cNvSpPr>
          <p:nvPr>
            <p:ph idx="1"/>
          </p:nvPr>
        </p:nvSpPr>
        <p:spPr>
          <a:xfrm>
            <a:off x="6464410" y="841247"/>
            <a:ext cx="4484536" cy="5340097"/>
          </a:xfrm>
        </p:spPr>
        <p:txBody>
          <a:bodyPr anchor="ctr">
            <a:normAutofit/>
          </a:bodyPr>
          <a:lstStyle/>
          <a:p>
            <a:pPr algn="just"/>
            <a:r>
              <a:rPr lang="en-GB" sz="2400" b="0" i="0" u="none" strike="noStrike" baseline="0" dirty="0">
                <a:solidFill>
                  <a:schemeClr val="tx2"/>
                </a:solidFill>
                <a:latin typeface="Times New Roman" panose="02020603050405020304" pitchFamily="18" charset="0"/>
              </a:rPr>
              <a:t>Collect, organize, and review information with workers to determine what types of hazards may be present and which workers may be exposed or potentially exposed.</a:t>
            </a:r>
          </a:p>
          <a:p>
            <a:pPr algn="just"/>
            <a:r>
              <a:rPr lang="en-GB" sz="2400" b="0" i="0" u="none" strike="noStrike" baseline="0" dirty="0">
                <a:solidFill>
                  <a:schemeClr val="tx2"/>
                </a:solidFill>
                <a:latin typeface="Times New Roman" panose="02020603050405020304" pitchFamily="18" charset="0"/>
              </a:rPr>
              <a:t> </a:t>
            </a:r>
            <a:endParaRPr lang="en-GB" sz="2400" dirty="0">
              <a:solidFill>
                <a:schemeClr val="tx2"/>
              </a:solidFill>
            </a:endParaRPr>
          </a:p>
        </p:txBody>
      </p:sp>
    </p:spTree>
    <p:extLst>
      <p:ext uri="{BB962C8B-B14F-4D97-AF65-F5344CB8AC3E}">
        <p14:creationId xmlns:p14="http://schemas.microsoft.com/office/powerpoint/2010/main" val="348344711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9A7F3BF-8763-4074-AD77-92790AF314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C9B63C-15AB-10C5-3F15-07FE3CA4060C}"/>
              </a:ext>
            </a:extLst>
          </p:cNvPr>
          <p:cNvSpPr>
            <a:spLocks noGrp="1"/>
          </p:cNvSpPr>
          <p:nvPr>
            <p:ph type="title"/>
          </p:nvPr>
        </p:nvSpPr>
        <p:spPr>
          <a:xfrm>
            <a:off x="1188069" y="381935"/>
            <a:ext cx="9356106" cy="1200329"/>
          </a:xfrm>
        </p:spPr>
        <p:txBody>
          <a:bodyPr anchor="t">
            <a:normAutofit/>
          </a:bodyPr>
          <a:lstStyle/>
          <a:p>
            <a:r>
              <a:rPr lang="en-GB" sz="3200" b="0" i="0" u="none" strike="noStrike" baseline="0">
                <a:latin typeface="Times New Roman" panose="02020603050405020304" pitchFamily="18" charset="0"/>
              </a:rPr>
              <a:t>Information available in the workplace may include:</a:t>
            </a:r>
            <a:br>
              <a:rPr lang="en-GB" sz="3200" b="0" i="0" u="none" strike="noStrike" baseline="0">
                <a:latin typeface="Times New Roman" panose="02020603050405020304" pitchFamily="18" charset="0"/>
              </a:rPr>
            </a:br>
            <a:endParaRPr lang="en-GB" sz="3200"/>
          </a:p>
        </p:txBody>
      </p:sp>
      <p:grpSp>
        <p:nvGrpSpPr>
          <p:cNvPr id="11" name="Group 10">
            <a:extLst>
              <a:ext uri="{FF2B5EF4-FFF2-40B4-BE49-F238E27FC236}">
                <a16:creationId xmlns:a16="http://schemas.microsoft.com/office/drawing/2014/main" id="{7A9648D6-B41B-42D0-A817-AE2607B0B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4200" y="554152"/>
            <a:ext cx="574177" cy="1075866"/>
            <a:chOff x="10994200" y="554152"/>
            <a:chExt cx="574177" cy="1075866"/>
          </a:xfrm>
        </p:grpSpPr>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13369"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3"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55951"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94200"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grpSp>
      <p:cxnSp>
        <p:nvCxnSpPr>
          <p:cNvPr id="16" name="Straight Connector 15">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362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ABB204FC-FD24-9ABB-E07C-6B78B566A53B}"/>
              </a:ext>
            </a:extLst>
          </p:cNvPr>
          <p:cNvGraphicFramePr>
            <a:graphicFrameLocks noGrp="1"/>
          </p:cNvGraphicFramePr>
          <p:nvPr>
            <p:ph idx="1"/>
            <p:extLst>
              <p:ext uri="{D42A27DB-BD31-4B8C-83A1-F6EECF244321}">
                <p14:modId xmlns:p14="http://schemas.microsoft.com/office/powerpoint/2010/main" val="3326828375"/>
              </p:ext>
            </p:extLst>
          </p:nvPr>
        </p:nvGraphicFramePr>
        <p:xfrm>
          <a:off x="1188062" y="1825625"/>
          <a:ext cx="9356107" cy="439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829632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A8BA130-16BA-DDE4-2681-7F7D675904E4}"/>
              </a:ext>
            </a:extLst>
          </p:cNvPr>
          <p:cNvSpPr>
            <a:spLocks noGrp="1"/>
          </p:cNvSpPr>
          <p:nvPr>
            <p:ph type="title"/>
          </p:nvPr>
        </p:nvSpPr>
        <p:spPr>
          <a:xfrm>
            <a:off x="621792" y="1161288"/>
            <a:ext cx="3602736" cy="4526280"/>
          </a:xfrm>
        </p:spPr>
        <p:txBody>
          <a:bodyPr>
            <a:normAutofit/>
          </a:bodyPr>
          <a:lstStyle/>
          <a:p>
            <a:r>
              <a:rPr lang="en-GB" sz="4000" b="0" i="0" u="none" strike="noStrike" baseline="0">
                <a:latin typeface="Times New Roman" panose="02020603050405020304" pitchFamily="18" charset="0"/>
              </a:rPr>
              <a:t>Information about hazards may be available from outside sources, such as:</a:t>
            </a:r>
            <a:br>
              <a:rPr lang="en-GB" sz="4000" b="0" i="0" u="none" strike="noStrike" baseline="0">
                <a:latin typeface="Times New Roman" panose="02020603050405020304" pitchFamily="18" charset="0"/>
              </a:rPr>
            </a:br>
            <a:endParaRPr lang="en-GB" sz="4000"/>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521B25B4-4CF8-B1CE-F4CE-4CF13C962696}"/>
              </a:ext>
            </a:extLst>
          </p:cNvPr>
          <p:cNvGraphicFramePr>
            <a:graphicFrameLocks noGrp="1"/>
          </p:cNvGraphicFramePr>
          <p:nvPr>
            <p:ph idx="1"/>
            <p:extLst>
              <p:ext uri="{D42A27DB-BD31-4B8C-83A1-F6EECF244321}">
                <p14:modId xmlns:p14="http://schemas.microsoft.com/office/powerpoint/2010/main" val="230002447"/>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7615697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43D806-55EB-FC1A-3476-CECE031EC330}"/>
              </a:ext>
            </a:extLst>
          </p:cNvPr>
          <p:cNvSpPr>
            <a:spLocks noGrp="1"/>
          </p:cNvSpPr>
          <p:nvPr>
            <p:ph type="title"/>
          </p:nvPr>
        </p:nvSpPr>
        <p:spPr>
          <a:xfrm>
            <a:off x="1043631" y="809898"/>
            <a:ext cx="10173010" cy="1554480"/>
          </a:xfrm>
        </p:spPr>
        <p:txBody>
          <a:bodyPr anchor="ctr">
            <a:normAutofit/>
          </a:bodyPr>
          <a:lstStyle/>
          <a:p>
            <a:r>
              <a:rPr lang="en-GB" sz="3400" b="1" i="0" u="none" strike="noStrike" baseline="0">
                <a:latin typeface="Times New Roman" panose="02020603050405020304" pitchFamily="18" charset="0"/>
              </a:rPr>
              <a:t>Action item 2: Inspect the workplace for safety hazards</a:t>
            </a:r>
            <a:br>
              <a:rPr lang="en-GB" sz="3400" b="1" i="0" u="none" strike="noStrike" baseline="0">
                <a:latin typeface="Times New Roman" panose="02020603050405020304" pitchFamily="18" charset="0"/>
              </a:rPr>
            </a:br>
            <a:endParaRPr lang="en-GB" sz="3400"/>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682928B2-CD53-8732-070F-FE22B2BF2644}"/>
              </a:ext>
            </a:extLst>
          </p:cNvPr>
          <p:cNvGraphicFramePr>
            <a:graphicFrameLocks noGrp="1"/>
          </p:cNvGraphicFramePr>
          <p:nvPr>
            <p:ph idx="1"/>
            <p:extLst>
              <p:ext uri="{D42A27DB-BD31-4B8C-83A1-F6EECF244321}">
                <p14:modId xmlns:p14="http://schemas.microsoft.com/office/powerpoint/2010/main" val="3889529309"/>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638673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EE548A-A820-B9F8-670F-6954C47A6FD3}"/>
              </a:ext>
            </a:extLst>
          </p:cNvPr>
          <p:cNvSpPr>
            <a:spLocks noGrp="1"/>
          </p:cNvSpPr>
          <p:nvPr>
            <p:ph type="title"/>
          </p:nvPr>
        </p:nvSpPr>
        <p:spPr>
          <a:xfrm>
            <a:off x="838200" y="459863"/>
            <a:ext cx="10515600" cy="1004594"/>
          </a:xfrm>
        </p:spPr>
        <p:txBody>
          <a:bodyPr>
            <a:normAutofit/>
          </a:bodyPr>
          <a:lstStyle/>
          <a:p>
            <a:pPr algn="ctr"/>
            <a:r>
              <a:rPr lang="en-GB" sz="3100" b="1" i="0" u="none" strike="noStrike" baseline="0">
                <a:solidFill>
                  <a:srgbClr val="FFFFFF"/>
                </a:solidFill>
                <a:latin typeface="Times New Roman" panose="02020603050405020304" pitchFamily="18" charset="0"/>
              </a:rPr>
              <a:t>How to accomplish it</a:t>
            </a:r>
            <a:br>
              <a:rPr lang="en-GB" sz="3100" b="1" i="0" u="none" strike="noStrike" baseline="0">
                <a:solidFill>
                  <a:srgbClr val="FFFFFF"/>
                </a:solidFill>
                <a:latin typeface="Times New Roman" panose="02020603050405020304" pitchFamily="18" charset="0"/>
              </a:rPr>
            </a:br>
            <a:endParaRPr lang="en-GB" sz="3100" b="1">
              <a:solidFill>
                <a:srgbClr val="FFFFFF"/>
              </a:solidFill>
            </a:endParaRPr>
          </a:p>
        </p:txBody>
      </p:sp>
      <p:sp>
        <p:nvSpPr>
          <p:cNvPr id="18" name="Rectangle: Rounded Corners 17">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110DF407-1516-F537-CE37-7AF29D18FB13}"/>
              </a:ext>
            </a:extLst>
          </p:cNvPr>
          <p:cNvGraphicFramePr>
            <a:graphicFrameLocks noGrp="1"/>
          </p:cNvGraphicFramePr>
          <p:nvPr>
            <p:ph idx="1"/>
            <p:extLst>
              <p:ext uri="{D42A27DB-BD31-4B8C-83A1-F6EECF244321}">
                <p14:modId xmlns:p14="http://schemas.microsoft.com/office/powerpoint/2010/main" val="3942242905"/>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282052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D6A9F-44E8-99CF-A81C-C336F0370E7F}"/>
              </a:ext>
            </a:extLst>
          </p:cNvPr>
          <p:cNvSpPr>
            <a:spLocks noGrp="1"/>
          </p:cNvSpPr>
          <p:nvPr>
            <p:ph type="title"/>
          </p:nvPr>
        </p:nvSpPr>
        <p:spPr/>
        <p:txBody>
          <a:bodyPr>
            <a:normAutofit fontScale="90000"/>
          </a:bodyPr>
          <a:lstStyle/>
          <a:p>
            <a:r>
              <a:rPr lang="en-GB" sz="4400" b="0" i="0" u="none" strike="noStrike" baseline="0" dirty="0">
                <a:latin typeface="Times New Roman" panose="02020603050405020304" pitchFamily="18" charset="0"/>
              </a:rPr>
              <a:t>Typical hazards fall into several major categories, such as those listed below; each workplace will have its own list:</a:t>
            </a:r>
            <a:br>
              <a:rPr lang="en-GB" sz="4400" b="0" i="0" u="none" strike="noStrike" baseline="0" dirty="0">
                <a:latin typeface="Times New Roman" panose="02020603050405020304" pitchFamily="18" charset="0"/>
              </a:rPr>
            </a:br>
            <a:endParaRPr lang="en-GB" dirty="0"/>
          </a:p>
        </p:txBody>
      </p:sp>
      <p:graphicFrame>
        <p:nvGraphicFramePr>
          <p:cNvPr id="5" name="Content Placeholder 2">
            <a:extLst>
              <a:ext uri="{FF2B5EF4-FFF2-40B4-BE49-F238E27FC236}">
                <a16:creationId xmlns:a16="http://schemas.microsoft.com/office/drawing/2014/main" id="{DBFAD5C3-E3EF-F498-EC3E-7101199DF8E5}"/>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8607761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334243-F43C-7EE2-DC3F-CB81BECDE98B}"/>
              </a:ext>
            </a:extLst>
          </p:cNvPr>
          <p:cNvSpPr>
            <a:spLocks noGrp="1"/>
          </p:cNvSpPr>
          <p:nvPr>
            <p:ph type="title"/>
          </p:nvPr>
        </p:nvSpPr>
        <p:spPr>
          <a:xfrm>
            <a:off x="2337264" y="0"/>
            <a:ext cx="5801917" cy="2228760"/>
          </a:xfrm>
        </p:spPr>
        <p:txBody>
          <a:bodyPr anchor="b">
            <a:normAutofit/>
          </a:bodyPr>
          <a:lstStyle/>
          <a:p>
            <a:endParaRPr lang="en-GB" sz="4000" dirty="0"/>
          </a:p>
        </p:txBody>
      </p:sp>
      <p:pic>
        <p:nvPicPr>
          <p:cNvPr id="7" name="Graphic 6" descr="Danger">
            <a:extLst>
              <a:ext uri="{FF2B5EF4-FFF2-40B4-BE49-F238E27FC236}">
                <a16:creationId xmlns:a16="http://schemas.microsoft.com/office/drawing/2014/main" id="{9E2DA022-9F61-75F2-202B-3ACBF070B97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6948" y="2694018"/>
            <a:ext cx="1198532" cy="1198532"/>
          </a:xfrm>
          <a:prstGeom prst="rect">
            <a:avLst/>
          </a:prstGeom>
        </p:spPr>
      </p:pic>
      <p:sp>
        <p:nvSpPr>
          <p:cNvPr id="3" name="Content Placeholder 2">
            <a:extLst>
              <a:ext uri="{FF2B5EF4-FFF2-40B4-BE49-F238E27FC236}">
                <a16:creationId xmlns:a16="http://schemas.microsoft.com/office/drawing/2014/main" id="{9E645B42-D8B7-A5E1-0715-C4FEE26A37F8}"/>
              </a:ext>
            </a:extLst>
          </p:cNvPr>
          <p:cNvSpPr>
            <a:spLocks noGrp="1"/>
          </p:cNvSpPr>
          <p:nvPr>
            <p:ph idx="1"/>
          </p:nvPr>
        </p:nvSpPr>
        <p:spPr>
          <a:xfrm>
            <a:off x="2255701" y="2572196"/>
            <a:ext cx="5801917" cy="2057045"/>
          </a:xfrm>
        </p:spPr>
        <p:txBody>
          <a:bodyPr>
            <a:noAutofit/>
          </a:bodyPr>
          <a:lstStyle/>
          <a:p>
            <a:pPr algn="just"/>
            <a:r>
              <a:rPr lang="en-GB" sz="2400" b="1" i="0" u="none" strike="noStrike" baseline="0" dirty="0">
                <a:latin typeface="Times New Roman" panose="02020603050405020304" pitchFamily="18" charset="0"/>
              </a:rPr>
              <a:t>Note: </a:t>
            </a:r>
            <a:r>
              <a:rPr lang="en-GB" sz="2400" b="0" i="0" u="none" strike="noStrike" baseline="0" dirty="0">
                <a:latin typeface="Times New Roman" panose="02020603050405020304" pitchFamily="18" charset="0"/>
              </a:rPr>
              <a:t>Many hazards can be identified using common knowledge and available tools. For Example, we can easily identify and correct hazards associated with broken stair rails and frayed electrical cords. Workers can be a very useful internal resource, especially if they are trained in how to identify and assess</a:t>
            </a:r>
            <a:endParaRPr lang="en-GB" sz="2400" dirty="0"/>
          </a:p>
        </p:txBody>
      </p:sp>
      <p:pic>
        <p:nvPicPr>
          <p:cNvPr id="9" name="Graphic 8" descr="Danger">
            <a:extLst>
              <a:ext uri="{FF2B5EF4-FFF2-40B4-BE49-F238E27FC236}">
                <a16:creationId xmlns:a16="http://schemas.microsoft.com/office/drawing/2014/main" id="{A326359C-AFC4-477F-8F7C-9636BCD8862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189970355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14C2221-2B8C-494D-9442-F812DF4E8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5BD242-8221-2A70-9C42-381FBBFA4E5B}"/>
              </a:ext>
            </a:extLst>
          </p:cNvPr>
          <p:cNvSpPr>
            <a:spLocks noGrp="1"/>
          </p:cNvSpPr>
          <p:nvPr>
            <p:ph type="title"/>
          </p:nvPr>
        </p:nvSpPr>
        <p:spPr>
          <a:xfrm>
            <a:off x="838200" y="3513931"/>
            <a:ext cx="3143250" cy="2601119"/>
          </a:xfrm>
        </p:spPr>
        <p:txBody>
          <a:bodyPr anchor="t">
            <a:normAutofit/>
          </a:bodyPr>
          <a:lstStyle/>
          <a:p>
            <a:pPr algn="ctr"/>
            <a:r>
              <a:rPr lang="en-GB" sz="3400" b="1" i="0" u="none" strike="noStrike" baseline="0">
                <a:latin typeface="Times New Roman" panose="02020603050405020304" pitchFamily="18" charset="0"/>
              </a:rPr>
              <a:t>Action item 3: Identify health hazards</a:t>
            </a:r>
            <a:br>
              <a:rPr lang="en-GB" sz="3400" b="1" i="0" u="none" strike="noStrike" baseline="0">
                <a:latin typeface="Times New Roman" panose="02020603050405020304" pitchFamily="18" charset="0"/>
              </a:rPr>
            </a:br>
            <a:endParaRPr lang="en-GB" sz="3400"/>
          </a:p>
        </p:txBody>
      </p:sp>
      <p:pic>
        <p:nvPicPr>
          <p:cNvPr id="7" name="Graphic 6" descr="Danger">
            <a:extLst>
              <a:ext uri="{FF2B5EF4-FFF2-40B4-BE49-F238E27FC236}">
                <a16:creationId xmlns:a16="http://schemas.microsoft.com/office/drawing/2014/main" id="{A3819734-518C-06D8-38A2-BC848D5057F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81200" y="2429670"/>
            <a:ext cx="914400" cy="914400"/>
          </a:xfrm>
          <a:prstGeom prst="rect">
            <a:avLst/>
          </a:prstGeom>
        </p:spPr>
      </p:pic>
      <p:sp>
        <p:nvSpPr>
          <p:cNvPr id="8" name="Content Placeholder 2">
            <a:extLst>
              <a:ext uri="{FF2B5EF4-FFF2-40B4-BE49-F238E27FC236}">
                <a16:creationId xmlns:a16="http://schemas.microsoft.com/office/drawing/2014/main" id="{D2B88721-BEB0-6E05-D516-165E7CE96D2F}"/>
              </a:ext>
            </a:extLst>
          </p:cNvPr>
          <p:cNvSpPr>
            <a:spLocks noGrp="1"/>
          </p:cNvSpPr>
          <p:nvPr>
            <p:ph idx="1"/>
          </p:nvPr>
        </p:nvSpPr>
        <p:spPr>
          <a:xfrm>
            <a:off x="4200652" y="730249"/>
            <a:ext cx="7153147" cy="5384801"/>
          </a:xfrm>
        </p:spPr>
        <p:txBody>
          <a:bodyPr anchor="ctr">
            <a:normAutofit/>
          </a:bodyPr>
          <a:lstStyle/>
          <a:p>
            <a:pPr algn="just"/>
            <a:r>
              <a:rPr lang="en-GB" sz="2000" b="0" i="0" u="none" strike="noStrike" baseline="0" dirty="0">
                <a:latin typeface="Times New Roman" panose="02020603050405020304" pitchFamily="18" charset="0"/>
              </a:rPr>
              <a:t>Identifying workers' exposure to health hazards is typically more complex than identifying physical safety hazards. </a:t>
            </a:r>
          </a:p>
          <a:p>
            <a:pPr algn="just"/>
            <a:r>
              <a:rPr lang="en-GB" sz="2000" b="0" i="0" u="none" strike="noStrike" baseline="0" dirty="0">
                <a:latin typeface="Times New Roman" panose="02020603050405020304" pitchFamily="18" charset="0"/>
              </a:rPr>
              <a:t>For example, gases and </a:t>
            </a:r>
            <a:r>
              <a:rPr lang="en-GB" sz="2000" b="0" i="0" u="none" strike="noStrike" baseline="0" dirty="0" err="1">
                <a:latin typeface="Times New Roman" panose="02020603050405020304" pitchFamily="18" charset="0"/>
              </a:rPr>
              <a:t>vapors</a:t>
            </a:r>
            <a:r>
              <a:rPr lang="en-GB" sz="2000" b="0" i="0" u="none" strike="noStrike" baseline="0" dirty="0">
                <a:latin typeface="Times New Roman" panose="02020603050405020304" pitchFamily="18" charset="0"/>
              </a:rPr>
              <a:t> may be invisible, often have no </a:t>
            </a:r>
            <a:r>
              <a:rPr lang="en-GB" sz="2000" b="0" i="0" u="none" strike="noStrike" baseline="0" dirty="0" err="1">
                <a:latin typeface="Times New Roman" panose="02020603050405020304" pitchFamily="18" charset="0"/>
              </a:rPr>
              <a:t>odor</a:t>
            </a:r>
            <a:r>
              <a:rPr lang="en-GB" sz="2000" b="0" i="0" u="none" strike="noStrike" baseline="0" dirty="0">
                <a:latin typeface="Times New Roman" panose="02020603050405020304" pitchFamily="18" charset="0"/>
              </a:rPr>
              <a:t>, and may an immediately noticeable harmful health effect. Health hazards include chemical hazards (solvents, adhesives, paints, toxic dusts, etc.), physical hazards (noise, radiation, heat, etc.), biological hazards (infectious diseases), and ergonomic risk factors (heavy lifting, repetitive motions, vibration). Reviewing workers' medical records (appropriately redacted to ensure patient/worker privacy) can be useful in identifying health hazards associated with workplace exposures</a:t>
            </a:r>
            <a:endParaRPr lang="en-GB" sz="2000" dirty="0"/>
          </a:p>
        </p:txBody>
      </p:sp>
    </p:spTree>
    <p:extLst>
      <p:ext uri="{BB962C8B-B14F-4D97-AF65-F5344CB8AC3E}">
        <p14:creationId xmlns:p14="http://schemas.microsoft.com/office/powerpoint/2010/main" val="369070378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FB712F-3B4A-092B-4345-EBFD2BC2F309}"/>
              </a:ext>
            </a:extLst>
          </p:cNvPr>
          <p:cNvSpPr>
            <a:spLocks noGrp="1"/>
          </p:cNvSpPr>
          <p:nvPr>
            <p:ph type="title"/>
          </p:nvPr>
        </p:nvSpPr>
        <p:spPr>
          <a:xfrm>
            <a:off x="466722" y="586855"/>
            <a:ext cx="3201366" cy="3387497"/>
          </a:xfrm>
        </p:spPr>
        <p:txBody>
          <a:bodyPr anchor="b">
            <a:normAutofit/>
          </a:bodyPr>
          <a:lstStyle/>
          <a:p>
            <a:pPr algn="r"/>
            <a:r>
              <a:rPr lang="en-GB" sz="4000" b="0" i="1" u="none" strike="noStrike" baseline="0">
                <a:solidFill>
                  <a:srgbClr val="FFFFFF"/>
                </a:solidFill>
                <a:latin typeface="Times New Roman" panose="02020603050405020304" pitchFamily="18" charset="0"/>
              </a:rPr>
              <a:t>How to accomplish it</a:t>
            </a:r>
            <a:endParaRPr lang="en-GB" sz="4000">
              <a:solidFill>
                <a:srgbClr val="FFFFFF"/>
              </a:solidFill>
            </a:endParaRPr>
          </a:p>
        </p:txBody>
      </p:sp>
      <p:sp>
        <p:nvSpPr>
          <p:cNvPr id="3" name="Content Placeholder 2">
            <a:extLst>
              <a:ext uri="{FF2B5EF4-FFF2-40B4-BE49-F238E27FC236}">
                <a16:creationId xmlns:a16="http://schemas.microsoft.com/office/drawing/2014/main" id="{6D7DA269-59A3-5D90-D0B2-DA96DD72B3A6}"/>
              </a:ext>
            </a:extLst>
          </p:cNvPr>
          <p:cNvSpPr>
            <a:spLocks noGrp="1"/>
          </p:cNvSpPr>
          <p:nvPr>
            <p:ph idx="1"/>
          </p:nvPr>
        </p:nvSpPr>
        <p:spPr>
          <a:xfrm>
            <a:off x="4810259" y="649480"/>
            <a:ext cx="6555347" cy="5546047"/>
          </a:xfrm>
        </p:spPr>
        <p:txBody>
          <a:bodyPr anchor="ctr">
            <a:noAutofit/>
          </a:bodyPr>
          <a:lstStyle/>
          <a:p>
            <a:pPr algn="just"/>
            <a:r>
              <a:rPr lang="en-GB" sz="1800" b="0" i="0" u="none" strike="noStrike" baseline="0" dirty="0">
                <a:latin typeface="Times New Roman" panose="02020603050405020304" pitchFamily="18" charset="0"/>
              </a:rPr>
              <a:t>Identify chemical hazards -review SDS and product labels to identify chemicals in the workplace that have low exposure limits, are highly volatile, or are used in large quantities or in unventilated spaces. </a:t>
            </a:r>
          </a:p>
          <a:p>
            <a:pPr algn="just"/>
            <a:r>
              <a:rPr lang="en-GB" sz="1800" b="0" i="0" u="none" strike="noStrike" baseline="0" dirty="0">
                <a:latin typeface="Times New Roman" panose="02020603050405020304" pitchFamily="18" charset="0"/>
              </a:rPr>
              <a:t>Identify activities that may result in skin exposure to chemicals.</a:t>
            </a:r>
          </a:p>
          <a:p>
            <a:pPr algn="just"/>
            <a:r>
              <a:rPr lang="en-GB" sz="1800" b="0" i="0" u="none" strike="noStrike" baseline="0" dirty="0">
                <a:latin typeface="Symbol" panose="05050102010706020507" pitchFamily="18" charset="2"/>
              </a:rPr>
              <a:t> </a:t>
            </a:r>
            <a:r>
              <a:rPr lang="en-GB" sz="1800" b="0" i="0" u="none" strike="noStrike" baseline="0" dirty="0">
                <a:latin typeface="Times New Roman" panose="02020603050405020304" pitchFamily="18" charset="0"/>
              </a:rPr>
              <a:t>Identify physical hazards -identify any exposures to excessive noise (areas where we must raise our voice to </a:t>
            </a:r>
            <a:r>
              <a:rPr lang="en-GB" sz="1800" b="0" i="0" u="none" strike="noStrike" baseline="0" dirty="0" err="1">
                <a:latin typeface="Times New Roman" panose="02020603050405020304" pitchFamily="18" charset="0"/>
              </a:rPr>
              <a:t>beheard</a:t>
            </a:r>
            <a:r>
              <a:rPr lang="en-GB" sz="1800" b="0" i="0" u="none" strike="noStrike" baseline="0" dirty="0">
                <a:latin typeface="Times New Roman" panose="02020603050405020304" pitchFamily="18" charset="0"/>
              </a:rPr>
              <a:t> by others), elevated heat (indoor and outdoor), or sources of radiation (radioactive materials, X-rays, or radiofrequency radiation).</a:t>
            </a:r>
          </a:p>
          <a:p>
            <a:pPr algn="just"/>
            <a:r>
              <a:rPr lang="en-GB" sz="1800" b="0" i="0" u="none" strike="noStrike" baseline="0" dirty="0">
                <a:latin typeface="Symbol" panose="05050102010706020507" pitchFamily="18" charset="2"/>
              </a:rPr>
              <a:t> </a:t>
            </a:r>
            <a:r>
              <a:rPr lang="en-GB" sz="1800" b="0" i="0" u="none" strike="noStrike" baseline="0" dirty="0">
                <a:latin typeface="Times New Roman" panose="02020603050405020304" pitchFamily="18" charset="0"/>
              </a:rPr>
              <a:t>Identify biological hazards -determine whether workers may be exposed to sources of infectious diseases, </a:t>
            </a:r>
            <a:r>
              <a:rPr lang="en-GB" sz="1800" b="0" i="0" u="none" strike="noStrike" baseline="0" dirty="0" err="1">
                <a:latin typeface="Times New Roman" panose="02020603050405020304" pitchFamily="18" charset="0"/>
              </a:rPr>
              <a:t>molds</a:t>
            </a:r>
            <a:r>
              <a:rPr lang="en-GB" sz="1800" b="0" i="0" u="none" strike="noStrike" baseline="0" dirty="0">
                <a:latin typeface="Times New Roman" panose="02020603050405020304" pitchFamily="18" charset="0"/>
              </a:rPr>
              <a:t>, toxic or poisonous plants, or animal materials (fur or scat) capable of causing allergic reactions or occupational asthma.</a:t>
            </a:r>
          </a:p>
          <a:p>
            <a:pPr algn="just"/>
            <a:r>
              <a:rPr lang="en-GB" sz="1800" b="0" i="0" u="none" strike="noStrike" baseline="0" dirty="0">
                <a:latin typeface="Symbol" panose="05050102010706020507" pitchFamily="18" charset="2"/>
              </a:rPr>
              <a:t> </a:t>
            </a:r>
            <a:r>
              <a:rPr lang="en-GB" sz="1800" b="0" i="0" u="none" strike="noStrike" baseline="0" dirty="0">
                <a:latin typeface="Times New Roman" panose="02020603050405020304" pitchFamily="18" charset="0"/>
              </a:rPr>
              <a:t>Identify ergonomic risk factors -examine work activities that require heavy lifting, work above shoulder height, repetitive motions, or tasks with significant vibration.</a:t>
            </a:r>
          </a:p>
          <a:p>
            <a:pPr algn="just"/>
            <a:r>
              <a:rPr lang="en-GB" sz="1800" b="0" i="0" u="none" strike="noStrike" baseline="0" dirty="0">
                <a:latin typeface="Symbol" panose="05050102010706020507" pitchFamily="18" charset="2"/>
              </a:rPr>
              <a:t> </a:t>
            </a:r>
            <a:r>
              <a:rPr lang="en-GB" sz="1800" b="0" i="0" u="none" strike="noStrike" baseline="0" dirty="0">
                <a:latin typeface="Times New Roman" panose="02020603050405020304" pitchFamily="18" charset="0"/>
              </a:rPr>
              <a:t>Conduct quantitative exposure assessments –when possible, using air sampling or direct reading instruments.</a:t>
            </a:r>
          </a:p>
          <a:p>
            <a:pPr algn="just"/>
            <a:r>
              <a:rPr lang="en-GB" sz="1800" b="0" i="0" u="none" strike="noStrike" baseline="0" dirty="0">
                <a:latin typeface="Symbol" panose="05050102010706020507" pitchFamily="18" charset="2"/>
              </a:rPr>
              <a:t> </a:t>
            </a:r>
            <a:r>
              <a:rPr lang="en-GB" sz="1800" b="0" i="0" u="none" strike="noStrike" baseline="0" dirty="0">
                <a:latin typeface="Times New Roman" panose="02020603050405020304" pitchFamily="18" charset="0"/>
              </a:rPr>
              <a:t>Review medical records -to identify musculoskeletal injuries, skin irritation or dermatitis, hearing loss, or lung disease that may be related to workplace exposures</a:t>
            </a:r>
            <a:endParaRPr lang="en-GB" sz="1800" dirty="0"/>
          </a:p>
        </p:txBody>
      </p:sp>
    </p:spTree>
    <p:extLst>
      <p:ext uri="{BB962C8B-B14F-4D97-AF65-F5344CB8AC3E}">
        <p14:creationId xmlns:p14="http://schemas.microsoft.com/office/powerpoint/2010/main" val="412683746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A1D1D6-D890-FAF5-BF52-42E0BE06C593}"/>
              </a:ext>
            </a:extLst>
          </p:cNvPr>
          <p:cNvSpPr>
            <a:spLocks noGrp="1"/>
          </p:cNvSpPr>
          <p:nvPr>
            <p:ph type="title"/>
          </p:nvPr>
        </p:nvSpPr>
        <p:spPr>
          <a:xfrm>
            <a:off x="841248" y="256032"/>
            <a:ext cx="10506456" cy="1014984"/>
          </a:xfrm>
        </p:spPr>
        <p:txBody>
          <a:bodyPr anchor="b">
            <a:normAutofit/>
          </a:bodyPr>
          <a:lstStyle/>
          <a:p>
            <a:r>
              <a:rPr lang="en-GB" sz="3100" b="1" i="0" u="none" strike="noStrike" baseline="0">
                <a:latin typeface="Times New Roman" panose="02020603050405020304" pitchFamily="18" charset="0"/>
              </a:rPr>
              <a:t>Action item 4: Conduct incident investigations</a:t>
            </a:r>
            <a:br>
              <a:rPr lang="en-GB" sz="3100" b="1" i="0" u="none" strike="noStrike" baseline="0">
                <a:latin typeface="Times New Roman" panose="02020603050405020304" pitchFamily="18" charset="0"/>
              </a:rPr>
            </a:br>
            <a:endParaRPr lang="en-GB" sz="3100"/>
          </a:p>
        </p:txBody>
      </p:sp>
      <p:sp>
        <p:nvSpPr>
          <p:cNvPr id="22" name="Rectangle 21">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24" name="Content Placeholder 2">
            <a:extLst>
              <a:ext uri="{FF2B5EF4-FFF2-40B4-BE49-F238E27FC236}">
                <a16:creationId xmlns:a16="http://schemas.microsoft.com/office/drawing/2014/main" id="{16F8AC3B-8D7D-F97C-2CAD-791E289D0BBB}"/>
              </a:ext>
            </a:extLst>
          </p:cNvPr>
          <p:cNvGraphicFramePr>
            <a:graphicFrameLocks noGrp="1"/>
          </p:cNvGraphicFramePr>
          <p:nvPr>
            <p:ph idx="1"/>
            <p:extLst>
              <p:ext uri="{D42A27DB-BD31-4B8C-83A1-F6EECF244321}">
                <p14:modId xmlns:p14="http://schemas.microsoft.com/office/powerpoint/2010/main" val="2816688630"/>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7171261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F14336-1172-C507-AB1E-ECB6AA1DDCC1}"/>
              </a:ext>
            </a:extLst>
          </p:cNvPr>
          <p:cNvSpPr>
            <a:spLocks noGrp="1"/>
          </p:cNvSpPr>
          <p:nvPr>
            <p:ph type="title"/>
          </p:nvPr>
        </p:nvSpPr>
        <p:spPr>
          <a:xfrm>
            <a:off x="1300230" y="499581"/>
            <a:ext cx="8074815" cy="1618489"/>
          </a:xfrm>
        </p:spPr>
        <p:txBody>
          <a:bodyPr anchor="ctr">
            <a:normAutofit/>
          </a:bodyPr>
          <a:lstStyle/>
          <a:p>
            <a:r>
              <a:rPr lang="en-GB" sz="5000" b="0" i="1" u="none" strike="noStrike" baseline="0" dirty="0">
                <a:latin typeface="Times New Roman" panose="02020603050405020304" pitchFamily="18" charset="0"/>
              </a:rPr>
              <a:t>How to accomplish it</a:t>
            </a:r>
            <a:br>
              <a:rPr lang="en-GB" sz="5000" b="0" i="1" u="none" strike="noStrike" baseline="0" dirty="0">
                <a:latin typeface="Times New Roman" panose="02020603050405020304" pitchFamily="18" charset="0"/>
              </a:rPr>
            </a:br>
            <a:endParaRPr lang="en-GB" sz="5000" dirty="0"/>
          </a:p>
        </p:txBody>
      </p:sp>
      <p:sp>
        <p:nvSpPr>
          <p:cNvPr id="7" name="Content Placeholder 2">
            <a:extLst>
              <a:ext uri="{FF2B5EF4-FFF2-40B4-BE49-F238E27FC236}">
                <a16:creationId xmlns:a16="http://schemas.microsoft.com/office/drawing/2014/main" id="{6DC11B1F-13F4-311E-96CF-4EABE4483677}"/>
              </a:ext>
            </a:extLst>
          </p:cNvPr>
          <p:cNvSpPr>
            <a:spLocks noGrp="1"/>
          </p:cNvSpPr>
          <p:nvPr>
            <p:ph idx="1"/>
          </p:nvPr>
        </p:nvSpPr>
        <p:spPr>
          <a:xfrm>
            <a:off x="744081" y="1374218"/>
            <a:ext cx="10700437" cy="4516916"/>
          </a:xfrm>
        </p:spPr>
        <p:txBody>
          <a:bodyPr anchor="t">
            <a:noAutofit/>
          </a:bodyPr>
          <a:lstStyle/>
          <a:p>
            <a:pPr algn="just"/>
            <a:r>
              <a:rPr lang="en-GB" sz="1800" b="0" i="0" u="none" strike="noStrike" baseline="0" dirty="0">
                <a:latin typeface="Symbol" panose="05050102010706020507" pitchFamily="18" charset="2"/>
              </a:rPr>
              <a:t> </a:t>
            </a:r>
            <a:r>
              <a:rPr lang="en-GB" sz="1800" b="0" i="0" u="none" strike="noStrike" baseline="0" dirty="0">
                <a:latin typeface="Times New Roman" panose="02020603050405020304" pitchFamily="18" charset="0"/>
              </a:rPr>
              <a:t>Develop a clear plan and procedure for conducting incident investigations, so that an investigation can begin immediately when an incident occurs. The plan should cover items such as:</a:t>
            </a:r>
          </a:p>
          <a:p>
            <a:pPr algn="just"/>
            <a:r>
              <a:rPr lang="en-GB" sz="1800" b="0" i="0" u="none" strike="noStrike" baseline="0" dirty="0">
                <a:latin typeface="Courier New" panose="02070309020205020404" pitchFamily="49" charset="0"/>
              </a:rPr>
              <a:t>o </a:t>
            </a:r>
            <a:r>
              <a:rPr lang="en-GB" sz="1800" b="0" i="0" u="none" strike="noStrike" baseline="0" dirty="0">
                <a:latin typeface="Times New Roman" panose="02020603050405020304" pitchFamily="18" charset="0"/>
              </a:rPr>
              <a:t>Who will be involved</a:t>
            </a:r>
          </a:p>
          <a:p>
            <a:pPr algn="just"/>
            <a:r>
              <a:rPr lang="en-GB" sz="1800" b="0" i="0" u="none" strike="noStrike" baseline="0" dirty="0">
                <a:latin typeface="Courier New" panose="02070309020205020404" pitchFamily="49" charset="0"/>
              </a:rPr>
              <a:t>o </a:t>
            </a:r>
            <a:r>
              <a:rPr lang="en-GB" sz="1800" b="0" i="0" u="none" strike="noStrike" baseline="0" dirty="0">
                <a:latin typeface="Times New Roman" panose="02020603050405020304" pitchFamily="18" charset="0"/>
              </a:rPr>
              <a:t>Lines of communication</a:t>
            </a:r>
          </a:p>
          <a:p>
            <a:pPr algn="just"/>
            <a:r>
              <a:rPr lang="en-GB" sz="1800" b="0" i="0" u="none" strike="noStrike" baseline="0" dirty="0">
                <a:latin typeface="Courier New" panose="02070309020205020404" pitchFamily="49" charset="0"/>
              </a:rPr>
              <a:t>o </a:t>
            </a:r>
            <a:r>
              <a:rPr lang="en-GB" sz="1800" b="0" i="0" u="none" strike="noStrike" baseline="0" dirty="0">
                <a:latin typeface="Times New Roman" panose="02020603050405020304" pitchFamily="18" charset="0"/>
              </a:rPr>
              <a:t>Materials, equipment, and supplies needed</a:t>
            </a:r>
          </a:p>
          <a:p>
            <a:pPr algn="just"/>
            <a:r>
              <a:rPr lang="en-GB" sz="1800" b="0" i="0" u="none" strike="noStrike" baseline="0" dirty="0">
                <a:latin typeface="Courier New" panose="02070309020205020404" pitchFamily="49" charset="0"/>
              </a:rPr>
              <a:t>o </a:t>
            </a:r>
            <a:r>
              <a:rPr lang="en-GB" sz="1800" b="0" i="0" u="none" strike="noStrike" baseline="0" dirty="0">
                <a:latin typeface="Times New Roman" panose="02020603050405020304" pitchFamily="18" charset="0"/>
              </a:rPr>
              <a:t>Reporting forms and templates</a:t>
            </a:r>
          </a:p>
          <a:p>
            <a:pPr algn="just"/>
            <a:r>
              <a:rPr lang="en-GB" sz="1800" b="0" i="0" u="none" strike="noStrike" baseline="0" dirty="0">
                <a:latin typeface="Symbol" panose="05050102010706020507" pitchFamily="18" charset="2"/>
              </a:rPr>
              <a:t> </a:t>
            </a:r>
            <a:r>
              <a:rPr lang="en-GB" sz="1800" b="0" i="0" u="none" strike="noStrike" baseline="0" dirty="0">
                <a:latin typeface="Times New Roman" panose="02020603050405020304" pitchFamily="18" charset="0"/>
              </a:rPr>
              <a:t>Train investigative teams on incident investigation techniques, emphasizing objectivity and open- mindedness throughout the investigation process.</a:t>
            </a:r>
          </a:p>
          <a:p>
            <a:pPr algn="just"/>
            <a:r>
              <a:rPr lang="en-GB" sz="1800" b="0" i="0" u="none" strike="noStrike" baseline="0" dirty="0">
                <a:latin typeface="Symbol" panose="05050102010706020507" pitchFamily="18" charset="2"/>
              </a:rPr>
              <a:t> </a:t>
            </a:r>
            <a:r>
              <a:rPr lang="en-GB" sz="1800" b="0" i="0" u="none" strike="noStrike" baseline="0" dirty="0">
                <a:latin typeface="Times New Roman" panose="02020603050405020304" pitchFamily="18" charset="0"/>
              </a:rPr>
              <a:t>Conduct investigations with a trained team that includes representatives of both management and workers.</a:t>
            </a:r>
          </a:p>
          <a:p>
            <a:pPr algn="just"/>
            <a:r>
              <a:rPr lang="en-GB" sz="1800" b="0" i="0" u="none" strike="noStrike" baseline="0" dirty="0">
                <a:latin typeface="Symbol" panose="05050102010706020507" pitchFamily="18" charset="2"/>
              </a:rPr>
              <a:t> </a:t>
            </a:r>
            <a:r>
              <a:rPr lang="en-GB" sz="1800" b="0" i="0" u="none" strike="noStrike" baseline="0" dirty="0">
                <a:latin typeface="Times New Roman" panose="02020603050405020304" pitchFamily="18" charset="0"/>
              </a:rPr>
              <a:t>Investigate close calls/near misses.</a:t>
            </a:r>
          </a:p>
          <a:p>
            <a:pPr algn="just"/>
            <a:r>
              <a:rPr lang="en-GB" sz="1800" b="0" i="0" u="none" strike="noStrike" baseline="0" dirty="0">
                <a:latin typeface="Symbol" panose="05050102010706020507" pitchFamily="18" charset="2"/>
              </a:rPr>
              <a:t> </a:t>
            </a:r>
            <a:r>
              <a:rPr lang="en-GB" sz="1800" b="0" i="0" u="none" strike="noStrike" baseline="0" dirty="0">
                <a:latin typeface="Times New Roman" panose="02020603050405020304" pitchFamily="18" charset="0"/>
              </a:rPr>
              <a:t>Identify and </a:t>
            </a:r>
            <a:r>
              <a:rPr lang="en-GB" sz="1800" b="0" i="0" u="none" strike="noStrike" baseline="0" dirty="0" err="1">
                <a:latin typeface="Times New Roman" panose="02020603050405020304" pitchFamily="18" charset="0"/>
              </a:rPr>
              <a:t>analyze</a:t>
            </a:r>
            <a:r>
              <a:rPr lang="en-GB" sz="1800" b="0" i="0" u="none" strike="noStrike" baseline="0" dirty="0">
                <a:latin typeface="Times New Roman" panose="02020603050405020304" pitchFamily="18" charset="0"/>
              </a:rPr>
              <a:t> root causes to address underlying program shortcomings that allowed the incidents to happen.</a:t>
            </a:r>
          </a:p>
          <a:p>
            <a:pPr algn="just"/>
            <a:r>
              <a:rPr lang="en-GB" sz="1800" b="0" i="0" u="none" strike="noStrike" baseline="0" dirty="0">
                <a:latin typeface="Symbol" panose="05050102010706020507" pitchFamily="18" charset="2"/>
              </a:rPr>
              <a:t> </a:t>
            </a:r>
            <a:r>
              <a:rPr lang="en-GB" sz="1800" b="0" i="0" u="none" strike="noStrike" baseline="0" dirty="0">
                <a:latin typeface="Times New Roman" panose="02020603050405020304" pitchFamily="18" charset="0"/>
              </a:rPr>
              <a:t>Communicate the results of the investigation to managers, supervisors, and workers to prevent recurrence.</a:t>
            </a:r>
            <a:endParaRPr lang="en-GB" sz="1800" dirty="0"/>
          </a:p>
        </p:txBody>
      </p:sp>
    </p:spTree>
    <p:extLst>
      <p:ext uri="{BB962C8B-B14F-4D97-AF65-F5344CB8AC3E}">
        <p14:creationId xmlns:p14="http://schemas.microsoft.com/office/powerpoint/2010/main" val="391089495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436AD5-40B7-9472-7702-3C8B11CDB5CF}"/>
              </a:ext>
            </a:extLst>
          </p:cNvPr>
          <p:cNvSpPr>
            <a:spLocks noGrp="1"/>
          </p:cNvSpPr>
          <p:nvPr>
            <p:ph type="title"/>
          </p:nvPr>
        </p:nvSpPr>
        <p:spPr>
          <a:xfrm>
            <a:off x="1043631" y="809898"/>
            <a:ext cx="10173010" cy="1554480"/>
          </a:xfrm>
        </p:spPr>
        <p:txBody>
          <a:bodyPr anchor="ctr">
            <a:normAutofit/>
          </a:bodyPr>
          <a:lstStyle/>
          <a:p>
            <a:r>
              <a:rPr lang="en-GB" sz="3400" b="1" i="0" u="none" strike="noStrike" baseline="0">
                <a:latin typeface="Times New Roman" panose="02020603050405020304" pitchFamily="18" charset="0"/>
              </a:rPr>
              <a:t>Action item 5: Identify hazards associated with emergency and nonroutine situations</a:t>
            </a:r>
            <a:br>
              <a:rPr lang="en-GB" sz="3400" b="1" i="0" u="none" strike="noStrike" baseline="0">
                <a:latin typeface="Times New Roman" panose="02020603050405020304" pitchFamily="18" charset="0"/>
              </a:rPr>
            </a:br>
            <a:endParaRPr lang="en-GB" sz="3400"/>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3281D8B2-5932-C001-6D61-E28D685BC703}"/>
              </a:ext>
            </a:extLst>
          </p:cNvPr>
          <p:cNvGraphicFramePr>
            <a:graphicFrameLocks noGrp="1"/>
          </p:cNvGraphicFramePr>
          <p:nvPr>
            <p:ph idx="1"/>
            <p:extLst>
              <p:ext uri="{D42A27DB-BD31-4B8C-83A1-F6EECF244321}">
                <p14:modId xmlns:p14="http://schemas.microsoft.com/office/powerpoint/2010/main" val="917511875"/>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8952285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A5C60A-586E-EB85-3ACD-D5600D33651F}"/>
              </a:ext>
            </a:extLst>
          </p:cNvPr>
          <p:cNvSpPr>
            <a:spLocks noGrp="1"/>
          </p:cNvSpPr>
          <p:nvPr>
            <p:ph type="title"/>
          </p:nvPr>
        </p:nvSpPr>
        <p:spPr>
          <a:xfrm>
            <a:off x="1043631" y="809898"/>
            <a:ext cx="9942716" cy="1554480"/>
          </a:xfrm>
        </p:spPr>
        <p:txBody>
          <a:bodyPr anchor="ctr">
            <a:normAutofit/>
          </a:bodyPr>
          <a:lstStyle/>
          <a:p>
            <a:r>
              <a:rPr lang="en-GB" sz="4800" b="0" i="1" u="none" strike="noStrike" baseline="0" dirty="0">
                <a:latin typeface="Times New Roman" panose="02020603050405020304" pitchFamily="18" charset="0"/>
              </a:rPr>
              <a:t>How to accomplish it</a:t>
            </a:r>
            <a:br>
              <a:rPr lang="en-GB" sz="4800" b="0" i="1" u="none" strike="noStrike" baseline="0" dirty="0">
                <a:latin typeface="Times New Roman" panose="02020603050405020304" pitchFamily="18" charset="0"/>
              </a:rPr>
            </a:br>
            <a:endParaRPr lang="en-GB" sz="4800" dirty="0"/>
          </a:p>
        </p:txBody>
      </p:sp>
      <p:sp>
        <p:nvSpPr>
          <p:cNvPr id="3" name="Content Placeholder 2">
            <a:extLst>
              <a:ext uri="{FF2B5EF4-FFF2-40B4-BE49-F238E27FC236}">
                <a16:creationId xmlns:a16="http://schemas.microsoft.com/office/drawing/2014/main" id="{B63EB181-6A69-632C-F9E4-AC502863DBE3}"/>
              </a:ext>
            </a:extLst>
          </p:cNvPr>
          <p:cNvSpPr>
            <a:spLocks noGrp="1"/>
          </p:cNvSpPr>
          <p:nvPr>
            <p:ph idx="1"/>
          </p:nvPr>
        </p:nvSpPr>
        <p:spPr>
          <a:xfrm>
            <a:off x="1123162" y="2364378"/>
            <a:ext cx="9941319" cy="3124658"/>
          </a:xfrm>
        </p:spPr>
        <p:txBody>
          <a:bodyPr anchor="ctr">
            <a:noAutofit/>
          </a:bodyPr>
          <a:lstStyle/>
          <a:p>
            <a:pPr algn="just"/>
            <a:r>
              <a:rPr lang="en-GB" sz="1800" b="0" i="0" u="none" strike="noStrike" baseline="0" dirty="0">
                <a:latin typeface="Symbol" panose="05050102010706020507" pitchFamily="18" charset="2"/>
              </a:rPr>
              <a:t> </a:t>
            </a:r>
            <a:r>
              <a:rPr lang="en-GB" sz="1800" b="0" i="0" u="none" strike="noStrike" baseline="0" dirty="0">
                <a:latin typeface="Times New Roman" panose="02020603050405020304" pitchFamily="18" charset="0"/>
              </a:rPr>
              <a:t>Identify foreseeable emergency scenarios and nonroutine tasks, taking into account the types of material and equipment in use and the location within the facility. Scenarios such as the following may be foreseeable:</a:t>
            </a:r>
          </a:p>
          <a:p>
            <a:pPr algn="just"/>
            <a:r>
              <a:rPr lang="en-GB" sz="1800" b="0" i="0" u="none" strike="noStrike" baseline="0" dirty="0">
                <a:latin typeface="Wingdings" panose="05000000000000000000" pitchFamily="2" charset="2"/>
              </a:rPr>
              <a:t> </a:t>
            </a:r>
            <a:r>
              <a:rPr lang="en-GB" sz="1800" b="0" i="0" u="none" strike="noStrike" baseline="0" dirty="0">
                <a:latin typeface="Times New Roman" panose="02020603050405020304" pitchFamily="18" charset="0"/>
              </a:rPr>
              <a:t>Fires and explosions</a:t>
            </a:r>
          </a:p>
          <a:p>
            <a:pPr algn="just"/>
            <a:r>
              <a:rPr lang="en-GB" sz="1800" b="0" i="0" u="none" strike="noStrike" baseline="0" dirty="0">
                <a:latin typeface="Wingdings" panose="05000000000000000000" pitchFamily="2" charset="2"/>
              </a:rPr>
              <a:t> </a:t>
            </a:r>
            <a:r>
              <a:rPr lang="en-GB" sz="1800" b="0" i="0" u="none" strike="noStrike" baseline="0" dirty="0">
                <a:latin typeface="Times New Roman" panose="02020603050405020304" pitchFamily="18" charset="0"/>
              </a:rPr>
              <a:t>Chemical releases</a:t>
            </a:r>
          </a:p>
          <a:p>
            <a:pPr algn="just"/>
            <a:r>
              <a:rPr lang="en-GB" sz="1800" b="0" i="0" u="none" strike="noStrike" baseline="0" dirty="0">
                <a:latin typeface="Wingdings" panose="05000000000000000000" pitchFamily="2" charset="2"/>
              </a:rPr>
              <a:t> </a:t>
            </a:r>
            <a:r>
              <a:rPr lang="en-GB" sz="1800" b="0" i="0" u="none" strike="noStrike" baseline="0" dirty="0">
                <a:latin typeface="Times New Roman" panose="02020603050405020304" pitchFamily="18" charset="0"/>
              </a:rPr>
              <a:t>Hazardous material spills</a:t>
            </a:r>
          </a:p>
          <a:p>
            <a:pPr algn="just"/>
            <a:r>
              <a:rPr lang="en-GB" sz="1800" b="0" i="0" u="none" strike="noStrike" baseline="0" dirty="0">
                <a:latin typeface="Wingdings" panose="05000000000000000000" pitchFamily="2" charset="2"/>
              </a:rPr>
              <a:t> </a:t>
            </a:r>
            <a:r>
              <a:rPr lang="en-GB" sz="1800" b="0" i="0" u="none" strike="noStrike" baseline="0" dirty="0">
                <a:latin typeface="Times New Roman" panose="02020603050405020304" pitchFamily="18" charset="0"/>
              </a:rPr>
              <a:t>Startups after planned or unplanned equipment shutdowns</a:t>
            </a:r>
          </a:p>
          <a:p>
            <a:pPr algn="just"/>
            <a:r>
              <a:rPr lang="en-GB" sz="1800" b="0" i="0" u="none" strike="noStrike" baseline="0" dirty="0">
                <a:latin typeface="Wingdings" panose="05000000000000000000" pitchFamily="2" charset="2"/>
              </a:rPr>
              <a:t> </a:t>
            </a:r>
            <a:r>
              <a:rPr lang="en-GB" sz="1800" b="0" i="0" u="none" strike="noStrike" baseline="0" dirty="0">
                <a:latin typeface="Times New Roman" panose="02020603050405020304" pitchFamily="18" charset="0"/>
              </a:rPr>
              <a:t>Nonroutine tasks, such as infrequently performed maintenance activities</a:t>
            </a:r>
          </a:p>
          <a:p>
            <a:pPr algn="just"/>
            <a:r>
              <a:rPr lang="en-GB" sz="1800" b="0" i="0" u="none" strike="noStrike" baseline="0" dirty="0">
                <a:latin typeface="Wingdings" panose="05000000000000000000" pitchFamily="2" charset="2"/>
              </a:rPr>
              <a:t> </a:t>
            </a:r>
            <a:r>
              <a:rPr lang="en-GB" sz="1800" b="0" i="0" u="none" strike="noStrike" baseline="0" dirty="0">
                <a:latin typeface="Times New Roman" panose="02020603050405020304" pitchFamily="18" charset="0"/>
              </a:rPr>
              <a:t>Structural collapse</a:t>
            </a:r>
          </a:p>
          <a:p>
            <a:pPr algn="just"/>
            <a:r>
              <a:rPr lang="en-GB" sz="1800" b="0" i="0" u="none" strike="noStrike" baseline="0" dirty="0">
                <a:latin typeface="Wingdings" panose="05000000000000000000" pitchFamily="2" charset="2"/>
              </a:rPr>
              <a:t> </a:t>
            </a:r>
            <a:r>
              <a:rPr lang="en-GB" sz="1800" b="0" i="0" u="none" strike="noStrike" baseline="0" dirty="0">
                <a:latin typeface="Times New Roman" panose="02020603050405020304" pitchFamily="18" charset="0"/>
              </a:rPr>
              <a:t>Disease outbreaks</a:t>
            </a:r>
          </a:p>
          <a:p>
            <a:pPr algn="just"/>
            <a:r>
              <a:rPr lang="en-GB" sz="1800" b="0" i="0" u="none" strike="noStrike" baseline="0" dirty="0">
                <a:latin typeface="Wingdings" panose="05000000000000000000" pitchFamily="2" charset="2"/>
              </a:rPr>
              <a:t> </a:t>
            </a:r>
            <a:r>
              <a:rPr lang="en-GB" sz="1800" b="0" i="0" u="none" strike="noStrike" baseline="0" dirty="0">
                <a:latin typeface="Times New Roman" panose="02020603050405020304" pitchFamily="18" charset="0"/>
              </a:rPr>
              <a:t>Medical emergencies</a:t>
            </a:r>
          </a:p>
          <a:p>
            <a:pPr algn="just"/>
            <a:r>
              <a:rPr lang="en-GB" sz="1800" b="0" i="0" u="none" strike="noStrike" baseline="0" dirty="0">
                <a:latin typeface="Wingdings" panose="05000000000000000000" pitchFamily="2" charset="2"/>
              </a:rPr>
              <a:t> </a:t>
            </a:r>
            <a:r>
              <a:rPr lang="en-GB" sz="1800" b="0" i="0" u="none" strike="noStrike" baseline="0" dirty="0">
                <a:latin typeface="Times New Roman" panose="02020603050405020304" pitchFamily="18" charset="0"/>
              </a:rPr>
              <a:t>Weather emergencies &amp; natural disasters</a:t>
            </a:r>
          </a:p>
          <a:p>
            <a:pPr algn="just"/>
            <a:r>
              <a:rPr lang="en-GB" sz="1800" b="0" i="0" u="none" strike="noStrike" baseline="0" dirty="0">
                <a:latin typeface="Wingdings" panose="05000000000000000000" pitchFamily="2" charset="2"/>
              </a:rPr>
              <a:t> </a:t>
            </a:r>
            <a:r>
              <a:rPr lang="en-GB" sz="1800" b="0" i="0" u="none" strike="noStrike" baseline="0" dirty="0">
                <a:latin typeface="Times New Roman" panose="02020603050405020304" pitchFamily="18" charset="0"/>
              </a:rPr>
              <a:t>Workplace violence</a:t>
            </a:r>
            <a:endParaRPr lang="en-GB" sz="18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48733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AC3602-3348-4F31-9E43-076B03514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10A91C-E691-BA2F-5932-AE1341459E2D}"/>
              </a:ext>
            </a:extLst>
          </p:cNvPr>
          <p:cNvSpPr>
            <a:spLocks noGrp="1"/>
          </p:cNvSpPr>
          <p:nvPr>
            <p:ph type="title"/>
          </p:nvPr>
        </p:nvSpPr>
        <p:spPr>
          <a:xfrm>
            <a:off x="838201" y="300580"/>
            <a:ext cx="10929078" cy="1089529"/>
          </a:xfrm>
        </p:spPr>
        <p:txBody>
          <a:bodyPr>
            <a:noAutofit/>
          </a:bodyPr>
          <a:lstStyle/>
          <a:p>
            <a:r>
              <a:rPr lang="en-GB" sz="2400" b="1" i="0" u="none" strike="noStrike" baseline="0" dirty="0">
                <a:solidFill>
                  <a:srgbClr val="FFFFFF"/>
                </a:solidFill>
                <a:latin typeface="Times New Roman" panose="02020603050405020304" pitchFamily="18" charset="0"/>
              </a:rPr>
              <a:t>Action item 6: Characterize the nature of identified hazards, identify interim control</a:t>
            </a:r>
            <a:br>
              <a:rPr lang="en-GB" sz="2400" b="1" i="0" u="none" strike="noStrike" baseline="0" dirty="0">
                <a:solidFill>
                  <a:srgbClr val="FFFFFF"/>
                </a:solidFill>
                <a:latin typeface="Times New Roman" panose="02020603050405020304" pitchFamily="18" charset="0"/>
              </a:rPr>
            </a:br>
            <a:r>
              <a:rPr lang="en-GB" sz="2400" b="1" i="0" u="none" strike="noStrike" baseline="0" dirty="0">
                <a:solidFill>
                  <a:srgbClr val="FFFFFF"/>
                </a:solidFill>
                <a:latin typeface="Times New Roman" panose="02020603050405020304" pitchFamily="18" charset="0"/>
              </a:rPr>
              <a:t>measures, and prioritize the hazards for control</a:t>
            </a:r>
            <a:br>
              <a:rPr lang="en-GB" sz="2400" b="1" i="0" u="none" strike="noStrike" baseline="0" dirty="0">
                <a:solidFill>
                  <a:srgbClr val="FFFFFF"/>
                </a:solidFill>
                <a:latin typeface="Times New Roman" panose="02020603050405020304" pitchFamily="18" charset="0"/>
              </a:rPr>
            </a:br>
            <a:endParaRPr lang="en-GB" sz="2400" dirty="0">
              <a:solidFill>
                <a:srgbClr val="FFFFFF"/>
              </a:solidFill>
            </a:endParaRPr>
          </a:p>
        </p:txBody>
      </p:sp>
      <p:sp>
        <p:nvSpPr>
          <p:cNvPr id="11" name="Graphic 11">
            <a:extLst>
              <a:ext uri="{FF2B5EF4-FFF2-40B4-BE49-F238E27FC236}">
                <a16:creationId xmlns:a16="http://schemas.microsoft.com/office/drawing/2014/main" id="{394094B0-A6C9-44BE-9042-66EF0612F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03882"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p>
        </p:txBody>
      </p:sp>
      <p:sp>
        <p:nvSpPr>
          <p:cNvPr id="13" name="Graphic 10">
            <a:extLst>
              <a:ext uri="{FF2B5EF4-FFF2-40B4-BE49-F238E27FC236}">
                <a16:creationId xmlns:a16="http://schemas.microsoft.com/office/drawing/2014/main" id="{64C2CA96-0B16-4AA7-B340-33044D238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62662"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D50D7A8-F1D5-4306-8A9B-DD7A73EB8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88342"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p>
        </p:txBody>
      </p:sp>
      <p:graphicFrame>
        <p:nvGraphicFramePr>
          <p:cNvPr id="5" name="Content Placeholder 2">
            <a:extLst>
              <a:ext uri="{FF2B5EF4-FFF2-40B4-BE49-F238E27FC236}">
                <a16:creationId xmlns:a16="http://schemas.microsoft.com/office/drawing/2014/main" id="{404DEB5A-59A8-6D02-D30F-A7B432751413}"/>
              </a:ext>
            </a:extLst>
          </p:cNvPr>
          <p:cNvGraphicFramePr>
            <a:graphicFrameLocks noGrp="1"/>
          </p:cNvGraphicFramePr>
          <p:nvPr>
            <p:ph idx="1"/>
            <p:extLst>
              <p:ext uri="{D42A27DB-BD31-4B8C-83A1-F6EECF244321}">
                <p14:modId xmlns:p14="http://schemas.microsoft.com/office/powerpoint/2010/main" val="741313884"/>
              </p:ext>
            </p:extLst>
          </p:nvPr>
        </p:nvGraphicFramePr>
        <p:xfrm>
          <a:off x="838200" y="2211233"/>
          <a:ext cx="10515600" cy="39657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771207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825E9D6B-6536-8612-37FC-794401589840}"/>
              </a:ext>
            </a:extLst>
          </p:cNvPr>
          <p:cNvSpPr>
            <a:spLocks noGrp="1"/>
          </p:cNvSpPr>
          <p:nvPr>
            <p:ph type="title"/>
          </p:nvPr>
        </p:nvSpPr>
        <p:spPr>
          <a:xfrm>
            <a:off x="838200" y="365125"/>
            <a:ext cx="9842237" cy="1325563"/>
          </a:xfrm>
        </p:spPr>
        <p:txBody>
          <a:bodyPr>
            <a:normAutofit/>
          </a:bodyPr>
          <a:lstStyle/>
          <a:p>
            <a:r>
              <a:rPr lang="en-GB" sz="4300" b="0" i="1" u="none" strike="noStrike" baseline="0" dirty="0">
                <a:latin typeface="Times New Roman" panose="02020603050405020304" pitchFamily="18" charset="0"/>
              </a:rPr>
              <a:t>How to accomplish it</a:t>
            </a:r>
            <a:br>
              <a:rPr lang="en-GB" sz="4300" b="0" i="1" u="none" strike="noStrike" baseline="0" dirty="0">
                <a:latin typeface="Times New Roman" panose="02020603050405020304" pitchFamily="18" charset="0"/>
              </a:rPr>
            </a:br>
            <a:endParaRPr lang="en-GB" sz="4300" dirty="0"/>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356812"/>
            <a:ext cx="0" cy="6492875"/>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3" name="Graphic 12">
            <a:extLst>
              <a:ext uri="{FF2B5EF4-FFF2-40B4-BE49-F238E27FC236}">
                <a16:creationId xmlns:a16="http://schemas.microsoft.com/office/drawing/2014/main" id="{58BDB0EE-D238-415B-9ED8-62AA6AB2A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03882"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15" name="Graphic 11">
            <a:extLst>
              <a:ext uri="{FF2B5EF4-FFF2-40B4-BE49-F238E27FC236}">
                <a16:creationId xmlns:a16="http://schemas.microsoft.com/office/drawing/2014/main" id="{C5B55FC3-961D-4325-82F1-DE92B0D04E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62662"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17" name="Graphic 13">
            <a:extLst>
              <a:ext uri="{FF2B5EF4-FFF2-40B4-BE49-F238E27FC236}">
                <a16:creationId xmlns:a16="http://schemas.microsoft.com/office/drawing/2014/main" id="{4C8AB332-D09E-4F28-943C-DABDD4716A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88342"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aphicFrame>
        <p:nvGraphicFramePr>
          <p:cNvPr id="5" name="Content Placeholder 2">
            <a:extLst>
              <a:ext uri="{FF2B5EF4-FFF2-40B4-BE49-F238E27FC236}">
                <a16:creationId xmlns:a16="http://schemas.microsoft.com/office/drawing/2014/main" id="{F02C37DD-7FEF-4C80-CDC1-EBCB5C867895}"/>
              </a:ext>
            </a:extLst>
          </p:cNvPr>
          <p:cNvGraphicFramePr>
            <a:graphicFrameLocks noGrp="1"/>
          </p:cNvGraphicFramePr>
          <p:nvPr>
            <p:ph idx="1"/>
            <p:extLst>
              <p:ext uri="{D42A27DB-BD31-4B8C-83A1-F6EECF244321}">
                <p14:modId xmlns:p14="http://schemas.microsoft.com/office/powerpoint/2010/main" val="37654090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9375411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6F35D2-3807-42E4-2B7D-CE5A0053FA6D}"/>
              </a:ext>
            </a:extLst>
          </p:cNvPr>
          <p:cNvSpPr>
            <a:spLocks noGrp="1"/>
          </p:cNvSpPr>
          <p:nvPr>
            <p:ph type="title"/>
          </p:nvPr>
        </p:nvSpPr>
        <p:spPr>
          <a:xfrm>
            <a:off x="804672" y="802955"/>
            <a:ext cx="4977976" cy="1454051"/>
          </a:xfrm>
        </p:spPr>
        <p:txBody>
          <a:bodyPr>
            <a:normAutofit/>
          </a:bodyPr>
          <a:lstStyle/>
          <a:p>
            <a:r>
              <a:rPr lang="en-GB" sz="4000" i="0" u="none" strike="noStrike" baseline="0" dirty="0">
                <a:solidFill>
                  <a:schemeClr val="tx2"/>
                </a:solidFill>
                <a:latin typeface="Times New Roman" panose="02020603050405020304" pitchFamily="18" charset="0"/>
              </a:rPr>
              <a:t> "Risk" </a:t>
            </a:r>
            <a:endParaRPr lang="en-GB" sz="4000" dirty="0">
              <a:solidFill>
                <a:schemeClr val="tx2"/>
              </a:solidFill>
            </a:endParaRPr>
          </a:p>
        </p:txBody>
      </p:sp>
      <p:sp>
        <p:nvSpPr>
          <p:cNvPr id="3" name="Content Placeholder 2">
            <a:extLst>
              <a:ext uri="{FF2B5EF4-FFF2-40B4-BE49-F238E27FC236}">
                <a16:creationId xmlns:a16="http://schemas.microsoft.com/office/drawing/2014/main" id="{C441F824-61E4-4242-D794-8C6740B84757}"/>
              </a:ext>
            </a:extLst>
          </p:cNvPr>
          <p:cNvSpPr>
            <a:spLocks noGrp="1"/>
          </p:cNvSpPr>
          <p:nvPr>
            <p:ph idx="1"/>
          </p:nvPr>
        </p:nvSpPr>
        <p:spPr>
          <a:xfrm>
            <a:off x="804672" y="2421682"/>
            <a:ext cx="4977578" cy="3639289"/>
          </a:xfrm>
        </p:spPr>
        <p:txBody>
          <a:bodyPr anchor="ctr">
            <a:normAutofit/>
          </a:bodyPr>
          <a:lstStyle/>
          <a:p>
            <a:pPr algn="just"/>
            <a:r>
              <a:rPr lang="en-GB" sz="2400" b="1" i="0" u="none" strike="noStrike" baseline="0" dirty="0">
                <a:solidFill>
                  <a:schemeClr val="tx2"/>
                </a:solidFill>
                <a:latin typeface="Times New Roman" panose="02020603050405020304" pitchFamily="18" charset="0"/>
              </a:rPr>
              <a:t>T</a:t>
            </a:r>
            <a:r>
              <a:rPr lang="en-GB" sz="2400" b="0" i="0" u="none" strike="noStrike" baseline="0" dirty="0">
                <a:solidFill>
                  <a:schemeClr val="tx2"/>
                </a:solidFill>
                <a:latin typeface="Times New Roman" panose="02020603050405020304" pitchFamily="18" charset="0"/>
              </a:rPr>
              <a:t>he product of hazard and exposure. Thus, risk can be reduced by controlling or eliminating the hazard or by reducing workers' exposure to hazards. An assessment of risk helps employers understand hazards in the context of their own workplace and prioritize hazards for permanent control.</a:t>
            </a:r>
            <a:endParaRPr lang="en-GB" sz="2400" dirty="0">
              <a:solidFill>
                <a:schemeClr val="tx2"/>
              </a:solidFill>
            </a:endParaRPr>
          </a:p>
        </p:txBody>
      </p:sp>
      <p:grpSp>
        <p:nvGrpSpPr>
          <p:cNvPr id="21" name="Group 20">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Danger">
            <a:extLst>
              <a:ext uri="{FF2B5EF4-FFF2-40B4-BE49-F238E27FC236}">
                <a16:creationId xmlns:a16="http://schemas.microsoft.com/office/drawing/2014/main" id="{E37E2B0E-A940-3FBF-3E3F-AD9748E43C3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58853859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A51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6A278F-D65C-B6FB-FD5A-565D65AF117A}"/>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200" b="1" i="0" u="none" strike="noStrike" kern="1200" baseline="0">
                <a:solidFill>
                  <a:srgbClr val="FFFFFF"/>
                </a:solidFill>
                <a:latin typeface="+mj-lt"/>
                <a:ea typeface="+mj-ea"/>
                <a:cs typeface="+mj-cs"/>
              </a:rPr>
              <a:t>RISK ASSESSMENT TOOLS</a:t>
            </a:r>
            <a:endParaRPr lang="en-US" sz="2200" kern="1200">
              <a:solidFill>
                <a:srgbClr val="FFFFFF"/>
              </a:solidFill>
              <a:latin typeface="+mj-lt"/>
              <a:ea typeface="+mj-ea"/>
              <a:cs typeface="+mj-cs"/>
            </a:endParaRPr>
          </a:p>
        </p:txBody>
      </p:sp>
      <p:pic>
        <p:nvPicPr>
          <p:cNvPr id="5" name="Content Placeholder 4" descr="A book cover with black text&#10;&#10;Description automatically generated">
            <a:extLst>
              <a:ext uri="{FF2B5EF4-FFF2-40B4-BE49-F238E27FC236}">
                <a16:creationId xmlns:a16="http://schemas.microsoft.com/office/drawing/2014/main" id="{7F3371E8-0C76-43D7-5DFC-E45A6B557AE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38600" y="1619495"/>
            <a:ext cx="7188199" cy="3615621"/>
          </a:xfrm>
          <a:prstGeom prst="rect">
            <a:avLst/>
          </a:prstGeom>
        </p:spPr>
      </p:pic>
    </p:spTree>
    <p:extLst>
      <p:ext uri="{BB962C8B-B14F-4D97-AF65-F5344CB8AC3E}">
        <p14:creationId xmlns:p14="http://schemas.microsoft.com/office/powerpoint/2010/main" val="199667290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05E0FF-C496-3524-2C05-F2EB98461B78}"/>
              </a:ext>
            </a:extLst>
          </p:cNvPr>
          <p:cNvSpPr>
            <a:spLocks noGrp="1"/>
          </p:cNvSpPr>
          <p:nvPr>
            <p:ph type="title"/>
          </p:nvPr>
        </p:nvSpPr>
        <p:spPr>
          <a:xfrm>
            <a:off x="1043631" y="809898"/>
            <a:ext cx="9942716" cy="1554480"/>
          </a:xfrm>
        </p:spPr>
        <p:txBody>
          <a:bodyPr anchor="ctr">
            <a:normAutofit/>
          </a:bodyPr>
          <a:lstStyle/>
          <a:p>
            <a:endParaRPr lang="en-GB" sz="4800"/>
          </a:p>
        </p:txBody>
      </p:sp>
      <p:sp>
        <p:nvSpPr>
          <p:cNvPr id="3" name="Content Placeholder 2">
            <a:extLst>
              <a:ext uri="{FF2B5EF4-FFF2-40B4-BE49-F238E27FC236}">
                <a16:creationId xmlns:a16="http://schemas.microsoft.com/office/drawing/2014/main" id="{BF85B8EF-3D6F-356E-0A0F-271215792AA3}"/>
              </a:ext>
            </a:extLst>
          </p:cNvPr>
          <p:cNvSpPr>
            <a:spLocks noGrp="1"/>
          </p:cNvSpPr>
          <p:nvPr>
            <p:ph idx="1"/>
          </p:nvPr>
        </p:nvSpPr>
        <p:spPr>
          <a:xfrm>
            <a:off x="1045028" y="3017522"/>
            <a:ext cx="9941319" cy="3124658"/>
          </a:xfrm>
        </p:spPr>
        <p:txBody>
          <a:bodyPr anchor="ctr">
            <a:normAutofit/>
          </a:bodyPr>
          <a:lstStyle/>
          <a:p>
            <a:pPr algn="just"/>
            <a:r>
              <a:rPr lang="en-GB" sz="2400" b="0" i="0" u="none" strike="noStrike" baseline="0" dirty="0">
                <a:latin typeface="Times New Roman" panose="02020603050405020304" pitchFamily="18" charset="0"/>
              </a:rPr>
              <a:t>Risk assessment tools, sometimes called "risk assessment techniques," are procedures or frameworks that can be used in the process of assessing and managing risks. </a:t>
            </a:r>
          </a:p>
          <a:p>
            <a:pPr algn="just"/>
            <a:r>
              <a:rPr lang="en-GB" sz="2400" b="0" i="0" u="none" strike="noStrike" baseline="0" dirty="0">
                <a:latin typeface="Times New Roman" panose="02020603050405020304" pitchFamily="18" charset="0"/>
              </a:rPr>
              <a:t>There are many ways to assess risk, making risk assessment tools flexible and</a:t>
            </a:r>
          </a:p>
          <a:p>
            <a:pPr algn="just"/>
            <a:r>
              <a:rPr lang="en-GB" sz="2400" b="0" i="0" u="none" strike="noStrike" baseline="0" dirty="0">
                <a:latin typeface="Times New Roman" panose="02020603050405020304" pitchFamily="18" charset="0"/>
              </a:rPr>
              <a:t>There are four commonly used risk assessment tools in different businesses. </a:t>
            </a:r>
          </a:p>
          <a:p>
            <a:pPr algn="just"/>
            <a:r>
              <a:rPr lang="en-GB" sz="2400" b="0" i="0" u="none" strike="noStrike" baseline="0" dirty="0">
                <a:latin typeface="Times New Roman" panose="02020603050405020304" pitchFamily="18" charset="0"/>
              </a:rPr>
              <a:t>All of them are used often and are easily applicable to different situations.</a:t>
            </a:r>
            <a:endParaRPr lang="en-GB" sz="24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059592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2784550-750F-3597-93CD-79F8B7443D76}"/>
              </a:ext>
            </a:extLst>
          </p:cNvPr>
          <p:cNvPicPr>
            <a:picLocks noChangeAspect="1"/>
          </p:cNvPicPr>
          <p:nvPr/>
        </p:nvPicPr>
        <p:blipFill>
          <a:blip r:embed="rId2">
            <a:duotone>
              <a:schemeClr val="bg2">
                <a:shade val="45000"/>
                <a:satMod val="135000"/>
              </a:schemeClr>
              <a:prstClr val="white"/>
            </a:duotone>
          </a:blip>
          <a:srcRect l="6325" r="12341" b="-1"/>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3AA786-5E26-4969-014F-6EACC0D66EC9}"/>
              </a:ext>
            </a:extLst>
          </p:cNvPr>
          <p:cNvSpPr>
            <a:spLocks noGrp="1"/>
          </p:cNvSpPr>
          <p:nvPr>
            <p:ph type="title"/>
          </p:nvPr>
        </p:nvSpPr>
        <p:spPr>
          <a:xfrm>
            <a:off x="838200" y="365125"/>
            <a:ext cx="10515600" cy="1325563"/>
          </a:xfrm>
        </p:spPr>
        <p:txBody>
          <a:bodyPr>
            <a:normAutofit/>
          </a:bodyPr>
          <a:lstStyle/>
          <a:p>
            <a:r>
              <a:rPr lang="en-GB" dirty="0"/>
              <a:t>THE TOOLS ARE</a:t>
            </a:r>
          </a:p>
        </p:txBody>
      </p:sp>
      <p:graphicFrame>
        <p:nvGraphicFramePr>
          <p:cNvPr id="5" name="Content Placeholder 2">
            <a:extLst>
              <a:ext uri="{FF2B5EF4-FFF2-40B4-BE49-F238E27FC236}">
                <a16:creationId xmlns:a16="http://schemas.microsoft.com/office/drawing/2014/main" id="{6A8987BB-386D-1829-66A9-B3FF55DA4786}"/>
              </a:ext>
            </a:extLst>
          </p:cNvPr>
          <p:cNvGraphicFramePr>
            <a:graphicFrameLocks noGrp="1"/>
          </p:cNvGraphicFramePr>
          <p:nvPr>
            <p:ph idx="1"/>
            <p:extLst>
              <p:ext uri="{D42A27DB-BD31-4B8C-83A1-F6EECF244321}">
                <p14:modId xmlns:p14="http://schemas.microsoft.com/office/powerpoint/2010/main" val="304977532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608511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AC61FBE-02EF-5F78-7A01-080AC55875D5}"/>
              </a:ext>
            </a:extLst>
          </p:cNvPr>
          <p:cNvPicPr>
            <a:picLocks noChangeAspect="1"/>
          </p:cNvPicPr>
          <p:nvPr/>
        </p:nvPicPr>
        <p:blipFill>
          <a:blip r:embed="rId2"/>
          <a:srcRect l="14320" r="8765" b="2"/>
          <a:stretch/>
        </p:blipFill>
        <p:spPr>
          <a:xfrm>
            <a:off x="-1" y="-2"/>
            <a:ext cx="4931765"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05B73A-874C-8870-C7CB-E034017A88FE}"/>
              </a:ext>
            </a:extLst>
          </p:cNvPr>
          <p:cNvSpPr>
            <a:spLocks noGrp="1"/>
          </p:cNvSpPr>
          <p:nvPr>
            <p:ph type="title"/>
          </p:nvPr>
        </p:nvSpPr>
        <p:spPr>
          <a:xfrm>
            <a:off x="299134" y="0"/>
            <a:ext cx="5464968" cy="1559301"/>
          </a:xfrm>
        </p:spPr>
        <p:txBody>
          <a:bodyPr>
            <a:normAutofit/>
          </a:bodyPr>
          <a:lstStyle/>
          <a:p>
            <a:r>
              <a:rPr lang="en-GB" sz="4000" b="1" i="0" u="none" strike="noStrike" baseline="0" dirty="0">
                <a:highlight>
                  <a:srgbClr val="FFFF00"/>
                </a:highlight>
                <a:latin typeface="Times New Roman" panose="02020603050405020304" pitchFamily="18" charset="0"/>
              </a:rPr>
              <a:t>Risk Matrix</a:t>
            </a:r>
            <a:br>
              <a:rPr lang="en-GB" sz="4000" b="1" i="0" u="none" strike="noStrike" baseline="0" dirty="0">
                <a:highlight>
                  <a:srgbClr val="FFFF00"/>
                </a:highlight>
                <a:latin typeface="Times New Roman" panose="02020603050405020304" pitchFamily="18" charset="0"/>
              </a:rPr>
            </a:br>
            <a:endParaRPr lang="en-GB" sz="4000" dirty="0">
              <a:highlight>
                <a:srgbClr val="FFFF00"/>
              </a:highlight>
            </a:endParaRPr>
          </a:p>
        </p:txBody>
      </p:sp>
      <p:sp>
        <p:nvSpPr>
          <p:cNvPr id="3" name="Content Placeholder 2">
            <a:extLst>
              <a:ext uri="{FF2B5EF4-FFF2-40B4-BE49-F238E27FC236}">
                <a16:creationId xmlns:a16="http://schemas.microsoft.com/office/drawing/2014/main" id="{4C8AC2D0-D7D2-3A6D-8343-090FEB2968B3}"/>
              </a:ext>
            </a:extLst>
          </p:cNvPr>
          <p:cNvSpPr>
            <a:spLocks noGrp="1"/>
          </p:cNvSpPr>
          <p:nvPr>
            <p:ph idx="1"/>
          </p:nvPr>
        </p:nvSpPr>
        <p:spPr>
          <a:xfrm>
            <a:off x="5066674" y="254833"/>
            <a:ext cx="7125325" cy="6490741"/>
          </a:xfrm>
        </p:spPr>
        <p:txBody>
          <a:bodyPr anchor="ctr">
            <a:noAutofit/>
          </a:bodyPr>
          <a:lstStyle/>
          <a:p>
            <a:pPr algn="just"/>
            <a:r>
              <a:rPr lang="en-GB" sz="2000" b="0" i="0" dirty="0">
                <a:effectLst/>
                <a:latin typeface="+mj-lt"/>
              </a:rPr>
              <a:t>A risk matrix is a tool used to assess and visualize the likelihood and severity of potential risks to a project or activity. </a:t>
            </a:r>
          </a:p>
          <a:p>
            <a:pPr algn="just"/>
            <a:r>
              <a:rPr lang="en-GB" sz="2000" b="0" i="0" dirty="0">
                <a:effectLst/>
                <a:latin typeface="+mj-lt"/>
              </a:rPr>
              <a:t>Risk matrices are often color-coded to help identify the highest risks, which are represented in red, moderate risks in orange or yellow, and low risks in green. </a:t>
            </a:r>
          </a:p>
          <a:p>
            <a:pPr algn="just"/>
            <a:r>
              <a:rPr lang="en-GB" sz="2000" b="0" i="0" dirty="0">
                <a:effectLst/>
                <a:latin typeface="+mj-lt"/>
              </a:rPr>
              <a:t>The matrix has two axes: one for the likelihood of a risk, and the other for its severity.</a:t>
            </a:r>
          </a:p>
          <a:p>
            <a:pPr algn="just"/>
            <a:r>
              <a:rPr lang="en-GB" sz="2000" b="0" i="0" dirty="0">
                <a:effectLst/>
                <a:latin typeface="+mj-lt"/>
              </a:rPr>
              <a:t>It's a key part of the risk assessment process, which involves identifying, </a:t>
            </a:r>
            <a:r>
              <a:rPr lang="en-GB" sz="2000" b="0" i="0" dirty="0" err="1">
                <a:effectLst/>
                <a:latin typeface="+mj-lt"/>
              </a:rPr>
              <a:t>analyzing</a:t>
            </a:r>
            <a:r>
              <a:rPr lang="en-GB" sz="2000" b="0" i="0" dirty="0">
                <a:effectLst/>
                <a:latin typeface="+mj-lt"/>
              </a:rPr>
              <a:t>, and evaluating risks</a:t>
            </a:r>
          </a:p>
          <a:p>
            <a:pPr algn="just"/>
            <a:r>
              <a:rPr lang="en-GB" sz="2000" b="0" i="0" u="none" strike="noStrike" baseline="0" dirty="0">
                <a:latin typeface="+mj-lt"/>
              </a:rPr>
              <a:t>A risk matrix is a visual representation of risks laid out in a diagram or a table, hence its alternate name as a risk diagram.</a:t>
            </a:r>
          </a:p>
          <a:p>
            <a:pPr algn="just"/>
            <a:r>
              <a:rPr lang="en-GB" sz="2000" b="0" i="0" u="none" strike="noStrike" baseline="0" dirty="0">
                <a:latin typeface="+mj-lt"/>
              </a:rPr>
              <a:t> Here, risks are divided and sorted based on their probability of happening and their effects or impact. </a:t>
            </a:r>
          </a:p>
          <a:p>
            <a:pPr algn="just"/>
            <a:r>
              <a:rPr lang="en-GB" sz="2000" b="0" i="0" u="none" strike="noStrike" baseline="0" dirty="0">
                <a:latin typeface="+mj-lt"/>
              </a:rPr>
              <a:t>A risk matrix is often used to help prioritize which risk to address first, what safety measures and risk mitigation plans to take, and how a certain task should be done.</a:t>
            </a:r>
          </a:p>
          <a:p>
            <a:pPr algn="just"/>
            <a:r>
              <a:rPr lang="en-GB" sz="2000" b="0" i="0" u="none" strike="noStrike" baseline="0" dirty="0">
                <a:latin typeface="+mj-lt"/>
              </a:rPr>
              <a:t> Risk matrices can come in any size and number of columns and rows, risk matrix depending on the project and risks being discussed</a:t>
            </a:r>
            <a:endParaRPr lang="en-GB" sz="2000" dirty="0">
              <a:latin typeface="+mj-lt"/>
            </a:endParaRPr>
          </a:p>
        </p:txBody>
      </p:sp>
    </p:spTree>
    <p:extLst>
      <p:ext uri="{BB962C8B-B14F-4D97-AF65-F5344CB8AC3E}">
        <p14:creationId xmlns:p14="http://schemas.microsoft.com/office/powerpoint/2010/main" val="395270391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A chart with different levels of potential consequences&#10;&#10;Description automatically generated with medium confidence">
            <a:extLst>
              <a:ext uri="{FF2B5EF4-FFF2-40B4-BE49-F238E27FC236}">
                <a16:creationId xmlns:a16="http://schemas.microsoft.com/office/drawing/2014/main" id="{D95D854B-AE5D-F41E-432D-8C7A22CE4D1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4273"/>
          <a:stretch/>
        </p:blipFill>
        <p:spPr>
          <a:xfrm>
            <a:off x="20" y="1282"/>
            <a:ext cx="12191980" cy="6856718"/>
          </a:xfrm>
          <a:prstGeom prst="rect">
            <a:avLst/>
          </a:prstGeom>
        </p:spPr>
      </p:pic>
    </p:spTree>
    <p:extLst>
      <p:ext uri="{BB962C8B-B14F-4D97-AF65-F5344CB8AC3E}">
        <p14:creationId xmlns:p14="http://schemas.microsoft.com/office/powerpoint/2010/main" val="109963198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2">
            <a:extLst>
              <a:ext uri="{FF2B5EF4-FFF2-40B4-BE49-F238E27FC236}">
                <a16:creationId xmlns:a16="http://schemas.microsoft.com/office/drawing/2014/main" id="{8C8A64A4-4C82-A12C-3B81-F86E8F9DDA13}"/>
              </a:ext>
            </a:extLst>
          </p:cNvPr>
          <p:cNvSpPr>
            <a:spLocks noGrp="1"/>
          </p:cNvSpPr>
          <p:nvPr>
            <p:ph idx="1"/>
          </p:nvPr>
        </p:nvSpPr>
        <p:spPr>
          <a:xfrm>
            <a:off x="164892" y="989352"/>
            <a:ext cx="6520721" cy="5250728"/>
          </a:xfrm>
        </p:spPr>
        <p:txBody>
          <a:bodyPr anchor="ctr">
            <a:noAutofit/>
          </a:bodyPr>
          <a:lstStyle/>
          <a:p>
            <a:pPr algn="just"/>
            <a:r>
              <a:rPr lang="en-GB" sz="2000" b="0" i="0" u="none" strike="noStrike" baseline="0" dirty="0">
                <a:latin typeface="Times New Roman" panose="02020603050405020304" pitchFamily="18" charset="0"/>
                <a:cs typeface="Times New Roman" panose="02020603050405020304" pitchFamily="18" charset="0"/>
              </a:rPr>
              <a:t>The Failure Mode and Effects Analysis (FMEA) risk assessment tool was first discovered in the 1940s by the US military to identify all possible issues or failures in a design, process, product, and service. </a:t>
            </a:r>
          </a:p>
          <a:p>
            <a:pPr algn="just"/>
            <a:r>
              <a:rPr lang="en-GB" sz="2000" b="0" i="0" dirty="0">
                <a:effectLst/>
                <a:latin typeface="Times New Roman" panose="02020603050405020304" pitchFamily="18" charset="0"/>
                <a:cs typeface="Times New Roman" panose="02020603050405020304" pitchFamily="18" charset="0"/>
              </a:rPr>
              <a:t>Failure Mode and Effects Analysis (FMEA) is a systematic method for identifying and addressing potential failures in a process or product. </a:t>
            </a:r>
          </a:p>
          <a:p>
            <a:pPr algn="just"/>
            <a:r>
              <a:rPr lang="en-GB" sz="2000" b="0" i="0" dirty="0">
                <a:effectLst/>
                <a:latin typeface="Times New Roman" panose="02020603050405020304" pitchFamily="18" charset="0"/>
                <a:cs typeface="Times New Roman" panose="02020603050405020304" pitchFamily="18" charset="0"/>
              </a:rPr>
              <a:t>It's a proactive risk assessment tool that can help prevent costly issues, improve quality, and increase customer satisfaction</a:t>
            </a:r>
            <a:endParaRPr lang="en-GB" sz="2000" b="0" i="0" u="none" strike="noStrike" baseline="0" dirty="0">
              <a:latin typeface="Times New Roman" panose="02020603050405020304" pitchFamily="18" charset="0"/>
              <a:cs typeface="Times New Roman" panose="02020603050405020304" pitchFamily="18" charset="0"/>
            </a:endParaRPr>
          </a:p>
          <a:p>
            <a:pPr algn="just"/>
            <a:r>
              <a:rPr lang="en-GB" sz="2000" b="0" i="0" u="none" strike="noStrike" baseline="0" dirty="0">
                <a:latin typeface="Times New Roman" panose="02020603050405020304" pitchFamily="18" charset="0"/>
                <a:cs typeface="Times New Roman" panose="02020603050405020304" pitchFamily="18" charset="0"/>
              </a:rPr>
              <a:t>This tool is often used during a product or service's design or proposal stage to actively study possible risks and discover their effects.</a:t>
            </a:r>
          </a:p>
          <a:p>
            <a:pPr algn="just"/>
            <a:r>
              <a:rPr lang="en-GB" sz="2000" b="0" i="0" u="none" strike="noStrike" baseline="0" dirty="0">
                <a:latin typeface="Times New Roman" panose="02020603050405020304" pitchFamily="18" charset="0"/>
                <a:cs typeface="Times New Roman" panose="02020603050405020304" pitchFamily="18" charset="0"/>
              </a:rPr>
              <a:t> FMEA has two parts to it:</a:t>
            </a:r>
          </a:p>
          <a:p>
            <a:pPr algn="just"/>
            <a:r>
              <a:rPr lang="en-GB" sz="2000" b="0" i="0" u="none" strike="noStrike" baseline="0" dirty="0">
                <a:latin typeface="Times New Roman" panose="02020603050405020304" pitchFamily="18" charset="0"/>
                <a:cs typeface="Times New Roman" panose="02020603050405020304" pitchFamily="18" charset="0"/>
              </a:rPr>
              <a:t> </a:t>
            </a:r>
            <a:r>
              <a:rPr lang="en-GB" sz="2000" b="1" i="0" u="none" strike="noStrike" baseline="0" dirty="0">
                <a:highlight>
                  <a:srgbClr val="00FFFF"/>
                </a:highlight>
                <a:latin typeface="Times New Roman" panose="02020603050405020304" pitchFamily="18" charset="0"/>
                <a:cs typeface="Times New Roman" panose="02020603050405020304" pitchFamily="18" charset="0"/>
              </a:rPr>
              <a:t>Failure Modes: the failures, problems, and issues that occur</a:t>
            </a:r>
          </a:p>
          <a:p>
            <a:pPr algn="just"/>
            <a:r>
              <a:rPr lang="en-GB" sz="2000" b="1" i="0" u="none" strike="noStrike" baseline="0" dirty="0">
                <a:highlight>
                  <a:srgbClr val="00FFFF"/>
                </a:highlight>
                <a:latin typeface="Times New Roman" panose="02020603050405020304" pitchFamily="18" charset="0"/>
                <a:cs typeface="Times New Roman" panose="02020603050405020304" pitchFamily="18" charset="0"/>
              </a:rPr>
              <a:t> Effects Analysis: the analysis of the failures' effects</a:t>
            </a:r>
            <a:endParaRPr lang="en-GB" sz="2000" b="1" dirty="0">
              <a:highlight>
                <a:srgbClr val="00FFFF"/>
              </a:highlight>
              <a:latin typeface="Times New Roman" panose="02020603050405020304" pitchFamily="18" charset="0"/>
              <a:cs typeface="Times New Roman" panose="02020603050405020304" pitchFamily="18" charset="0"/>
            </a:endParaRPr>
          </a:p>
        </p:txBody>
      </p:sp>
      <p:pic>
        <p:nvPicPr>
          <p:cNvPr id="15" name="Picture 14" descr="A blue and green triangle pattern&#10;&#10;Description automatically generated">
            <a:extLst>
              <a:ext uri="{FF2B5EF4-FFF2-40B4-BE49-F238E27FC236}">
                <a16:creationId xmlns:a16="http://schemas.microsoft.com/office/drawing/2014/main" id="{AB22D790-8E69-7131-B973-7D928EAE2885}"/>
              </a:ext>
            </a:extLst>
          </p:cNvPr>
          <p:cNvPicPr>
            <a:picLocks noChangeAspect="1"/>
          </p:cNvPicPr>
          <p:nvPr/>
        </p:nvPicPr>
        <p:blipFill>
          <a:blip r:embed="rId2"/>
          <a:srcRect r="48163"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
        <p:nvSpPr>
          <p:cNvPr id="7" name="Title 1">
            <a:extLst>
              <a:ext uri="{FF2B5EF4-FFF2-40B4-BE49-F238E27FC236}">
                <a16:creationId xmlns:a16="http://schemas.microsoft.com/office/drawing/2014/main" id="{BC738289-B6EC-5360-67A1-EC8DBDF53147}"/>
              </a:ext>
            </a:extLst>
          </p:cNvPr>
          <p:cNvSpPr txBox="1">
            <a:spLocks/>
          </p:cNvSpPr>
          <p:nvPr/>
        </p:nvSpPr>
        <p:spPr>
          <a:xfrm>
            <a:off x="8594160" y="240269"/>
            <a:ext cx="5334197" cy="1708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800" b="1">
                <a:highlight>
                  <a:srgbClr val="00FFFF"/>
                </a:highlight>
                <a:latin typeface="Times New Roman" panose="02020603050405020304" pitchFamily="18" charset="0"/>
              </a:rPr>
              <a:t>FMEA</a:t>
            </a:r>
            <a:br>
              <a:rPr lang="en-GB" sz="4800" b="1">
                <a:highlight>
                  <a:srgbClr val="00FFFF"/>
                </a:highlight>
                <a:latin typeface="Times New Roman" panose="02020603050405020304" pitchFamily="18" charset="0"/>
              </a:rPr>
            </a:br>
            <a:endParaRPr lang="en-GB" sz="4800" dirty="0">
              <a:highlight>
                <a:srgbClr val="00FFFF"/>
              </a:highlight>
            </a:endParaRPr>
          </a:p>
        </p:txBody>
      </p:sp>
    </p:spTree>
    <p:extLst>
      <p:ext uri="{BB962C8B-B14F-4D97-AF65-F5344CB8AC3E}">
        <p14:creationId xmlns:p14="http://schemas.microsoft.com/office/powerpoint/2010/main" val="173804369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Content Placeholder 8" descr="A diagram of a performance analysis&#10;&#10;Description automatically generated with medium confidence">
            <a:extLst>
              <a:ext uri="{FF2B5EF4-FFF2-40B4-BE49-F238E27FC236}">
                <a16:creationId xmlns:a16="http://schemas.microsoft.com/office/drawing/2014/main" id="{3D452941-35C6-897F-0B4D-26162D6735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3467" y="1384300"/>
            <a:ext cx="10905066" cy="4089399"/>
          </a:xfrm>
          <a:prstGeom prst="rect">
            <a:avLst/>
          </a:prstGeom>
        </p:spPr>
      </p:pic>
    </p:spTree>
    <p:extLst>
      <p:ext uri="{BB962C8B-B14F-4D97-AF65-F5344CB8AC3E}">
        <p14:creationId xmlns:p14="http://schemas.microsoft.com/office/powerpoint/2010/main" val="73744240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4F334C-B1B8-E997-98D4-EF6FCA05F5C6}"/>
              </a:ext>
            </a:extLst>
          </p:cNvPr>
          <p:cNvSpPr>
            <a:spLocks noGrp="1"/>
          </p:cNvSpPr>
          <p:nvPr>
            <p:ph type="title"/>
          </p:nvPr>
        </p:nvSpPr>
        <p:spPr>
          <a:xfrm>
            <a:off x="1156851" y="637762"/>
            <a:ext cx="9888496" cy="900131"/>
          </a:xfrm>
        </p:spPr>
        <p:txBody>
          <a:bodyPr anchor="t">
            <a:normAutofit/>
          </a:bodyPr>
          <a:lstStyle/>
          <a:p>
            <a:r>
              <a:rPr lang="en-GB" sz="4000" dirty="0">
                <a:solidFill>
                  <a:schemeClr val="bg1"/>
                </a:solidFill>
              </a:rPr>
              <a:t>8 STEPS OF FMEA</a:t>
            </a:r>
          </a:p>
        </p:txBody>
      </p:sp>
      <p:sp>
        <p:nvSpPr>
          <p:cNvPr id="13" name="Rectangle 12">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2">
            <a:extLst>
              <a:ext uri="{FF2B5EF4-FFF2-40B4-BE49-F238E27FC236}">
                <a16:creationId xmlns:a16="http://schemas.microsoft.com/office/drawing/2014/main" id="{01B9A5C1-07C6-207E-38E1-24FD66674DF6}"/>
              </a:ext>
            </a:extLst>
          </p:cNvPr>
          <p:cNvSpPr>
            <a:spLocks noGrp="1"/>
          </p:cNvSpPr>
          <p:nvPr>
            <p:ph idx="1"/>
          </p:nvPr>
        </p:nvSpPr>
        <p:spPr>
          <a:xfrm>
            <a:off x="239843" y="2217343"/>
            <a:ext cx="11812249" cy="3959619"/>
          </a:xfrm>
        </p:spPr>
        <p:txBody>
          <a:bodyPr>
            <a:noAutofit/>
          </a:bodyPr>
          <a:lstStyle/>
          <a:p>
            <a:pPr algn="just">
              <a:buFont typeface="+mj-lt"/>
              <a:buAutoNum type="arabicPeriod"/>
            </a:pPr>
            <a:r>
              <a:rPr lang="en-GB" sz="1800" b="0" i="0" dirty="0">
                <a:effectLst/>
                <a:latin typeface="Arial" panose="020B0604020202020204" pitchFamily="34" charset="0"/>
              </a:rPr>
              <a:t>Create a team of employees who have collective knowledge or experience with the system, design or process and customer needs. This includes employees with experience in customer service, design, maintenance, manufacturing, quality, reliability, testing and sales.</a:t>
            </a:r>
          </a:p>
          <a:p>
            <a:pPr algn="just">
              <a:buFont typeface="+mj-lt"/>
              <a:buAutoNum type="arabicPeriod"/>
            </a:pPr>
            <a:r>
              <a:rPr lang="en-GB" sz="1800" b="0" i="0" dirty="0">
                <a:effectLst/>
                <a:latin typeface="Arial" panose="020B0604020202020204" pitchFamily="34" charset="0"/>
              </a:rPr>
              <a:t>Identify the scope of the system, design, process, product or service. Define the purpose of the system process, service and design.</a:t>
            </a:r>
          </a:p>
          <a:p>
            <a:pPr algn="just">
              <a:buFont typeface="+mj-lt"/>
              <a:buAutoNum type="arabicPeriod"/>
            </a:pPr>
            <a:r>
              <a:rPr lang="en-GB" sz="1800" b="0" i="0" dirty="0">
                <a:effectLst/>
                <a:latin typeface="Arial" panose="020B0604020202020204" pitchFamily="34" charset="0"/>
              </a:rPr>
              <a:t>Break down a system, design or process into its different components.</a:t>
            </a:r>
          </a:p>
          <a:p>
            <a:pPr algn="just">
              <a:buFont typeface="+mj-lt"/>
              <a:buAutoNum type="arabicPeriod"/>
            </a:pPr>
            <a:r>
              <a:rPr lang="en-GB" sz="1800" b="0" i="0" dirty="0">
                <a:effectLst/>
                <a:latin typeface="Arial" panose="020B0604020202020204" pitchFamily="34" charset="0"/>
              </a:rPr>
              <a:t>Go through system, design or process elements to determine each possible issue or </a:t>
            </a:r>
            <a:r>
              <a:rPr lang="en-GB" sz="1800" b="0" i="0" u="sng" dirty="0">
                <a:effectLst/>
                <a:latin typeface="Arial" panose="020B0604020202020204" pitchFamily="34" charset="0"/>
                <a:hlinkClick r:id="rId2"/>
              </a:rPr>
              <a:t>single point of failure</a:t>
            </a:r>
            <a:r>
              <a:rPr lang="en-GB" sz="1800" b="0" i="0" dirty="0">
                <a:effectLst/>
                <a:latin typeface="Arial" panose="020B0604020202020204" pitchFamily="34" charset="0"/>
              </a:rPr>
              <a:t>.</a:t>
            </a:r>
          </a:p>
          <a:p>
            <a:pPr algn="just">
              <a:buFont typeface="+mj-lt"/>
              <a:buAutoNum type="arabicPeriod"/>
            </a:pPr>
            <a:r>
              <a:rPr lang="en-GB" sz="1800" b="0" i="0" dirty="0" err="1">
                <a:effectLst/>
                <a:latin typeface="Arial" panose="020B0604020202020204" pitchFamily="34" charset="0"/>
              </a:rPr>
              <a:t>Analyze</a:t>
            </a:r>
            <a:r>
              <a:rPr lang="en-GB" sz="1800" b="0" i="0" dirty="0">
                <a:effectLst/>
                <a:latin typeface="Arial" panose="020B0604020202020204" pitchFamily="34" charset="0"/>
              </a:rPr>
              <a:t> the potential causes of those failures as well as the effects the failures would have.</a:t>
            </a:r>
          </a:p>
          <a:p>
            <a:pPr algn="just">
              <a:buFont typeface="+mj-lt"/>
              <a:buAutoNum type="arabicPeriod"/>
            </a:pPr>
            <a:r>
              <a:rPr lang="en-GB" sz="1800" b="0" i="0" dirty="0">
                <a:effectLst/>
                <a:latin typeface="Arial" panose="020B0604020202020204" pitchFamily="34" charset="0"/>
              </a:rPr>
              <a:t>Rank each potential failure effect based on decided criteria such as severity, likelihood of occurrence and probability of being detected. Organizations can use a risk priority number to score a system, design or process for risk potential.</a:t>
            </a:r>
          </a:p>
          <a:p>
            <a:pPr algn="just">
              <a:buFont typeface="+mj-lt"/>
              <a:buAutoNum type="arabicPeriod"/>
            </a:pPr>
            <a:r>
              <a:rPr lang="en-GB" sz="1800" b="0" i="0" dirty="0">
                <a:effectLst/>
                <a:latin typeface="Arial" panose="020B0604020202020204" pitchFamily="34" charset="0"/>
              </a:rPr>
              <a:t>Determine how to detect, minimize, mitigate and solve the most critical failures. This helps keep failure effect risks low by creating a list of potential failures and corrective actions to take.</a:t>
            </a:r>
          </a:p>
          <a:p>
            <a:pPr algn="just">
              <a:buFont typeface="+mj-lt"/>
              <a:buAutoNum type="arabicPeriod"/>
            </a:pPr>
            <a:r>
              <a:rPr lang="en-GB" sz="1800" b="0" i="0" dirty="0">
                <a:effectLst/>
                <a:latin typeface="Arial" panose="020B0604020202020204" pitchFamily="34" charset="0"/>
              </a:rPr>
              <a:t>Revise risk levels as needed.</a:t>
            </a:r>
          </a:p>
          <a:p>
            <a:pPr marL="0" indent="0" algn="just">
              <a:buNone/>
            </a:pPr>
            <a:endParaRPr lang="en-GB" sz="1800" dirty="0"/>
          </a:p>
        </p:txBody>
      </p:sp>
    </p:spTree>
    <p:extLst>
      <p:ext uri="{BB962C8B-B14F-4D97-AF65-F5344CB8AC3E}">
        <p14:creationId xmlns:p14="http://schemas.microsoft.com/office/powerpoint/2010/main" val="117809520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1B2B030-4738-4359-9E46-144B7C8BFF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8300"/>
            <a:ext cx="12193117" cy="68497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Rectangle 11">
            <a:extLst>
              <a:ext uri="{FF2B5EF4-FFF2-40B4-BE49-F238E27FC236}">
                <a16:creationId xmlns:a16="http://schemas.microsoft.com/office/drawing/2014/main" id="{E722B2DD-E14D-4972-9D98-5D6E61B1B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14431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10;&#10;Description automatically generated">
            <a:extLst>
              <a:ext uri="{FF2B5EF4-FFF2-40B4-BE49-F238E27FC236}">
                <a16:creationId xmlns:a16="http://schemas.microsoft.com/office/drawing/2014/main" id="{ED11AB65-19C0-7E3C-589F-AB439B44164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1" r="1" b="1"/>
          <a:stretch/>
        </p:blipFill>
        <p:spPr>
          <a:xfrm>
            <a:off x="20" y="10"/>
            <a:ext cx="12191980" cy="6866290"/>
          </a:xfrm>
          <a:prstGeom prst="rect">
            <a:avLst/>
          </a:prstGeom>
        </p:spPr>
      </p:pic>
    </p:spTree>
    <p:extLst>
      <p:ext uri="{BB962C8B-B14F-4D97-AF65-F5344CB8AC3E}">
        <p14:creationId xmlns:p14="http://schemas.microsoft.com/office/powerpoint/2010/main" val="288343744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C09DC-8DB2-0E3A-3EBA-1EB9834DD378}"/>
              </a:ext>
            </a:extLst>
          </p:cNvPr>
          <p:cNvSpPr>
            <a:spLocks noGrp="1"/>
          </p:cNvSpPr>
          <p:nvPr>
            <p:ph type="title"/>
          </p:nvPr>
        </p:nvSpPr>
        <p:spPr/>
        <p:txBody>
          <a:bodyPr/>
          <a:lstStyle/>
          <a:p>
            <a:r>
              <a:rPr lang="en-GB" sz="4400" b="1" i="0" u="none" strike="noStrike" baseline="0" dirty="0">
                <a:latin typeface="Times New Roman" panose="02020603050405020304" pitchFamily="18" charset="0"/>
              </a:rPr>
              <a:t>Decision Tree</a:t>
            </a:r>
            <a:endParaRPr lang="en-GB" dirty="0"/>
          </a:p>
        </p:txBody>
      </p:sp>
      <p:sp>
        <p:nvSpPr>
          <p:cNvPr id="3" name="Content Placeholder 2">
            <a:extLst>
              <a:ext uri="{FF2B5EF4-FFF2-40B4-BE49-F238E27FC236}">
                <a16:creationId xmlns:a16="http://schemas.microsoft.com/office/drawing/2014/main" id="{2A76BCA0-2A83-4F93-B487-D5506F5A1876}"/>
              </a:ext>
            </a:extLst>
          </p:cNvPr>
          <p:cNvSpPr>
            <a:spLocks noGrp="1"/>
          </p:cNvSpPr>
          <p:nvPr>
            <p:ph idx="1"/>
          </p:nvPr>
        </p:nvSpPr>
        <p:spPr/>
        <p:txBody>
          <a:bodyPr/>
          <a:lstStyle/>
          <a:p>
            <a:pPr marL="0" indent="0" algn="l">
              <a:buNone/>
            </a:pPr>
            <a:endParaRPr lang="en-GB" sz="1800" b="1" i="0" u="none" strike="noStrike" baseline="0" dirty="0">
              <a:latin typeface="Times New Roman" panose="02020603050405020304" pitchFamily="18" charset="0"/>
            </a:endParaRPr>
          </a:p>
          <a:p>
            <a:pPr algn="l"/>
            <a:r>
              <a:rPr lang="en-GB" sz="1800" b="0" i="0" u="none" strike="noStrike" baseline="0" dirty="0">
                <a:latin typeface="Times New Roman" panose="02020603050405020304" pitchFamily="18" charset="0"/>
              </a:rPr>
              <a:t>The decision tree risk assessment tool works by providing project managers a template to calculate and visualize the values of different results and the likelihood of achieving them. </a:t>
            </a:r>
          </a:p>
          <a:p>
            <a:pPr algn="l"/>
            <a:r>
              <a:rPr lang="en-GB" sz="1800" b="0" i="0" u="none" strike="noStrike" baseline="0" dirty="0">
                <a:latin typeface="Times New Roman" panose="02020603050405020304" pitchFamily="18" charset="0"/>
              </a:rPr>
              <a:t>In some cases, a decision tree is also often used to help calculate the value of a project, product, or service.</a:t>
            </a:r>
          </a:p>
          <a:p>
            <a:pPr algn="l"/>
            <a:r>
              <a:rPr lang="en-GB" sz="1800" b="0" i="0" u="none" strike="noStrike" baseline="0" dirty="0">
                <a:latin typeface="Times New Roman" panose="02020603050405020304" pitchFamily="18" charset="0"/>
              </a:rPr>
              <a:t>To use this tool, one starts with one element, product, or service they want to evaluate, and then creates different branches from it with different goals. When carried out, the final product looks like a flowchart similar to a tree with different branches, hence the name.</a:t>
            </a:r>
            <a:endParaRPr lang="en-GB" dirty="0"/>
          </a:p>
        </p:txBody>
      </p:sp>
    </p:spTree>
    <p:extLst>
      <p:ext uri="{BB962C8B-B14F-4D97-AF65-F5344CB8AC3E}">
        <p14:creationId xmlns:p14="http://schemas.microsoft.com/office/powerpoint/2010/main" val="110116948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E40CBD2E-0913-9E63-4A10-087CBC45C12E}"/>
              </a:ext>
            </a:extLst>
          </p:cNvPr>
          <p:cNvSpPr>
            <a:spLocks noGrp="1"/>
          </p:cNvSpPr>
          <p:nvPr>
            <p:ph type="title"/>
          </p:nvPr>
        </p:nvSpPr>
        <p:spPr>
          <a:xfrm>
            <a:off x="838200" y="800993"/>
            <a:ext cx="3687491" cy="1594189"/>
          </a:xfrm>
        </p:spPr>
        <p:txBody>
          <a:bodyPr anchor="t">
            <a:normAutofit/>
          </a:bodyPr>
          <a:lstStyle/>
          <a:p>
            <a:endParaRPr lang="en-GB" sz="3200"/>
          </a:p>
        </p:txBody>
      </p:sp>
      <p:sp>
        <p:nvSpPr>
          <p:cNvPr id="9" name="Content Placeholder 8">
            <a:extLst>
              <a:ext uri="{FF2B5EF4-FFF2-40B4-BE49-F238E27FC236}">
                <a16:creationId xmlns:a16="http://schemas.microsoft.com/office/drawing/2014/main" id="{85789314-DCFE-1A45-D7A8-E12D9FDF81DF}"/>
              </a:ext>
            </a:extLst>
          </p:cNvPr>
          <p:cNvSpPr>
            <a:spLocks noGrp="1"/>
          </p:cNvSpPr>
          <p:nvPr>
            <p:ph idx="1"/>
          </p:nvPr>
        </p:nvSpPr>
        <p:spPr>
          <a:xfrm>
            <a:off x="5341546" y="751555"/>
            <a:ext cx="6012254" cy="1766458"/>
          </a:xfrm>
        </p:spPr>
        <p:txBody>
          <a:bodyPr anchor="t">
            <a:normAutofit/>
          </a:bodyPr>
          <a:lstStyle/>
          <a:p>
            <a:endParaRPr lang="en-US" sz="2000"/>
          </a:p>
        </p:txBody>
      </p:sp>
      <p:pic>
        <p:nvPicPr>
          <p:cNvPr id="5" name="Content Placeholder 4" descr="A diagram of a diagram&#10;&#10;Description automatically generated">
            <a:extLst>
              <a:ext uri="{FF2B5EF4-FFF2-40B4-BE49-F238E27FC236}">
                <a16:creationId xmlns:a16="http://schemas.microsoft.com/office/drawing/2014/main" id="{EE7C8C79-E124-09C9-96B1-2C24774A776B}"/>
              </a:ext>
            </a:extLst>
          </p:cNvPr>
          <p:cNvPicPr>
            <a:picLocks noChangeAspect="1"/>
          </p:cNvPicPr>
          <p:nvPr/>
        </p:nvPicPr>
        <p:blipFill>
          <a:blip r:embed="rId2">
            <a:extLst>
              <a:ext uri="{28A0092B-C50C-407E-A947-70E740481C1C}">
                <a14:useLocalDpi xmlns:a14="http://schemas.microsoft.com/office/drawing/2010/main" val="0"/>
              </a:ext>
            </a:extLst>
          </a:blip>
          <a:srcRect l="2551" r="1627"/>
          <a:stretch/>
        </p:blipFill>
        <p:spPr>
          <a:xfrm>
            <a:off x="-179884" y="1017285"/>
            <a:ext cx="12192002" cy="5089160"/>
          </a:xfrm>
          <a:prstGeom prst="rect">
            <a:avLst/>
          </a:prstGeom>
        </p:spPr>
      </p:pic>
      <p:grpSp>
        <p:nvGrpSpPr>
          <p:cNvPr id="17" name="Group 16">
            <a:extLst>
              <a:ext uri="{FF2B5EF4-FFF2-40B4-BE49-F238E27FC236}">
                <a16:creationId xmlns:a16="http://schemas.microsoft.com/office/drawing/2014/main" id="{F2221BB3-7B5D-C899-7745-66D7AC3232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3" name="Rectangle 12">
              <a:extLst>
                <a:ext uri="{FF2B5EF4-FFF2-40B4-BE49-F238E27FC236}">
                  <a16:creationId xmlns:a16="http://schemas.microsoft.com/office/drawing/2014/main" id="{3FD2D571-38D7-DB0F-166C-14FEDA700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88AEF72-50CD-C201-F6BF-C595BBBED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7109065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A182C109-9E4C-3C96-8794-9411573CBD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622"/>
            <a:ext cx="12192000" cy="6894986"/>
            <a:chOff x="0" y="-7622"/>
            <a:chExt cx="12192000" cy="6894986"/>
          </a:xfrm>
        </p:grpSpPr>
        <p:sp>
          <p:nvSpPr>
            <p:cNvPr id="11" name="Rectangle 10">
              <a:extLst>
                <a:ext uri="{FF2B5EF4-FFF2-40B4-BE49-F238E27FC236}">
                  <a16:creationId xmlns:a16="http://schemas.microsoft.com/office/drawing/2014/main" id="{1C864660-C52B-BC40-9AE0-D900B4B67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FD81F2E-754B-ACB7-ECD1-E1DADAD079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B2A2591-0296-4CF4-E75F-51D7CB8EC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78A07A2-FD92-5AD1-01EE-9D7AEAB887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9127281" y="7060"/>
              <a:ext cx="3064320" cy="6872683"/>
            </a:xfrm>
            <a:prstGeom prst="rect">
              <a:avLst/>
            </a:prstGeom>
            <a:gradFill flip="none" rotWithShape="1">
              <a:gsLst>
                <a:gs pos="0">
                  <a:schemeClr val="accent2">
                    <a:alpha val="58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pic>
        <p:nvPicPr>
          <p:cNvPr id="5" name="Content Placeholder 4" descr="A diagram of a company's flowchart&#10;&#10;Description automatically generated">
            <a:extLst>
              <a:ext uri="{FF2B5EF4-FFF2-40B4-BE49-F238E27FC236}">
                <a16:creationId xmlns:a16="http://schemas.microsoft.com/office/drawing/2014/main" id="{E17A4AB0-76F1-00D3-B066-148C6CF8169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6200" r="-1" b="-1"/>
          <a:stretch/>
        </p:blipFill>
        <p:spPr>
          <a:xfrm>
            <a:off x="567526" y="559901"/>
            <a:ext cx="11056947" cy="5730212"/>
          </a:xfrm>
          <a:prstGeom prst="rect">
            <a:avLst/>
          </a:prstGeom>
        </p:spPr>
      </p:pic>
    </p:spTree>
    <p:extLst>
      <p:ext uri="{BB962C8B-B14F-4D97-AF65-F5344CB8AC3E}">
        <p14:creationId xmlns:p14="http://schemas.microsoft.com/office/powerpoint/2010/main" val="95555326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AFA05-AD2C-D751-D741-1D8580CC9D7F}"/>
              </a:ext>
            </a:extLst>
          </p:cNvPr>
          <p:cNvSpPr>
            <a:spLocks noGrp="1"/>
          </p:cNvSpPr>
          <p:nvPr>
            <p:ph type="title"/>
          </p:nvPr>
        </p:nvSpPr>
        <p:spPr/>
        <p:txBody>
          <a:bodyPr/>
          <a:lstStyle/>
          <a:p>
            <a:r>
              <a:rPr lang="en-GB" sz="4400" b="1" i="0" u="none" strike="noStrike" baseline="0" dirty="0">
                <a:solidFill>
                  <a:srgbClr val="000000"/>
                </a:solidFill>
                <a:latin typeface="Times New Roman" panose="02020603050405020304" pitchFamily="18" charset="0"/>
              </a:rPr>
              <a:t>Bowtie Model</a:t>
            </a:r>
            <a:br>
              <a:rPr lang="en-GB" sz="4400" b="1" i="0" u="none" strike="noStrike" baseline="0" dirty="0">
                <a:solidFill>
                  <a:srgbClr val="000000"/>
                </a:solidFill>
                <a:latin typeface="Times New Roman" panose="02020603050405020304" pitchFamily="18" charset="0"/>
              </a:rPr>
            </a:br>
            <a:endParaRPr lang="en-GB" dirty="0"/>
          </a:p>
        </p:txBody>
      </p:sp>
      <p:sp>
        <p:nvSpPr>
          <p:cNvPr id="3" name="Content Placeholder 2">
            <a:extLst>
              <a:ext uri="{FF2B5EF4-FFF2-40B4-BE49-F238E27FC236}">
                <a16:creationId xmlns:a16="http://schemas.microsoft.com/office/drawing/2014/main" id="{B2D5029A-173A-E886-84D6-E7C24A136C4F}"/>
              </a:ext>
            </a:extLst>
          </p:cNvPr>
          <p:cNvSpPr>
            <a:spLocks noGrp="1"/>
          </p:cNvSpPr>
          <p:nvPr>
            <p:ph idx="1"/>
          </p:nvPr>
        </p:nvSpPr>
        <p:spPr/>
        <p:txBody>
          <a:bodyPr/>
          <a:lstStyle/>
          <a:p>
            <a:pPr algn="l"/>
            <a:r>
              <a:rPr lang="en-GB" sz="1800" b="0" i="0" u="none" strike="noStrike" baseline="0" dirty="0">
                <a:solidFill>
                  <a:srgbClr val="000000"/>
                </a:solidFill>
                <a:latin typeface="Times New Roman" panose="02020603050405020304" pitchFamily="18" charset="0"/>
              </a:rPr>
              <a:t>The Bowtie Model risk assessment tool aims to show the causal links between different sources of risks and their consequences. </a:t>
            </a:r>
            <a:endParaRPr lang="en-GB" sz="1800" dirty="0">
              <a:solidFill>
                <a:srgbClr val="000000"/>
              </a:solidFill>
              <a:latin typeface="Times New Roman" panose="02020603050405020304" pitchFamily="18" charset="0"/>
            </a:endParaRPr>
          </a:p>
          <a:p>
            <a:pPr algn="l"/>
            <a:r>
              <a:rPr lang="en-GB" sz="1800" b="0" i="0" u="none" strike="noStrike" baseline="0" dirty="0">
                <a:solidFill>
                  <a:srgbClr val="000000"/>
                </a:solidFill>
                <a:latin typeface="Times New Roman" panose="02020603050405020304" pitchFamily="18" charset="0"/>
              </a:rPr>
              <a:t>The left side of the diagram shows what causes the risk, the right shows their potential outcomes, and then both sides meet in the middle with a single risk called "Event." </a:t>
            </a:r>
          </a:p>
          <a:p>
            <a:pPr algn="l"/>
            <a:r>
              <a:rPr lang="en-GB" sz="1800" b="0" i="0" u="none" strike="noStrike" baseline="0" dirty="0">
                <a:solidFill>
                  <a:srgbClr val="000000"/>
                </a:solidFill>
                <a:latin typeface="Times New Roman" panose="02020603050405020304" pitchFamily="18" charset="0"/>
              </a:rPr>
              <a:t>The left and right sides of the Event are larger and wider as many sources may lead to different consequences, but still be </a:t>
            </a:r>
            <a:r>
              <a:rPr lang="en-GB" sz="1800" b="0" i="0" u="none" strike="noStrike" baseline="0" dirty="0" err="1">
                <a:solidFill>
                  <a:srgbClr val="000000"/>
                </a:solidFill>
                <a:latin typeface="Times New Roman" panose="02020603050405020304" pitchFamily="18" charset="0"/>
              </a:rPr>
              <a:t>centered</a:t>
            </a:r>
            <a:r>
              <a:rPr lang="en-GB" sz="1800" b="0" i="0" u="none" strike="noStrike" baseline="0" dirty="0">
                <a:solidFill>
                  <a:srgbClr val="000000"/>
                </a:solidFill>
                <a:latin typeface="Times New Roman" panose="02020603050405020304" pitchFamily="18" charset="0"/>
              </a:rPr>
              <a:t> around one risk. </a:t>
            </a:r>
          </a:p>
          <a:p>
            <a:pPr algn="l"/>
            <a:r>
              <a:rPr lang="en-GB" sz="1800" b="0" i="0" u="none" strike="noStrike" baseline="0" dirty="0">
                <a:solidFill>
                  <a:srgbClr val="000000"/>
                </a:solidFill>
                <a:latin typeface="Times New Roman" panose="02020603050405020304" pitchFamily="18" charset="0"/>
              </a:rPr>
              <a:t>When drawn out, the model starts to look like a bowtie</a:t>
            </a:r>
            <a:endParaRPr lang="en-GB" dirty="0"/>
          </a:p>
        </p:txBody>
      </p:sp>
    </p:spTree>
    <p:extLst>
      <p:ext uri="{BB962C8B-B14F-4D97-AF65-F5344CB8AC3E}">
        <p14:creationId xmlns:p14="http://schemas.microsoft.com/office/powerpoint/2010/main" val="106570695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diagram of a event&#10;&#10;Description automatically generated">
            <a:extLst>
              <a:ext uri="{FF2B5EF4-FFF2-40B4-BE49-F238E27FC236}">
                <a16:creationId xmlns:a16="http://schemas.microsoft.com/office/drawing/2014/main" id="{DF954B51-FEC8-96A4-EEDE-A5878A3A287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2913" b="9538"/>
          <a:stretch/>
        </p:blipFill>
        <p:spPr>
          <a:xfrm>
            <a:off x="20" y="1"/>
            <a:ext cx="12191979" cy="6858000"/>
          </a:xfrm>
          <a:prstGeom prst="rect">
            <a:avLst/>
          </a:prstGeom>
        </p:spPr>
      </p:pic>
      <p:grpSp>
        <p:nvGrpSpPr>
          <p:cNvPr id="13" name="Group 12">
            <a:extLst>
              <a:ext uri="{FF2B5EF4-FFF2-40B4-BE49-F238E27FC236}">
                <a16:creationId xmlns:a16="http://schemas.microsoft.com/office/drawing/2014/main" id="{D4D7444E-8572-6DFD-CB75-0984238C71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1" name="Rectangle 10">
              <a:extLst>
                <a:ext uri="{FF2B5EF4-FFF2-40B4-BE49-F238E27FC236}">
                  <a16:creationId xmlns:a16="http://schemas.microsoft.com/office/drawing/2014/main" id="{01C89D56-574B-DBE6-E414-A886D4CD9B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808B29-2E24-7E95-6543-9B0B821797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3510112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24496C8-94A1-A546-CC4E-B6C78E02CB0B}"/>
              </a:ext>
            </a:extLst>
          </p:cNvPr>
          <p:cNvSpPr>
            <a:spLocks noGrp="1"/>
          </p:cNvSpPr>
          <p:nvPr>
            <p:ph type="title"/>
          </p:nvPr>
        </p:nvSpPr>
        <p:spPr>
          <a:xfrm>
            <a:off x="876693" y="741391"/>
            <a:ext cx="3455821" cy="1616203"/>
          </a:xfrm>
        </p:spPr>
        <p:txBody>
          <a:bodyPr anchor="b">
            <a:normAutofit/>
          </a:bodyPr>
          <a:lstStyle/>
          <a:p>
            <a:endParaRPr lang="en-GB" sz="3200"/>
          </a:p>
        </p:txBody>
      </p:sp>
      <p:sp>
        <p:nvSpPr>
          <p:cNvPr id="9" name="Content Placeholder 8">
            <a:extLst>
              <a:ext uri="{FF2B5EF4-FFF2-40B4-BE49-F238E27FC236}">
                <a16:creationId xmlns:a16="http://schemas.microsoft.com/office/drawing/2014/main" id="{BDCF72D1-4BB2-BBFF-DB02-157BB66696CC}"/>
              </a:ext>
            </a:extLst>
          </p:cNvPr>
          <p:cNvSpPr>
            <a:spLocks noGrp="1"/>
          </p:cNvSpPr>
          <p:nvPr>
            <p:ph idx="1"/>
          </p:nvPr>
        </p:nvSpPr>
        <p:spPr>
          <a:xfrm>
            <a:off x="876693" y="2533476"/>
            <a:ext cx="3455821" cy="3447832"/>
          </a:xfrm>
        </p:spPr>
        <p:txBody>
          <a:bodyPr anchor="t">
            <a:normAutofit/>
          </a:bodyPr>
          <a:lstStyle/>
          <a:p>
            <a:endParaRPr lang="en-US" sz="2000"/>
          </a:p>
        </p:txBody>
      </p:sp>
      <p:pic>
        <p:nvPicPr>
          <p:cNvPr id="5" name="Content Placeholder 4" descr="A black circle with yellow lines around it&#10;&#10;Description automatically generated">
            <a:extLst>
              <a:ext uri="{FF2B5EF4-FFF2-40B4-BE49-F238E27FC236}">
                <a16:creationId xmlns:a16="http://schemas.microsoft.com/office/drawing/2014/main" id="{2AB78EBC-E7DD-C262-A2F3-FA37036801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4435" y="0"/>
            <a:ext cx="9683129" cy="7262346"/>
          </a:xfrm>
          <a:prstGeom prst="rect">
            <a:avLst/>
          </a:prstGeom>
        </p:spPr>
      </p:pic>
      <p:grpSp>
        <p:nvGrpSpPr>
          <p:cNvPr id="16" name="Group 15">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3" name="Rectangle 12">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1580367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5BC8B-5F30-366E-8291-4CEF71343C98}"/>
              </a:ext>
            </a:extLst>
          </p:cNvPr>
          <p:cNvSpPr>
            <a:spLocks noGrp="1"/>
          </p:cNvSpPr>
          <p:nvPr>
            <p:ph type="title"/>
          </p:nvPr>
        </p:nvSpPr>
        <p:spPr/>
        <p:txBody>
          <a:bodyPr/>
          <a:lstStyle/>
          <a:p>
            <a:endParaRPr lang="en-GB"/>
          </a:p>
        </p:txBody>
      </p:sp>
      <p:pic>
        <p:nvPicPr>
          <p:cNvPr id="6" name="Content Placeholder 5" descr="A diagram of a fire hazard&#10;&#10;Description automatically generated">
            <a:extLst>
              <a:ext uri="{FF2B5EF4-FFF2-40B4-BE49-F238E27FC236}">
                <a16:creationId xmlns:a16="http://schemas.microsoft.com/office/drawing/2014/main" id="{BAC8B1EF-AC0D-9559-C890-04E13FEA8FB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95107" y="298723"/>
            <a:ext cx="7837653" cy="5878240"/>
          </a:xfrm>
        </p:spPr>
      </p:pic>
    </p:spTree>
    <p:extLst>
      <p:ext uri="{BB962C8B-B14F-4D97-AF65-F5344CB8AC3E}">
        <p14:creationId xmlns:p14="http://schemas.microsoft.com/office/powerpoint/2010/main" val="65624761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D5BE1-FFBE-F185-E1D4-9CFF8C0A8D49}"/>
              </a:ext>
            </a:extLst>
          </p:cNvPr>
          <p:cNvSpPr>
            <a:spLocks noGrp="1"/>
          </p:cNvSpPr>
          <p:nvPr>
            <p:ph type="title"/>
          </p:nvPr>
        </p:nvSpPr>
        <p:spPr/>
        <p:txBody>
          <a:bodyPr/>
          <a:lstStyle/>
          <a:p>
            <a:endParaRPr lang="en-GB"/>
          </a:p>
        </p:txBody>
      </p:sp>
      <p:pic>
        <p:nvPicPr>
          <p:cNvPr id="5" name="Content Placeholder 4" descr="A diagram of a risk management&#10;&#10;Description automatically generated">
            <a:extLst>
              <a:ext uri="{FF2B5EF4-FFF2-40B4-BE49-F238E27FC236}">
                <a16:creationId xmlns:a16="http://schemas.microsoft.com/office/drawing/2014/main" id="{BD9D6C7A-03A6-FAA5-C5A3-BE8D6DCBEBB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45994" y="124495"/>
            <a:ext cx="8812012" cy="6609009"/>
          </a:xfrm>
        </p:spPr>
      </p:pic>
    </p:spTree>
    <p:extLst>
      <p:ext uri="{BB962C8B-B14F-4D97-AF65-F5344CB8AC3E}">
        <p14:creationId xmlns:p14="http://schemas.microsoft.com/office/powerpoint/2010/main" val="319151041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A diagram of a structure&#10;&#10;Description automatically generated">
            <a:extLst>
              <a:ext uri="{FF2B5EF4-FFF2-40B4-BE49-F238E27FC236}">
                <a16:creationId xmlns:a16="http://schemas.microsoft.com/office/drawing/2014/main" id="{1DD8B90B-E4F6-9A2D-A382-B347635DBE5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21682" b="3332"/>
          <a:stretch/>
        </p:blipFill>
        <p:spPr>
          <a:xfrm>
            <a:off x="20" y="1282"/>
            <a:ext cx="12191980" cy="6856718"/>
          </a:xfrm>
          <a:prstGeom prst="rect">
            <a:avLst/>
          </a:prstGeom>
        </p:spPr>
      </p:pic>
    </p:spTree>
    <p:extLst>
      <p:ext uri="{BB962C8B-B14F-4D97-AF65-F5344CB8AC3E}">
        <p14:creationId xmlns:p14="http://schemas.microsoft.com/office/powerpoint/2010/main" val="276535035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F7EA0-37EB-1F65-4A30-9E750428DDC8}"/>
              </a:ext>
            </a:extLst>
          </p:cNvPr>
          <p:cNvSpPr>
            <a:spLocks noGrp="1"/>
          </p:cNvSpPr>
          <p:nvPr>
            <p:ph type="title"/>
          </p:nvPr>
        </p:nvSpPr>
        <p:spPr/>
        <p:txBody>
          <a:bodyPr/>
          <a:lstStyle/>
          <a:p>
            <a:endParaRPr lang="en-GB"/>
          </a:p>
        </p:txBody>
      </p:sp>
      <p:pic>
        <p:nvPicPr>
          <p:cNvPr id="5" name="Content Placeholder 4" descr="A diagram of a fire safety process&#10;&#10;Description automatically generated">
            <a:extLst>
              <a:ext uri="{FF2B5EF4-FFF2-40B4-BE49-F238E27FC236}">
                <a16:creationId xmlns:a16="http://schemas.microsoft.com/office/drawing/2014/main" id="{97EC75EE-F0B8-6B0A-66CB-887239444CE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5101" y="248163"/>
            <a:ext cx="10337115" cy="6361673"/>
          </a:xfrm>
        </p:spPr>
      </p:pic>
    </p:spTree>
    <p:extLst>
      <p:ext uri="{BB962C8B-B14F-4D97-AF65-F5344CB8AC3E}">
        <p14:creationId xmlns:p14="http://schemas.microsoft.com/office/powerpoint/2010/main" val="39985374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SlideTeam Theme">
  <a:themeElements>
    <a:clrScheme name="SlideTeam">
      <a:dk1>
        <a:sysClr val="windowText" lastClr="000000"/>
      </a:dk1>
      <a:lt1>
        <a:sysClr val="window" lastClr="FFFFFF"/>
      </a:lt1>
      <a:dk2>
        <a:srgbClr val="F68D10"/>
      </a:dk2>
      <a:lt2>
        <a:srgbClr val="1B1433"/>
      </a:lt2>
      <a:accent1>
        <a:srgbClr val="FFFAE7"/>
      </a:accent1>
      <a:accent2>
        <a:srgbClr val="DC7C09"/>
      </a:accent2>
      <a:accent3>
        <a:srgbClr val="281E4B"/>
      </a:accent3>
      <a:accent4>
        <a:srgbClr val="F9BA6F"/>
      </a:accent4>
      <a:accent5>
        <a:srgbClr val="FBD19F"/>
      </a:accent5>
      <a:accent6>
        <a:srgbClr val="454545"/>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5734</TotalTime>
  <Words>7736</Words>
  <Application>Microsoft Office PowerPoint</Application>
  <PresentationFormat>Widescreen</PresentationFormat>
  <Paragraphs>513</Paragraphs>
  <Slides>115</Slides>
  <Notes>12</Notes>
  <HiddenSlides>0</HiddenSlides>
  <MMClips>0</MMClips>
  <ScaleCrop>false</ScaleCrop>
  <HeadingPairs>
    <vt:vector size="4" baseType="variant">
      <vt:variant>
        <vt:lpstr>Theme</vt:lpstr>
      </vt:variant>
      <vt:variant>
        <vt:i4>2</vt:i4>
      </vt:variant>
      <vt:variant>
        <vt:lpstr>Slide Titles</vt:lpstr>
      </vt:variant>
      <vt:variant>
        <vt:i4>115</vt:i4>
      </vt:variant>
    </vt:vector>
  </HeadingPairs>
  <TitlesOfParts>
    <vt:vector size="117" baseType="lpstr">
      <vt:lpstr>Office Theme</vt:lpstr>
      <vt:lpstr>SlideTeam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CLASSES OF FIRE</vt:lpstr>
      <vt:lpstr>PowerPoint Presentation</vt:lpstr>
      <vt:lpstr>PowerPoint Presentation</vt:lpstr>
      <vt:lpstr>PowerPoint Presentation</vt:lpstr>
      <vt:lpstr>PowerPoint Presentation</vt:lpstr>
      <vt:lpstr>CLASS A FIRE</vt:lpstr>
      <vt:lpstr>CLASS B FIRE</vt:lpstr>
      <vt:lpstr>CLASS C FIRE</vt:lpstr>
      <vt:lpstr>CLASS D FIRE</vt:lpstr>
      <vt:lpstr>CLASS K FIRE</vt:lpstr>
      <vt:lpstr>TYPES OF FIRE EXTINGUISHERS</vt:lpstr>
      <vt:lpstr>PowerPoint Presentation</vt:lpstr>
      <vt:lpstr>PowerPoint Presentation</vt:lpstr>
      <vt:lpstr>WATER</vt:lpstr>
      <vt:lpstr>Film-forming foam type</vt:lpstr>
      <vt:lpstr>CO2  TYPE</vt:lpstr>
      <vt:lpstr>WET TYPE</vt:lpstr>
      <vt:lpstr>DRY POWDER TYPE</vt:lpstr>
      <vt:lpstr>MATERIAL SAFETY DATA SHEETS (MSDS)</vt:lpstr>
      <vt:lpstr>PowerPoint Presentation</vt:lpstr>
      <vt:lpstr>The specific contents of the document vary depending on the nature of the substance and the manufacturer</vt:lpstr>
      <vt:lpstr>PowerPoint Presentation</vt:lpstr>
      <vt:lpstr>PowerPoint Presentation</vt:lpstr>
      <vt:lpstr>CONTROL OF CHEMICAL HAZARDS</vt:lpstr>
      <vt:lpstr>Types of Chemical Hazards</vt:lpstr>
      <vt:lpstr>HEALTH HAZARD</vt:lpstr>
      <vt:lpstr>FLAMMABLE -</vt:lpstr>
      <vt:lpstr>Irritant/hazardous/hazardous to the ozone layer</vt:lpstr>
      <vt:lpstr>Gas under pressure</vt:lpstr>
      <vt:lpstr>Corrosion</vt:lpstr>
      <vt:lpstr>Explosives</vt:lpstr>
      <vt:lpstr>Oxidizers</vt:lpstr>
      <vt:lpstr>Hazardous to environment</vt:lpstr>
      <vt:lpstr>Toxic</vt:lpstr>
      <vt:lpstr>PowerPoint Presentation</vt:lpstr>
      <vt:lpstr>Controlling Chemical Hazards</vt:lpstr>
      <vt:lpstr>PowerPoint Presentation</vt:lpstr>
      <vt:lpstr>1. Elimination </vt:lpstr>
      <vt:lpstr>2. Substitution </vt:lpstr>
      <vt:lpstr>3. Isolation </vt:lpstr>
      <vt:lpstr>4. Engineering Controls </vt:lpstr>
      <vt:lpstr>5. Administrative Controls </vt:lpstr>
      <vt:lpstr>These policies can include things such as: </vt:lpstr>
      <vt:lpstr>6. Personal Protective Equipment </vt:lpstr>
      <vt:lpstr>HAZARDOUS PROPERTIES OF CHEMICALS</vt:lpstr>
      <vt:lpstr>PowerPoint Presentation</vt:lpstr>
      <vt:lpstr>PowerPoint Presentation</vt:lpstr>
      <vt:lpstr>HAZARD &amp; OPERABILITY STUDY (HAZOP)</vt:lpstr>
      <vt:lpstr>PowerPoint Presentation</vt:lpstr>
      <vt:lpstr>PowerPoint Presentation</vt:lpstr>
      <vt:lpstr>PowerPoint Presentation</vt:lpstr>
      <vt:lpstr>PowerPoint Presentation</vt:lpstr>
      <vt:lpstr>PowerPoint Presentation</vt:lpstr>
      <vt:lpstr>PowerPoint Presentation</vt:lpstr>
      <vt:lpstr>The HAZOP Study Process </vt:lpstr>
      <vt:lpstr>1. Form a HAZOP Team </vt:lpstr>
      <vt:lpstr>2. Identify Each Element and its Parameters </vt:lpstr>
      <vt:lpstr>PowerPoint Presentation</vt:lpstr>
      <vt:lpstr>3. Consider the Effects of Variation </vt:lpstr>
      <vt:lpstr>4. Identify Hazards and Failure Points </vt:lpstr>
      <vt:lpstr>Results of a HAZOP Study </vt:lpstr>
      <vt:lpstr>PowerPoint Presentation</vt:lpstr>
      <vt:lpstr>PowerPoint Presentation</vt:lpstr>
      <vt:lpstr>THE DOW FIRE AND EXPLOSION HAZARD</vt:lpstr>
      <vt:lpstr>STRUCTURE OF HAZARD IDENTIFICATION AND RISK ASSESSMENT </vt:lpstr>
      <vt:lpstr>PowerPoint Presentation</vt:lpstr>
      <vt:lpstr>STEPS OF RISK ASSESSMENT</vt:lpstr>
      <vt:lpstr>PowerPoint Presentation</vt:lpstr>
      <vt:lpstr>Action item 1: Collect existing information about workplace hazards  </vt:lpstr>
      <vt:lpstr>How to accomplish it </vt:lpstr>
      <vt:lpstr>Information available in the workplace may include: </vt:lpstr>
      <vt:lpstr>Information about hazards may be available from outside sources, such as: </vt:lpstr>
      <vt:lpstr>Action item 2: Inspect the workplace for safety hazards </vt:lpstr>
      <vt:lpstr>How to accomplish it </vt:lpstr>
      <vt:lpstr>Typical hazards fall into several major categories, such as those listed below; each workplace will have its own list: </vt:lpstr>
      <vt:lpstr>PowerPoint Presentation</vt:lpstr>
      <vt:lpstr>Action item 3: Identify health hazards </vt:lpstr>
      <vt:lpstr>How to accomplish it</vt:lpstr>
      <vt:lpstr>Action item 4: Conduct incident investigations </vt:lpstr>
      <vt:lpstr>How to accomplish it </vt:lpstr>
      <vt:lpstr>Action item 5: Identify hazards associated with emergency and nonroutine situations </vt:lpstr>
      <vt:lpstr>How to accomplish it </vt:lpstr>
      <vt:lpstr>Action item 6: Characterize the nature of identified hazards, identify interim control measures, and prioritize the hazards for control </vt:lpstr>
      <vt:lpstr>How to accomplish it </vt:lpstr>
      <vt:lpstr> "Risk" </vt:lpstr>
      <vt:lpstr>RISK ASSESSMENT TOOLS</vt:lpstr>
      <vt:lpstr>PowerPoint Presentation</vt:lpstr>
      <vt:lpstr>THE TOOLS ARE</vt:lpstr>
      <vt:lpstr>Risk Matrix </vt:lpstr>
      <vt:lpstr>PowerPoint Presentation</vt:lpstr>
      <vt:lpstr>PowerPoint Presentation</vt:lpstr>
      <vt:lpstr>PowerPoint Presentation</vt:lpstr>
      <vt:lpstr>8 STEPS OF FMEA</vt:lpstr>
      <vt:lpstr>PowerPoint Presentation</vt:lpstr>
      <vt:lpstr>Decision Tree</vt:lpstr>
      <vt:lpstr>PowerPoint Presentation</vt:lpstr>
      <vt:lpstr>PowerPoint Presentation</vt:lpstr>
      <vt:lpstr>Bowtie Model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Jas Hak</dc:creator>
  <cp:lastModifiedBy>Devina Vipinan</cp:lastModifiedBy>
  <cp:revision>27</cp:revision>
  <dcterms:created xsi:type="dcterms:W3CDTF">2024-10-15T16:13:35Z</dcterms:created>
  <dcterms:modified xsi:type="dcterms:W3CDTF">2025-10-29T01:46:04Z</dcterms:modified>
</cp:coreProperties>
</file>