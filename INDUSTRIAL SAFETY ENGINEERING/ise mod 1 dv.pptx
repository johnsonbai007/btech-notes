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0"/>
  </p:notesMasterIdLst>
  <p:sldIdLst>
    <p:sldId id="256" r:id="rId2"/>
    <p:sldId id="258" r:id="rId3"/>
    <p:sldId id="260" r:id="rId4"/>
    <p:sldId id="261" r:id="rId5"/>
    <p:sldId id="267" r:id="rId6"/>
    <p:sldId id="268" r:id="rId7"/>
    <p:sldId id="266" r:id="rId8"/>
    <p:sldId id="259" r:id="rId9"/>
    <p:sldId id="262" r:id="rId10"/>
    <p:sldId id="264" r:id="rId11"/>
    <p:sldId id="263" r:id="rId12"/>
    <p:sldId id="271" r:id="rId13"/>
    <p:sldId id="265"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6" r:id="rId30"/>
    <p:sldId id="285" r:id="rId31"/>
    <p:sldId id="287" r:id="rId32"/>
    <p:sldId id="288" r:id="rId33"/>
    <p:sldId id="289" r:id="rId34"/>
    <p:sldId id="290" r:id="rId35"/>
    <p:sldId id="291" r:id="rId36"/>
    <p:sldId id="292" r:id="rId37"/>
    <p:sldId id="293" r:id="rId38"/>
    <p:sldId id="294" r:id="rId39"/>
    <p:sldId id="296" r:id="rId40"/>
    <p:sldId id="295" r:id="rId41"/>
    <p:sldId id="297" r:id="rId42"/>
    <p:sldId id="298" r:id="rId43"/>
    <p:sldId id="299" r:id="rId44"/>
    <p:sldId id="300" r:id="rId45"/>
    <p:sldId id="304" r:id="rId46"/>
    <p:sldId id="305" r:id="rId47"/>
    <p:sldId id="301" r:id="rId48"/>
    <p:sldId id="302" r:id="rId49"/>
    <p:sldId id="303" r:id="rId50"/>
    <p:sldId id="306" r:id="rId51"/>
    <p:sldId id="307" r:id="rId52"/>
    <p:sldId id="308" r:id="rId53"/>
    <p:sldId id="309" r:id="rId54"/>
    <p:sldId id="310" r:id="rId55"/>
    <p:sldId id="314" r:id="rId56"/>
    <p:sldId id="311" r:id="rId57"/>
    <p:sldId id="312" r:id="rId58"/>
    <p:sldId id="313" r:id="rId59"/>
    <p:sldId id="315" r:id="rId60"/>
    <p:sldId id="316" r:id="rId61"/>
    <p:sldId id="317" r:id="rId62"/>
    <p:sldId id="318" r:id="rId63"/>
    <p:sldId id="319" r:id="rId64"/>
    <p:sldId id="320" r:id="rId65"/>
    <p:sldId id="322" r:id="rId66"/>
    <p:sldId id="323" r:id="rId67"/>
    <p:sldId id="324" r:id="rId68"/>
    <p:sldId id="325" r:id="rId69"/>
    <p:sldId id="326" r:id="rId70"/>
    <p:sldId id="327" r:id="rId71"/>
    <p:sldId id="328" r:id="rId72"/>
    <p:sldId id="341" r:id="rId73"/>
    <p:sldId id="329" r:id="rId74"/>
    <p:sldId id="340" r:id="rId75"/>
    <p:sldId id="330" r:id="rId76"/>
    <p:sldId id="331" r:id="rId77"/>
    <p:sldId id="332" r:id="rId78"/>
    <p:sldId id="333" r:id="rId79"/>
    <p:sldId id="334" r:id="rId80"/>
    <p:sldId id="335" r:id="rId81"/>
    <p:sldId id="342" r:id="rId82"/>
    <p:sldId id="343" r:id="rId83"/>
    <p:sldId id="344" r:id="rId84"/>
    <p:sldId id="336" r:id="rId85"/>
    <p:sldId id="321" r:id="rId86"/>
    <p:sldId id="337" r:id="rId87"/>
    <p:sldId id="345" r:id="rId88"/>
    <p:sldId id="346" r:id="rId89"/>
    <p:sldId id="338" r:id="rId90"/>
    <p:sldId id="339" r:id="rId91"/>
    <p:sldId id="348" r:id="rId92"/>
    <p:sldId id="349" r:id="rId93"/>
    <p:sldId id="350" r:id="rId94"/>
    <p:sldId id="351" r:id="rId95"/>
    <p:sldId id="352" r:id="rId96"/>
    <p:sldId id="436" r:id="rId97"/>
    <p:sldId id="411" r:id="rId98"/>
    <p:sldId id="412" r:id="rId99"/>
    <p:sldId id="413" r:id="rId100"/>
    <p:sldId id="414" r:id="rId101"/>
    <p:sldId id="415" r:id="rId102"/>
    <p:sldId id="416" r:id="rId103"/>
    <p:sldId id="417" r:id="rId104"/>
    <p:sldId id="418" r:id="rId105"/>
    <p:sldId id="419" r:id="rId106"/>
    <p:sldId id="420" r:id="rId107"/>
    <p:sldId id="421" r:id="rId108"/>
    <p:sldId id="422" r:id="rId109"/>
    <p:sldId id="423" r:id="rId110"/>
    <p:sldId id="424" r:id="rId111"/>
    <p:sldId id="425" r:id="rId112"/>
    <p:sldId id="426" r:id="rId113"/>
    <p:sldId id="427" r:id="rId114"/>
    <p:sldId id="428" r:id="rId115"/>
    <p:sldId id="429" r:id="rId116"/>
    <p:sldId id="430" r:id="rId117"/>
    <p:sldId id="431" r:id="rId118"/>
    <p:sldId id="432" r:id="rId119"/>
    <p:sldId id="433" r:id="rId120"/>
    <p:sldId id="434" r:id="rId121"/>
    <p:sldId id="366" r:id="rId122"/>
    <p:sldId id="435" r:id="rId123"/>
    <p:sldId id="388" r:id="rId124"/>
    <p:sldId id="404" r:id="rId125"/>
    <p:sldId id="405" r:id="rId126"/>
    <p:sldId id="406" r:id="rId127"/>
    <p:sldId id="407" r:id="rId128"/>
    <p:sldId id="410" r:id="rId1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ata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ata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ata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9.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svg"/><Relationship Id="rId1" Type="http://schemas.openxmlformats.org/officeDocument/2006/relationships/image" Target="../media/image24.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10.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7.svg"/><Relationship Id="rId4" Type="http://schemas.openxmlformats.org/officeDocument/2006/relationships/image" Target="../media/image64.svg"/><Relationship Id="rId9" Type="http://schemas.openxmlformats.org/officeDocument/2006/relationships/image" Target="../media/image6.png"/></Relationships>
</file>

<file path=ppt/diagrams/_rels/data11.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83.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2.svg"/><Relationship Id="rId2" Type="http://schemas.openxmlformats.org/officeDocument/2006/relationships/image" Target="../media/image73.svg"/><Relationship Id="rId16" Type="http://schemas.openxmlformats.org/officeDocument/2006/relationships/image" Target="../media/image86.svg"/><Relationship Id="rId1" Type="http://schemas.openxmlformats.org/officeDocument/2006/relationships/image" Target="../media/image72.png"/><Relationship Id="rId6" Type="http://schemas.openxmlformats.org/officeDocument/2006/relationships/image" Target="../media/image77.svg"/><Relationship Id="rId11" Type="http://schemas.openxmlformats.org/officeDocument/2006/relationships/image" Target="../media/image81.png"/><Relationship Id="rId5" Type="http://schemas.openxmlformats.org/officeDocument/2006/relationships/image" Target="../media/image76.png"/><Relationship Id="rId15" Type="http://schemas.openxmlformats.org/officeDocument/2006/relationships/image" Target="../media/image85.png"/><Relationship Id="rId10" Type="http://schemas.openxmlformats.org/officeDocument/2006/relationships/image" Target="../media/image80.svg"/><Relationship Id="rId4" Type="http://schemas.openxmlformats.org/officeDocument/2006/relationships/image" Target="../media/image75.svg"/><Relationship Id="rId9" Type="http://schemas.openxmlformats.org/officeDocument/2006/relationships/image" Target="../media/image4.png"/><Relationship Id="rId14" Type="http://schemas.openxmlformats.org/officeDocument/2006/relationships/image" Target="../media/image84.svg"/></Relationships>
</file>

<file path=ppt/diagrams/_rels/data13.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89.png"/><Relationship Id="rId7" Type="http://schemas.openxmlformats.org/officeDocument/2006/relationships/image" Target="../media/image36.png"/><Relationship Id="rId12" Type="http://schemas.openxmlformats.org/officeDocument/2006/relationships/image" Target="../media/image96.sv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92.svg"/><Relationship Id="rId11" Type="http://schemas.openxmlformats.org/officeDocument/2006/relationships/image" Target="../media/image95.png"/><Relationship Id="rId5" Type="http://schemas.openxmlformats.org/officeDocument/2006/relationships/image" Target="../media/image91.png"/><Relationship Id="rId10" Type="http://schemas.openxmlformats.org/officeDocument/2006/relationships/image" Target="../media/image94.svg"/><Relationship Id="rId4" Type="http://schemas.openxmlformats.org/officeDocument/2006/relationships/image" Target="../media/image90.svg"/><Relationship Id="rId9" Type="http://schemas.openxmlformats.org/officeDocument/2006/relationships/image" Target="../media/image93.png"/></Relationships>
</file>

<file path=ppt/diagrams/_rels/data16.xml.rels><?xml version="1.0" encoding="UTF-8" standalone="yes"?>
<Relationships xmlns="http://schemas.openxmlformats.org/package/2006/relationships"><Relationship Id="rId8" Type="http://schemas.openxmlformats.org/officeDocument/2006/relationships/image" Target="../media/image126.sv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image" Target="../media/image120.svg"/><Relationship Id="rId1" Type="http://schemas.openxmlformats.org/officeDocument/2006/relationships/image" Target="../media/image119.png"/><Relationship Id="rId6" Type="http://schemas.openxmlformats.org/officeDocument/2006/relationships/image" Target="../media/image124.svg"/><Relationship Id="rId5" Type="http://schemas.openxmlformats.org/officeDocument/2006/relationships/image" Target="../media/image123.png"/><Relationship Id="rId10" Type="http://schemas.openxmlformats.org/officeDocument/2006/relationships/image" Target="../media/image46.svg"/><Relationship Id="rId4" Type="http://schemas.openxmlformats.org/officeDocument/2006/relationships/image" Target="../media/image122.svg"/><Relationship Id="rId9" Type="http://schemas.openxmlformats.org/officeDocument/2006/relationships/image" Target="../media/image45.png"/></Relationships>
</file>

<file path=ppt/diagrams/_rels/data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9.svg"/><Relationship Id="rId1" Type="http://schemas.openxmlformats.org/officeDocument/2006/relationships/image" Target="../media/image78.png"/><Relationship Id="rId6" Type="http://schemas.openxmlformats.org/officeDocument/2006/relationships/image" Target="../media/image132.svg"/><Relationship Id="rId5" Type="http://schemas.openxmlformats.org/officeDocument/2006/relationships/image" Target="../media/image131.png"/><Relationship Id="rId4" Type="http://schemas.openxmlformats.org/officeDocument/2006/relationships/image" Target="../media/image62.svg"/></Relationships>
</file>

<file path=ppt/diagrams/_rels/data21.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137.png"/><Relationship Id="rId7" Type="http://schemas.openxmlformats.org/officeDocument/2006/relationships/image" Target="../media/image72.png"/><Relationship Id="rId2" Type="http://schemas.openxmlformats.org/officeDocument/2006/relationships/image" Target="../media/image136.svg"/><Relationship Id="rId1" Type="http://schemas.openxmlformats.org/officeDocument/2006/relationships/image" Target="../media/image135.png"/><Relationship Id="rId6" Type="http://schemas.openxmlformats.org/officeDocument/2006/relationships/image" Target="../media/image140.svg"/><Relationship Id="rId5" Type="http://schemas.openxmlformats.org/officeDocument/2006/relationships/image" Target="../media/image139.png"/><Relationship Id="rId10" Type="http://schemas.openxmlformats.org/officeDocument/2006/relationships/image" Target="../media/image132.svg"/><Relationship Id="rId4" Type="http://schemas.openxmlformats.org/officeDocument/2006/relationships/image" Target="../media/image138.svg"/><Relationship Id="rId9" Type="http://schemas.openxmlformats.org/officeDocument/2006/relationships/image" Target="../media/image131.png"/></Relationships>
</file>

<file path=ppt/diagrams/_rels/data22.xml.rels><?xml version="1.0" encoding="UTF-8" standalone="yes"?>
<Relationships xmlns="http://schemas.openxmlformats.org/package/2006/relationships"><Relationship Id="rId8" Type="http://schemas.openxmlformats.org/officeDocument/2006/relationships/image" Target="../media/image153.svg"/><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image" Target="../media/image147.svg"/><Relationship Id="rId1" Type="http://schemas.openxmlformats.org/officeDocument/2006/relationships/image" Target="../media/image146.png"/><Relationship Id="rId6" Type="http://schemas.openxmlformats.org/officeDocument/2006/relationships/image" Target="../media/image151.svg"/><Relationship Id="rId5" Type="http://schemas.openxmlformats.org/officeDocument/2006/relationships/image" Target="../media/image150.png"/><Relationship Id="rId10" Type="http://schemas.openxmlformats.org/officeDocument/2006/relationships/image" Target="../media/image155.svg"/><Relationship Id="rId4" Type="http://schemas.openxmlformats.org/officeDocument/2006/relationships/image" Target="../media/image149.svg"/><Relationship Id="rId9" Type="http://schemas.openxmlformats.org/officeDocument/2006/relationships/image" Target="../media/image154.png"/></Relationships>
</file>

<file path=ppt/diagrams/_rels/data23.xml.rels><?xml version="1.0" encoding="UTF-8" standalone="yes"?>
<Relationships xmlns="http://schemas.openxmlformats.org/package/2006/relationships"><Relationship Id="rId8" Type="http://schemas.openxmlformats.org/officeDocument/2006/relationships/image" Target="../media/image164.svg"/><Relationship Id="rId13" Type="http://schemas.openxmlformats.org/officeDocument/2006/relationships/image" Target="../media/image169.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168.svg"/><Relationship Id="rId2" Type="http://schemas.openxmlformats.org/officeDocument/2006/relationships/image" Target="../media/image158.svg"/><Relationship Id="rId1" Type="http://schemas.openxmlformats.org/officeDocument/2006/relationships/image" Target="../media/image157.png"/><Relationship Id="rId6" Type="http://schemas.openxmlformats.org/officeDocument/2006/relationships/image" Target="../media/image162.svg"/><Relationship Id="rId11" Type="http://schemas.openxmlformats.org/officeDocument/2006/relationships/image" Target="../media/image167.png"/><Relationship Id="rId5" Type="http://schemas.openxmlformats.org/officeDocument/2006/relationships/image" Target="../media/image161.png"/><Relationship Id="rId10" Type="http://schemas.openxmlformats.org/officeDocument/2006/relationships/image" Target="../media/image166.svg"/><Relationship Id="rId4" Type="http://schemas.openxmlformats.org/officeDocument/2006/relationships/image" Target="../media/image160.svg"/><Relationship Id="rId9" Type="http://schemas.openxmlformats.org/officeDocument/2006/relationships/image" Target="../media/image165.png"/><Relationship Id="rId14" Type="http://schemas.openxmlformats.org/officeDocument/2006/relationships/image" Target="../media/image170.svg"/></Relationships>
</file>

<file path=ppt/diagrams/_rels/data25.xml.rels><?xml version="1.0" encoding="UTF-8" standalone="yes"?>
<Relationships xmlns="http://schemas.openxmlformats.org/package/2006/relationships"><Relationship Id="rId8" Type="http://schemas.openxmlformats.org/officeDocument/2006/relationships/image" Target="../media/image179.svg"/><Relationship Id="rId3" Type="http://schemas.openxmlformats.org/officeDocument/2006/relationships/image" Target="../media/image174.png"/><Relationship Id="rId7" Type="http://schemas.openxmlformats.org/officeDocument/2006/relationships/image" Target="../media/image178.png"/><Relationship Id="rId2" Type="http://schemas.openxmlformats.org/officeDocument/2006/relationships/image" Target="../media/image173.svg"/><Relationship Id="rId1" Type="http://schemas.openxmlformats.org/officeDocument/2006/relationships/image" Target="../media/image172.png"/><Relationship Id="rId6" Type="http://schemas.openxmlformats.org/officeDocument/2006/relationships/image" Target="../media/image177.svg"/><Relationship Id="rId5" Type="http://schemas.openxmlformats.org/officeDocument/2006/relationships/image" Target="../media/image176.png"/><Relationship Id="rId4" Type="http://schemas.openxmlformats.org/officeDocument/2006/relationships/image" Target="../media/image175.svg"/></Relationships>
</file>

<file path=ppt/diagrams/_rels/data26.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185.png"/><Relationship Id="rId7" Type="http://schemas.openxmlformats.org/officeDocument/2006/relationships/image" Target="../media/image4.png"/><Relationship Id="rId2" Type="http://schemas.openxmlformats.org/officeDocument/2006/relationships/image" Target="../media/image184.svg"/><Relationship Id="rId1" Type="http://schemas.openxmlformats.org/officeDocument/2006/relationships/image" Target="../media/image183.png"/><Relationship Id="rId6" Type="http://schemas.openxmlformats.org/officeDocument/2006/relationships/image" Target="../media/image188.svg"/><Relationship Id="rId5" Type="http://schemas.openxmlformats.org/officeDocument/2006/relationships/image" Target="../media/image187.png"/><Relationship Id="rId4" Type="http://schemas.openxmlformats.org/officeDocument/2006/relationships/image" Target="../media/image18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9.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svg"/><Relationship Id="rId1" Type="http://schemas.openxmlformats.org/officeDocument/2006/relationships/image" Target="../media/image24.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7.svg"/><Relationship Id="rId4" Type="http://schemas.openxmlformats.org/officeDocument/2006/relationships/image" Target="../media/image64.svg"/><Relationship Id="rId9" Type="http://schemas.openxmlformats.org/officeDocument/2006/relationships/image" Target="../media/image6.png"/></Relationships>
</file>

<file path=ppt/diagrams/_rels/drawing11.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83.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2.svg"/><Relationship Id="rId2" Type="http://schemas.openxmlformats.org/officeDocument/2006/relationships/image" Target="../media/image73.svg"/><Relationship Id="rId16" Type="http://schemas.openxmlformats.org/officeDocument/2006/relationships/image" Target="../media/image86.svg"/><Relationship Id="rId1" Type="http://schemas.openxmlformats.org/officeDocument/2006/relationships/image" Target="../media/image72.png"/><Relationship Id="rId6" Type="http://schemas.openxmlformats.org/officeDocument/2006/relationships/image" Target="../media/image77.svg"/><Relationship Id="rId11" Type="http://schemas.openxmlformats.org/officeDocument/2006/relationships/image" Target="../media/image81.png"/><Relationship Id="rId5" Type="http://schemas.openxmlformats.org/officeDocument/2006/relationships/image" Target="../media/image76.png"/><Relationship Id="rId15" Type="http://schemas.openxmlformats.org/officeDocument/2006/relationships/image" Target="../media/image85.png"/><Relationship Id="rId10" Type="http://schemas.openxmlformats.org/officeDocument/2006/relationships/image" Target="../media/image80.svg"/><Relationship Id="rId4" Type="http://schemas.openxmlformats.org/officeDocument/2006/relationships/image" Target="../media/image75.svg"/><Relationship Id="rId9" Type="http://schemas.openxmlformats.org/officeDocument/2006/relationships/image" Target="../media/image4.png"/><Relationship Id="rId14" Type="http://schemas.openxmlformats.org/officeDocument/2006/relationships/image" Target="../media/image84.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89.png"/><Relationship Id="rId7" Type="http://schemas.openxmlformats.org/officeDocument/2006/relationships/image" Target="../media/image36.png"/><Relationship Id="rId12" Type="http://schemas.openxmlformats.org/officeDocument/2006/relationships/image" Target="../media/image96.sv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92.svg"/><Relationship Id="rId11" Type="http://schemas.openxmlformats.org/officeDocument/2006/relationships/image" Target="../media/image95.png"/><Relationship Id="rId5" Type="http://schemas.openxmlformats.org/officeDocument/2006/relationships/image" Target="../media/image91.png"/><Relationship Id="rId10" Type="http://schemas.openxmlformats.org/officeDocument/2006/relationships/image" Target="../media/image94.svg"/><Relationship Id="rId4" Type="http://schemas.openxmlformats.org/officeDocument/2006/relationships/image" Target="../media/image90.svg"/><Relationship Id="rId9" Type="http://schemas.openxmlformats.org/officeDocument/2006/relationships/image" Target="../media/image93.png"/></Relationships>
</file>

<file path=ppt/diagrams/_rels/drawing16.xml.rels><?xml version="1.0" encoding="UTF-8" standalone="yes"?>
<Relationships xmlns="http://schemas.openxmlformats.org/package/2006/relationships"><Relationship Id="rId8" Type="http://schemas.openxmlformats.org/officeDocument/2006/relationships/image" Target="../media/image126.sv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image" Target="../media/image120.svg"/><Relationship Id="rId1" Type="http://schemas.openxmlformats.org/officeDocument/2006/relationships/image" Target="../media/image119.png"/><Relationship Id="rId6" Type="http://schemas.openxmlformats.org/officeDocument/2006/relationships/image" Target="../media/image124.svg"/><Relationship Id="rId5" Type="http://schemas.openxmlformats.org/officeDocument/2006/relationships/image" Target="../media/image123.png"/><Relationship Id="rId10" Type="http://schemas.openxmlformats.org/officeDocument/2006/relationships/image" Target="../media/image46.svg"/><Relationship Id="rId4" Type="http://schemas.openxmlformats.org/officeDocument/2006/relationships/image" Target="../media/image122.svg"/><Relationship Id="rId9" Type="http://schemas.openxmlformats.org/officeDocument/2006/relationships/image" Target="../media/image45.png"/></Relationships>
</file>

<file path=ppt/diagrams/_rels/drawing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9.svg"/><Relationship Id="rId1" Type="http://schemas.openxmlformats.org/officeDocument/2006/relationships/image" Target="../media/image78.png"/><Relationship Id="rId6" Type="http://schemas.openxmlformats.org/officeDocument/2006/relationships/image" Target="../media/image132.svg"/><Relationship Id="rId5" Type="http://schemas.openxmlformats.org/officeDocument/2006/relationships/image" Target="../media/image131.png"/><Relationship Id="rId4" Type="http://schemas.openxmlformats.org/officeDocument/2006/relationships/image" Target="../media/image62.svg"/></Relationships>
</file>

<file path=ppt/diagrams/_rels/drawing21.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137.png"/><Relationship Id="rId7" Type="http://schemas.openxmlformats.org/officeDocument/2006/relationships/image" Target="../media/image72.png"/><Relationship Id="rId2" Type="http://schemas.openxmlformats.org/officeDocument/2006/relationships/image" Target="../media/image136.svg"/><Relationship Id="rId1" Type="http://schemas.openxmlformats.org/officeDocument/2006/relationships/image" Target="../media/image135.png"/><Relationship Id="rId6" Type="http://schemas.openxmlformats.org/officeDocument/2006/relationships/image" Target="../media/image140.svg"/><Relationship Id="rId5" Type="http://schemas.openxmlformats.org/officeDocument/2006/relationships/image" Target="../media/image139.png"/><Relationship Id="rId10" Type="http://schemas.openxmlformats.org/officeDocument/2006/relationships/image" Target="../media/image132.svg"/><Relationship Id="rId4" Type="http://schemas.openxmlformats.org/officeDocument/2006/relationships/image" Target="../media/image138.svg"/><Relationship Id="rId9" Type="http://schemas.openxmlformats.org/officeDocument/2006/relationships/image" Target="../media/image131.png"/></Relationships>
</file>

<file path=ppt/diagrams/_rels/drawing22.xml.rels><?xml version="1.0" encoding="UTF-8" standalone="yes"?>
<Relationships xmlns="http://schemas.openxmlformats.org/package/2006/relationships"><Relationship Id="rId8" Type="http://schemas.openxmlformats.org/officeDocument/2006/relationships/image" Target="../media/image153.svg"/><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image" Target="../media/image147.svg"/><Relationship Id="rId1" Type="http://schemas.openxmlformats.org/officeDocument/2006/relationships/image" Target="../media/image146.png"/><Relationship Id="rId6" Type="http://schemas.openxmlformats.org/officeDocument/2006/relationships/image" Target="../media/image151.svg"/><Relationship Id="rId5" Type="http://schemas.openxmlformats.org/officeDocument/2006/relationships/image" Target="../media/image150.png"/><Relationship Id="rId10" Type="http://schemas.openxmlformats.org/officeDocument/2006/relationships/image" Target="../media/image155.svg"/><Relationship Id="rId4" Type="http://schemas.openxmlformats.org/officeDocument/2006/relationships/image" Target="../media/image149.svg"/><Relationship Id="rId9" Type="http://schemas.openxmlformats.org/officeDocument/2006/relationships/image" Target="../media/image154.png"/></Relationships>
</file>

<file path=ppt/diagrams/_rels/drawing23.xml.rels><?xml version="1.0" encoding="UTF-8" standalone="yes"?>
<Relationships xmlns="http://schemas.openxmlformats.org/package/2006/relationships"><Relationship Id="rId8" Type="http://schemas.openxmlformats.org/officeDocument/2006/relationships/image" Target="../media/image164.svg"/><Relationship Id="rId13" Type="http://schemas.openxmlformats.org/officeDocument/2006/relationships/image" Target="../media/image169.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168.svg"/><Relationship Id="rId2" Type="http://schemas.openxmlformats.org/officeDocument/2006/relationships/image" Target="../media/image158.svg"/><Relationship Id="rId1" Type="http://schemas.openxmlformats.org/officeDocument/2006/relationships/image" Target="../media/image157.png"/><Relationship Id="rId6" Type="http://schemas.openxmlformats.org/officeDocument/2006/relationships/image" Target="../media/image162.svg"/><Relationship Id="rId11" Type="http://schemas.openxmlformats.org/officeDocument/2006/relationships/image" Target="../media/image167.png"/><Relationship Id="rId5" Type="http://schemas.openxmlformats.org/officeDocument/2006/relationships/image" Target="../media/image161.png"/><Relationship Id="rId10" Type="http://schemas.openxmlformats.org/officeDocument/2006/relationships/image" Target="../media/image166.svg"/><Relationship Id="rId4" Type="http://schemas.openxmlformats.org/officeDocument/2006/relationships/image" Target="../media/image160.svg"/><Relationship Id="rId9" Type="http://schemas.openxmlformats.org/officeDocument/2006/relationships/image" Target="../media/image165.png"/><Relationship Id="rId14" Type="http://schemas.openxmlformats.org/officeDocument/2006/relationships/image" Target="../media/image170.svg"/></Relationships>
</file>

<file path=ppt/diagrams/_rels/drawing25.xml.rels><?xml version="1.0" encoding="UTF-8" standalone="yes"?>
<Relationships xmlns="http://schemas.openxmlformats.org/package/2006/relationships"><Relationship Id="rId8" Type="http://schemas.openxmlformats.org/officeDocument/2006/relationships/image" Target="../media/image179.svg"/><Relationship Id="rId3" Type="http://schemas.openxmlformats.org/officeDocument/2006/relationships/image" Target="../media/image174.png"/><Relationship Id="rId7" Type="http://schemas.openxmlformats.org/officeDocument/2006/relationships/image" Target="../media/image178.png"/><Relationship Id="rId2" Type="http://schemas.openxmlformats.org/officeDocument/2006/relationships/image" Target="../media/image173.svg"/><Relationship Id="rId1" Type="http://schemas.openxmlformats.org/officeDocument/2006/relationships/image" Target="../media/image172.png"/><Relationship Id="rId6" Type="http://schemas.openxmlformats.org/officeDocument/2006/relationships/image" Target="../media/image177.svg"/><Relationship Id="rId5" Type="http://schemas.openxmlformats.org/officeDocument/2006/relationships/image" Target="../media/image176.png"/><Relationship Id="rId4" Type="http://schemas.openxmlformats.org/officeDocument/2006/relationships/image" Target="../media/image175.svg"/></Relationships>
</file>

<file path=ppt/diagrams/_rels/drawing26.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185.png"/><Relationship Id="rId7" Type="http://schemas.openxmlformats.org/officeDocument/2006/relationships/image" Target="../media/image4.png"/><Relationship Id="rId2" Type="http://schemas.openxmlformats.org/officeDocument/2006/relationships/image" Target="../media/image184.svg"/><Relationship Id="rId1" Type="http://schemas.openxmlformats.org/officeDocument/2006/relationships/image" Target="../media/image183.png"/><Relationship Id="rId6" Type="http://schemas.openxmlformats.org/officeDocument/2006/relationships/image" Target="../media/image188.svg"/><Relationship Id="rId5" Type="http://schemas.openxmlformats.org/officeDocument/2006/relationships/image" Target="../media/image187.png"/><Relationship Id="rId4" Type="http://schemas.openxmlformats.org/officeDocument/2006/relationships/image" Target="../media/image18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0DC81D-79AA-4E04-9956-2AD7710B52DB}"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D9968551-E604-41A1-8047-2918B6688B85}">
      <dgm:prSet custT="1"/>
      <dgm:spPr/>
      <dgm:t>
        <a:bodyPr/>
        <a:lstStyle/>
        <a:p>
          <a:r>
            <a:rPr lang="en-GB" sz="2400" b="0" i="0" dirty="0"/>
            <a:t>To prevent accidents in the plant by reducing the hazard to minimum. </a:t>
          </a:r>
          <a:endParaRPr lang="en-US" sz="2400" dirty="0"/>
        </a:p>
      </dgm:t>
    </dgm:pt>
    <dgm:pt modelId="{01AD4894-20A5-4EA0-9C97-A3659AA93CFF}" type="parTrans" cxnId="{AD46D2F7-7132-4ED0-A77A-AE02170300FB}">
      <dgm:prSet/>
      <dgm:spPr/>
      <dgm:t>
        <a:bodyPr/>
        <a:lstStyle/>
        <a:p>
          <a:endParaRPr lang="en-US"/>
        </a:p>
      </dgm:t>
    </dgm:pt>
    <dgm:pt modelId="{AF024884-480E-448E-9B88-F6A57481416B}" type="sibTrans" cxnId="{AD46D2F7-7132-4ED0-A77A-AE02170300FB}">
      <dgm:prSet/>
      <dgm:spPr/>
      <dgm:t>
        <a:bodyPr/>
        <a:lstStyle/>
        <a:p>
          <a:endParaRPr lang="en-US"/>
        </a:p>
      </dgm:t>
    </dgm:pt>
    <dgm:pt modelId="{1C2C68FE-9356-4F98-9B20-474911C00090}">
      <dgm:prSet custT="1"/>
      <dgm:spPr/>
      <dgm:t>
        <a:bodyPr/>
        <a:lstStyle/>
        <a:p>
          <a:pPr marL="0" lvl="0" indent="0" algn="ctr" defTabSz="1066800">
            <a:lnSpc>
              <a:spcPct val="90000"/>
            </a:lnSpc>
            <a:spcBef>
              <a:spcPct val="0"/>
            </a:spcBef>
            <a:spcAft>
              <a:spcPct val="35000"/>
            </a:spcAft>
            <a:buNone/>
          </a:pPr>
          <a:r>
            <a:rPr lang="en-GB" sz="2400" b="0" i="0" kern="1200" dirty="0">
              <a:solidFill>
                <a:prstClr val="white"/>
              </a:solidFill>
              <a:latin typeface="Aptos" panose="02110004020202020204"/>
              <a:ea typeface="+mn-ea"/>
              <a:cs typeface="+mn-cs"/>
            </a:rPr>
            <a:t>To eliminate accident caused work stoppage and lost production.</a:t>
          </a:r>
          <a:endParaRPr lang="en-US" sz="2400" b="0" i="0" kern="1200" dirty="0">
            <a:solidFill>
              <a:prstClr val="white"/>
            </a:solidFill>
            <a:latin typeface="Aptos" panose="02110004020202020204"/>
            <a:ea typeface="+mn-ea"/>
            <a:cs typeface="+mn-cs"/>
          </a:endParaRPr>
        </a:p>
      </dgm:t>
    </dgm:pt>
    <dgm:pt modelId="{1AB512D0-E769-4437-925B-4A0ABB201849}" type="parTrans" cxnId="{595ECCCB-41B4-4CB9-BB69-C5050F36073B}">
      <dgm:prSet/>
      <dgm:spPr/>
      <dgm:t>
        <a:bodyPr/>
        <a:lstStyle/>
        <a:p>
          <a:endParaRPr lang="en-US"/>
        </a:p>
      </dgm:t>
    </dgm:pt>
    <dgm:pt modelId="{322CDD5A-2B1E-4568-971C-00CC3DA748A4}" type="sibTrans" cxnId="{595ECCCB-41B4-4CB9-BB69-C5050F36073B}">
      <dgm:prSet/>
      <dgm:spPr/>
      <dgm:t>
        <a:bodyPr/>
        <a:lstStyle/>
        <a:p>
          <a:endParaRPr lang="en-US"/>
        </a:p>
      </dgm:t>
    </dgm:pt>
    <dgm:pt modelId="{3AB1CB73-2564-4AB9-9813-CB40FD57200D}">
      <dgm:prSet custT="1"/>
      <dgm:spPr/>
      <dgm:t>
        <a:bodyPr/>
        <a:lstStyle/>
        <a:p>
          <a:r>
            <a:rPr lang="en-GB" sz="2000" b="0" i="0" dirty="0"/>
            <a:t>To achieve lower workmen’s compensation, insurance rates and reduce all other direct and indirect costs of accidents. </a:t>
          </a:r>
          <a:endParaRPr lang="en-US" sz="2000" dirty="0"/>
        </a:p>
      </dgm:t>
    </dgm:pt>
    <dgm:pt modelId="{E1ECA1E4-3A0E-4515-B6C1-116CFAA05AA0}" type="parTrans" cxnId="{F19EF2DA-A1A6-4D2E-A1F3-933455C32E88}">
      <dgm:prSet/>
      <dgm:spPr/>
      <dgm:t>
        <a:bodyPr/>
        <a:lstStyle/>
        <a:p>
          <a:endParaRPr lang="en-US"/>
        </a:p>
      </dgm:t>
    </dgm:pt>
    <dgm:pt modelId="{A490F775-1A9A-4B9B-AE5D-BB1E8C34A223}" type="sibTrans" cxnId="{F19EF2DA-A1A6-4D2E-A1F3-933455C32E88}">
      <dgm:prSet/>
      <dgm:spPr/>
      <dgm:t>
        <a:bodyPr/>
        <a:lstStyle/>
        <a:p>
          <a:endParaRPr lang="en-US"/>
        </a:p>
      </dgm:t>
    </dgm:pt>
    <dgm:pt modelId="{73ED2CE8-D2AA-425E-9121-25F8C9BB245D}">
      <dgm:prSet custT="1"/>
      <dgm:spPr/>
      <dgm:t>
        <a:bodyPr/>
        <a:lstStyle/>
        <a:p>
          <a:r>
            <a:rPr lang="en-GB" sz="2400" b="0" i="0" kern="1200" dirty="0">
              <a:solidFill>
                <a:prstClr val="white"/>
              </a:solidFill>
              <a:latin typeface="Aptos" panose="02110004020202020204"/>
              <a:ea typeface="+mn-ea"/>
              <a:cs typeface="+mn-cs"/>
            </a:rPr>
            <a:t>To prevent loss of life, permanent disability and the loss of income of worker by eliminating causes of accidents</a:t>
          </a:r>
          <a:r>
            <a:rPr lang="en-GB" sz="2000" b="0" i="0" kern="1200" dirty="0"/>
            <a:t>.</a:t>
          </a:r>
          <a:endParaRPr lang="en-US" sz="2000" kern="1200" dirty="0"/>
        </a:p>
      </dgm:t>
    </dgm:pt>
    <dgm:pt modelId="{6D2C5D46-FA55-48CE-9D05-06CED548A1FE}" type="parTrans" cxnId="{E9DDDE61-4B4D-4803-94C1-C0AEFE63A176}">
      <dgm:prSet/>
      <dgm:spPr/>
      <dgm:t>
        <a:bodyPr/>
        <a:lstStyle/>
        <a:p>
          <a:endParaRPr lang="en-US"/>
        </a:p>
      </dgm:t>
    </dgm:pt>
    <dgm:pt modelId="{FBF09A22-60F0-4F62-AC53-D3ACA0BF3973}" type="sibTrans" cxnId="{E9DDDE61-4B4D-4803-94C1-C0AEFE63A176}">
      <dgm:prSet/>
      <dgm:spPr/>
      <dgm:t>
        <a:bodyPr/>
        <a:lstStyle/>
        <a:p>
          <a:endParaRPr lang="en-US"/>
        </a:p>
      </dgm:t>
    </dgm:pt>
    <dgm:pt modelId="{75D3E413-7AFC-4080-9D83-5B33375B11CE}">
      <dgm:prSet custT="1"/>
      <dgm:spPr/>
      <dgm:t>
        <a:bodyPr/>
        <a:lstStyle/>
        <a:p>
          <a:r>
            <a:rPr lang="en-GB" sz="2400" b="0" i="0" kern="1200" dirty="0">
              <a:solidFill>
                <a:prstClr val="white"/>
              </a:solidFill>
              <a:latin typeface="Aptos" panose="02110004020202020204"/>
              <a:ea typeface="+mn-ea"/>
              <a:cs typeface="+mn-cs"/>
            </a:rPr>
            <a:t>To evaluate employee’s morale by promoting safe work place and good working condition </a:t>
          </a:r>
          <a:endParaRPr lang="en-US" sz="2400" b="0" i="0" kern="1200" dirty="0">
            <a:solidFill>
              <a:prstClr val="white"/>
            </a:solidFill>
            <a:latin typeface="Aptos" panose="02110004020202020204"/>
            <a:ea typeface="+mn-ea"/>
            <a:cs typeface="+mn-cs"/>
          </a:endParaRPr>
        </a:p>
      </dgm:t>
    </dgm:pt>
    <dgm:pt modelId="{18D6C6D8-E605-47B4-927E-07C6B1D05840}" type="parTrans" cxnId="{31DE505C-DAF6-4B98-84DE-39D81F3D8BC8}">
      <dgm:prSet/>
      <dgm:spPr/>
      <dgm:t>
        <a:bodyPr/>
        <a:lstStyle/>
        <a:p>
          <a:endParaRPr lang="en-US"/>
        </a:p>
      </dgm:t>
    </dgm:pt>
    <dgm:pt modelId="{5FA3DBE0-90D0-4221-97AB-015365C09F8B}" type="sibTrans" cxnId="{31DE505C-DAF6-4B98-84DE-39D81F3D8BC8}">
      <dgm:prSet/>
      <dgm:spPr/>
      <dgm:t>
        <a:bodyPr/>
        <a:lstStyle/>
        <a:p>
          <a:endParaRPr lang="en-US"/>
        </a:p>
      </dgm:t>
    </dgm:pt>
    <dgm:pt modelId="{D5A06CFD-30E9-4AFF-A1CC-2E58991BAD7F}">
      <dgm:prSet custT="1"/>
      <dgm:spPr/>
      <dgm:t>
        <a:bodyPr/>
        <a:lstStyle/>
        <a:p>
          <a:r>
            <a:rPr lang="en-GB" sz="2000" b="0" i="0" dirty="0"/>
            <a:t>To educate all members of the organization in continuous state of safety mindless and to make supervision competent and intensely safety minded</a:t>
          </a:r>
          <a:endParaRPr lang="en-US" sz="2000" dirty="0"/>
        </a:p>
      </dgm:t>
    </dgm:pt>
    <dgm:pt modelId="{0BC0309F-9D30-4DC6-AB01-0713E04C4F9E}" type="parTrans" cxnId="{DAADB189-4557-4BE1-9893-42BAF7194B38}">
      <dgm:prSet/>
      <dgm:spPr/>
      <dgm:t>
        <a:bodyPr/>
        <a:lstStyle/>
        <a:p>
          <a:endParaRPr lang="en-US"/>
        </a:p>
      </dgm:t>
    </dgm:pt>
    <dgm:pt modelId="{ED26DFEA-34DF-4A79-B322-61F9FD11B6C5}" type="sibTrans" cxnId="{DAADB189-4557-4BE1-9893-42BAF7194B38}">
      <dgm:prSet/>
      <dgm:spPr/>
      <dgm:t>
        <a:bodyPr/>
        <a:lstStyle/>
        <a:p>
          <a:endParaRPr lang="en-US"/>
        </a:p>
      </dgm:t>
    </dgm:pt>
    <dgm:pt modelId="{C31AD09E-1B93-4E8C-B6DC-D5C7CC310C27}" type="pres">
      <dgm:prSet presAssocID="{FD0DC81D-79AA-4E04-9956-2AD7710B52DB}" presName="diagram" presStyleCnt="0">
        <dgm:presLayoutVars>
          <dgm:dir/>
          <dgm:resizeHandles val="exact"/>
        </dgm:presLayoutVars>
      </dgm:prSet>
      <dgm:spPr/>
    </dgm:pt>
    <dgm:pt modelId="{80A533FF-D154-41E4-B7A2-B779CDF24266}" type="pres">
      <dgm:prSet presAssocID="{D9968551-E604-41A1-8047-2918B6688B85}" presName="node" presStyleLbl="node1" presStyleIdx="0" presStyleCnt="6">
        <dgm:presLayoutVars>
          <dgm:bulletEnabled val="1"/>
        </dgm:presLayoutVars>
      </dgm:prSet>
      <dgm:spPr/>
    </dgm:pt>
    <dgm:pt modelId="{68CFFB93-5A96-41AA-8609-927E79B35945}" type="pres">
      <dgm:prSet presAssocID="{AF024884-480E-448E-9B88-F6A57481416B}" presName="sibTrans" presStyleCnt="0"/>
      <dgm:spPr/>
    </dgm:pt>
    <dgm:pt modelId="{E6F17688-71C0-4379-85FD-C58809A0C7B7}" type="pres">
      <dgm:prSet presAssocID="{1C2C68FE-9356-4F98-9B20-474911C00090}" presName="node" presStyleLbl="node1" presStyleIdx="1" presStyleCnt="6">
        <dgm:presLayoutVars>
          <dgm:bulletEnabled val="1"/>
        </dgm:presLayoutVars>
      </dgm:prSet>
      <dgm:spPr/>
    </dgm:pt>
    <dgm:pt modelId="{1B6947DA-ADB7-41C0-B444-AC4DCBCDA004}" type="pres">
      <dgm:prSet presAssocID="{322CDD5A-2B1E-4568-971C-00CC3DA748A4}" presName="sibTrans" presStyleCnt="0"/>
      <dgm:spPr/>
    </dgm:pt>
    <dgm:pt modelId="{F842595A-D814-4286-A586-F5980DBD741E}" type="pres">
      <dgm:prSet presAssocID="{3AB1CB73-2564-4AB9-9813-CB40FD57200D}" presName="node" presStyleLbl="node1" presStyleIdx="2" presStyleCnt="6" custScaleX="116043">
        <dgm:presLayoutVars>
          <dgm:bulletEnabled val="1"/>
        </dgm:presLayoutVars>
      </dgm:prSet>
      <dgm:spPr/>
    </dgm:pt>
    <dgm:pt modelId="{864498D0-D4E9-4875-A688-82D6F07B1DCC}" type="pres">
      <dgm:prSet presAssocID="{A490F775-1A9A-4B9B-AE5D-BB1E8C34A223}" presName="sibTrans" presStyleCnt="0"/>
      <dgm:spPr/>
    </dgm:pt>
    <dgm:pt modelId="{3BCF3597-EE32-46D3-AC0A-EA8943FE0D50}" type="pres">
      <dgm:prSet presAssocID="{73ED2CE8-D2AA-425E-9121-25F8C9BB245D}" presName="node" presStyleLbl="node1" presStyleIdx="3" presStyleCnt="6">
        <dgm:presLayoutVars>
          <dgm:bulletEnabled val="1"/>
        </dgm:presLayoutVars>
      </dgm:prSet>
      <dgm:spPr/>
    </dgm:pt>
    <dgm:pt modelId="{126C99D8-D378-4BE9-812F-FDCD1C76E67C}" type="pres">
      <dgm:prSet presAssocID="{FBF09A22-60F0-4F62-AC53-D3ACA0BF3973}" presName="sibTrans" presStyleCnt="0"/>
      <dgm:spPr/>
    </dgm:pt>
    <dgm:pt modelId="{B48568C3-BE2F-4AB2-B534-EAECF4319382}" type="pres">
      <dgm:prSet presAssocID="{75D3E413-7AFC-4080-9D83-5B33375B11CE}" presName="node" presStyleLbl="node1" presStyleIdx="4" presStyleCnt="6">
        <dgm:presLayoutVars>
          <dgm:bulletEnabled val="1"/>
        </dgm:presLayoutVars>
      </dgm:prSet>
      <dgm:spPr/>
    </dgm:pt>
    <dgm:pt modelId="{C00374F3-1BFF-403E-B70A-1F6BB1187102}" type="pres">
      <dgm:prSet presAssocID="{5FA3DBE0-90D0-4221-97AB-015365C09F8B}" presName="sibTrans" presStyleCnt="0"/>
      <dgm:spPr/>
    </dgm:pt>
    <dgm:pt modelId="{01035B4A-7CBE-4F76-915D-F80521A1292E}" type="pres">
      <dgm:prSet presAssocID="{D5A06CFD-30E9-4AFF-A1CC-2E58991BAD7F}" presName="node" presStyleLbl="node1" presStyleIdx="5" presStyleCnt="6" custScaleX="104844">
        <dgm:presLayoutVars>
          <dgm:bulletEnabled val="1"/>
        </dgm:presLayoutVars>
      </dgm:prSet>
      <dgm:spPr/>
    </dgm:pt>
  </dgm:ptLst>
  <dgm:cxnLst>
    <dgm:cxn modelId="{5354B919-AAB1-4CE0-B609-E292089F29C1}" type="presOf" srcId="{3AB1CB73-2564-4AB9-9813-CB40FD57200D}" destId="{F842595A-D814-4286-A586-F5980DBD741E}" srcOrd="0" destOrd="0" presId="urn:microsoft.com/office/officeart/2005/8/layout/default"/>
    <dgm:cxn modelId="{EDFF4B2F-7BCB-43E4-B861-F8E7826766CD}" type="presOf" srcId="{1C2C68FE-9356-4F98-9B20-474911C00090}" destId="{E6F17688-71C0-4379-85FD-C58809A0C7B7}" srcOrd="0" destOrd="0" presId="urn:microsoft.com/office/officeart/2005/8/layout/default"/>
    <dgm:cxn modelId="{31DE505C-DAF6-4B98-84DE-39D81F3D8BC8}" srcId="{FD0DC81D-79AA-4E04-9956-2AD7710B52DB}" destId="{75D3E413-7AFC-4080-9D83-5B33375B11CE}" srcOrd="4" destOrd="0" parTransId="{18D6C6D8-E605-47B4-927E-07C6B1D05840}" sibTransId="{5FA3DBE0-90D0-4221-97AB-015365C09F8B}"/>
    <dgm:cxn modelId="{E9DDDE61-4B4D-4803-94C1-C0AEFE63A176}" srcId="{FD0DC81D-79AA-4E04-9956-2AD7710B52DB}" destId="{73ED2CE8-D2AA-425E-9121-25F8C9BB245D}" srcOrd="3" destOrd="0" parTransId="{6D2C5D46-FA55-48CE-9D05-06CED548A1FE}" sibTransId="{FBF09A22-60F0-4F62-AC53-D3ACA0BF3973}"/>
    <dgm:cxn modelId="{C7F2AA63-6072-4051-AFA3-745A79E59E3F}" type="presOf" srcId="{75D3E413-7AFC-4080-9D83-5B33375B11CE}" destId="{B48568C3-BE2F-4AB2-B534-EAECF4319382}" srcOrd="0" destOrd="0" presId="urn:microsoft.com/office/officeart/2005/8/layout/default"/>
    <dgm:cxn modelId="{53DA0F79-8FF3-432D-8487-5EB0DEEF4604}" type="presOf" srcId="{D9968551-E604-41A1-8047-2918B6688B85}" destId="{80A533FF-D154-41E4-B7A2-B779CDF24266}" srcOrd="0" destOrd="0" presId="urn:microsoft.com/office/officeart/2005/8/layout/default"/>
    <dgm:cxn modelId="{DAADB189-4557-4BE1-9893-42BAF7194B38}" srcId="{FD0DC81D-79AA-4E04-9956-2AD7710B52DB}" destId="{D5A06CFD-30E9-4AFF-A1CC-2E58991BAD7F}" srcOrd="5" destOrd="0" parTransId="{0BC0309F-9D30-4DC6-AB01-0713E04C4F9E}" sibTransId="{ED26DFEA-34DF-4A79-B322-61F9FD11B6C5}"/>
    <dgm:cxn modelId="{2887718C-7C3D-411F-A4F6-5C370B66A2E3}" type="presOf" srcId="{73ED2CE8-D2AA-425E-9121-25F8C9BB245D}" destId="{3BCF3597-EE32-46D3-AC0A-EA8943FE0D50}" srcOrd="0" destOrd="0" presId="urn:microsoft.com/office/officeart/2005/8/layout/default"/>
    <dgm:cxn modelId="{A51048B1-68BB-451F-B1D7-484FD161B36A}" type="presOf" srcId="{D5A06CFD-30E9-4AFF-A1CC-2E58991BAD7F}" destId="{01035B4A-7CBE-4F76-915D-F80521A1292E}" srcOrd="0" destOrd="0" presId="urn:microsoft.com/office/officeart/2005/8/layout/default"/>
    <dgm:cxn modelId="{FD7C9FB3-9281-4ABB-8D86-02F3E3DE2D95}" type="presOf" srcId="{FD0DC81D-79AA-4E04-9956-2AD7710B52DB}" destId="{C31AD09E-1B93-4E8C-B6DC-D5C7CC310C27}" srcOrd="0" destOrd="0" presId="urn:microsoft.com/office/officeart/2005/8/layout/default"/>
    <dgm:cxn modelId="{595ECCCB-41B4-4CB9-BB69-C5050F36073B}" srcId="{FD0DC81D-79AA-4E04-9956-2AD7710B52DB}" destId="{1C2C68FE-9356-4F98-9B20-474911C00090}" srcOrd="1" destOrd="0" parTransId="{1AB512D0-E769-4437-925B-4A0ABB201849}" sibTransId="{322CDD5A-2B1E-4568-971C-00CC3DA748A4}"/>
    <dgm:cxn modelId="{F19EF2DA-A1A6-4D2E-A1F3-933455C32E88}" srcId="{FD0DC81D-79AA-4E04-9956-2AD7710B52DB}" destId="{3AB1CB73-2564-4AB9-9813-CB40FD57200D}" srcOrd="2" destOrd="0" parTransId="{E1ECA1E4-3A0E-4515-B6C1-116CFAA05AA0}" sibTransId="{A490F775-1A9A-4B9B-AE5D-BB1E8C34A223}"/>
    <dgm:cxn modelId="{AD46D2F7-7132-4ED0-A77A-AE02170300FB}" srcId="{FD0DC81D-79AA-4E04-9956-2AD7710B52DB}" destId="{D9968551-E604-41A1-8047-2918B6688B85}" srcOrd="0" destOrd="0" parTransId="{01AD4894-20A5-4EA0-9C97-A3659AA93CFF}" sibTransId="{AF024884-480E-448E-9B88-F6A57481416B}"/>
    <dgm:cxn modelId="{FFB58F94-8CF8-43F8-BE7D-D07AB650EA4C}" type="presParOf" srcId="{C31AD09E-1B93-4E8C-B6DC-D5C7CC310C27}" destId="{80A533FF-D154-41E4-B7A2-B779CDF24266}" srcOrd="0" destOrd="0" presId="urn:microsoft.com/office/officeart/2005/8/layout/default"/>
    <dgm:cxn modelId="{FBECDB79-1C0A-4E7C-81E8-F1FDF8DF457F}" type="presParOf" srcId="{C31AD09E-1B93-4E8C-B6DC-D5C7CC310C27}" destId="{68CFFB93-5A96-41AA-8609-927E79B35945}" srcOrd="1" destOrd="0" presId="urn:microsoft.com/office/officeart/2005/8/layout/default"/>
    <dgm:cxn modelId="{CBA180B4-83BE-4328-B072-60A73EC1550F}" type="presParOf" srcId="{C31AD09E-1B93-4E8C-B6DC-D5C7CC310C27}" destId="{E6F17688-71C0-4379-85FD-C58809A0C7B7}" srcOrd="2" destOrd="0" presId="urn:microsoft.com/office/officeart/2005/8/layout/default"/>
    <dgm:cxn modelId="{3438746C-0D28-406C-93BA-D2F7C51944CA}" type="presParOf" srcId="{C31AD09E-1B93-4E8C-B6DC-D5C7CC310C27}" destId="{1B6947DA-ADB7-41C0-B444-AC4DCBCDA004}" srcOrd="3" destOrd="0" presId="urn:microsoft.com/office/officeart/2005/8/layout/default"/>
    <dgm:cxn modelId="{893D8752-0BEC-42AE-975D-8A32EC99780A}" type="presParOf" srcId="{C31AD09E-1B93-4E8C-B6DC-D5C7CC310C27}" destId="{F842595A-D814-4286-A586-F5980DBD741E}" srcOrd="4" destOrd="0" presId="urn:microsoft.com/office/officeart/2005/8/layout/default"/>
    <dgm:cxn modelId="{77DB62E9-8170-4583-A4D5-79B959C8DD18}" type="presParOf" srcId="{C31AD09E-1B93-4E8C-B6DC-D5C7CC310C27}" destId="{864498D0-D4E9-4875-A688-82D6F07B1DCC}" srcOrd="5" destOrd="0" presId="urn:microsoft.com/office/officeart/2005/8/layout/default"/>
    <dgm:cxn modelId="{B1B4BC72-F4BB-4B9A-9CB2-986EBAF8A18F}" type="presParOf" srcId="{C31AD09E-1B93-4E8C-B6DC-D5C7CC310C27}" destId="{3BCF3597-EE32-46D3-AC0A-EA8943FE0D50}" srcOrd="6" destOrd="0" presId="urn:microsoft.com/office/officeart/2005/8/layout/default"/>
    <dgm:cxn modelId="{A367D7B6-CA7D-498C-93B7-FCA39CC6013D}" type="presParOf" srcId="{C31AD09E-1B93-4E8C-B6DC-D5C7CC310C27}" destId="{126C99D8-D378-4BE9-812F-FDCD1C76E67C}" srcOrd="7" destOrd="0" presId="urn:microsoft.com/office/officeart/2005/8/layout/default"/>
    <dgm:cxn modelId="{EBCB026C-C747-46FC-8A07-D5040A434D72}" type="presParOf" srcId="{C31AD09E-1B93-4E8C-B6DC-D5C7CC310C27}" destId="{B48568C3-BE2F-4AB2-B534-EAECF4319382}" srcOrd="8" destOrd="0" presId="urn:microsoft.com/office/officeart/2005/8/layout/default"/>
    <dgm:cxn modelId="{2073890B-806C-4963-B27D-ABA224F0CF3F}" type="presParOf" srcId="{C31AD09E-1B93-4E8C-B6DC-D5C7CC310C27}" destId="{C00374F3-1BFF-403E-B70A-1F6BB1187102}" srcOrd="9" destOrd="0" presId="urn:microsoft.com/office/officeart/2005/8/layout/default"/>
    <dgm:cxn modelId="{23B04BC7-6778-4623-8346-029D9DA1D0B9}" type="presParOf" srcId="{C31AD09E-1B93-4E8C-B6DC-D5C7CC310C27}" destId="{01035B4A-7CBE-4F76-915D-F80521A1292E}"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F4A93C-C5F7-49BD-9156-02BDF1F3136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6CED5E3-5ACF-46D6-9382-849409B8A52A}">
      <dgm:prSet custT="1"/>
      <dgm:spPr/>
      <dgm:t>
        <a:bodyPr/>
        <a:lstStyle/>
        <a:p>
          <a:pPr>
            <a:lnSpc>
              <a:spcPct val="100000"/>
            </a:lnSpc>
          </a:pPr>
          <a:r>
            <a:rPr lang="en-GB" sz="1800" b="0" i="0" baseline="0" dirty="0"/>
            <a:t>To protect health of all employees</a:t>
          </a:r>
          <a:endParaRPr lang="en-US" sz="1800" dirty="0"/>
        </a:p>
      </dgm:t>
    </dgm:pt>
    <dgm:pt modelId="{13CE5BCF-D66C-4732-8DC8-23A81321BDF7}" type="parTrans" cxnId="{3E2154F1-E69F-4656-ABA6-FA925EA60CF3}">
      <dgm:prSet/>
      <dgm:spPr/>
      <dgm:t>
        <a:bodyPr/>
        <a:lstStyle/>
        <a:p>
          <a:endParaRPr lang="en-US"/>
        </a:p>
      </dgm:t>
    </dgm:pt>
    <dgm:pt modelId="{442C58D0-8F17-425C-905B-235BFF39164B}" type="sibTrans" cxnId="{3E2154F1-E69F-4656-ABA6-FA925EA60CF3}">
      <dgm:prSet/>
      <dgm:spPr/>
      <dgm:t>
        <a:bodyPr/>
        <a:lstStyle/>
        <a:p>
          <a:endParaRPr lang="en-US"/>
        </a:p>
      </dgm:t>
    </dgm:pt>
    <dgm:pt modelId="{DD79961F-2EF7-474E-9915-5CA4AF98BA80}">
      <dgm:prSet custT="1"/>
      <dgm:spPr/>
      <dgm:t>
        <a:bodyPr/>
        <a:lstStyle/>
        <a:p>
          <a:pPr>
            <a:lnSpc>
              <a:spcPct val="100000"/>
            </a:lnSpc>
          </a:pPr>
          <a:r>
            <a:rPr lang="en-GB" sz="1800" b="0" i="0" baseline="0" dirty="0"/>
            <a:t>- To ensure well being of all workers</a:t>
          </a:r>
          <a:endParaRPr lang="en-US" sz="1800" dirty="0"/>
        </a:p>
      </dgm:t>
    </dgm:pt>
    <dgm:pt modelId="{F5727FF9-BE3A-41DA-806B-C664F45FA9BD}" type="parTrans" cxnId="{3FAB54C9-8024-44E9-9A2E-83AB0E264FE4}">
      <dgm:prSet/>
      <dgm:spPr/>
      <dgm:t>
        <a:bodyPr/>
        <a:lstStyle/>
        <a:p>
          <a:endParaRPr lang="en-US"/>
        </a:p>
      </dgm:t>
    </dgm:pt>
    <dgm:pt modelId="{2A2CBE38-5F84-4D2A-BB19-D3F3DCA9E901}" type="sibTrans" cxnId="{3FAB54C9-8024-44E9-9A2E-83AB0E264FE4}">
      <dgm:prSet/>
      <dgm:spPr/>
      <dgm:t>
        <a:bodyPr/>
        <a:lstStyle/>
        <a:p>
          <a:endParaRPr lang="en-US"/>
        </a:p>
      </dgm:t>
    </dgm:pt>
    <dgm:pt modelId="{410FD82F-F988-4E15-9480-1F0CEB188416}">
      <dgm:prSet custT="1"/>
      <dgm:spPr/>
      <dgm:t>
        <a:bodyPr/>
        <a:lstStyle/>
        <a:p>
          <a:pPr>
            <a:lnSpc>
              <a:spcPct val="100000"/>
            </a:lnSpc>
          </a:pPr>
          <a:r>
            <a:rPr lang="en-GB" sz="1800" b="0" i="0" baseline="0" dirty="0"/>
            <a:t>- To promote positive culture in all organization or company</a:t>
          </a:r>
          <a:endParaRPr lang="en-US" sz="1800" dirty="0"/>
        </a:p>
      </dgm:t>
    </dgm:pt>
    <dgm:pt modelId="{2B6AC341-C70F-48A6-8071-DF738B166B12}" type="parTrans" cxnId="{6ADD2AF0-07C5-41D1-923F-4FD708CF5AF2}">
      <dgm:prSet/>
      <dgm:spPr/>
      <dgm:t>
        <a:bodyPr/>
        <a:lstStyle/>
        <a:p>
          <a:endParaRPr lang="en-US"/>
        </a:p>
      </dgm:t>
    </dgm:pt>
    <dgm:pt modelId="{B3013A37-B2A5-4938-B394-E23D32619A19}" type="sibTrans" cxnId="{6ADD2AF0-07C5-41D1-923F-4FD708CF5AF2}">
      <dgm:prSet/>
      <dgm:spPr/>
      <dgm:t>
        <a:bodyPr/>
        <a:lstStyle/>
        <a:p>
          <a:endParaRPr lang="en-US"/>
        </a:p>
      </dgm:t>
    </dgm:pt>
    <dgm:pt modelId="{3B86FBC4-059C-424B-BBCD-0183D08C517E}">
      <dgm:prSet custT="1"/>
      <dgm:spPr/>
      <dgm:t>
        <a:bodyPr/>
        <a:lstStyle/>
        <a:p>
          <a:pPr>
            <a:lnSpc>
              <a:spcPct val="100000"/>
            </a:lnSpc>
          </a:pPr>
          <a:r>
            <a:rPr lang="en-GB" sz="1800" b="0" i="0" baseline="0"/>
            <a:t>- To ensure accident and incident prevention</a:t>
          </a:r>
          <a:endParaRPr lang="en-US" sz="1800"/>
        </a:p>
      </dgm:t>
    </dgm:pt>
    <dgm:pt modelId="{E7768627-6F50-4D1E-BACE-90825F8263C5}" type="parTrans" cxnId="{4F95A54E-24C8-4D02-8998-581EF8FF5B20}">
      <dgm:prSet/>
      <dgm:spPr/>
      <dgm:t>
        <a:bodyPr/>
        <a:lstStyle/>
        <a:p>
          <a:endParaRPr lang="en-US"/>
        </a:p>
      </dgm:t>
    </dgm:pt>
    <dgm:pt modelId="{FDAC4D5A-E975-4828-8A42-1A6A74D241A7}" type="sibTrans" cxnId="{4F95A54E-24C8-4D02-8998-581EF8FF5B20}">
      <dgm:prSet/>
      <dgm:spPr/>
      <dgm:t>
        <a:bodyPr/>
        <a:lstStyle/>
        <a:p>
          <a:endParaRPr lang="en-US"/>
        </a:p>
      </dgm:t>
    </dgm:pt>
    <dgm:pt modelId="{C89BA1CB-24D6-48D8-88E0-387801973B17}">
      <dgm:prSet custT="1"/>
      <dgm:spPr/>
      <dgm:t>
        <a:bodyPr/>
        <a:lstStyle/>
        <a:p>
          <a:pPr>
            <a:lnSpc>
              <a:spcPct val="100000"/>
            </a:lnSpc>
          </a:pPr>
          <a:r>
            <a:rPr lang="en-GB" sz="1800" b="0" i="0" baseline="0"/>
            <a:t>- To ensure organization development and its growth</a:t>
          </a:r>
          <a:endParaRPr lang="en-US" sz="1800"/>
        </a:p>
      </dgm:t>
    </dgm:pt>
    <dgm:pt modelId="{0DCA4BA1-6E25-4B3F-A5F4-7C6309BB3DA3}" type="parTrans" cxnId="{F6B5569C-0209-44EC-8D84-18928CC1C0DA}">
      <dgm:prSet/>
      <dgm:spPr/>
      <dgm:t>
        <a:bodyPr/>
        <a:lstStyle/>
        <a:p>
          <a:endParaRPr lang="en-US"/>
        </a:p>
      </dgm:t>
    </dgm:pt>
    <dgm:pt modelId="{8A35D0C3-AFD9-4D92-A248-33CF9D83350A}" type="sibTrans" cxnId="{F6B5569C-0209-44EC-8D84-18928CC1C0DA}">
      <dgm:prSet/>
      <dgm:spPr/>
      <dgm:t>
        <a:bodyPr/>
        <a:lstStyle/>
        <a:p>
          <a:endParaRPr lang="en-US"/>
        </a:p>
      </dgm:t>
    </dgm:pt>
    <dgm:pt modelId="{9C9D4CE7-83B7-4972-946A-B2EF0415B6E7}">
      <dgm:prSet custT="1"/>
      <dgm:spPr/>
      <dgm:t>
        <a:bodyPr/>
        <a:lstStyle/>
        <a:p>
          <a:pPr>
            <a:lnSpc>
              <a:spcPct val="100000"/>
            </a:lnSpc>
          </a:pPr>
          <a:r>
            <a:rPr lang="en-GB" sz="1800" b="0" i="0" baseline="0"/>
            <a:t>- To ensure continual improvement of company</a:t>
          </a:r>
          <a:endParaRPr lang="en-US" sz="1800"/>
        </a:p>
      </dgm:t>
    </dgm:pt>
    <dgm:pt modelId="{82F2D923-8B58-4545-9B60-4C66FBEB6673}" type="parTrans" cxnId="{A8C2B63D-733B-4D2C-90B5-B58C9D42B8AF}">
      <dgm:prSet/>
      <dgm:spPr/>
      <dgm:t>
        <a:bodyPr/>
        <a:lstStyle/>
        <a:p>
          <a:endParaRPr lang="en-US"/>
        </a:p>
      </dgm:t>
    </dgm:pt>
    <dgm:pt modelId="{137A9BE5-6470-408E-A9DD-BBC82F2C6DD5}" type="sibTrans" cxnId="{A8C2B63D-733B-4D2C-90B5-B58C9D42B8AF}">
      <dgm:prSet/>
      <dgm:spPr/>
      <dgm:t>
        <a:bodyPr/>
        <a:lstStyle/>
        <a:p>
          <a:endParaRPr lang="en-US"/>
        </a:p>
      </dgm:t>
    </dgm:pt>
    <dgm:pt modelId="{4465BFFC-B24F-4656-918F-ED2932BF0034}" type="pres">
      <dgm:prSet presAssocID="{FCF4A93C-C5F7-49BD-9156-02BDF1F3136C}" presName="root" presStyleCnt="0">
        <dgm:presLayoutVars>
          <dgm:dir/>
          <dgm:resizeHandles val="exact"/>
        </dgm:presLayoutVars>
      </dgm:prSet>
      <dgm:spPr/>
    </dgm:pt>
    <dgm:pt modelId="{3CC6B1E6-052C-4DED-A686-024C08F804EE}" type="pres">
      <dgm:prSet presAssocID="{76CED5E3-5ACF-46D6-9382-849409B8A52A}" presName="compNode" presStyleCnt="0"/>
      <dgm:spPr/>
    </dgm:pt>
    <dgm:pt modelId="{96FEDA6A-E90B-493B-976E-59B305250CA8}" type="pres">
      <dgm:prSet presAssocID="{76CED5E3-5ACF-46D6-9382-849409B8A52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dical"/>
        </a:ext>
      </dgm:extLst>
    </dgm:pt>
    <dgm:pt modelId="{F25EAA4C-DECC-40DB-9DE7-466ECA57E20C}" type="pres">
      <dgm:prSet presAssocID="{76CED5E3-5ACF-46D6-9382-849409B8A52A}" presName="spaceRect" presStyleCnt="0"/>
      <dgm:spPr/>
    </dgm:pt>
    <dgm:pt modelId="{2ADC25C7-6378-43C8-9ACC-B8384F6D7356}" type="pres">
      <dgm:prSet presAssocID="{76CED5E3-5ACF-46D6-9382-849409B8A52A}" presName="textRect" presStyleLbl="revTx" presStyleIdx="0" presStyleCnt="6">
        <dgm:presLayoutVars>
          <dgm:chMax val="1"/>
          <dgm:chPref val="1"/>
        </dgm:presLayoutVars>
      </dgm:prSet>
      <dgm:spPr/>
    </dgm:pt>
    <dgm:pt modelId="{C3F69AE6-3FAB-4D3B-8040-5DA27DB97F55}" type="pres">
      <dgm:prSet presAssocID="{442C58D0-8F17-425C-905B-235BFF39164B}" presName="sibTrans" presStyleCnt="0"/>
      <dgm:spPr/>
    </dgm:pt>
    <dgm:pt modelId="{46530D9C-9400-47B6-8011-EF5938762005}" type="pres">
      <dgm:prSet presAssocID="{DD79961F-2EF7-474E-9915-5CA4AF98BA80}" presName="compNode" presStyleCnt="0"/>
      <dgm:spPr/>
    </dgm:pt>
    <dgm:pt modelId="{3A4F7A59-5B13-4CD4-9FA1-4C7B2392F9DB}" type="pres">
      <dgm:prSet presAssocID="{DD79961F-2EF7-474E-9915-5CA4AF98BA8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roup"/>
        </a:ext>
      </dgm:extLst>
    </dgm:pt>
    <dgm:pt modelId="{89A1132F-AC9B-45BC-BF84-45D8421C12CC}" type="pres">
      <dgm:prSet presAssocID="{DD79961F-2EF7-474E-9915-5CA4AF98BA80}" presName="spaceRect" presStyleCnt="0"/>
      <dgm:spPr/>
    </dgm:pt>
    <dgm:pt modelId="{9C57E4F9-A4A9-4DB2-94D9-5645EC99A99B}" type="pres">
      <dgm:prSet presAssocID="{DD79961F-2EF7-474E-9915-5CA4AF98BA80}" presName="textRect" presStyleLbl="revTx" presStyleIdx="1" presStyleCnt="6">
        <dgm:presLayoutVars>
          <dgm:chMax val="1"/>
          <dgm:chPref val="1"/>
        </dgm:presLayoutVars>
      </dgm:prSet>
      <dgm:spPr/>
    </dgm:pt>
    <dgm:pt modelId="{7D6C60FE-01D8-40D1-81D3-8784117B647B}" type="pres">
      <dgm:prSet presAssocID="{2A2CBE38-5F84-4D2A-BB19-D3F3DCA9E901}" presName="sibTrans" presStyleCnt="0"/>
      <dgm:spPr/>
    </dgm:pt>
    <dgm:pt modelId="{A19B3E5B-FC42-41EE-8C0E-8E72BDD9D5FF}" type="pres">
      <dgm:prSet presAssocID="{410FD82F-F988-4E15-9480-1F0CEB188416}" presName="compNode" presStyleCnt="0"/>
      <dgm:spPr/>
    </dgm:pt>
    <dgm:pt modelId="{0E9C3E4A-0A68-4DFA-A978-F143A121C978}" type="pres">
      <dgm:prSet presAssocID="{410FD82F-F988-4E15-9480-1F0CEB18841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nnections"/>
        </a:ext>
      </dgm:extLst>
    </dgm:pt>
    <dgm:pt modelId="{6B950F79-EDB0-4129-A186-EC13283F87A3}" type="pres">
      <dgm:prSet presAssocID="{410FD82F-F988-4E15-9480-1F0CEB188416}" presName="spaceRect" presStyleCnt="0"/>
      <dgm:spPr/>
    </dgm:pt>
    <dgm:pt modelId="{909E0F52-AABF-46D3-AC4B-02F2C463AADC}" type="pres">
      <dgm:prSet presAssocID="{410FD82F-F988-4E15-9480-1F0CEB188416}" presName="textRect" presStyleLbl="revTx" presStyleIdx="2" presStyleCnt="6">
        <dgm:presLayoutVars>
          <dgm:chMax val="1"/>
          <dgm:chPref val="1"/>
        </dgm:presLayoutVars>
      </dgm:prSet>
      <dgm:spPr/>
    </dgm:pt>
    <dgm:pt modelId="{F7F6A512-2403-431F-A2C9-E8CD06E02514}" type="pres">
      <dgm:prSet presAssocID="{B3013A37-B2A5-4938-B394-E23D32619A19}" presName="sibTrans" presStyleCnt="0"/>
      <dgm:spPr/>
    </dgm:pt>
    <dgm:pt modelId="{F49294CF-F606-40A0-BB04-EA7311ADC171}" type="pres">
      <dgm:prSet presAssocID="{3B86FBC4-059C-424B-BBCD-0183D08C517E}" presName="compNode" presStyleCnt="0"/>
      <dgm:spPr/>
    </dgm:pt>
    <dgm:pt modelId="{168E7106-8E8B-4ADC-838C-13C48530C4CD}" type="pres">
      <dgm:prSet presAssocID="{3B86FBC4-059C-424B-BBCD-0183D08C517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Ambulance"/>
        </a:ext>
      </dgm:extLst>
    </dgm:pt>
    <dgm:pt modelId="{1CAB6271-617E-4296-A35E-6AB78DC13F57}" type="pres">
      <dgm:prSet presAssocID="{3B86FBC4-059C-424B-BBCD-0183D08C517E}" presName="spaceRect" presStyleCnt="0"/>
      <dgm:spPr/>
    </dgm:pt>
    <dgm:pt modelId="{35DE72E0-7E07-4C11-931C-51554DB3819F}" type="pres">
      <dgm:prSet presAssocID="{3B86FBC4-059C-424B-BBCD-0183D08C517E}" presName="textRect" presStyleLbl="revTx" presStyleIdx="3" presStyleCnt="6">
        <dgm:presLayoutVars>
          <dgm:chMax val="1"/>
          <dgm:chPref val="1"/>
        </dgm:presLayoutVars>
      </dgm:prSet>
      <dgm:spPr/>
    </dgm:pt>
    <dgm:pt modelId="{3BA48D53-36B9-4CAB-9A64-4FC8FDF74816}" type="pres">
      <dgm:prSet presAssocID="{FDAC4D5A-E975-4828-8A42-1A6A74D241A7}" presName="sibTrans" presStyleCnt="0"/>
      <dgm:spPr/>
    </dgm:pt>
    <dgm:pt modelId="{0B9A08A8-B4C5-492C-BD8B-3B7424801A96}" type="pres">
      <dgm:prSet presAssocID="{C89BA1CB-24D6-48D8-88E0-387801973B17}" presName="compNode" presStyleCnt="0"/>
      <dgm:spPr/>
    </dgm:pt>
    <dgm:pt modelId="{79A030C9-CDD6-473A-9AFC-9F1A9F7C251F}" type="pres">
      <dgm:prSet presAssocID="{C89BA1CB-24D6-48D8-88E0-387801973B1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usiness Growth"/>
        </a:ext>
      </dgm:extLst>
    </dgm:pt>
    <dgm:pt modelId="{C0AAF395-DA3C-43EF-8B6E-D0D4BD9E5502}" type="pres">
      <dgm:prSet presAssocID="{C89BA1CB-24D6-48D8-88E0-387801973B17}" presName="spaceRect" presStyleCnt="0"/>
      <dgm:spPr/>
    </dgm:pt>
    <dgm:pt modelId="{492390F7-BA16-47D6-8180-D98646F7D78C}" type="pres">
      <dgm:prSet presAssocID="{C89BA1CB-24D6-48D8-88E0-387801973B17}" presName="textRect" presStyleLbl="revTx" presStyleIdx="4" presStyleCnt="6">
        <dgm:presLayoutVars>
          <dgm:chMax val="1"/>
          <dgm:chPref val="1"/>
        </dgm:presLayoutVars>
      </dgm:prSet>
      <dgm:spPr/>
    </dgm:pt>
    <dgm:pt modelId="{CCA3F960-96C8-4652-B4FE-783E8BE704FD}" type="pres">
      <dgm:prSet presAssocID="{8A35D0C3-AFD9-4D92-A248-33CF9D83350A}" presName="sibTrans" presStyleCnt="0"/>
      <dgm:spPr/>
    </dgm:pt>
    <dgm:pt modelId="{12A8CF98-560B-42EA-A3D5-EC543D9FA2C3}" type="pres">
      <dgm:prSet presAssocID="{9C9D4CE7-83B7-4972-946A-B2EF0415B6E7}" presName="compNode" presStyleCnt="0"/>
      <dgm:spPr/>
    </dgm:pt>
    <dgm:pt modelId="{A5352E04-1698-4CC9-8625-741AD83FE36C}" type="pres">
      <dgm:prSet presAssocID="{9C9D4CE7-83B7-4972-946A-B2EF0415B6E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Upward trend"/>
        </a:ext>
      </dgm:extLst>
    </dgm:pt>
    <dgm:pt modelId="{A239BAE5-8293-495C-BA0E-53776857BF2C}" type="pres">
      <dgm:prSet presAssocID="{9C9D4CE7-83B7-4972-946A-B2EF0415B6E7}" presName="spaceRect" presStyleCnt="0"/>
      <dgm:spPr/>
    </dgm:pt>
    <dgm:pt modelId="{B7E076A9-5216-4BD2-87BE-F5588818ADC0}" type="pres">
      <dgm:prSet presAssocID="{9C9D4CE7-83B7-4972-946A-B2EF0415B6E7}" presName="textRect" presStyleLbl="revTx" presStyleIdx="5" presStyleCnt="6">
        <dgm:presLayoutVars>
          <dgm:chMax val="1"/>
          <dgm:chPref val="1"/>
        </dgm:presLayoutVars>
      </dgm:prSet>
      <dgm:spPr/>
    </dgm:pt>
  </dgm:ptLst>
  <dgm:cxnLst>
    <dgm:cxn modelId="{D622920B-E6C2-4017-B7BB-271C09264FDB}" type="presOf" srcId="{DD79961F-2EF7-474E-9915-5CA4AF98BA80}" destId="{9C57E4F9-A4A9-4DB2-94D9-5645EC99A99B}" srcOrd="0" destOrd="0" presId="urn:microsoft.com/office/officeart/2018/2/layout/IconLabelList"/>
    <dgm:cxn modelId="{A8C2B63D-733B-4D2C-90B5-B58C9D42B8AF}" srcId="{FCF4A93C-C5F7-49BD-9156-02BDF1F3136C}" destId="{9C9D4CE7-83B7-4972-946A-B2EF0415B6E7}" srcOrd="5" destOrd="0" parTransId="{82F2D923-8B58-4545-9B60-4C66FBEB6673}" sibTransId="{137A9BE5-6470-408E-A9DD-BBC82F2C6DD5}"/>
    <dgm:cxn modelId="{AF05F748-D87B-46EF-91CD-EC5D34CD1512}" type="presOf" srcId="{FCF4A93C-C5F7-49BD-9156-02BDF1F3136C}" destId="{4465BFFC-B24F-4656-918F-ED2932BF0034}" srcOrd="0" destOrd="0" presId="urn:microsoft.com/office/officeart/2018/2/layout/IconLabelList"/>
    <dgm:cxn modelId="{4F95A54E-24C8-4D02-8998-581EF8FF5B20}" srcId="{FCF4A93C-C5F7-49BD-9156-02BDF1F3136C}" destId="{3B86FBC4-059C-424B-BBCD-0183D08C517E}" srcOrd="3" destOrd="0" parTransId="{E7768627-6F50-4D1E-BACE-90825F8263C5}" sibTransId="{FDAC4D5A-E975-4828-8A42-1A6A74D241A7}"/>
    <dgm:cxn modelId="{58444191-DB7C-4B8A-97D6-BB10240B9389}" type="presOf" srcId="{9C9D4CE7-83B7-4972-946A-B2EF0415B6E7}" destId="{B7E076A9-5216-4BD2-87BE-F5588818ADC0}" srcOrd="0" destOrd="0" presId="urn:microsoft.com/office/officeart/2018/2/layout/IconLabelList"/>
    <dgm:cxn modelId="{F6B5569C-0209-44EC-8D84-18928CC1C0DA}" srcId="{FCF4A93C-C5F7-49BD-9156-02BDF1F3136C}" destId="{C89BA1CB-24D6-48D8-88E0-387801973B17}" srcOrd="4" destOrd="0" parTransId="{0DCA4BA1-6E25-4B3F-A5F4-7C6309BB3DA3}" sibTransId="{8A35D0C3-AFD9-4D92-A248-33CF9D83350A}"/>
    <dgm:cxn modelId="{7D7298C8-D907-4D30-8972-48F0B9483E03}" type="presOf" srcId="{3B86FBC4-059C-424B-BBCD-0183D08C517E}" destId="{35DE72E0-7E07-4C11-931C-51554DB3819F}" srcOrd="0" destOrd="0" presId="urn:microsoft.com/office/officeart/2018/2/layout/IconLabelList"/>
    <dgm:cxn modelId="{3FAB54C9-8024-44E9-9A2E-83AB0E264FE4}" srcId="{FCF4A93C-C5F7-49BD-9156-02BDF1F3136C}" destId="{DD79961F-2EF7-474E-9915-5CA4AF98BA80}" srcOrd="1" destOrd="0" parTransId="{F5727FF9-BE3A-41DA-806B-C664F45FA9BD}" sibTransId="{2A2CBE38-5F84-4D2A-BB19-D3F3DCA9E901}"/>
    <dgm:cxn modelId="{D9B011D5-D7F0-4C78-B64A-0A939D6776BF}" type="presOf" srcId="{C89BA1CB-24D6-48D8-88E0-387801973B17}" destId="{492390F7-BA16-47D6-8180-D98646F7D78C}" srcOrd="0" destOrd="0" presId="urn:microsoft.com/office/officeart/2018/2/layout/IconLabelList"/>
    <dgm:cxn modelId="{89A2D8DF-49A9-4100-B1BD-5AC3DF4414BF}" type="presOf" srcId="{76CED5E3-5ACF-46D6-9382-849409B8A52A}" destId="{2ADC25C7-6378-43C8-9ACC-B8384F6D7356}" srcOrd="0" destOrd="0" presId="urn:microsoft.com/office/officeart/2018/2/layout/IconLabelList"/>
    <dgm:cxn modelId="{6ADD2AF0-07C5-41D1-923F-4FD708CF5AF2}" srcId="{FCF4A93C-C5F7-49BD-9156-02BDF1F3136C}" destId="{410FD82F-F988-4E15-9480-1F0CEB188416}" srcOrd="2" destOrd="0" parTransId="{2B6AC341-C70F-48A6-8071-DF738B166B12}" sibTransId="{B3013A37-B2A5-4938-B394-E23D32619A19}"/>
    <dgm:cxn modelId="{3E2154F1-E69F-4656-ABA6-FA925EA60CF3}" srcId="{FCF4A93C-C5F7-49BD-9156-02BDF1F3136C}" destId="{76CED5E3-5ACF-46D6-9382-849409B8A52A}" srcOrd="0" destOrd="0" parTransId="{13CE5BCF-D66C-4732-8DC8-23A81321BDF7}" sibTransId="{442C58D0-8F17-425C-905B-235BFF39164B}"/>
    <dgm:cxn modelId="{2122AFFB-BADB-4AB1-B3F6-EBCAB4D179A2}" type="presOf" srcId="{410FD82F-F988-4E15-9480-1F0CEB188416}" destId="{909E0F52-AABF-46D3-AC4B-02F2C463AADC}" srcOrd="0" destOrd="0" presId="urn:microsoft.com/office/officeart/2018/2/layout/IconLabelList"/>
    <dgm:cxn modelId="{E6CEAB03-043D-47CC-8C08-CC2C892BE674}" type="presParOf" srcId="{4465BFFC-B24F-4656-918F-ED2932BF0034}" destId="{3CC6B1E6-052C-4DED-A686-024C08F804EE}" srcOrd="0" destOrd="0" presId="urn:microsoft.com/office/officeart/2018/2/layout/IconLabelList"/>
    <dgm:cxn modelId="{E983FD65-6836-4055-AF73-3E14DCF6BABC}" type="presParOf" srcId="{3CC6B1E6-052C-4DED-A686-024C08F804EE}" destId="{96FEDA6A-E90B-493B-976E-59B305250CA8}" srcOrd="0" destOrd="0" presId="urn:microsoft.com/office/officeart/2018/2/layout/IconLabelList"/>
    <dgm:cxn modelId="{AD7D912E-D4CB-4509-9CDE-F596AB14AC66}" type="presParOf" srcId="{3CC6B1E6-052C-4DED-A686-024C08F804EE}" destId="{F25EAA4C-DECC-40DB-9DE7-466ECA57E20C}" srcOrd="1" destOrd="0" presId="urn:microsoft.com/office/officeart/2018/2/layout/IconLabelList"/>
    <dgm:cxn modelId="{3CAE5DF3-A711-4C0D-A409-6675983BF084}" type="presParOf" srcId="{3CC6B1E6-052C-4DED-A686-024C08F804EE}" destId="{2ADC25C7-6378-43C8-9ACC-B8384F6D7356}" srcOrd="2" destOrd="0" presId="urn:microsoft.com/office/officeart/2018/2/layout/IconLabelList"/>
    <dgm:cxn modelId="{A7E0FFBC-28D3-4923-80CF-A3139C958812}" type="presParOf" srcId="{4465BFFC-B24F-4656-918F-ED2932BF0034}" destId="{C3F69AE6-3FAB-4D3B-8040-5DA27DB97F55}" srcOrd="1" destOrd="0" presId="urn:microsoft.com/office/officeart/2018/2/layout/IconLabelList"/>
    <dgm:cxn modelId="{AF0B0F79-6F8B-4C4B-BB5D-FF7862562AC1}" type="presParOf" srcId="{4465BFFC-B24F-4656-918F-ED2932BF0034}" destId="{46530D9C-9400-47B6-8011-EF5938762005}" srcOrd="2" destOrd="0" presId="urn:microsoft.com/office/officeart/2018/2/layout/IconLabelList"/>
    <dgm:cxn modelId="{02C6CB54-D14E-4559-B09A-194BAACB184A}" type="presParOf" srcId="{46530D9C-9400-47B6-8011-EF5938762005}" destId="{3A4F7A59-5B13-4CD4-9FA1-4C7B2392F9DB}" srcOrd="0" destOrd="0" presId="urn:microsoft.com/office/officeart/2018/2/layout/IconLabelList"/>
    <dgm:cxn modelId="{C2ED6267-F768-442A-9CE2-05EDB9090B73}" type="presParOf" srcId="{46530D9C-9400-47B6-8011-EF5938762005}" destId="{89A1132F-AC9B-45BC-BF84-45D8421C12CC}" srcOrd="1" destOrd="0" presId="urn:microsoft.com/office/officeart/2018/2/layout/IconLabelList"/>
    <dgm:cxn modelId="{132DDBC9-DAF3-45DF-9FFC-E6A0EB203CA7}" type="presParOf" srcId="{46530D9C-9400-47B6-8011-EF5938762005}" destId="{9C57E4F9-A4A9-4DB2-94D9-5645EC99A99B}" srcOrd="2" destOrd="0" presId="urn:microsoft.com/office/officeart/2018/2/layout/IconLabelList"/>
    <dgm:cxn modelId="{7FCFA6CC-00DF-482D-875C-9785540BC6C2}" type="presParOf" srcId="{4465BFFC-B24F-4656-918F-ED2932BF0034}" destId="{7D6C60FE-01D8-40D1-81D3-8784117B647B}" srcOrd="3" destOrd="0" presId="urn:microsoft.com/office/officeart/2018/2/layout/IconLabelList"/>
    <dgm:cxn modelId="{B703DBC5-2A49-4D25-80CF-1E779E53BE7C}" type="presParOf" srcId="{4465BFFC-B24F-4656-918F-ED2932BF0034}" destId="{A19B3E5B-FC42-41EE-8C0E-8E72BDD9D5FF}" srcOrd="4" destOrd="0" presId="urn:microsoft.com/office/officeart/2018/2/layout/IconLabelList"/>
    <dgm:cxn modelId="{D2F97425-407A-42E2-AF6F-3839D6E57542}" type="presParOf" srcId="{A19B3E5B-FC42-41EE-8C0E-8E72BDD9D5FF}" destId="{0E9C3E4A-0A68-4DFA-A978-F143A121C978}" srcOrd="0" destOrd="0" presId="urn:microsoft.com/office/officeart/2018/2/layout/IconLabelList"/>
    <dgm:cxn modelId="{BB346ADB-C55A-428D-8C82-1B17C3DD6B0D}" type="presParOf" srcId="{A19B3E5B-FC42-41EE-8C0E-8E72BDD9D5FF}" destId="{6B950F79-EDB0-4129-A186-EC13283F87A3}" srcOrd="1" destOrd="0" presId="urn:microsoft.com/office/officeart/2018/2/layout/IconLabelList"/>
    <dgm:cxn modelId="{123263C1-680A-420C-87FC-111F29520AF3}" type="presParOf" srcId="{A19B3E5B-FC42-41EE-8C0E-8E72BDD9D5FF}" destId="{909E0F52-AABF-46D3-AC4B-02F2C463AADC}" srcOrd="2" destOrd="0" presId="urn:microsoft.com/office/officeart/2018/2/layout/IconLabelList"/>
    <dgm:cxn modelId="{2ABA4193-E22F-45B0-B5FA-E491E8E0483B}" type="presParOf" srcId="{4465BFFC-B24F-4656-918F-ED2932BF0034}" destId="{F7F6A512-2403-431F-A2C9-E8CD06E02514}" srcOrd="5" destOrd="0" presId="urn:microsoft.com/office/officeart/2018/2/layout/IconLabelList"/>
    <dgm:cxn modelId="{563574DD-EBC0-4F23-8933-96306D242FAF}" type="presParOf" srcId="{4465BFFC-B24F-4656-918F-ED2932BF0034}" destId="{F49294CF-F606-40A0-BB04-EA7311ADC171}" srcOrd="6" destOrd="0" presId="urn:microsoft.com/office/officeart/2018/2/layout/IconLabelList"/>
    <dgm:cxn modelId="{DE8761E6-678E-41E7-AAEA-E98C68E8B9F9}" type="presParOf" srcId="{F49294CF-F606-40A0-BB04-EA7311ADC171}" destId="{168E7106-8E8B-4ADC-838C-13C48530C4CD}" srcOrd="0" destOrd="0" presId="urn:microsoft.com/office/officeart/2018/2/layout/IconLabelList"/>
    <dgm:cxn modelId="{6D4772F1-83A8-4CBE-965C-9E8AEE6EEC20}" type="presParOf" srcId="{F49294CF-F606-40A0-BB04-EA7311ADC171}" destId="{1CAB6271-617E-4296-A35E-6AB78DC13F57}" srcOrd="1" destOrd="0" presId="urn:microsoft.com/office/officeart/2018/2/layout/IconLabelList"/>
    <dgm:cxn modelId="{703A0C7F-182C-48BB-B8A5-BF51F2C17E9C}" type="presParOf" srcId="{F49294CF-F606-40A0-BB04-EA7311ADC171}" destId="{35DE72E0-7E07-4C11-931C-51554DB3819F}" srcOrd="2" destOrd="0" presId="urn:microsoft.com/office/officeart/2018/2/layout/IconLabelList"/>
    <dgm:cxn modelId="{AD34E2F9-6F04-47A7-8792-26D1CA22A5C0}" type="presParOf" srcId="{4465BFFC-B24F-4656-918F-ED2932BF0034}" destId="{3BA48D53-36B9-4CAB-9A64-4FC8FDF74816}" srcOrd="7" destOrd="0" presId="urn:microsoft.com/office/officeart/2018/2/layout/IconLabelList"/>
    <dgm:cxn modelId="{AB6A5DB4-ADF5-45F4-8D8C-69C799D82591}" type="presParOf" srcId="{4465BFFC-B24F-4656-918F-ED2932BF0034}" destId="{0B9A08A8-B4C5-492C-BD8B-3B7424801A96}" srcOrd="8" destOrd="0" presId="urn:microsoft.com/office/officeart/2018/2/layout/IconLabelList"/>
    <dgm:cxn modelId="{148CD708-92BB-452B-A5C5-7507C8B8F60E}" type="presParOf" srcId="{0B9A08A8-B4C5-492C-BD8B-3B7424801A96}" destId="{79A030C9-CDD6-473A-9AFC-9F1A9F7C251F}" srcOrd="0" destOrd="0" presId="urn:microsoft.com/office/officeart/2018/2/layout/IconLabelList"/>
    <dgm:cxn modelId="{19F10BE3-6FBF-4246-9C32-F0423EA65CCE}" type="presParOf" srcId="{0B9A08A8-B4C5-492C-BD8B-3B7424801A96}" destId="{C0AAF395-DA3C-43EF-8B6E-D0D4BD9E5502}" srcOrd="1" destOrd="0" presId="urn:microsoft.com/office/officeart/2018/2/layout/IconLabelList"/>
    <dgm:cxn modelId="{757EDF98-2F80-4F30-9627-D72A6259B994}" type="presParOf" srcId="{0B9A08A8-B4C5-492C-BD8B-3B7424801A96}" destId="{492390F7-BA16-47D6-8180-D98646F7D78C}" srcOrd="2" destOrd="0" presId="urn:microsoft.com/office/officeart/2018/2/layout/IconLabelList"/>
    <dgm:cxn modelId="{C39DD3C9-D9DE-457A-94BE-97B1E695493F}" type="presParOf" srcId="{4465BFFC-B24F-4656-918F-ED2932BF0034}" destId="{CCA3F960-96C8-4652-B4FE-783E8BE704FD}" srcOrd="9" destOrd="0" presId="urn:microsoft.com/office/officeart/2018/2/layout/IconLabelList"/>
    <dgm:cxn modelId="{56912EB8-79F5-439F-82BC-29E8E9303D28}" type="presParOf" srcId="{4465BFFC-B24F-4656-918F-ED2932BF0034}" destId="{12A8CF98-560B-42EA-A3D5-EC543D9FA2C3}" srcOrd="10" destOrd="0" presId="urn:microsoft.com/office/officeart/2018/2/layout/IconLabelList"/>
    <dgm:cxn modelId="{1F736E45-CDE8-4730-AF54-0CC82368AB04}" type="presParOf" srcId="{12A8CF98-560B-42EA-A3D5-EC543D9FA2C3}" destId="{A5352E04-1698-4CC9-8625-741AD83FE36C}" srcOrd="0" destOrd="0" presId="urn:microsoft.com/office/officeart/2018/2/layout/IconLabelList"/>
    <dgm:cxn modelId="{87C13D32-396B-4CA8-B0FA-7D18C49AAF56}" type="presParOf" srcId="{12A8CF98-560B-42EA-A3D5-EC543D9FA2C3}" destId="{A239BAE5-8293-495C-BA0E-53776857BF2C}" srcOrd="1" destOrd="0" presId="urn:microsoft.com/office/officeart/2018/2/layout/IconLabelList"/>
    <dgm:cxn modelId="{BD909E92-0FB4-412D-95DB-7A68152C5BD2}" type="presParOf" srcId="{12A8CF98-560B-42EA-A3D5-EC543D9FA2C3}" destId="{B7E076A9-5216-4BD2-87BE-F5588818ADC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97AFE5-A76B-43A3-8FC4-FC43C70C934A}" type="doc">
      <dgm:prSet loTypeId="urn:microsoft.com/office/officeart/2018/2/layout/IconCircleList" loCatId="icon" qsTypeId="urn:microsoft.com/office/officeart/2005/8/quickstyle/simple1" qsCatId="simple" csTypeId="urn:microsoft.com/office/officeart/2018/5/colors/Iconchunking_neutralicon_colorful5" csCatId="colorful" phldr="1"/>
      <dgm:spPr/>
      <dgm:t>
        <a:bodyPr/>
        <a:lstStyle/>
        <a:p>
          <a:endParaRPr lang="en-US"/>
        </a:p>
      </dgm:t>
    </dgm:pt>
    <dgm:pt modelId="{1C99D370-D580-4C73-ABC0-C056B7257C83}">
      <dgm:prSet custT="1"/>
      <dgm:spPr/>
      <dgm:t>
        <a:bodyPr/>
        <a:lstStyle/>
        <a:p>
          <a:r>
            <a:rPr lang="en-GB" sz="1400" b="1" i="0" u="sng" baseline="0" dirty="0"/>
            <a:t>Increased Performance</a:t>
          </a:r>
          <a:r>
            <a:rPr lang="en-GB" sz="1400" b="0" i="0" baseline="0" dirty="0"/>
            <a:t>: Workplace performance and productivity go hand in hand. When performance is increased, so does productivity. Also, increasing productivity in the workplace can motivate employees to put in more effort, thus increasing performance.</a:t>
          </a:r>
          <a:endParaRPr lang="en-US" sz="1400" dirty="0"/>
        </a:p>
      </dgm:t>
    </dgm:pt>
    <dgm:pt modelId="{08786A0C-D1F5-44CF-8F0C-BF8A03620A04}" type="parTrans" cxnId="{44751753-61D4-4EF3-8183-2A67E0C675BB}">
      <dgm:prSet/>
      <dgm:spPr/>
      <dgm:t>
        <a:bodyPr/>
        <a:lstStyle/>
        <a:p>
          <a:endParaRPr lang="en-US"/>
        </a:p>
      </dgm:t>
    </dgm:pt>
    <dgm:pt modelId="{520EB648-E528-4A87-81A7-63FF8E4699A9}" type="sibTrans" cxnId="{44751753-61D4-4EF3-8183-2A67E0C675BB}">
      <dgm:prSet/>
      <dgm:spPr/>
      <dgm:t>
        <a:bodyPr/>
        <a:lstStyle/>
        <a:p>
          <a:endParaRPr lang="en-US"/>
        </a:p>
      </dgm:t>
    </dgm:pt>
    <dgm:pt modelId="{9625A41F-7D3B-4FE9-9C74-5852B8DA38F9}">
      <dgm:prSet custT="1"/>
      <dgm:spPr/>
      <dgm:t>
        <a:bodyPr/>
        <a:lstStyle/>
        <a:p>
          <a:r>
            <a:rPr lang="en-GB" sz="1400" b="1" i="0" u="sng" baseline="0" dirty="0"/>
            <a:t>Improved Employee Engagement</a:t>
          </a:r>
          <a:r>
            <a:rPr lang="en-GB" sz="1400" b="0" i="0" baseline="0" dirty="0"/>
            <a:t>: Efficient and effective productivity in the workplace encourages employees to be more involved in their work. Additionally, such employees are always ready to take on new tasks and often aim to be the best at what they do.</a:t>
          </a:r>
          <a:endParaRPr lang="en-US" sz="1400" dirty="0"/>
        </a:p>
      </dgm:t>
    </dgm:pt>
    <dgm:pt modelId="{02071FBF-14F6-4D9C-AA7A-99486557C084}" type="parTrans" cxnId="{F4602D49-0B65-4F54-AA2C-A39565DA15BC}">
      <dgm:prSet/>
      <dgm:spPr/>
      <dgm:t>
        <a:bodyPr/>
        <a:lstStyle/>
        <a:p>
          <a:endParaRPr lang="en-US"/>
        </a:p>
      </dgm:t>
    </dgm:pt>
    <dgm:pt modelId="{C32C3A37-FF86-46CB-98BA-012FB3C4C7E0}" type="sibTrans" cxnId="{F4602D49-0B65-4F54-AA2C-A39565DA15BC}">
      <dgm:prSet/>
      <dgm:spPr/>
      <dgm:t>
        <a:bodyPr/>
        <a:lstStyle/>
        <a:p>
          <a:endParaRPr lang="en-US"/>
        </a:p>
      </dgm:t>
    </dgm:pt>
    <dgm:pt modelId="{278CF474-6221-46B1-8045-C5CB4271742A}">
      <dgm:prSet custT="1"/>
      <dgm:spPr/>
      <dgm:t>
        <a:bodyPr/>
        <a:lstStyle/>
        <a:p>
          <a:r>
            <a:rPr lang="en-GB" sz="1400" b="1" i="0" u="sng" baseline="0"/>
            <a:t>Greater Fulfilment</a:t>
          </a:r>
          <a:r>
            <a:rPr lang="en-GB" sz="1400" b="0" i="0" baseline="0"/>
            <a:t>: Increased productivity can give employees and employers a sense of fulfilment and purpose. Those in the workplace can be happy or unhappy based on the level of productivity.</a:t>
          </a:r>
          <a:endParaRPr lang="en-US" sz="1400"/>
        </a:p>
      </dgm:t>
    </dgm:pt>
    <dgm:pt modelId="{B2A6871A-37D4-4A76-8239-B38BF840AB42}" type="parTrans" cxnId="{7C2954A4-2D5D-4735-AFEF-ECEB14F0FC08}">
      <dgm:prSet/>
      <dgm:spPr/>
      <dgm:t>
        <a:bodyPr/>
        <a:lstStyle/>
        <a:p>
          <a:endParaRPr lang="en-US"/>
        </a:p>
      </dgm:t>
    </dgm:pt>
    <dgm:pt modelId="{3FF003D4-EE8A-41F4-ACCA-9E44134DAD9F}" type="sibTrans" cxnId="{7C2954A4-2D5D-4735-AFEF-ECEB14F0FC08}">
      <dgm:prSet/>
      <dgm:spPr/>
      <dgm:t>
        <a:bodyPr/>
        <a:lstStyle/>
        <a:p>
          <a:endParaRPr lang="en-US"/>
        </a:p>
      </dgm:t>
    </dgm:pt>
    <dgm:pt modelId="{26493733-6649-4C77-9427-3B4CC2860125}">
      <dgm:prSet custT="1"/>
      <dgm:spPr/>
      <dgm:t>
        <a:bodyPr/>
        <a:lstStyle/>
        <a:p>
          <a:r>
            <a:rPr lang="en-GB" sz="1400" b="1" i="0" u="sng" baseline="0"/>
            <a:t>Promotes a Healthy Work Culture</a:t>
          </a:r>
          <a:r>
            <a:rPr lang="en-GB" sz="1400" b="0" i="0" baseline="0"/>
            <a:t>: A productive workplace can improve employee wellbeing. Plus, when people achieve goals as a team, they are likely to form professional work relationships.</a:t>
          </a:r>
          <a:endParaRPr lang="en-US" sz="1400"/>
        </a:p>
      </dgm:t>
    </dgm:pt>
    <dgm:pt modelId="{2197465A-0B1D-4E6B-A876-5027020AF341}" type="parTrans" cxnId="{810DE2A0-DE47-4E31-A59A-1AF999E6A8D3}">
      <dgm:prSet/>
      <dgm:spPr/>
      <dgm:t>
        <a:bodyPr/>
        <a:lstStyle/>
        <a:p>
          <a:endParaRPr lang="en-US"/>
        </a:p>
      </dgm:t>
    </dgm:pt>
    <dgm:pt modelId="{E0AED5F3-425A-4989-AF29-7B7CCFB8B78E}" type="sibTrans" cxnId="{810DE2A0-DE47-4E31-A59A-1AF999E6A8D3}">
      <dgm:prSet/>
      <dgm:spPr/>
      <dgm:t>
        <a:bodyPr/>
        <a:lstStyle/>
        <a:p>
          <a:endParaRPr lang="en-US"/>
        </a:p>
      </dgm:t>
    </dgm:pt>
    <dgm:pt modelId="{41C55F5E-FA8D-40B5-A30B-A4B4E0ACD943}">
      <dgm:prSet custT="1"/>
      <dgm:spPr/>
      <dgm:t>
        <a:bodyPr/>
        <a:lstStyle/>
        <a:p>
          <a:r>
            <a:rPr lang="en-GB" sz="1400" b="1" i="0" u="sng" baseline="0"/>
            <a:t>Better Revenue Generation</a:t>
          </a:r>
          <a:r>
            <a:rPr lang="en-GB" sz="1400" b="0" i="0" baseline="0"/>
            <a:t>: Long-term productivity in the workplace can maximize company profits. Organizations that are productive offer better services and can easily turn a profit.</a:t>
          </a:r>
          <a:endParaRPr lang="en-US" sz="1400"/>
        </a:p>
      </dgm:t>
    </dgm:pt>
    <dgm:pt modelId="{A6CFF59E-BFD2-40C9-8E44-DE51DA4F9810}" type="parTrans" cxnId="{34F04786-881C-4D3E-A5BA-6699039FC6AD}">
      <dgm:prSet/>
      <dgm:spPr/>
      <dgm:t>
        <a:bodyPr/>
        <a:lstStyle/>
        <a:p>
          <a:endParaRPr lang="en-US"/>
        </a:p>
      </dgm:t>
    </dgm:pt>
    <dgm:pt modelId="{36F884FA-51FD-4FEC-BB0A-CA268DB53D61}" type="sibTrans" cxnId="{34F04786-881C-4D3E-A5BA-6699039FC6AD}">
      <dgm:prSet/>
      <dgm:spPr/>
      <dgm:t>
        <a:bodyPr/>
        <a:lstStyle/>
        <a:p>
          <a:endParaRPr lang="en-US"/>
        </a:p>
      </dgm:t>
    </dgm:pt>
    <dgm:pt modelId="{2382297D-86CD-4287-AB61-33FBFD18B91E}" type="pres">
      <dgm:prSet presAssocID="{5397AFE5-A76B-43A3-8FC4-FC43C70C934A}" presName="root" presStyleCnt="0">
        <dgm:presLayoutVars>
          <dgm:dir/>
          <dgm:resizeHandles val="exact"/>
        </dgm:presLayoutVars>
      </dgm:prSet>
      <dgm:spPr/>
    </dgm:pt>
    <dgm:pt modelId="{430FB6FA-1429-4C11-9777-4AEEC3942312}" type="pres">
      <dgm:prSet presAssocID="{5397AFE5-A76B-43A3-8FC4-FC43C70C934A}" presName="container" presStyleCnt="0">
        <dgm:presLayoutVars>
          <dgm:dir/>
          <dgm:resizeHandles val="exact"/>
        </dgm:presLayoutVars>
      </dgm:prSet>
      <dgm:spPr/>
    </dgm:pt>
    <dgm:pt modelId="{1914EB00-3ED8-4EEE-A78B-2819BA0D0A14}" type="pres">
      <dgm:prSet presAssocID="{1C99D370-D580-4C73-ABC0-C056B7257C83}" presName="compNode" presStyleCnt="0"/>
      <dgm:spPr/>
    </dgm:pt>
    <dgm:pt modelId="{526A175A-DDAF-48DE-B04D-EB50CEECCDB1}" type="pres">
      <dgm:prSet presAssocID="{1C99D370-D580-4C73-ABC0-C056B7257C83}" presName="iconBgRect" presStyleLbl="bgShp" presStyleIdx="0" presStyleCnt="5"/>
      <dgm:spPr/>
    </dgm:pt>
    <dgm:pt modelId="{702F87AF-E73A-47CC-9794-159A2B1F1323}" type="pres">
      <dgm:prSet presAssocID="{1C99D370-D580-4C73-ABC0-C056B7257C8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dy Builder"/>
        </a:ext>
      </dgm:extLst>
    </dgm:pt>
    <dgm:pt modelId="{A1E09591-6EFA-4D2B-9BC3-7E6B536210E6}" type="pres">
      <dgm:prSet presAssocID="{1C99D370-D580-4C73-ABC0-C056B7257C83}" presName="spaceRect" presStyleCnt="0"/>
      <dgm:spPr/>
    </dgm:pt>
    <dgm:pt modelId="{883C92B5-0BAB-4B9C-BB00-CAC3452D1BA2}" type="pres">
      <dgm:prSet presAssocID="{1C99D370-D580-4C73-ABC0-C056B7257C83}" presName="textRect" presStyleLbl="revTx" presStyleIdx="0" presStyleCnt="5" custScaleX="164927" custLinFactNeighborX="31895" custLinFactNeighborY="-4593">
        <dgm:presLayoutVars>
          <dgm:chMax val="1"/>
          <dgm:chPref val="1"/>
        </dgm:presLayoutVars>
      </dgm:prSet>
      <dgm:spPr/>
    </dgm:pt>
    <dgm:pt modelId="{C986989B-9A90-46AB-A15C-13E28574762B}" type="pres">
      <dgm:prSet presAssocID="{520EB648-E528-4A87-81A7-63FF8E4699A9}" presName="sibTrans" presStyleLbl="sibTrans2D1" presStyleIdx="0" presStyleCnt="0"/>
      <dgm:spPr/>
    </dgm:pt>
    <dgm:pt modelId="{2FF27D42-D2E4-4687-BE02-A9ED95AA65A6}" type="pres">
      <dgm:prSet presAssocID="{9625A41F-7D3B-4FE9-9C74-5852B8DA38F9}" presName="compNode" presStyleCnt="0"/>
      <dgm:spPr/>
    </dgm:pt>
    <dgm:pt modelId="{BD564034-F8F3-4910-96AA-0D3655EEFB33}" type="pres">
      <dgm:prSet presAssocID="{9625A41F-7D3B-4FE9-9C74-5852B8DA38F9}" presName="iconBgRect" presStyleLbl="bgShp" presStyleIdx="1" presStyleCnt="5" custLinFactNeighborX="11695" custLinFactNeighborY="-54631"/>
      <dgm:spPr/>
    </dgm:pt>
    <dgm:pt modelId="{40BCB7D1-D653-4D7B-AEA1-EB3041C2BB95}" type="pres">
      <dgm:prSet presAssocID="{9625A41F-7D3B-4FE9-9C74-5852B8DA38F9}" presName="iconRect" presStyleLbl="node1" presStyleIdx="1" presStyleCnt="5" custLinFactNeighborX="25925" custLinFactNeighborY="-7777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nections"/>
        </a:ext>
      </dgm:extLst>
    </dgm:pt>
    <dgm:pt modelId="{8281BBA9-CD95-4831-BD91-A513B234A169}" type="pres">
      <dgm:prSet presAssocID="{9625A41F-7D3B-4FE9-9C74-5852B8DA38F9}" presName="spaceRect" presStyleCnt="0"/>
      <dgm:spPr/>
    </dgm:pt>
    <dgm:pt modelId="{129383E1-84E5-4041-9EFA-200E0CD90DAB}" type="pres">
      <dgm:prSet presAssocID="{9625A41F-7D3B-4FE9-9C74-5852B8DA38F9}" presName="textRect" presStyleLbl="revTx" presStyleIdx="1" presStyleCnt="5" custScaleX="156200" custLinFactNeighborX="29060" custLinFactNeighborY="-54631">
        <dgm:presLayoutVars>
          <dgm:chMax val="1"/>
          <dgm:chPref val="1"/>
        </dgm:presLayoutVars>
      </dgm:prSet>
      <dgm:spPr/>
    </dgm:pt>
    <dgm:pt modelId="{2BF1A433-D121-47B9-8C6C-8D4E79C324B7}" type="pres">
      <dgm:prSet presAssocID="{C32C3A37-FF86-46CB-98BA-012FB3C4C7E0}" presName="sibTrans" presStyleLbl="sibTrans2D1" presStyleIdx="0" presStyleCnt="0"/>
      <dgm:spPr/>
    </dgm:pt>
    <dgm:pt modelId="{46DA64F3-D11E-4BB6-A7CB-7289326D28D7}" type="pres">
      <dgm:prSet presAssocID="{278CF474-6221-46B1-8045-C5CB4271742A}" presName="compNode" presStyleCnt="0"/>
      <dgm:spPr/>
    </dgm:pt>
    <dgm:pt modelId="{F1EBCF3C-E10B-49B0-B2FC-431C647171C8}" type="pres">
      <dgm:prSet presAssocID="{278CF474-6221-46B1-8045-C5CB4271742A}" presName="iconBgRect" presStyleLbl="bgShp" presStyleIdx="2" presStyleCnt="5"/>
      <dgm:spPr/>
    </dgm:pt>
    <dgm:pt modelId="{402AF84B-A257-449C-920C-8051C51907D8}" type="pres">
      <dgm:prSet presAssocID="{278CF474-6221-46B1-8045-C5CB4271742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ffice Worker"/>
        </a:ext>
      </dgm:extLst>
    </dgm:pt>
    <dgm:pt modelId="{6FBCA943-5DCE-43C3-92B3-E5800D2CCEC3}" type="pres">
      <dgm:prSet presAssocID="{278CF474-6221-46B1-8045-C5CB4271742A}" presName="spaceRect" presStyleCnt="0"/>
      <dgm:spPr/>
    </dgm:pt>
    <dgm:pt modelId="{9CBB5522-2DF1-4EC3-ADE1-0D1222D7B17A}" type="pres">
      <dgm:prSet presAssocID="{278CF474-6221-46B1-8045-C5CB4271742A}" presName="textRect" presStyleLbl="revTx" presStyleIdx="2" presStyleCnt="5">
        <dgm:presLayoutVars>
          <dgm:chMax val="1"/>
          <dgm:chPref val="1"/>
        </dgm:presLayoutVars>
      </dgm:prSet>
      <dgm:spPr/>
    </dgm:pt>
    <dgm:pt modelId="{6126BE3F-ECC2-4149-9DD7-95BD2BCF3BDB}" type="pres">
      <dgm:prSet presAssocID="{3FF003D4-EE8A-41F4-ACCA-9E44134DAD9F}" presName="sibTrans" presStyleLbl="sibTrans2D1" presStyleIdx="0" presStyleCnt="0"/>
      <dgm:spPr/>
    </dgm:pt>
    <dgm:pt modelId="{F504E335-FE29-4AD1-AC20-E998A2BDA969}" type="pres">
      <dgm:prSet presAssocID="{26493733-6649-4C77-9427-3B4CC2860125}" presName="compNode" presStyleCnt="0"/>
      <dgm:spPr/>
    </dgm:pt>
    <dgm:pt modelId="{ABE553B3-F496-4B30-90D0-249183B5EBF5}" type="pres">
      <dgm:prSet presAssocID="{26493733-6649-4C77-9427-3B4CC2860125}" presName="iconBgRect" presStyleLbl="bgShp" presStyleIdx="3" presStyleCnt="5"/>
      <dgm:spPr/>
    </dgm:pt>
    <dgm:pt modelId="{8E8CD7CC-8793-4676-BAB2-6F574DFC831B}" type="pres">
      <dgm:prSet presAssocID="{26493733-6649-4C77-9427-3B4CC286012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ers"/>
        </a:ext>
      </dgm:extLst>
    </dgm:pt>
    <dgm:pt modelId="{6D7ACFD9-4BB8-417E-B77B-B0349F1ADB32}" type="pres">
      <dgm:prSet presAssocID="{26493733-6649-4C77-9427-3B4CC2860125}" presName="spaceRect" presStyleCnt="0"/>
      <dgm:spPr/>
    </dgm:pt>
    <dgm:pt modelId="{E02D1F5D-2813-438B-AA99-96683B776ED8}" type="pres">
      <dgm:prSet presAssocID="{26493733-6649-4C77-9427-3B4CC2860125}" presName="textRect" presStyleLbl="revTx" presStyleIdx="3" presStyleCnt="5">
        <dgm:presLayoutVars>
          <dgm:chMax val="1"/>
          <dgm:chPref val="1"/>
        </dgm:presLayoutVars>
      </dgm:prSet>
      <dgm:spPr/>
    </dgm:pt>
    <dgm:pt modelId="{D69B22F5-9D6D-4D62-AA75-24342C471605}" type="pres">
      <dgm:prSet presAssocID="{E0AED5F3-425A-4989-AF29-7B7CCFB8B78E}" presName="sibTrans" presStyleLbl="sibTrans2D1" presStyleIdx="0" presStyleCnt="0"/>
      <dgm:spPr/>
    </dgm:pt>
    <dgm:pt modelId="{2BCBBA34-D7C3-4F68-B57B-A7244B997C42}" type="pres">
      <dgm:prSet presAssocID="{41C55F5E-FA8D-40B5-A30B-A4B4E0ACD943}" presName="compNode" presStyleCnt="0"/>
      <dgm:spPr/>
    </dgm:pt>
    <dgm:pt modelId="{7CF073AA-79DF-4B44-BEEE-F9BF20AFE8CA}" type="pres">
      <dgm:prSet presAssocID="{41C55F5E-FA8D-40B5-A30B-A4B4E0ACD943}" presName="iconBgRect" presStyleLbl="bgShp" presStyleIdx="4" presStyleCnt="5"/>
      <dgm:spPr/>
    </dgm:pt>
    <dgm:pt modelId="{079FB10D-A986-463B-8B58-3D1607E7E816}" type="pres">
      <dgm:prSet presAssocID="{41C55F5E-FA8D-40B5-A30B-A4B4E0ACD94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Graph with Upward Trend"/>
        </a:ext>
      </dgm:extLst>
    </dgm:pt>
    <dgm:pt modelId="{EAED0999-DE44-4B9E-9C4F-4095F535CF8B}" type="pres">
      <dgm:prSet presAssocID="{41C55F5E-FA8D-40B5-A30B-A4B4E0ACD943}" presName="spaceRect" presStyleCnt="0"/>
      <dgm:spPr/>
    </dgm:pt>
    <dgm:pt modelId="{D788EB13-FA8F-4184-B5EB-994BAD9B8A01}" type="pres">
      <dgm:prSet presAssocID="{41C55F5E-FA8D-40B5-A30B-A4B4E0ACD943}" presName="textRect" presStyleLbl="revTx" presStyleIdx="4" presStyleCnt="5">
        <dgm:presLayoutVars>
          <dgm:chMax val="1"/>
          <dgm:chPref val="1"/>
        </dgm:presLayoutVars>
      </dgm:prSet>
      <dgm:spPr/>
    </dgm:pt>
  </dgm:ptLst>
  <dgm:cxnLst>
    <dgm:cxn modelId="{EF1FB51D-D17A-4BF6-BD31-83260D6C65A9}" type="presOf" srcId="{9625A41F-7D3B-4FE9-9C74-5852B8DA38F9}" destId="{129383E1-84E5-4041-9EFA-200E0CD90DAB}" srcOrd="0" destOrd="0" presId="urn:microsoft.com/office/officeart/2018/2/layout/IconCircleList"/>
    <dgm:cxn modelId="{93BE403F-979B-409E-B0A5-DD2C395D551C}" type="presOf" srcId="{278CF474-6221-46B1-8045-C5CB4271742A}" destId="{9CBB5522-2DF1-4EC3-ADE1-0D1222D7B17A}" srcOrd="0" destOrd="0" presId="urn:microsoft.com/office/officeart/2018/2/layout/IconCircleList"/>
    <dgm:cxn modelId="{F4602D49-0B65-4F54-AA2C-A39565DA15BC}" srcId="{5397AFE5-A76B-43A3-8FC4-FC43C70C934A}" destId="{9625A41F-7D3B-4FE9-9C74-5852B8DA38F9}" srcOrd="1" destOrd="0" parTransId="{02071FBF-14F6-4D9C-AA7A-99486557C084}" sibTransId="{C32C3A37-FF86-46CB-98BA-012FB3C4C7E0}"/>
    <dgm:cxn modelId="{1A40FF6B-F334-4111-9CB2-D8017E0C9821}" type="presOf" srcId="{41C55F5E-FA8D-40B5-A30B-A4B4E0ACD943}" destId="{D788EB13-FA8F-4184-B5EB-994BAD9B8A01}" srcOrd="0" destOrd="0" presId="urn:microsoft.com/office/officeart/2018/2/layout/IconCircleList"/>
    <dgm:cxn modelId="{F0097D6C-7348-4773-A35A-9B6F8BCE035E}" type="presOf" srcId="{26493733-6649-4C77-9427-3B4CC2860125}" destId="{E02D1F5D-2813-438B-AA99-96683B776ED8}" srcOrd="0" destOrd="0" presId="urn:microsoft.com/office/officeart/2018/2/layout/IconCircleList"/>
    <dgm:cxn modelId="{44751753-61D4-4EF3-8183-2A67E0C675BB}" srcId="{5397AFE5-A76B-43A3-8FC4-FC43C70C934A}" destId="{1C99D370-D580-4C73-ABC0-C056B7257C83}" srcOrd="0" destOrd="0" parTransId="{08786A0C-D1F5-44CF-8F0C-BF8A03620A04}" sibTransId="{520EB648-E528-4A87-81A7-63FF8E4699A9}"/>
    <dgm:cxn modelId="{29DD1979-029D-45E9-8D83-A91CA8633094}" type="presOf" srcId="{E0AED5F3-425A-4989-AF29-7B7CCFB8B78E}" destId="{D69B22F5-9D6D-4D62-AA75-24342C471605}" srcOrd="0" destOrd="0" presId="urn:microsoft.com/office/officeart/2018/2/layout/IconCircleList"/>
    <dgm:cxn modelId="{34F04786-881C-4D3E-A5BA-6699039FC6AD}" srcId="{5397AFE5-A76B-43A3-8FC4-FC43C70C934A}" destId="{41C55F5E-FA8D-40B5-A30B-A4B4E0ACD943}" srcOrd="4" destOrd="0" parTransId="{A6CFF59E-BFD2-40C9-8E44-DE51DA4F9810}" sibTransId="{36F884FA-51FD-4FEC-BB0A-CA268DB53D61}"/>
    <dgm:cxn modelId="{ABD3F29C-5515-4767-94FF-6A0782B11D84}" type="presOf" srcId="{C32C3A37-FF86-46CB-98BA-012FB3C4C7E0}" destId="{2BF1A433-D121-47B9-8C6C-8D4E79C324B7}" srcOrd="0" destOrd="0" presId="urn:microsoft.com/office/officeart/2018/2/layout/IconCircleList"/>
    <dgm:cxn modelId="{810DE2A0-DE47-4E31-A59A-1AF999E6A8D3}" srcId="{5397AFE5-A76B-43A3-8FC4-FC43C70C934A}" destId="{26493733-6649-4C77-9427-3B4CC2860125}" srcOrd="3" destOrd="0" parTransId="{2197465A-0B1D-4E6B-A876-5027020AF341}" sibTransId="{E0AED5F3-425A-4989-AF29-7B7CCFB8B78E}"/>
    <dgm:cxn modelId="{7C2954A4-2D5D-4735-AFEF-ECEB14F0FC08}" srcId="{5397AFE5-A76B-43A3-8FC4-FC43C70C934A}" destId="{278CF474-6221-46B1-8045-C5CB4271742A}" srcOrd="2" destOrd="0" parTransId="{B2A6871A-37D4-4A76-8239-B38BF840AB42}" sibTransId="{3FF003D4-EE8A-41F4-ACCA-9E44134DAD9F}"/>
    <dgm:cxn modelId="{654FBAC9-CEC4-498B-892C-7A2D5C18DA92}" type="presOf" srcId="{1C99D370-D580-4C73-ABC0-C056B7257C83}" destId="{883C92B5-0BAB-4B9C-BB00-CAC3452D1BA2}" srcOrd="0" destOrd="0" presId="urn:microsoft.com/office/officeart/2018/2/layout/IconCircleList"/>
    <dgm:cxn modelId="{4D2D6CE0-6002-4B49-BA11-71E71EBF00DA}" type="presOf" srcId="{3FF003D4-EE8A-41F4-ACCA-9E44134DAD9F}" destId="{6126BE3F-ECC2-4149-9DD7-95BD2BCF3BDB}" srcOrd="0" destOrd="0" presId="urn:microsoft.com/office/officeart/2018/2/layout/IconCircleList"/>
    <dgm:cxn modelId="{472F16E7-22D9-41ED-B27B-E1740BC45A4C}" type="presOf" srcId="{5397AFE5-A76B-43A3-8FC4-FC43C70C934A}" destId="{2382297D-86CD-4287-AB61-33FBFD18B91E}" srcOrd="0" destOrd="0" presId="urn:microsoft.com/office/officeart/2018/2/layout/IconCircleList"/>
    <dgm:cxn modelId="{D4A2E8F2-4CF8-4EA0-9BBE-37E8C90B041E}" type="presOf" srcId="{520EB648-E528-4A87-81A7-63FF8E4699A9}" destId="{C986989B-9A90-46AB-A15C-13E28574762B}" srcOrd="0" destOrd="0" presId="urn:microsoft.com/office/officeart/2018/2/layout/IconCircleList"/>
    <dgm:cxn modelId="{40F6B82D-D583-438B-9EBA-E55C09554911}" type="presParOf" srcId="{2382297D-86CD-4287-AB61-33FBFD18B91E}" destId="{430FB6FA-1429-4C11-9777-4AEEC3942312}" srcOrd="0" destOrd="0" presId="urn:microsoft.com/office/officeart/2018/2/layout/IconCircleList"/>
    <dgm:cxn modelId="{DA709310-161D-49ED-B187-717FB3381F85}" type="presParOf" srcId="{430FB6FA-1429-4C11-9777-4AEEC3942312}" destId="{1914EB00-3ED8-4EEE-A78B-2819BA0D0A14}" srcOrd="0" destOrd="0" presId="urn:microsoft.com/office/officeart/2018/2/layout/IconCircleList"/>
    <dgm:cxn modelId="{68F0C1EF-460F-4547-A76A-C3C6172BD8A9}" type="presParOf" srcId="{1914EB00-3ED8-4EEE-A78B-2819BA0D0A14}" destId="{526A175A-DDAF-48DE-B04D-EB50CEECCDB1}" srcOrd="0" destOrd="0" presId="urn:microsoft.com/office/officeart/2018/2/layout/IconCircleList"/>
    <dgm:cxn modelId="{1AF7E7B8-F0A1-4453-9086-5AB136CBA546}" type="presParOf" srcId="{1914EB00-3ED8-4EEE-A78B-2819BA0D0A14}" destId="{702F87AF-E73A-47CC-9794-159A2B1F1323}" srcOrd="1" destOrd="0" presId="urn:microsoft.com/office/officeart/2018/2/layout/IconCircleList"/>
    <dgm:cxn modelId="{91541D9F-22D5-4060-9C5B-CE44CAF94547}" type="presParOf" srcId="{1914EB00-3ED8-4EEE-A78B-2819BA0D0A14}" destId="{A1E09591-6EFA-4D2B-9BC3-7E6B536210E6}" srcOrd="2" destOrd="0" presId="urn:microsoft.com/office/officeart/2018/2/layout/IconCircleList"/>
    <dgm:cxn modelId="{C9E307BC-3DFD-4AA6-A88F-F8260A5D852B}" type="presParOf" srcId="{1914EB00-3ED8-4EEE-A78B-2819BA0D0A14}" destId="{883C92B5-0BAB-4B9C-BB00-CAC3452D1BA2}" srcOrd="3" destOrd="0" presId="urn:microsoft.com/office/officeart/2018/2/layout/IconCircleList"/>
    <dgm:cxn modelId="{34D94F84-232B-49F6-BE57-3A22AC2EB1D6}" type="presParOf" srcId="{430FB6FA-1429-4C11-9777-4AEEC3942312}" destId="{C986989B-9A90-46AB-A15C-13E28574762B}" srcOrd="1" destOrd="0" presId="urn:microsoft.com/office/officeart/2018/2/layout/IconCircleList"/>
    <dgm:cxn modelId="{010F6A06-35D5-4877-81BB-59A7054F0DB8}" type="presParOf" srcId="{430FB6FA-1429-4C11-9777-4AEEC3942312}" destId="{2FF27D42-D2E4-4687-BE02-A9ED95AA65A6}" srcOrd="2" destOrd="0" presId="urn:microsoft.com/office/officeart/2018/2/layout/IconCircleList"/>
    <dgm:cxn modelId="{8E14D0B7-8260-4AE8-A4B3-F17BB0018567}" type="presParOf" srcId="{2FF27D42-D2E4-4687-BE02-A9ED95AA65A6}" destId="{BD564034-F8F3-4910-96AA-0D3655EEFB33}" srcOrd="0" destOrd="0" presId="urn:microsoft.com/office/officeart/2018/2/layout/IconCircleList"/>
    <dgm:cxn modelId="{D025BB3B-BAF6-4967-8F45-BC2550D60977}" type="presParOf" srcId="{2FF27D42-D2E4-4687-BE02-A9ED95AA65A6}" destId="{40BCB7D1-D653-4D7B-AEA1-EB3041C2BB95}" srcOrd="1" destOrd="0" presId="urn:microsoft.com/office/officeart/2018/2/layout/IconCircleList"/>
    <dgm:cxn modelId="{5900E87C-4E61-423A-80DB-C1A43AFE7294}" type="presParOf" srcId="{2FF27D42-D2E4-4687-BE02-A9ED95AA65A6}" destId="{8281BBA9-CD95-4831-BD91-A513B234A169}" srcOrd="2" destOrd="0" presId="urn:microsoft.com/office/officeart/2018/2/layout/IconCircleList"/>
    <dgm:cxn modelId="{4C3C180D-239D-4956-8328-583E5AD60071}" type="presParOf" srcId="{2FF27D42-D2E4-4687-BE02-A9ED95AA65A6}" destId="{129383E1-84E5-4041-9EFA-200E0CD90DAB}" srcOrd="3" destOrd="0" presId="urn:microsoft.com/office/officeart/2018/2/layout/IconCircleList"/>
    <dgm:cxn modelId="{F410031A-F82D-4FAE-8994-6BAAB9295CDE}" type="presParOf" srcId="{430FB6FA-1429-4C11-9777-4AEEC3942312}" destId="{2BF1A433-D121-47B9-8C6C-8D4E79C324B7}" srcOrd="3" destOrd="0" presId="urn:microsoft.com/office/officeart/2018/2/layout/IconCircleList"/>
    <dgm:cxn modelId="{D1F81E68-6D09-4564-BC0F-D3A9B7E32EB3}" type="presParOf" srcId="{430FB6FA-1429-4C11-9777-4AEEC3942312}" destId="{46DA64F3-D11E-4BB6-A7CB-7289326D28D7}" srcOrd="4" destOrd="0" presId="urn:microsoft.com/office/officeart/2018/2/layout/IconCircleList"/>
    <dgm:cxn modelId="{A522B31A-32CF-4845-95AA-2D56B858280F}" type="presParOf" srcId="{46DA64F3-D11E-4BB6-A7CB-7289326D28D7}" destId="{F1EBCF3C-E10B-49B0-B2FC-431C647171C8}" srcOrd="0" destOrd="0" presId="urn:microsoft.com/office/officeart/2018/2/layout/IconCircleList"/>
    <dgm:cxn modelId="{3211AA0C-EB4C-40EF-99D2-607F373D3897}" type="presParOf" srcId="{46DA64F3-D11E-4BB6-A7CB-7289326D28D7}" destId="{402AF84B-A257-449C-920C-8051C51907D8}" srcOrd="1" destOrd="0" presId="urn:microsoft.com/office/officeart/2018/2/layout/IconCircleList"/>
    <dgm:cxn modelId="{CEA3B629-B2F0-4192-94CB-D27112F714A2}" type="presParOf" srcId="{46DA64F3-D11E-4BB6-A7CB-7289326D28D7}" destId="{6FBCA943-5DCE-43C3-92B3-E5800D2CCEC3}" srcOrd="2" destOrd="0" presId="urn:microsoft.com/office/officeart/2018/2/layout/IconCircleList"/>
    <dgm:cxn modelId="{B8EBF355-E850-4553-87A6-09409A603F1B}" type="presParOf" srcId="{46DA64F3-D11E-4BB6-A7CB-7289326D28D7}" destId="{9CBB5522-2DF1-4EC3-ADE1-0D1222D7B17A}" srcOrd="3" destOrd="0" presId="urn:microsoft.com/office/officeart/2018/2/layout/IconCircleList"/>
    <dgm:cxn modelId="{92461AAA-9BC5-4F00-87FD-5EF1D6C60B2A}" type="presParOf" srcId="{430FB6FA-1429-4C11-9777-4AEEC3942312}" destId="{6126BE3F-ECC2-4149-9DD7-95BD2BCF3BDB}" srcOrd="5" destOrd="0" presId="urn:microsoft.com/office/officeart/2018/2/layout/IconCircleList"/>
    <dgm:cxn modelId="{3A7DEA00-EB04-4DAE-A9AC-81270A2ED158}" type="presParOf" srcId="{430FB6FA-1429-4C11-9777-4AEEC3942312}" destId="{F504E335-FE29-4AD1-AC20-E998A2BDA969}" srcOrd="6" destOrd="0" presId="urn:microsoft.com/office/officeart/2018/2/layout/IconCircleList"/>
    <dgm:cxn modelId="{ACF1714C-FFF6-4DF0-96C9-FA6618A5352C}" type="presParOf" srcId="{F504E335-FE29-4AD1-AC20-E998A2BDA969}" destId="{ABE553B3-F496-4B30-90D0-249183B5EBF5}" srcOrd="0" destOrd="0" presId="urn:microsoft.com/office/officeart/2018/2/layout/IconCircleList"/>
    <dgm:cxn modelId="{06D7CF7A-753F-4DEC-B027-4092EEAAA9DA}" type="presParOf" srcId="{F504E335-FE29-4AD1-AC20-E998A2BDA969}" destId="{8E8CD7CC-8793-4676-BAB2-6F574DFC831B}" srcOrd="1" destOrd="0" presId="urn:microsoft.com/office/officeart/2018/2/layout/IconCircleList"/>
    <dgm:cxn modelId="{C122FD47-63E3-4D11-AB2D-16F46C975A7B}" type="presParOf" srcId="{F504E335-FE29-4AD1-AC20-E998A2BDA969}" destId="{6D7ACFD9-4BB8-417E-B77B-B0349F1ADB32}" srcOrd="2" destOrd="0" presId="urn:microsoft.com/office/officeart/2018/2/layout/IconCircleList"/>
    <dgm:cxn modelId="{D8F11E29-C272-4FA6-BFC5-41C96DC14902}" type="presParOf" srcId="{F504E335-FE29-4AD1-AC20-E998A2BDA969}" destId="{E02D1F5D-2813-438B-AA99-96683B776ED8}" srcOrd="3" destOrd="0" presId="urn:microsoft.com/office/officeart/2018/2/layout/IconCircleList"/>
    <dgm:cxn modelId="{6EEBCE9D-2285-4FDB-9155-0BD783309718}" type="presParOf" srcId="{430FB6FA-1429-4C11-9777-4AEEC3942312}" destId="{D69B22F5-9D6D-4D62-AA75-24342C471605}" srcOrd="7" destOrd="0" presId="urn:microsoft.com/office/officeart/2018/2/layout/IconCircleList"/>
    <dgm:cxn modelId="{6D85C661-F616-46F6-8346-322C056E134E}" type="presParOf" srcId="{430FB6FA-1429-4C11-9777-4AEEC3942312}" destId="{2BCBBA34-D7C3-4F68-B57B-A7244B997C42}" srcOrd="8" destOrd="0" presId="urn:microsoft.com/office/officeart/2018/2/layout/IconCircleList"/>
    <dgm:cxn modelId="{D1A782DB-D42C-42BB-BB38-695454CDF4E5}" type="presParOf" srcId="{2BCBBA34-D7C3-4F68-B57B-A7244B997C42}" destId="{7CF073AA-79DF-4B44-BEEE-F9BF20AFE8CA}" srcOrd="0" destOrd="0" presId="urn:microsoft.com/office/officeart/2018/2/layout/IconCircleList"/>
    <dgm:cxn modelId="{42EE8361-2BFD-4CC6-B670-118D0F28CC92}" type="presParOf" srcId="{2BCBBA34-D7C3-4F68-B57B-A7244B997C42}" destId="{079FB10D-A986-463B-8B58-3D1607E7E816}" srcOrd="1" destOrd="0" presId="urn:microsoft.com/office/officeart/2018/2/layout/IconCircleList"/>
    <dgm:cxn modelId="{27A743D0-3510-4691-AF2D-95284B2B0F19}" type="presParOf" srcId="{2BCBBA34-D7C3-4F68-B57B-A7244B997C42}" destId="{EAED0999-DE44-4B9E-9C4F-4095F535CF8B}" srcOrd="2" destOrd="0" presId="urn:microsoft.com/office/officeart/2018/2/layout/IconCircleList"/>
    <dgm:cxn modelId="{2FC46C26-CADF-43ED-9E14-20B678371DF6}" type="presParOf" srcId="{2BCBBA34-D7C3-4F68-B57B-A7244B997C42}" destId="{D788EB13-FA8F-4184-B5EB-994BAD9B8A0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4D654B-9C41-409F-814E-8224789275E4}" type="doc">
      <dgm:prSet loTypeId="urn:microsoft.com/office/officeart/2018/5/layout/IconCircleLabelList" loCatId="icon" qsTypeId="urn:microsoft.com/office/officeart/2005/8/quickstyle/simple1" qsCatId="simple" csTypeId="urn:microsoft.com/office/officeart/2018/5/colors/Iconchunking_neutralicon_accent0_3" csCatId="mainScheme" phldr="1"/>
      <dgm:spPr/>
      <dgm:t>
        <a:bodyPr/>
        <a:lstStyle/>
        <a:p>
          <a:endParaRPr lang="en-US"/>
        </a:p>
      </dgm:t>
    </dgm:pt>
    <dgm:pt modelId="{B5DFC2C5-3433-4486-A78C-1805E3B1D062}">
      <dgm:prSet/>
      <dgm:spPr/>
      <dgm:t>
        <a:bodyPr/>
        <a:lstStyle/>
        <a:p>
          <a:pPr>
            <a:defRPr cap="all"/>
          </a:pPr>
          <a:r>
            <a:rPr lang="en-US"/>
            <a:t>Safety</a:t>
          </a:r>
        </a:p>
      </dgm:t>
    </dgm:pt>
    <dgm:pt modelId="{E89DAB19-DFA1-40D5-AA18-095F2524042F}" type="parTrans" cxnId="{39DA6EF0-9D6E-4CB7-8FB1-11019B3A594E}">
      <dgm:prSet/>
      <dgm:spPr/>
      <dgm:t>
        <a:bodyPr/>
        <a:lstStyle/>
        <a:p>
          <a:endParaRPr lang="en-US"/>
        </a:p>
      </dgm:t>
    </dgm:pt>
    <dgm:pt modelId="{244EFC08-B316-4FB1-B3DF-3AFCD4A27BA8}" type="sibTrans" cxnId="{39DA6EF0-9D6E-4CB7-8FB1-11019B3A594E}">
      <dgm:prSet/>
      <dgm:spPr/>
      <dgm:t>
        <a:bodyPr/>
        <a:lstStyle/>
        <a:p>
          <a:endParaRPr lang="en-US"/>
        </a:p>
      </dgm:t>
    </dgm:pt>
    <dgm:pt modelId="{755D182F-AF2F-4C01-9D47-B3ED7A5AFC43}">
      <dgm:prSet/>
      <dgm:spPr/>
      <dgm:t>
        <a:bodyPr/>
        <a:lstStyle/>
        <a:p>
          <a:pPr>
            <a:defRPr cap="all"/>
          </a:pPr>
          <a:r>
            <a:rPr lang="en-US"/>
            <a:t>Quality</a:t>
          </a:r>
        </a:p>
      </dgm:t>
    </dgm:pt>
    <dgm:pt modelId="{24C8786A-3AE7-40F2-8C15-F81053AFA9E2}" type="parTrans" cxnId="{900E1DFD-229A-4EC2-95FB-052CD03B83EF}">
      <dgm:prSet/>
      <dgm:spPr/>
      <dgm:t>
        <a:bodyPr/>
        <a:lstStyle/>
        <a:p>
          <a:endParaRPr lang="en-US"/>
        </a:p>
      </dgm:t>
    </dgm:pt>
    <dgm:pt modelId="{792D384E-9707-4202-90E1-CFA5C7FAE2B7}" type="sibTrans" cxnId="{900E1DFD-229A-4EC2-95FB-052CD03B83EF}">
      <dgm:prSet/>
      <dgm:spPr/>
      <dgm:t>
        <a:bodyPr/>
        <a:lstStyle/>
        <a:p>
          <a:endParaRPr lang="en-US"/>
        </a:p>
      </dgm:t>
    </dgm:pt>
    <dgm:pt modelId="{CE5A3B18-821A-4A1B-80A1-92507521495A}">
      <dgm:prSet/>
      <dgm:spPr/>
      <dgm:t>
        <a:bodyPr/>
        <a:lstStyle/>
        <a:p>
          <a:pPr>
            <a:defRPr cap="all"/>
          </a:pPr>
          <a:r>
            <a:rPr lang="en-US"/>
            <a:t>Productivity</a:t>
          </a:r>
        </a:p>
      </dgm:t>
    </dgm:pt>
    <dgm:pt modelId="{1FE0AC68-ECE6-462E-AEC1-246F0275AAEE}" type="parTrans" cxnId="{4F77F055-BDB7-4797-A296-8C875D43671F}">
      <dgm:prSet/>
      <dgm:spPr/>
      <dgm:t>
        <a:bodyPr/>
        <a:lstStyle/>
        <a:p>
          <a:endParaRPr lang="en-US"/>
        </a:p>
      </dgm:t>
    </dgm:pt>
    <dgm:pt modelId="{25D8D157-5E73-43C3-A81A-F49D21BE939B}" type="sibTrans" cxnId="{4F77F055-BDB7-4797-A296-8C875D43671F}">
      <dgm:prSet/>
      <dgm:spPr/>
      <dgm:t>
        <a:bodyPr/>
        <a:lstStyle/>
        <a:p>
          <a:endParaRPr lang="en-US"/>
        </a:p>
      </dgm:t>
    </dgm:pt>
    <dgm:pt modelId="{0881C30C-5FC4-4827-92B0-1B90D70DF9CE}" type="pres">
      <dgm:prSet presAssocID="{984D654B-9C41-409F-814E-8224789275E4}" presName="root" presStyleCnt="0">
        <dgm:presLayoutVars>
          <dgm:dir/>
          <dgm:resizeHandles val="exact"/>
        </dgm:presLayoutVars>
      </dgm:prSet>
      <dgm:spPr/>
    </dgm:pt>
    <dgm:pt modelId="{B62DC7C5-67F6-4362-9B01-04AB61C572C9}" type="pres">
      <dgm:prSet presAssocID="{B5DFC2C5-3433-4486-A78C-1805E3B1D062}" presName="compNode" presStyleCnt="0"/>
      <dgm:spPr/>
    </dgm:pt>
    <dgm:pt modelId="{7C799259-C4E1-4338-A49D-75082E0C1074}" type="pres">
      <dgm:prSet presAssocID="{B5DFC2C5-3433-4486-A78C-1805E3B1D062}" presName="iconBgRect" presStyleLbl="bgShp" presStyleIdx="0" presStyleCnt="3"/>
      <dgm:spPr/>
    </dgm:pt>
    <dgm:pt modelId="{51C3C57B-AA83-47AD-951C-42221BC9DE7D}" type="pres">
      <dgm:prSet presAssocID="{B5DFC2C5-3433-4486-A78C-1805E3B1D06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tecting Hand"/>
        </a:ext>
      </dgm:extLst>
    </dgm:pt>
    <dgm:pt modelId="{A9680C4B-8E5E-4A59-BA28-BDE15032CEE6}" type="pres">
      <dgm:prSet presAssocID="{B5DFC2C5-3433-4486-A78C-1805E3B1D062}" presName="spaceRect" presStyleCnt="0"/>
      <dgm:spPr/>
    </dgm:pt>
    <dgm:pt modelId="{C2C331B3-D2A6-47F2-9DA4-8F8D74F11782}" type="pres">
      <dgm:prSet presAssocID="{B5DFC2C5-3433-4486-A78C-1805E3B1D062}" presName="textRect" presStyleLbl="revTx" presStyleIdx="0" presStyleCnt="3">
        <dgm:presLayoutVars>
          <dgm:chMax val="1"/>
          <dgm:chPref val="1"/>
        </dgm:presLayoutVars>
      </dgm:prSet>
      <dgm:spPr/>
    </dgm:pt>
    <dgm:pt modelId="{0915FE37-7B9D-483A-ACF9-C7F84FA202B0}" type="pres">
      <dgm:prSet presAssocID="{244EFC08-B316-4FB1-B3DF-3AFCD4A27BA8}" presName="sibTrans" presStyleCnt="0"/>
      <dgm:spPr/>
    </dgm:pt>
    <dgm:pt modelId="{44C39D68-D59F-497F-97D1-C8EE5ADACCF9}" type="pres">
      <dgm:prSet presAssocID="{755D182F-AF2F-4C01-9D47-B3ED7A5AFC43}" presName="compNode" presStyleCnt="0"/>
      <dgm:spPr/>
    </dgm:pt>
    <dgm:pt modelId="{6FA0B646-FBCF-447E-B363-07F377E8C2F5}" type="pres">
      <dgm:prSet presAssocID="{755D182F-AF2F-4C01-9D47-B3ED7A5AFC43}" presName="iconBgRect" presStyleLbl="bgShp" presStyleIdx="1" presStyleCnt="3"/>
      <dgm:spPr/>
    </dgm:pt>
    <dgm:pt modelId="{F941CB83-AB15-4499-8044-BABE3560949C}" type="pres">
      <dgm:prSet presAssocID="{755D182F-AF2F-4C01-9D47-B3ED7A5AFC4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8C9AE706-B666-44E9-89A9-F994A2F21D17}" type="pres">
      <dgm:prSet presAssocID="{755D182F-AF2F-4C01-9D47-B3ED7A5AFC43}" presName="spaceRect" presStyleCnt="0"/>
      <dgm:spPr/>
    </dgm:pt>
    <dgm:pt modelId="{8576076C-C54B-4502-A27D-6A2DE5AB31EE}" type="pres">
      <dgm:prSet presAssocID="{755D182F-AF2F-4C01-9D47-B3ED7A5AFC43}" presName="textRect" presStyleLbl="revTx" presStyleIdx="1" presStyleCnt="3">
        <dgm:presLayoutVars>
          <dgm:chMax val="1"/>
          <dgm:chPref val="1"/>
        </dgm:presLayoutVars>
      </dgm:prSet>
      <dgm:spPr/>
    </dgm:pt>
    <dgm:pt modelId="{98A4F5F7-653C-44A3-B2A4-15C1D21A1EB5}" type="pres">
      <dgm:prSet presAssocID="{792D384E-9707-4202-90E1-CFA5C7FAE2B7}" presName="sibTrans" presStyleCnt="0"/>
      <dgm:spPr/>
    </dgm:pt>
    <dgm:pt modelId="{D2D85736-1699-4050-BAD0-E12E0192DD07}" type="pres">
      <dgm:prSet presAssocID="{CE5A3B18-821A-4A1B-80A1-92507521495A}" presName="compNode" presStyleCnt="0"/>
      <dgm:spPr/>
    </dgm:pt>
    <dgm:pt modelId="{067BCBCD-2114-4E76-8620-30C0A1BE09B9}" type="pres">
      <dgm:prSet presAssocID="{CE5A3B18-821A-4A1B-80A1-92507521495A}" presName="iconBgRect" presStyleLbl="bgShp" presStyleIdx="2" presStyleCnt="3"/>
      <dgm:spPr/>
    </dgm:pt>
    <dgm:pt modelId="{D2E70EEB-945C-44B4-A4C3-88EC5160F71B}" type="pres">
      <dgm:prSet presAssocID="{CE5A3B18-821A-4A1B-80A1-92507521495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8BD50B98-EA03-4EE9-ADBC-7721BBC933C7}" type="pres">
      <dgm:prSet presAssocID="{CE5A3B18-821A-4A1B-80A1-92507521495A}" presName="spaceRect" presStyleCnt="0"/>
      <dgm:spPr/>
    </dgm:pt>
    <dgm:pt modelId="{B8237224-A34E-4327-BEFB-AA88278265FE}" type="pres">
      <dgm:prSet presAssocID="{CE5A3B18-821A-4A1B-80A1-92507521495A}" presName="textRect" presStyleLbl="revTx" presStyleIdx="2" presStyleCnt="3">
        <dgm:presLayoutVars>
          <dgm:chMax val="1"/>
          <dgm:chPref val="1"/>
        </dgm:presLayoutVars>
      </dgm:prSet>
      <dgm:spPr/>
    </dgm:pt>
  </dgm:ptLst>
  <dgm:cxnLst>
    <dgm:cxn modelId="{6694D229-E6D3-4086-B30C-91A7C7FEB55E}" type="presOf" srcId="{CE5A3B18-821A-4A1B-80A1-92507521495A}" destId="{B8237224-A34E-4327-BEFB-AA88278265FE}" srcOrd="0" destOrd="0" presId="urn:microsoft.com/office/officeart/2018/5/layout/IconCircleLabelList"/>
    <dgm:cxn modelId="{15A4C168-5B4C-4F8F-AAFC-AB558F2EC316}" type="presOf" srcId="{984D654B-9C41-409F-814E-8224789275E4}" destId="{0881C30C-5FC4-4827-92B0-1B90D70DF9CE}" srcOrd="0" destOrd="0" presId="urn:microsoft.com/office/officeart/2018/5/layout/IconCircleLabelList"/>
    <dgm:cxn modelId="{DB4E846E-6388-4680-9DA3-DF31E1C60C78}" type="presOf" srcId="{B5DFC2C5-3433-4486-A78C-1805E3B1D062}" destId="{C2C331B3-D2A6-47F2-9DA4-8F8D74F11782}" srcOrd="0" destOrd="0" presId="urn:microsoft.com/office/officeart/2018/5/layout/IconCircleLabelList"/>
    <dgm:cxn modelId="{4F77F055-BDB7-4797-A296-8C875D43671F}" srcId="{984D654B-9C41-409F-814E-8224789275E4}" destId="{CE5A3B18-821A-4A1B-80A1-92507521495A}" srcOrd="2" destOrd="0" parTransId="{1FE0AC68-ECE6-462E-AEC1-246F0275AAEE}" sibTransId="{25D8D157-5E73-43C3-A81A-F49D21BE939B}"/>
    <dgm:cxn modelId="{9753299D-AEF0-4574-A678-C2D98DFE0BBB}" type="presOf" srcId="{755D182F-AF2F-4C01-9D47-B3ED7A5AFC43}" destId="{8576076C-C54B-4502-A27D-6A2DE5AB31EE}" srcOrd="0" destOrd="0" presId="urn:microsoft.com/office/officeart/2018/5/layout/IconCircleLabelList"/>
    <dgm:cxn modelId="{39DA6EF0-9D6E-4CB7-8FB1-11019B3A594E}" srcId="{984D654B-9C41-409F-814E-8224789275E4}" destId="{B5DFC2C5-3433-4486-A78C-1805E3B1D062}" srcOrd="0" destOrd="0" parTransId="{E89DAB19-DFA1-40D5-AA18-095F2524042F}" sibTransId="{244EFC08-B316-4FB1-B3DF-3AFCD4A27BA8}"/>
    <dgm:cxn modelId="{900E1DFD-229A-4EC2-95FB-052CD03B83EF}" srcId="{984D654B-9C41-409F-814E-8224789275E4}" destId="{755D182F-AF2F-4C01-9D47-B3ED7A5AFC43}" srcOrd="1" destOrd="0" parTransId="{24C8786A-3AE7-40F2-8C15-F81053AFA9E2}" sibTransId="{792D384E-9707-4202-90E1-CFA5C7FAE2B7}"/>
    <dgm:cxn modelId="{45CADB59-B412-44FB-87C0-34E0B3F8277F}" type="presParOf" srcId="{0881C30C-5FC4-4827-92B0-1B90D70DF9CE}" destId="{B62DC7C5-67F6-4362-9B01-04AB61C572C9}" srcOrd="0" destOrd="0" presId="urn:microsoft.com/office/officeart/2018/5/layout/IconCircleLabelList"/>
    <dgm:cxn modelId="{853B7B0B-5BC5-4D43-BBC0-7C724664B2DB}" type="presParOf" srcId="{B62DC7C5-67F6-4362-9B01-04AB61C572C9}" destId="{7C799259-C4E1-4338-A49D-75082E0C1074}" srcOrd="0" destOrd="0" presId="urn:microsoft.com/office/officeart/2018/5/layout/IconCircleLabelList"/>
    <dgm:cxn modelId="{37AC1329-E5C7-452E-9287-D98DB15AC701}" type="presParOf" srcId="{B62DC7C5-67F6-4362-9B01-04AB61C572C9}" destId="{51C3C57B-AA83-47AD-951C-42221BC9DE7D}" srcOrd="1" destOrd="0" presId="urn:microsoft.com/office/officeart/2018/5/layout/IconCircleLabelList"/>
    <dgm:cxn modelId="{B3625D43-EE5D-4688-AEE7-AA88F2305A5B}" type="presParOf" srcId="{B62DC7C5-67F6-4362-9B01-04AB61C572C9}" destId="{A9680C4B-8E5E-4A59-BA28-BDE15032CEE6}" srcOrd="2" destOrd="0" presId="urn:microsoft.com/office/officeart/2018/5/layout/IconCircleLabelList"/>
    <dgm:cxn modelId="{4DD0F4CA-BC5D-44B1-B841-6636C2B9A87C}" type="presParOf" srcId="{B62DC7C5-67F6-4362-9B01-04AB61C572C9}" destId="{C2C331B3-D2A6-47F2-9DA4-8F8D74F11782}" srcOrd="3" destOrd="0" presId="urn:microsoft.com/office/officeart/2018/5/layout/IconCircleLabelList"/>
    <dgm:cxn modelId="{0F35EF01-A5D3-4EEB-B57B-D50623C79C7F}" type="presParOf" srcId="{0881C30C-5FC4-4827-92B0-1B90D70DF9CE}" destId="{0915FE37-7B9D-483A-ACF9-C7F84FA202B0}" srcOrd="1" destOrd="0" presId="urn:microsoft.com/office/officeart/2018/5/layout/IconCircleLabelList"/>
    <dgm:cxn modelId="{A2E328CF-B0CB-4E2A-8303-9B618FB98F50}" type="presParOf" srcId="{0881C30C-5FC4-4827-92B0-1B90D70DF9CE}" destId="{44C39D68-D59F-497F-97D1-C8EE5ADACCF9}" srcOrd="2" destOrd="0" presId="urn:microsoft.com/office/officeart/2018/5/layout/IconCircleLabelList"/>
    <dgm:cxn modelId="{7E8DCA22-E9BA-498A-A3F3-216DB5F6F844}" type="presParOf" srcId="{44C39D68-D59F-497F-97D1-C8EE5ADACCF9}" destId="{6FA0B646-FBCF-447E-B363-07F377E8C2F5}" srcOrd="0" destOrd="0" presId="urn:microsoft.com/office/officeart/2018/5/layout/IconCircleLabelList"/>
    <dgm:cxn modelId="{2578ECD9-4ECE-427C-A9A9-3390F149DFA0}" type="presParOf" srcId="{44C39D68-D59F-497F-97D1-C8EE5ADACCF9}" destId="{F941CB83-AB15-4499-8044-BABE3560949C}" srcOrd="1" destOrd="0" presId="urn:microsoft.com/office/officeart/2018/5/layout/IconCircleLabelList"/>
    <dgm:cxn modelId="{96281A66-798B-4342-9BC4-B2370FFCCC66}" type="presParOf" srcId="{44C39D68-D59F-497F-97D1-C8EE5ADACCF9}" destId="{8C9AE706-B666-44E9-89A9-F994A2F21D17}" srcOrd="2" destOrd="0" presId="urn:microsoft.com/office/officeart/2018/5/layout/IconCircleLabelList"/>
    <dgm:cxn modelId="{0A6A25C3-4A88-4F67-B5D4-BC7F642EF12B}" type="presParOf" srcId="{44C39D68-D59F-497F-97D1-C8EE5ADACCF9}" destId="{8576076C-C54B-4502-A27D-6A2DE5AB31EE}" srcOrd="3" destOrd="0" presId="urn:microsoft.com/office/officeart/2018/5/layout/IconCircleLabelList"/>
    <dgm:cxn modelId="{02876210-2B80-4534-94C5-C2B67470304C}" type="presParOf" srcId="{0881C30C-5FC4-4827-92B0-1B90D70DF9CE}" destId="{98A4F5F7-653C-44A3-B2A4-15C1D21A1EB5}" srcOrd="3" destOrd="0" presId="urn:microsoft.com/office/officeart/2018/5/layout/IconCircleLabelList"/>
    <dgm:cxn modelId="{2582CE92-7689-4E49-9734-198AE2E889C0}" type="presParOf" srcId="{0881C30C-5FC4-4827-92B0-1B90D70DF9CE}" destId="{D2D85736-1699-4050-BAD0-E12E0192DD07}" srcOrd="4" destOrd="0" presId="urn:microsoft.com/office/officeart/2018/5/layout/IconCircleLabelList"/>
    <dgm:cxn modelId="{5546C86C-8359-49E1-934F-697C32BB4CD1}" type="presParOf" srcId="{D2D85736-1699-4050-BAD0-E12E0192DD07}" destId="{067BCBCD-2114-4E76-8620-30C0A1BE09B9}" srcOrd="0" destOrd="0" presId="urn:microsoft.com/office/officeart/2018/5/layout/IconCircleLabelList"/>
    <dgm:cxn modelId="{DD7BCD3E-D004-4843-A56A-F274DDF2E7E2}" type="presParOf" srcId="{D2D85736-1699-4050-BAD0-E12E0192DD07}" destId="{D2E70EEB-945C-44B4-A4C3-88EC5160F71B}" srcOrd="1" destOrd="0" presId="urn:microsoft.com/office/officeart/2018/5/layout/IconCircleLabelList"/>
    <dgm:cxn modelId="{B8013E13-4346-425A-9573-1E7AD180E5F5}" type="presParOf" srcId="{D2D85736-1699-4050-BAD0-E12E0192DD07}" destId="{8BD50B98-EA03-4EE9-ADBC-7721BBC933C7}" srcOrd="2" destOrd="0" presId="urn:microsoft.com/office/officeart/2018/5/layout/IconCircleLabelList"/>
    <dgm:cxn modelId="{7EDCB9AE-9DAE-48AD-AEB1-8F5A27352B97}" type="presParOf" srcId="{D2D85736-1699-4050-BAD0-E12E0192DD07}" destId="{B8237224-A34E-4327-BEFB-AA88278265F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1B083FC-B815-41AD-AF80-260394EFD2F4}"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18CDFD99-A3C0-47FD-8F29-4FA5198CF560}">
      <dgm:prSet/>
      <dgm:spPr/>
      <dgm:t>
        <a:bodyPr/>
        <a:lstStyle/>
        <a:p>
          <a:r>
            <a:rPr lang="en-IN"/>
            <a:t>Improves quality and productivity</a:t>
          </a:r>
          <a:endParaRPr lang="en-US"/>
        </a:p>
      </dgm:t>
    </dgm:pt>
    <dgm:pt modelId="{B7DC2C40-AFAA-48DE-8315-382AE3F82887}" type="parTrans" cxnId="{F2811839-5D6B-4ED4-B9AE-5778223CD4F3}">
      <dgm:prSet/>
      <dgm:spPr/>
      <dgm:t>
        <a:bodyPr/>
        <a:lstStyle/>
        <a:p>
          <a:endParaRPr lang="en-US"/>
        </a:p>
      </dgm:t>
    </dgm:pt>
    <dgm:pt modelId="{563AC40E-AADE-474C-94C3-9BD1A2E866F1}" type="sibTrans" cxnId="{F2811839-5D6B-4ED4-B9AE-5778223CD4F3}">
      <dgm:prSet/>
      <dgm:spPr/>
      <dgm:t>
        <a:bodyPr/>
        <a:lstStyle/>
        <a:p>
          <a:endParaRPr lang="en-US"/>
        </a:p>
      </dgm:t>
    </dgm:pt>
    <dgm:pt modelId="{71736BE7-7791-4E2D-8A93-5D9D888865C4}">
      <dgm:prSet/>
      <dgm:spPr/>
      <dgm:t>
        <a:bodyPr/>
        <a:lstStyle/>
        <a:p>
          <a:r>
            <a:rPr lang="en-US"/>
            <a:t>When operations are unsafe, they aren’t well-managed</a:t>
          </a:r>
        </a:p>
      </dgm:t>
    </dgm:pt>
    <dgm:pt modelId="{5DD75E07-9AF4-4D85-B1F4-2F9A923C55B1}" type="parTrans" cxnId="{0E9D9580-5E3B-4471-982B-0F4E761591A0}">
      <dgm:prSet/>
      <dgm:spPr/>
      <dgm:t>
        <a:bodyPr/>
        <a:lstStyle/>
        <a:p>
          <a:endParaRPr lang="en-US"/>
        </a:p>
      </dgm:t>
    </dgm:pt>
    <dgm:pt modelId="{F0471CCA-F165-475D-B8E3-57C0D8DAB4C0}" type="sibTrans" cxnId="{0E9D9580-5E3B-4471-982B-0F4E761591A0}">
      <dgm:prSet/>
      <dgm:spPr/>
      <dgm:t>
        <a:bodyPr/>
        <a:lstStyle/>
        <a:p>
          <a:endParaRPr lang="en-US"/>
        </a:p>
      </dgm:t>
    </dgm:pt>
    <dgm:pt modelId="{3DAB8D28-EEB2-4E40-B4B1-71D6116D5607}">
      <dgm:prSet/>
      <dgm:spPr/>
      <dgm:t>
        <a:bodyPr/>
        <a:lstStyle/>
        <a:p>
          <a:r>
            <a:rPr lang="en-US"/>
            <a:t>Employees will not be motivated nor mindful, and employee churn will be far greater</a:t>
          </a:r>
        </a:p>
      </dgm:t>
    </dgm:pt>
    <dgm:pt modelId="{7E3433D1-49F2-4D70-A6DC-4D721938A35A}" type="parTrans" cxnId="{E7524C1E-0B3C-4017-B7CD-79776FABA8D7}">
      <dgm:prSet/>
      <dgm:spPr/>
      <dgm:t>
        <a:bodyPr/>
        <a:lstStyle/>
        <a:p>
          <a:endParaRPr lang="en-US"/>
        </a:p>
      </dgm:t>
    </dgm:pt>
    <dgm:pt modelId="{B55FA9EF-60F0-4296-A619-3EB043022FBB}" type="sibTrans" cxnId="{E7524C1E-0B3C-4017-B7CD-79776FABA8D7}">
      <dgm:prSet/>
      <dgm:spPr/>
      <dgm:t>
        <a:bodyPr/>
        <a:lstStyle/>
        <a:p>
          <a:endParaRPr lang="en-US"/>
        </a:p>
      </dgm:t>
    </dgm:pt>
    <dgm:pt modelId="{F07FFEE7-A39B-4F5D-BFB4-D99417A6A235}">
      <dgm:prSet/>
      <dgm:spPr/>
      <dgm:t>
        <a:bodyPr/>
        <a:lstStyle/>
        <a:p>
          <a:r>
            <a:rPr lang="en-US"/>
            <a:t>Quality and productivity both suffer when employees are under stress, unsatisfied, or unable to complete their mission</a:t>
          </a:r>
        </a:p>
      </dgm:t>
    </dgm:pt>
    <dgm:pt modelId="{4076E1FC-C041-4742-B1D6-6664CCEDC3E9}" type="parTrans" cxnId="{AD5CCB6D-1779-4BAF-B091-4A37D62C5CFA}">
      <dgm:prSet/>
      <dgm:spPr/>
      <dgm:t>
        <a:bodyPr/>
        <a:lstStyle/>
        <a:p>
          <a:endParaRPr lang="en-US"/>
        </a:p>
      </dgm:t>
    </dgm:pt>
    <dgm:pt modelId="{6B0B056A-0FFD-4906-A50D-9AC287FCB8D7}" type="sibTrans" cxnId="{AD5CCB6D-1779-4BAF-B091-4A37D62C5CFA}">
      <dgm:prSet/>
      <dgm:spPr/>
      <dgm:t>
        <a:bodyPr/>
        <a:lstStyle/>
        <a:p>
          <a:endParaRPr lang="en-US"/>
        </a:p>
      </dgm:t>
    </dgm:pt>
    <dgm:pt modelId="{21A8C779-AE80-468C-8A61-D06D11EE7B22}">
      <dgm:prSet/>
      <dgm:spPr/>
      <dgm:t>
        <a:bodyPr/>
        <a:lstStyle/>
        <a:p>
          <a:r>
            <a:rPr lang="en-US"/>
            <a:t>But when businesses are safe, it frees up employees to focus on their quality and their productivity</a:t>
          </a:r>
        </a:p>
      </dgm:t>
    </dgm:pt>
    <dgm:pt modelId="{8884DB48-89C5-48C0-B331-AF101183663F}" type="parTrans" cxnId="{56359A47-A266-498B-883F-68EF31E750C7}">
      <dgm:prSet/>
      <dgm:spPr/>
      <dgm:t>
        <a:bodyPr/>
        <a:lstStyle/>
        <a:p>
          <a:endParaRPr lang="en-US"/>
        </a:p>
      </dgm:t>
    </dgm:pt>
    <dgm:pt modelId="{053A37E1-20F3-41B9-AF28-8324AE01B916}" type="sibTrans" cxnId="{56359A47-A266-498B-883F-68EF31E750C7}">
      <dgm:prSet/>
      <dgm:spPr/>
      <dgm:t>
        <a:bodyPr/>
        <a:lstStyle/>
        <a:p>
          <a:endParaRPr lang="en-US"/>
        </a:p>
      </dgm:t>
    </dgm:pt>
    <dgm:pt modelId="{982B4DAF-962F-4381-8266-1D23221663DB}">
      <dgm:prSet/>
      <dgm:spPr/>
      <dgm:t>
        <a:bodyPr/>
        <a:lstStyle/>
        <a:p>
          <a:r>
            <a:rPr lang="en-US"/>
            <a:t>The safer the organization is, the less frequently the organization will experience large scale disruption</a:t>
          </a:r>
        </a:p>
      </dgm:t>
    </dgm:pt>
    <dgm:pt modelId="{C2739EE3-F720-4F16-9164-EF8049815B92}" type="parTrans" cxnId="{45C6B851-6DAC-467E-8C2F-ADE81F531817}">
      <dgm:prSet/>
      <dgm:spPr/>
      <dgm:t>
        <a:bodyPr/>
        <a:lstStyle/>
        <a:p>
          <a:endParaRPr lang="en-US"/>
        </a:p>
      </dgm:t>
    </dgm:pt>
    <dgm:pt modelId="{CE29410F-FD95-4F8B-A99B-B798F1CAE93F}" type="sibTrans" cxnId="{45C6B851-6DAC-467E-8C2F-ADE81F531817}">
      <dgm:prSet/>
      <dgm:spPr/>
      <dgm:t>
        <a:bodyPr/>
        <a:lstStyle/>
        <a:p>
          <a:endParaRPr lang="en-US"/>
        </a:p>
      </dgm:t>
    </dgm:pt>
    <dgm:pt modelId="{4DFF6E3F-A044-4245-A31E-6AD614497FEA}" type="pres">
      <dgm:prSet presAssocID="{41B083FC-B815-41AD-AF80-260394EFD2F4}" presName="diagram" presStyleCnt="0">
        <dgm:presLayoutVars>
          <dgm:dir/>
          <dgm:resizeHandles val="exact"/>
        </dgm:presLayoutVars>
      </dgm:prSet>
      <dgm:spPr/>
    </dgm:pt>
    <dgm:pt modelId="{E58724AC-4468-4D30-A5FE-502FCD366C9D}" type="pres">
      <dgm:prSet presAssocID="{18CDFD99-A3C0-47FD-8F29-4FA5198CF560}" presName="node" presStyleLbl="node1" presStyleIdx="0" presStyleCnt="6">
        <dgm:presLayoutVars>
          <dgm:bulletEnabled val="1"/>
        </dgm:presLayoutVars>
      </dgm:prSet>
      <dgm:spPr/>
    </dgm:pt>
    <dgm:pt modelId="{67ECF63B-2DB2-4277-ACF1-5506B5BE7B9C}" type="pres">
      <dgm:prSet presAssocID="{563AC40E-AADE-474C-94C3-9BD1A2E866F1}" presName="sibTrans" presStyleCnt="0"/>
      <dgm:spPr/>
    </dgm:pt>
    <dgm:pt modelId="{14DAB26D-7054-46A9-8B82-27FC10A9ADB7}" type="pres">
      <dgm:prSet presAssocID="{71736BE7-7791-4E2D-8A93-5D9D888865C4}" presName="node" presStyleLbl="node1" presStyleIdx="1" presStyleCnt="6">
        <dgm:presLayoutVars>
          <dgm:bulletEnabled val="1"/>
        </dgm:presLayoutVars>
      </dgm:prSet>
      <dgm:spPr/>
    </dgm:pt>
    <dgm:pt modelId="{4504C2DC-F62A-4B50-B213-8F7D6DD28620}" type="pres">
      <dgm:prSet presAssocID="{F0471CCA-F165-475D-B8E3-57C0D8DAB4C0}" presName="sibTrans" presStyleCnt="0"/>
      <dgm:spPr/>
    </dgm:pt>
    <dgm:pt modelId="{303F4C74-F284-4613-BA54-93862FD7F98C}" type="pres">
      <dgm:prSet presAssocID="{3DAB8D28-EEB2-4E40-B4B1-71D6116D5607}" presName="node" presStyleLbl="node1" presStyleIdx="2" presStyleCnt="6">
        <dgm:presLayoutVars>
          <dgm:bulletEnabled val="1"/>
        </dgm:presLayoutVars>
      </dgm:prSet>
      <dgm:spPr/>
    </dgm:pt>
    <dgm:pt modelId="{72ABCDC5-1684-4B8D-8328-63F4A921922F}" type="pres">
      <dgm:prSet presAssocID="{B55FA9EF-60F0-4296-A619-3EB043022FBB}" presName="sibTrans" presStyleCnt="0"/>
      <dgm:spPr/>
    </dgm:pt>
    <dgm:pt modelId="{BD235C3A-E4B9-453A-8BC5-135D9016219E}" type="pres">
      <dgm:prSet presAssocID="{F07FFEE7-A39B-4F5D-BFB4-D99417A6A235}" presName="node" presStyleLbl="node1" presStyleIdx="3" presStyleCnt="6">
        <dgm:presLayoutVars>
          <dgm:bulletEnabled val="1"/>
        </dgm:presLayoutVars>
      </dgm:prSet>
      <dgm:spPr/>
    </dgm:pt>
    <dgm:pt modelId="{7151CE84-BB18-4B82-B2F0-419916349958}" type="pres">
      <dgm:prSet presAssocID="{6B0B056A-0FFD-4906-A50D-9AC287FCB8D7}" presName="sibTrans" presStyleCnt="0"/>
      <dgm:spPr/>
    </dgm:pt>
    <dgm:pt modelId="{C0471F53-B8D5-40C1-92F5-E96755AFED85}" type="pres">
      <dgm:prSet presAssocID="{21A8C779-AE80-468C-8A61-D06D11EE7B22}" presName="node" presStyleLbl="node1" presStyleIdx="4" presStyleCnt="6">
        <dgm:presLayoutVars>
          <dgm:bulletEnabled val="1"/>
        </dgm:presLayoutVars>
      </dgm:prSet>
      <dgm:spPr/>
    </dgm:pt>
    <dgm:pt modelId="{D0B362CD-2D8F-4E92-919E-4E2F09AA6876}" type="pres">
      <dgm:prSet presAssocID="{053A37E1-20F3-41B9-AF28-8324AE01B916}" presName="sibTrans" presStyleCnt="0"/>
      <dgm:spPr/>
    </dgm:pt>
    <dgm:pt modelId="{57B25E58-C447-4BD0-9957-FA06D7923D91}" type="pres">
      <dgm:prSet presAssocID="{982B4DAF-962F-4381-8266-1D23221663DB}" presName="node" presStyleLbl="node1" presStyleIdx="5" presStyleCnt="6">
        <dgm:presLayoutVars>
          <dgm:bulletEnabled val="1"/>
        </dgm:presLayoutVars>
      </dgm:prSet>
      <dgm:spPr/>
    </dgm:pt>
  </dgm:ptLst>
  <dgm:cxnLst>
    <dgm:cxn modelId="{1CDBE901-8FD4-4EA9-936E-664F3605B8BE}" type="presOf" srcId="{3DAB8D28-EEB2-4E40-B4B1-71D6116D5607}" destId="{303F4C74-F284-4613-BA54-93862FD7F98C}" srcOrd="0" destOrd="0" presId="urn:microsoft.com/office/officeart/2005/8/layout/default"/>
    <dgm:cxn modelId="{E7524C1E-0B3C-4017-B7CD-79776FABA8D7}" srcId="{41B083FC-B815-41AD-AF80-260394EFD2F4}" destId="{3DAB8D28-EEB2-4E40-B4B1-71D6116D5607}" srcOrd="2" destOrd="0" parTransId="{7E3433D1-49F2-4D70-A6DC-4D721938A35A}" sibTransId="{B55FA9EF-60F0-4296-A619-3EB043022FBB}"/>
    <dgm:cxn modelId="{F2811839-5D6B-4ED4-B9AE-5778223CD4F3}" srcId="{41B083FC-B815-41AD-AF80-260394EFD2F4}" destId="{18CDFD99-A3C0-47FD-8F29-4FA5198CF560}" srcOrd="0" destOrd="0" parTransId="{B7DC2C40-AFAA-48DE-8315-382AE3F82887}" sibTransId="{563AC40E-AADE-474C-94C3-9BD1A2E866F1}"/>
    <dgm:cxn modelId="{E563A13B-C042-40C4-BDAE-C19B85768507}" type="presOf" srcId="{18CDFD99-A3C0-47FD-8F29-4FA5198CF560}" destId="{E58724AC-4468-4D30-A5FE-502FCD366C9D}" srcOrd="0" destOrd="0" presId="urn:microsoft.com/office/officeart/2005/8/layout/default"/>
    <dgm:cxn modelId="{D9CBD43F-7329-46CB-9931-C3156E27E63F}" type="presOf" srcId="{21A8C779-AE80-468C-8A61-D06D11EE7B22}" destId="{C0471F53-B8D5-40C1-92F5-E96755AFED85}" srcOrd="0" destOrd="0" presId="urn:microsoft.com/office/officeart/2005/8/layout/default"/>
    <dgm:cxn modelId="{56359A47-A266-498B-883F-68EF31E750C7}" srcId="{41B083FC-B815-41AD-AF80-260394EFD2F4}" destId="{21A8C779-AE80-468C-8A61-D06D11EE7B22}" srcOrd="4" destOrd="0" parTransId="{8884DB48-89C5-48C0-B331-AF101183663F}" sibTransId="{053A37E1-20F3-41B9-AF28-8324AE01B916}"/>
    <dgm:cxn modelId="{AD5CCB6D-1779-4BAF-B091-4A37D62C5CFA}" srcId="{41B083FC-B815-41AD-AF80-260394EFD2F4}" destId="{F07FFEE7-A39B-4F5D-BFB4-D99417A6A235}" srcOrd="3" destOrd="0" parTransId="{4076E1FC-C041-4742-B1D6-6664CCEDC3E9}" sibTransId="{6B0B056A-0FFD-4906-A50D-9AC287FCB8D7}"/>
    <dgm:cxn modelId="{45C6B851-6DAC-467E-8C2F-ADE81F531817}" srcId="{41B083FC-B815-41AD-AF80-260394EFD2F4}" destId="{982B4DAF-962F-4381-8266-1D23221663DB}" srcOrd="5" destOrd="0" parTransId="{C2739EE3-F720-4F16-9164-EF8049815B92}" sibTransId="{CE29410F-FD95-4F8B-A99B-B798F1CAE93F}"/>
    <dgm:cxn modelId="{0E9D9580-5E3B-4471-982B-0F4E761591A0}" srcId="{41B083FC-B815-41AD-AF80-260394EFD2F4}" destId="{71736BE7-7791-4E2D-8A93-5D9D888865C4}" srcOrd="1" destOrd="0" parTransId="{5DD75E07-9AF4-4D85-B1F4-2F9A923C55B1}" sibTransId="{F0471CCA-F165-475D-B8E3-57C0D8DAB4C0}"/>
    <dgm:cxn modelId="{EDB7329D-221D-4F59-AE0D-3FA2943F601C}" type="presOf" srcId="{71736BE7-7791-4E2D-8A93-5D9D888865C4}" destId="{14DAB26D-7054-46A9-8B82-27FC10A9ADB7}" srcOrd="0" destOrd="0" presId="urn:microsoft.com/office/officeart/2005/8/layout/default"/>
    <dgm:cxn modelId="{EB37BBD8-48C7-4B01-BB07-6EE29DE9A226}" type="presOf" srcId="{982B4DAF-962F-4381-8266-1D23221663DB}" destId="{57B25E58-C447-4BD0-9957-FA06D7923D91}" srcOrd="0" destOrd="0" presId="urn:microsoft.com/office/officeart/2005/8/layout/default"/>
    <dgm:cxn modelId="{BD1F60F0-BC16-4A6B-ABA7-786DA5458FB6}" type="presOf" srcId="{F07FFEE7-A39B-4F5D-BFB4-D99417A6A235}" destId="{BD235C3A-E4B9-453A-8BC5-135D9016219E}" srcOrd="0" destOrd="0" presId="urn:microsoft.com/office/officeart/2005/8/layout/default"/>
    <dgm:cxn modelId="{2C0DC4F2-F2E9-416C-A6E1-D5641B5665D5}" type="presOf" srcId="{41B083FC-B815-41AD-AF80-260394EFD2F4}" destId="{4DFF6E3F-A044-4245-A31E-6AD614497FEA}" srcOrd="0" destOrd="0" presId="urn:microsoft.com/office/officeart/2005/8/layout/default"/>
    <dgm:cxn modelId="{68570AA4-383D-4764-AA7D-6A10F04F902C}" type="presParOf" srcId="{4DFF6E3F-A044-4245-A31E-6AD614497FEA}" destId="{E58724AC-4468-4D30-A5FE-502FCD366C9D}" srcOrd="0" destOrd="0" presId="urn:microsoft.com/office/officeart/2005/8/layout/default"/>
    <dgm:cxn modelId="{B98C362F-FB47-43C0-ADC9-6284DD1CD6A0}" type="presParOf" srcId="{4DFF6E3F-A044-4245-A31E-6AD614497FEA}" destId="{67ECF63B-2DB2-4277-ACF1-5506B5BE7B9C}" srcOrd="1" destOrd="0" presId="urn:microsoft.com/office/officeart/2005/8/layout/default"/>
    <dgm:cxn modelId="{94CF3C5A-E9ED-4807-A553-3B438DE4864A}" type="presParOf" srcId="{4DFF6E3F-A044-4245-A31E-6AD614497FEA}" destId="{14DAB26D-7054-46A9-8B82-27FC10A9ADB7}" srcOrd="2" destOrd="0" presId="urn:microsoft.com/office/officeart/2005/8/layout/default"/>
    <dgm:cxn modelId="{34D8B233-EE6F-4CF2-9577-4F5BBA6D959B}" type="presParOf" srcId="{4DFF6E3F-A044-4245-A31E-6AD614497FEA}" destId="{4504C2DC-F62A-4B50-B213-8F7D6DD28620}" srcOrd="3" destOrd="0" presId="urn:microsoft.com/office/officeart/2005/8/layout/default"/>
    <dgm:cxn modelId="{5A458C1D-0573-44B7-98AB-456AAC10BECB}" type="presParOf" srcId="{4DFF6E3F-A044-4245-A31E-6AD614497FEA}" destId="{303F4C74-F284-4613-BA54-93862FD7F98C}" srcOrd="4" destOrd="0" presId="urn:microsoft.com/office/officeart/2005/8/layout/default"/>
    <dgm:cxn modelId="{89598A5F-953D-4D6A-88FF-5FD833F60CC1}" type="presParOf" srcId="{4DFF6E3F-A044-4245-A31E-6AD614497FEA}" destId="{72ABCDC5-1684-4B8D-8328-63F4A921922F}" srcOrd="5" destOrd="0" presId="urn:microsoft.com/office/officeart/2005/8/layout/default"/>
    <dgm:cxn modelId="{05775A76-8A8B-413F-8ED1-260A9139A975}" type="presParOf" srcId="{4DFF6E3F-A044-4245-A31E-6AD614497FEA}" destId="{BD235C3A-E4B9-453A-8BC5-135D9016219E}" srcOrd="6" destOrd="0" presId="urn:microsoft.com/office/officeart/2005/8/layout/default"/>
    <dgm:cxn modelId="{179CBE11-002F-4B97-813A-76FCBEACD1B9}" type="presParOf" srcId="{4DFF6E3F-A044-4245-A31E-6AD614497FEA}" destId="{7151CE84-BB18-4B82-B2F0-419916349958}" srcOrd="7" destOrd="0" presId="urn:microsoft.com/office/officeart/2005/8/layout/default"/>
    <dgm:cxn modelId="{DBDA2029-6542-4498-B8B1-B9CF1B92DF5E}" type="presParOf" srcId="{4DFF6E3F-A044-4245-A31E-6AD614497FEA}" destId="{C0471F53-B8D5-40C1-92F5-E96755AFED85}" srcOrd="8" destOrd="0" presId="urn:microsoft.com/office/officeart/2005/8/layout/default"/>
    <dgm:cxn modelId="{87AF5D81-ACAF-46F0-81C3-D0D17F774849}" type="presParOf" srcId="{4DFF6E3F-A044-4245-A31E-6AD614497FEA}" destId="{D0B362CD-2D8F-4E92-919E-4E2F09AA6876}" srcOrd="9" destOrd="0" presId="urn:microsoft.com/office/officeart/2005/8/layout/default"/>
    <dgm:cxn modelId="{9F346BA8-7733-4608-965F-0D59851DBDB2}" type="presParOf" srcId="{4DFF6E3F-A044-4245-A31E-6AD614497FEA}" destId="{57B25E58-C447-4BD0-9957-FA06D7923D91}"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2A1D810-FD5A-4C08-9175-6B335E013FBE}"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2349B0D2-C97D-4890-830B-41A4E20B2BD9}">
      <dgm:prSet custT="1"/>
      <dgm:spPr/>
      <dgm:t>
        <a:bodyPr/>
        <a:lstStyle/>
        <a:p>
          <a:r>
            <a:rPr lang="en-IN" sz="2400"/>
            <a:t>Improves safety and productivity</a:t>
          </a:r>
          <a:endParaRPr lang="en-US" sz="2400"/>
        </a:p>
      </dgm:t>
    </dgm:pt>
    <dgm:pt modelId="{9D47FBA0-1B90-47BA-9EEF-BB9C96EE0EB1}" type="parTrans" cxnId="{58EA801A-3C9B-4556-86E6-053C8674CCC4}">
      <dgm:prSet/>
      <dgm:spPr/>
      <dgm:t>
        <a:bodyPr/>
        <a:lstStyle/>
        <a:p>
          <a:endParaRPr lang="en-US"/>
        </a:p>
      </dgm:t>
    </dgm:pt>
    <dgm:pt modelId="{BFE85CC0-9F82-47EB-BDC0-97178F563FF0}" type="sibTrans" cxnId="{58EA801A-3C9B-4556-86E6-053C8674CCC4}">
      <dgm:prSet/>
      <dgm:spPr/>
      <dgm:t>
        <a:bodyPr/>
        <a:lstStyle/>
        <a:p>
          <a:endParaRPr lang="en-US"/>
        </a:p>
      </dgm:t>
    </dgm:pt>
    <dgm:pt modelId="{805D204D-C34E-4CB3-955A-B04D2DD79652}">
      <dgm:prSet custT="1"/>
      <dgm:spPr/>
      <dgm:t>
        <a:bodyPr/>
        <a:lstStyle/>
        <a:p>
          <a:r>
            <a:rPr lang="en-US" sz="2400"/>
            <a:t>Safety is a measure of conscientiousness and proactiveness</a:t>
          </a:r>
        </a:p>
      </dgm:t>
    </dgm:pt>
    <dgm:pt modelId="{EA9E3383-E1CB-4EB3-BFE9-C1AD287BB921}" type="parTrans" cxnId="{89467DF7-E5D0-4B75-B835-86541FE1A6E0}">
      <dgm:prSet/>
      <dgm:spPr/>
      <dgm:t>
        <a:bodyPr/>
        <a:lstStyle/>
        <a:p>
          <a:endParaRPr lang="en-US"/>
        </a:p>
      </dgm:t>
    </dgm:pt>
    <dgm:pt modelId="{9DA11605-BA2B-4B9C-902B-148E7EE5A7A7}" type="sibTrans" cxnId="{89467DF7-E5D0-4B75-B835-86541FE1A6E0}">
      <dgm:prSet/>
      <dgm:spPr/>
      <dgm:t>
        <a:bodyPr/>
        <a:lstStyle/>
        <a:p>
          <a:endParaRPr lang="en-US"/>
        </a:p>
      </dgm:t>
    </dgm:pt>
    <dgm:pt modelId="{97F0CD27-884F-4D2E-AC58-4A04A51F76FA}">
      <dgm:prSet custT="1"/>
      <dgm:spPr/>
      <dgm:t>
        <a:bodyPr/>
        <a:lstStyle/>
        <a:p>
          <a:r>
            <a:rPr lang="en-US" sz="2400" dirty="0"/>
            <a:t>High quality work means better results and better products</a:t>
          </a:r>
        </a:p>
      </dgm:t>
    </dgm:pt>
    <dgm:pt modelId="{F29E81C6-7E28-4B94-9E3A-202CF6C4A311}" type="parTrans" cxnId="{0D0C1998-4D89-4BB3-8B79-549DF3D04A6E}">
      <dgm:prSet/>
      <dgm:spPr/>
      <dgm:t>
        <a:bodyPr/>
        <a:lstStyle/>
        <a:p>
          <a:endParaRPr lang="en-US"/>
        </a:p>
      </dgm:t>
    </dgm:pt>
    <dgm:pt modelId="{6CD1686B-3F58-49AA-8EFB-338C6F671A0C}" type="sibTrans" cxnId="{0D0C1998-4D89-4BB3-8B79-549DF3D04A6E}">
      <dgm:prSet/>
      <dgm:spPr/>
      <dgm:t>
        <a:bodyPr/>
        <a:lstStyle/>
        <a:p>
          <a:endParaRPr lang="en-US"/>
        </a:p>
      </dgm:t>
    </dgm:pt>
    <dgm:pt modelId="{31B4FA2A-412A-45C5-8DAB-43491BFAFA64}">
      <dgm:prSet custT="1"/>
      <dgm:spPr/>
      <dgm:t>
        <a:bodyPr/>
        <a:lstStyle/>
        <a:p>
          <a:r>
            <a:rPr lang="en-US" sz="2400"/>
            <a:t>The higher quality the work, the fewer reworks are needed, and the greater overall productivity is</a:t>
          </a:r>
        </a:p>
      </dgm:t>
    </dgm:pt>
    <dgm:pt modelId="{6C1A4DAF-F9FD-4055-906F-84D6F892AD5E}" type="parTrans" cxnId="{EFC1CC64-183D-46ED-80E4-13D631865C97}">
      <dgm:prSet/>
      <dgm:spPr/>
      <dgm:t>
        <a:bodyPr/>
        <a:lstStyle/>
        <a:p>
          <a:endParaRPr lang="en-US"/>
        </a:p>
      </dgm:t>
    </dgm:pt>
    <dgm:pt modelId="{7A35BF75-7AD2-4D6F-A260-0C7732151737}" type="sibTrans" cxnId="{EFC1CC64-183D-46ED-80E4-13D631865C97}">
      <dgm:prSet/>
      <dgm:spPr/>
      <dgm:t>
        <a:bodyPr/>
        <a:lstStyle/>
        <a:p>
          <a:endParaRPr lang="en-US"/>
        </a:p>
      </dgm:t>
    </dgm:pt>
    <dgm:pt modelId="{70EE4BFB-34C1-4872-A06E-630848E7C709}">
      <dgm:prSet custT="1"/>
      <dgm:spPr/>
      <dgm:t>
        <a:bodyPr/>
        <a:lstStyle/>
        <a:p>
          <a:r>
            <a:rPr lang="en-US" sz="2400"/>
            <a:t>When quality is high for a business, it can be assumed that standards for the business are generally high, including safety equipment, safety software, and safety processes</a:t>
          </a:r>
        </a:p>
      </dgm:t>
    </dgm:pt>
    <dgm:pt modelId="{B221DA6D-0732-4357-8EAE-A83A18F1B0A5}" type="parTrans" cxnId="{2FD7C464-A696-46D6-B51A-4125A7869C5F}">
      <dgm:prSet/>
      <dgm:spPr/>
      <dgm:t>
        <a:bodyPr/>
        <a:lstStyle/>
        <a:p>
          <a:endParaRPr lang="en-US"/>
        </a:p>
      </dgm:t>
    </dgm:pt>
    <dgm:pt modelId="{170AF121-DCED-42DD-BF50-42F1A1075A88}" type="sibTrans" cxnId="{2FD7C464-A696-46D6-B51A-4125A7869C5F}">
      <dgm:prSet/>
      <dgm:spPr/>
      <dgm:t>
        <a:bodyPr/>
        <a:lstStyle/>
        <a:p>
          <a:endParaRPr lang="en-US"/>
        </a:p>
      </dgm:t>
    </dgm:pt>
    <dgm:pt modelId="{5A572A31-10CF-4BBC-99A5-F1F57C7A223C}" type="pres">
      <dgm:prSet presAssocID="{D2A1D810-FD5A-4C08-9175-6B335E013FBE}" presName="vert0" presStyleCnt="0">
        <dgm:presLayoutVars>
          <dgm:dir/>
          <dgm:animOne val="branch"/>
          <dgm:animLvl val="lvl"/>
        </dgm:presLayoutVars>
      </dgm:prSet>
      <dgm:spPr/>
    </dgm:pt>
    <dgm:pt modelId="{37F22EA1-13AA-41FE-9432-A47592E642A3}" type="pres">
      <dgm:prSet presAssocID="{2349B0D2-C97D-4890-830B-41A4E20B2BD9}" presName="thickLine" presStyleLbl="alignNode1" presStyleIdx="0" presStyleCnt="5"/>
      <dgm:spPr/>
    </dgm:pt>
    <dgm:pt modelId="{CE67E0A1-D445-439E-AC88-03EB6AC33336}" type="pres">
      <dgm:prSet presAssocID="{2349B0D2-C97D-4890-830B-41A4E20B2BD9}" presName="horz1" presStyleCnt="0"/>
      <dgm:spPr/>
    </dgm:pt>
    <dgm:pt modelId="{A69289C7-97DD-477D-B514-276538B1692D}" type="pres">
      <dgm:prSet presAssocID="{2349B0D2-C97D-4890-830B-41A4E20B2BD9}" presName="tx1" presStyleLbl="revTx" presStyleIdx="0" presStyleCnt="5"/>
      <dgm:spPr/>
    </dgm:pt>
    <dgm:pt modelId="{9C4E8C08-239E-43D9-9E02-71E2339A310B}" type="pres">
      <dgm:prSet presAssocID="{2349B0D2-C97D-4890-830B-41A4E20B2BD9}" presName="vert1" presStyleCnt="0"/>
      <dgm:spPr/>
    </dgm:pt>
    <dgm:pt modelId="{4B43601B-2D8A-4C78-BDE8-EB6F385ABA5F}" type="pres">
      <dgm:prSet presAssocID="{805D204D-C34E-4CB3-955A-B04D2DD79652}" presName="thickLine" presStyleLbl="alignNode1" presStyleIdx="1" presStyleCnt="5"/>
      <dgm:spPr/>
    </dgm:pt>
    <dgm:pt modelId="{93927A7B-E037-4DE7-A75E-9082946CDC69}" type="pres">
      <dgm:prSet presAssocID="{805D204D-C34E-4CB3-955A-B04D2DD79652}" presName="horz1" presStyleCnt="0"/>
      <dgm:spPr/>
    </dgm:pt>
    <dgm:pt modelId="{11369A58-130C-4339-A027-6F8D2F37E3AF}" type="pres">
      <dgm:prSet presAssocID="{805D204D-C34E-4CB3-955A-B04D2DD79652}" presName="tx1" presStyleLbl="revTx" presStyleIdx="1" presStyleCnt="5"/>
      <dgm:spPr/>
    </dgm:pt>
    <dgm:pt modelId="{20BDAEBE-FF02-47BA-81FE-1C2DE0CE527D}" type="pres">
      <dgm:prSet presAssocID="{805D204D-C34E-4CB3-955A-B04D2DD79652}" presName="vert1" presStyleCnt="0"/>
      <dgm:spPr/>
    </dgm:pt>
    <dgm:pt modelId="{1152E0EE-506D-4635-9B57-D0F8A0970D10}" type="pres">
      <dgm:prSet presAssocID="{97F0CD27-884F-4D2E-AC58-4A04A51F76FA}" presName="thickLine" presStyleLbl="alignNode1" presStyleIdx="2" presStyleCnt="5"/>
      <dgm:spPr/>
    </dgm:pt>
    <dgm:pt modelId="{68F78B29-0CBB-41EC-9B68-C3C617946B53}" type="pres">
      <dgm:prSet presAssocID="{97F0CD27-884F-4D2E-AC58-4A04A51F76FA}" presName="horz1" presStyleCnt="0"/>
      <dgm:spPr/>
    </dgm:pt>
    <dgm:pt modelId="{8868F662-7BE4-4034-82A6-38BE8283629C}" type="pres">
      <dgm:prSet presAssocID="{97F0CD27-884F-4D2E-AC58-4A04A51F76FA}" presName="tx1" presStyleLbl="revTx" presStyleIdx="2" presStyleCnt="5"/>
      <dgm:spPr/>
    </dgm:pt>
    <dgm:pt modelId="{3FB9ED4D-C256-4089-908C-9128F4AC21EE}" type="pres">
      <dgm:prSet presAssocID="{97F0CD27-884F-4D2E-AC58-4A04A51F76FA}" presName="vert1" presStyleCnt="0"/>
      <dgm:spPr/>
    </dgm:pt>
    <dgm:pt modelId="{5CBDBF78-8DD5-4D79-96A8-4C0BFC97A816}" type="pres">
      <dgm:prSet presAssocID="{31B4FA2A-412A-45C5-8DAB-43491BFAFA64}" presName="thickLine" presStyleLbl="alignNode1" presStyleIdx="3" presStyleCnt="5"/>
      <dgm:spPr/>
    </dgm:pt>
    <dgm:pt modelId="{66459308-C391-4FAF-9831-21A372AF8DF3}" type="pres">
      <dgm:prSet presAssocID="{31B4FA2A-412A-45C5-8DAB-43491BFAFA64}" presName="horz1" presStyleCnt="0"/>
      <dgm:spPr/>
    </dgm:pt>
    <dgm:pt modelId="{462C853F-4FD0-49D3-9CDB-F435DEDA571B}" type="pres">
      <dgm:prSet presAssocID="{31B4FA2A-412A-45C5-8DAB-43491BFAFA64}" presName="tx1" presStyleLbl="revTx" presStyleIdx="3" presStyleCnt="5"/>
      <dgm:spPr/>
    </dgm:pt>
    <dgm:pt modelId="{3B731EEF-1B3F-46BE-87F1-F559103BEAB3}" type="pres">
      <dgm:prSet presAssocID="{31B4FA2A-412A-45C5-8DAB-43491BFAFA64}" presName="vert1" presStyleCnt="0"/>
      <dgm:spPr/>
    </dgm:pt>
    <dgm:pt modelId="{5E6A93BD-CA73-41B7-BE1F-1C39A282D6E6}" type="pres">
      <dgm:prSet presAssocID="{70EE4BFB-34C1-4872-A06E-630848E7C709}" presName="thickLine" presStyleLbl="alignNode1" presStyleIdx="4" presStyleCnt="5"/>
      <dgm:spPr/>
    </dgm:pt>
    <dgm:pt modelId="{47DF0A73-65E5-480A-8CE9-57D2BC966FC9}" type="pres">
      <dgm:prSet presAssocID="{70EE4BFB-34C1-4872-A06E-630848E7C709}" presName="horz1" presStyleCnt="0"/>
      <dgm:spPr/>
    </dgm:pt>
    <dgm:pt modelId="{E5C11683-367B-4D5E-80EF-C3172F10B42C}" type="pres">
      <dgm:prSet presAssocID="{70EE4BFB-34C1-4872-A06E-630848E7C709}" presName="tx1" presStyleLbl="revTx" presStyleIdx="4" presStyleCnt="5"/>
      <dgm:spPr/>
    </dgm:pt>
    <dgm:pt modelId="{C94DD4F3-81DD-441B-8F51-97843CA0BE8A}" type="pres">
      <dgm:prSet presAssocID="{70EE4BFB-34C1-4872-A06E-630848E7C709}" presName="vert1" presStyleCnt="0"/>
      <dgm:spPr/>
    </dgm:pt>
  </dgm:ptLst>
  <dgm:cxnLst>
    <dgm:cxn modelId="{58EA801A-3C9B-4556-86E6-053C8674CCC4}" srcId="{D2A1D810-FD5A-4C08-9175-6B335E013FBE}" destId="{2349B0D2-C97D-4890-830B-41A4E20B2BD9}" srcOrd="0" destOrd="0" parTransId="{9D47FBA0-1B90-47BA-9EEF-BB9C96EE0EB1}" sibTransId="{BFE85CC0-9F82-47EB-BDC0-97178F563FF0}"/>
    <dgm:cxn modelId="{5B36B338-824F-417C-8F99-B2B05EC6D792}" type="presOf" srcId="{D2A1D810-FD5A-4C08-9175-6B335E013FBE}" destId="{5A572A31-10CF-4BBC-99A5-F1F57C7A223C}" srcOrd="0" destOrd="0" presId="urn:microsoft.com/office/officeart/2008/layout/LinedList"/>
    <dgm:cxn modelId="{870E0143-C976-4135-9911-5A9FD2C41AF6}" type="presOf" srcId="{2349B0D2-C97D-4890-830B-41A4E20B2BD9}" destId="{A69289C7-97DD-477D-B514-276538B1692D}" srcOrd="0" destOrd="0" presId="urn:microsoft.com/office/officeart/2008/layout/LinedList"/>
    <dgm:cxn modelId="{2FD7C464-A696-46D6-B51A-4125A7869C5F}" srcId="{D2A1D810-FD5A-4C08-9175-6B335E013FBE}" destId="{70EE4BFB-34C1-4872-A06E-630848E7C709}" srcOrd="4" destOrd="0" parTransId="{B221DA6D-0732-4357-8EAE-A83A18F1B0A5}" sibTransId="{170AF121-DCED-42DD-BF50-42F1A1075A88}"/>
    <dgm:cxn modelId="{EFC1CC64-183D-46ED-80E4-13D631865C97}" srcId="{D2A1D810-FD5A-4C08-9175-6B335E013FBE}" destId="{31B4FA2A-412A-45C5-8DAB-43491BFAFA64}" srcOrd="3" destOrd="0" parTransId="{6C1A4DAF-F9FD-4055-906F-84D6F892AD5E}" sibTransId="{7A35BF75-7AD2-4D6F-A260-0C7732151737}"/>
    <dgm:cxn modelId="{9789706E-6335-488A-9564-589170D1C9BC}" type="presOf" srcId="{97F0CD27-884F-4D2E-AC58-4A04A51F76FA}" destId="{8868F662-7BE4-4034-82A6-38BE8283629C}" srcOrd="0" destOrd="0" presId="urn:microsoft.com/office/officeart/2008/layout/LinedList"/>
    <dgm:cxn modelId="{AF2C7757-E168-413F-87DF-8103A542E6AC}" type="presOf" srcId="{31B4FA2A-412A-45C5-8DAB-43491BFAFA64}" destId="{462C853F-4FD0-49D3-9CDB-F435DEDA571B}" srcOrd="0" destOrd="0" presId="urn:microsoft.com/office/officeart/2008/layout/LinedList"/>
    <dgm:cxn modelId="{0D0C1998-4D89-4BB3-8B79-549DF3D04A6E}" srcId="{D2A1D810-FD5A-4C08-9175-6B335E013FBE}" destId="{97F0CD27-884F-4D2E-AC58-4A04A51F76FA}" srcOrd="2" destOrd="0" parTransId="{F29E81C6-7E28-4B94-9E3A-202CF6C4A311}" sibTransId="{6CD1686B-3F58-49AA-8EFB-338C6F671A0C}"/>
    <dgm:cxn modelId="{B537DBDA-AB84-4FF6-90B8-42352A4456D0}" type="presOf" srcId="{70EE4BFB-34C1-4872-A06E-630848E7C709}" destId="{E5C11683-367B-4D5E-80EF-C3172F10B42C}" srcOrd="0" destOrd="0" presId="urn:microsoft.com/office/officeart/2008/layout/LinedList"/>
    <dgm:cxn modelId="{4249A1EC-2479-4059-A4D9-34E0792FCE4B}" type="presOf" srcId="{805D204D-C34E-4CB3-955A-B04D2DD79652}" destId="{11369A58-130C-4339-A027-6F8D2F37E3AF}" srcOrd="0" destOrd="0" presId="urn:microsoft.com/office/officeart/2008/layout/LinedList"/>
    <dgm:cxn modelId="{89467DF7-E5D0-4B75-B835-86541FE1A6E0}" srcId="{D2A1D810-FD5A-4C08-9175-6B335E013FBE}" destId="{805D204D-C34E-4CB3-955A-B04D2DD79652}" srcOrd="1" destOrd="0" parTransId="{EA9E3383-E1CB-4EB3-BFE9-C1AD287BB921}" sibTransId="{9DA11605-BA2B-4B9C-902B-148E7EE5A7A7}"/>
    <dgm:cxn modelId="{10C78C3A-E29C-4B96-B310-B0FC32B7465D}" type="presParOf" srcId="{5A572A31-10CF-4BBC-99A5-F1F57C7A223C}" destId="{37F22EA1-13AA-41FE-9432-A47592E642A3}" srcOrd="0" destOrd="0" presId="urn:microsoft.com/office/officeart/2008/layout/LinedList"/>
    <dgm:cxn modelId="{F36FD8D5-3434-4976-B9DD-AF925F6D07E9}" type="presParOf" srcId="{5A572A31-10CF-4BBC-99A5-F1F57C7A223C}" destId="{CE67E0A1-D445-439E-AC88-03EB6AC33336}" srcOrd="1" destOrd="0" presId="urn:microsoft.com/office/officeart/2008/layout/LinedList"/>
    <dgm:cxn modelId="{DDB566F7-E6B0-4C23-8A48-5E2663CD3590}" type="presParOf" srcId="{CE67E0A1-D445-439E-AC88-03EB6AC33336}" destId="{A69289C7-97DD-477D-B514-276538B1692D}" srcOrd="0" destOrd="0" presId="urn:microsoft.com/office/officeart/2008/layout/LinedList"/>
    <dgm:cxn modelId="{D165E468-F48E-416E-B653-F504F30288A5}" type="presParOf" srcId="{CE67E0A1-D445-439E-AC88-03EB6AC33336}" destId="{9C4E8C08-239E-43D9-9E02-71E2339A310B}" srcOrd="1" destOrd="0" presId="urn:microsoft.com/office/officeart/2008/layout/LinedList"/>
    <dgm:cxn modelId="{998F2F29-2F4A-479E-B314-C4FDC20EB972}" type="presParOf" srcId="{5A572A31-10CF-4BBC-99A5-F1F57C7A223C}" destId="{4B43601B-2D8A-4C78-BDE8-EB6F385ABA5F}" srcOrd="2" destOrd="0" presId="urn:microsoft.com/office/officeart/2008/layout/LinedList"/>
    <dgm:cxn modelId="{C6E7B031-7ECA-473E-9CEB-4C4BC65442FA}" type="presParOf" srcId="{5A572A31-10CF-4BBC-99A5-F1F57C7A223C}" destId="{93927A7B-E037-4DE7-A75E-9082946CDC69}" srcOrd="3" destOrd="0" presId="urn:microsoft.com/office/officeart/2008/layout/LinedList"/>
    <dgm:cxn modelId="{10948BCB-C98F-40E4-B143-457E5A0D616A}" type="presParOf" srcId="{93927A7B-E037-4DE7-A75E-9082946CDC69}" destId="{11369A58-130C-4339-A027-6F8D2F37E3AF}" srcOrd="0" destOrd="0" presId="urn:microsoft.com/office/officeart/2008/layout/LinedList"/>
    <dgm:cxn modelId="{3196EF26-A431-4B48-A3B6-F66EF8D41954}" type="presParOf" srcId="{93927A7B-E037-4DE7-A75E-9082946CDC69}" destId="{20BDAEBE-FF02-47BA-81FE-1C2DE0CE527D}" srcOrd="1" destOrd="0" presId="urn:microsoft.com/office/officeart/2008/layout/LinedList"/>
    <dgm:cxn modelId="{C40AFE01-3A86-45A7-A051-BFEBBF4623B4}" type="presParOf" srcId="{5A572A31-10CF-4BBC-99A5-F1F57C7A223C}" destId="{1152E0EE-506D-4635-9B57-D0F8A0970D10}" srcOrd="4" destOrd="0" presId="urn:microsoft.com/office/officeart/2008/layout/LinedList"/>
    <dgm:cxn modelId="{60B3E4C9-5A5D-46E7-B1B4-7E7242DFCBA5}" type="presParOf" srcId="{5A572A31-10CF-4BBC-99A5-F1F57C7A223C}" destId="{68F78B29-0CBB-41EC-9B68-C3C617946B53}" srcOrd="5" destOrd="0" presId="urn:microsoft.com/office/officeart/2008/layout/LinedList"/>
    <dgm:cxn modelId="{CCFEAEDD-84CA-4DCA-83BB-81EC9AE637C8}" type="presParOf" srcId="{68F78B29-0CBB-41EC-9B68-C3C617946B53}" destId="{8868F662-7BE4-4034-82A6-38BE8283629C}" srcOrd="0" destOrd="0" presId="urn:microsoft.com/office/officeart/2008/layout/LinedList"/>
    <dgm:cxn modelId="{858FF676-CE0B-4DD6-A133-44452E41FA92}" type="presParOf" srcId="{68F78B29-0CBB-41EC-9B68-C3C617946B53}" destId="{3FB9ED4D-C256-4089-908C-9128F4AC21EE}" srcOrd="1" destOrd="0" presId="urn:microsoft.com/office/officeart/2008/layout/LinedList"/>
    <dgm:cxn modelId="{9EA62B9C-38E8-44D3-AFEF-65D2F1611068}" type="presParOf" srcId="{5A572A31-10CF-4BBC-99A5-F1F57C7A223C}" destId="{5CBDBF78-8DD5-4D79-96A8-4C0BFC97A816}" srcOrd="6" destOrd="0" presId="urn:microsoft.com/office/officeart/2008/layout/LinedList"/>
    <dgm:cxn modelId="{911C6449-17FF-421F-800D-B1561B9C5476}" type="presParOf" srcId="{5A572A31-10CF-4BBC-99A5-F1F57C7A223C}" destId="{66459308-C391-4FAF-9831-21A372AF8DF3}" srcOrd="7" destOrd="0" presId="urn:microsoft.com/office/officeart/2008/layout/LinedList"/>
    <dgm:cxn modelId="{FA79BD72-5BA4-486C-9863-2A4123623B2B}" type="presParOf" srcId="{66459308-C391-4FAF-9831-21A372AF8DF3}" destId="{462C853F-4FD0-49D3-9CDB-F435DEDA571B}" srcOrd="0" destOrd="0" presId="urn:microsoft.com/office/officeart/2008/layout/LinedList"/>
    <dgm:cxn modelId="{EBD934E0-E640-47F4-8595-5D23992DC424}" type="presParOf" srcId="{66459308-C391-4FAF-9831-21A372AF8DF3}" destId="{3B731EEF-1B3F-46BE-87F1-F559103BEAB3}" srcOrd="1" destOrd="0" presId="urn:microsoft.com/office/officeart/2008/layout/LinedList"/>
    <dgm:cxn modelId="{BF320DEE-F8D0-4B1A-ADFA-8ACC647E5C41}" type="presParOf" srcId="{5A572A31-10CF-4BBC-99A5-F1F57C7A223C}" destId="{5E6A93BD-CA73-41B7-BE1F-1C39A282D6E6}" srcOrd="8" destOrd="0" presId="urn:microsoft.com/office/officeart/2008/layout/LinedList"/>
    <dgm:cxn modelId="{742996C7-C9ED-4BE9-8003-319CCB0ABD55}" type="presParOf" srcId="{5A572A31-10CF-4BBC-99A5-F1F57C7A223C}" destId="{47DF0A73-65E5-480A-8CE9-57D2BC966FC9}" srcOrd="9" destOrd="0" presId="urn:microsoft.com/office/officeart/2008/layout/LinedList"/>
    <dgm:cxn modelId="{DFD2B3A7-57EB-4B82-806D-E3242AD148D9}" type="presParOf" srcId="{47DF0A73-65E5-480A-8CE9-57D2BC966FC9}" destId="{E5C11683-367B-4D5E-80EF-C3172F10B42C}" srcOrd="0" destOrd="0" presId="urn:microsoft.com/office/officeart/2008/layout/LinedList"/>
    <dgm:cxn modelId="{86CE824E-58E7-4BF0-AF5B-D9F527764E20}" type="presParOf" srcId="{47DF0A73-65E5-480A-8CE9-57D2BC966FC9}" destId="{C94DD4F3-81DD-441B-8F51-97843CA0BE8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040F89A-68E0-48B1-9BE6-B06264EBA1A1}"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3B29CBB-0F84-40B1-91E5-CD825CEB297F}">
      <dgm:prSet custT="1"/>
      <dgm:spPr/>
      <dgm:t>
        <a:bodyPr/>
        <a:lstStyle/>
        <a:p>
          <a:r>
            <a:rPr lang="en-US" sz="2400"/>
            <a:t>Improves safety and quality</a:t>
          </a:r>
        </a:p>
      </dgm:t>
    </dgm:pt>
    <dgm:pt modelId="{4BD415AA-DBA6-4756-AC9A-3DC5631208F2}" type="parTrans" cxnId="{54A36CDA-0497-41B7-9772-08D8BB2403EB}">
      <dgm:prSet/>
      <dgm:spPr/>
      <dgm:t>
        <a:bodyPr/>
        <a:lstStyle/>
        <a:p>
          <a:endParaRPr lang="en-US"/>
        </a:p>
      </dgm:t>
    </dgm:pt>
    <dgm:pt modelId="{7E7F0AE2-8E50-46A8-A513-FDEA459D05DB}" type="sibTrans" cxnId="{54A36CDA-0497-41B7-9772-08D8BB2403EB}">
      <dgm:prSet/>
      <dgm:spPr/>
      <dgm:t>
        <a:bodyPr/>
        <a:lstStyle/>
        <a:p>
          <a:endParaRPr lang="en-US"/>
        </a:p>
      </dgm:t>
    </dgm:pt>
    <dgm:pt modelId="{C0A97AB8-0B24-40AD-BE27-82C978F0695D}">
      <dgm:prSet custT="1"/>
      <dgm:spPr/>
      <dgm:t>
        <a:bodyPr/>
        <a:lstStyle/>
        <a:p>
          <a:r>
            <a:rPr lang="en-US" sz="2400"/>
            <a:t>Carelessness is often what begets safety issues</a:t>
          </a:r>
        </a:p>
      </dgm:t>
    </dgm:pt>
    <dgm:pt modelId="{9B682646-3411-43F1-8F59-2DEE7C9959F5}" type="parTrans" cxnId="{A4052EFB-D291-44AA-946E-0C95830E20BC}">
      <dgm:prSet/>
      <dgm:spPr/>
      <dgm:t>
        <a:bodyPr/>
        <a:lstStyle/>
        <a:p>
          <a:endParaRPr lang="en-US"/>
        </a:p>
      </dgm:t>
    </dgm:pt>
    <dgm:pt modelId="{6DF7FB62-AB91-42D6-ADCF-49E357AABE40}" type="sibTrans" cxnId="{A4052EFB-D291-44AA-946E-0C95830E20BC}">
      <dgm:prSet/>
      <dgm:spPr/>
      <dgm:t>
        <a:bodyPr/>
        <a:lstStyle/>
        <a:p>
          <a:endParaRPr lang="en-US"/>
        </a:p>
      </dgm:t>
    </dgm:pt>
    <dgm:pt modelId="{11A6E8E9-2661-400C-943C-60B7FF9AB8D2}">
      <dgm:prSet custT="1"/>
      <dgm:spPr/>
      <dgm:t>
        <a:bodyPr/>
        <a:lstStyle/>
        <a:p>
          <a:r>
            <a:rPr lang="en-US" sz="2400" dirty="0"/>
            <a:t>With the appropriate (and productive) safety processes, safety can be improved, and quality can be improved as well</a:t>
          </a:r>
        </a:p>
      </dgm:t>
    </dgm:pt>
    <dgm:pt modelId="{88DFF832-B032-4B3A-92F5-DD7BD1E0CAA8}" type="parTrans" cxnId="{A35C4687-B39D-442A-9867-DB815BE8FA07}">
      <dgm:prSet/>
      <dgm:spPr/>
      <dgm:t>
        <a:bodyPr/>
        <a:lstStyle/>
        <a:p>
          <a:endParaRPr lang="en-US"/>
        </a:p>
      </dgm:t>
    </dgm:pt>
    <dgm:pt modelId="{48E63567-0CB2-4275-A677-AC7DC662AD55}" type="sibTrans" cxnId="{A35C4687-B39D-442A-9867-DB815BE8FA07}">
      <dgm:prSet/>
      <dgm:spPr/>
      <dgm:t>
        <a:bodyPr/>
        <a:lstStyle/>
        <a:p>
          <a:endParaRPr lang="en-US"/>
        </a:p>
      </dgm:t>
    </dgm:pt>
    <dgm:pt modelId="{FBD83D42-AC7A-48DF-BB6E-CD0994D42D59}">
      <dgm:prSet custT="1"/>
      <dgm:spPr/>
      <dgm:t>
        <a:bodyPr/>
        <a:lstStyle/>
        <a:p>
          <a:r>
            <a:rPr lang="en-US" sz="2400"/>
            <a:t>The more productive employees are, the less likely they are to cut corners on things like safety processes</a:t>
          </a:r>
        </a:p>
      </dgm:t>
    </dgm:pt>
    <dgm:pt modelId="{11F2A073-4CEF-4D91-BC20-5BC497BCB199}" type="parTrans" cxnId="{9BBC4733-781B-4579-BF32-CDAB773F8B2A}">
      <dgm:prSet/>
      <dgm:spPr/>
      <dgm:t>
        <a:bodyPr/>
        <a:lstStyle/>
        <a:p>
          <a:endParaRPr lang="en-US"/>
        </a:p>
      </dgm:t>
    </dgm:pt>
    <dgm:pt modelId="{2E4CA3DA-2C2D-4B94-A152-E6F9288EC4FD}" type="sibTrans" cxnId="{9BBC4733-781B-4579-BF32-CDAB773F8B2A}">
      <dgm:prSet/>
      <dgm:spPr/>
      <dgm:t>
        <a:bodyPr/>
        <a:lstStyle/>
        <a:p>
          <a:endParaRPr lang="en-US"/>
        </a:p>
      </dgm:t>
    </dgm:pt>
    <dgm:pt modelId="{90D88FBD-6B80-4869-897A-EB2C6DABAE8C}">
      <dgm:prSet custT="1"/>
      <dgm:spPr/>
      <dgm:t>
        <a:bodyPr/>
        <a:lstStyle/>
        <a:p>
          <a:r>
            <a:rPr lang="en-US" sz="2400"/>
            <a:t>The more productive they are, the more likely they are to put extra attention into the quality of their work</a:t>
          </a:r>
        </a:p>
      </dgm:t>
    </dgm:pt>
    <dgm:pt modelId="{C7519E75-4DC4-49AA-ADA2-400C1810681D}" type="parTrans" cxnId="{A68FBF71-0274-4CA1-A79D-75815F7B5766}">
      <dgm:prSet/>
      <dgm:spPr/>
      <dgm:t>
        <a:bodyPr/>
        <a:lstStyle/>
        <a:p>
          <a:endParaRPr lang="en-US"/>
        </a:p>
      </dgm:t>
    </dgm:pt>
    <dgm:pt modelId="{92529F2F-C8C9-49D2-8FF3-FA0A1B9DD245}" type="sibTrans" cxnId="{A68FBF71-0274-4CA1-A79D-75815F7B5766}">
      <dgm:prSet/>
      <dgm:spPr/>
      <dgm:t>
        <a:bodyPr/>
        <a:lstStyle/>
        <a:p>
          <a:endParaRPr lang="en-US"/>
        </a:p>
      </dgm:t>
    </dgm:pt>
    <dgm:pt modelId="{B74A3B54-8DC8-4EE2-83C7-97EA614E5558}" type="pres">
      <dgm:prSet presAssocID="{1040F89A-68E0-48B1-9BE6-B06264EBA1A1}" presName="vert0" presStyleCnt="0">
        <dgm:presLayoutVars>
          <dgm:dir/>
          <dgm:animOne val="branch"/>
          <dgm:animLvl val="lvl"/>
        </dgm:presLayoutVars>
      </dgm:prSet>
      <dgm:spPr/>
    </dgm:pt>
    <dgm:pt modelId="{68DFD401-8C61-4B9A-841C-76EB373C49DD}" type="pres">
      <dgm:prSet presAssocID="{93B29CBB-0F84-40B1-91E5-CD825CEB297F}" presName="thickLine" presStyleLbl="alignNode1" presStyleIdx="0" presStyleCnt="5"/>
      <dgm:spPr/>
    </dgm:pt>
    <dgm:pt modelId="{0604F022-1D63-493F-950B-66A05FFBA3F9}" type="pres">
      <dgm:prSet presAssocID="{93B29CBB-0F84-40B1-91E5-CD825CEB297F}" presName="horz1" presStyleCnt="0"/>
      <dgm:spPr/>
    </dgm:pt>
    <dgm:pt modelId="{AA99026C-E775-4F53-B18D-AED28E13A717}" type="pres">
      <dgm:prSet presAssocID="{93B29CBB-0F84-40B1-91E5-CD825CEB297F}" presName="tx1" presStyleLbl="revTx" presStyleIdx="0" presStyleCnt="5"/>
      <dgm:spPr/>
    </dgm:pt>
    <dgm:pt modelId="{2236998A-FDB9-498E-A5FF-7A72AECB1866}" type="pres">
      <dgm:prSet presAssocID="{93B29CBB-0F84-40B1-91E5-CD825CEB297F}" presName="vert1" presStyleCnt="0"/>
      <dgm:spPr/>
    </dgm:pt>
    <dgm:pt modelId="{30E061C3-A891-43B2-9D76-5F388A6AFF4F}" type="pres">
      <dgm:prSet presAssocID="{C0A97AB8-0B24-40AD-BE27-82C978F0695D}" presName="thickLine" presStyleLbl="alignNode1" presStyleIdx="1" presStyleCnt="5"/>
      <dgm:spPr/>
    </dgm:pt>
    <dgm:pt modelId="{BDEF9147-C0F6-485F-A902-AE410F7C2BAF}" type="pres">
      <dgm:prSet presAssocID="{C0A97AB8-0B24-40AD-BE27-82C978F0695D}" presName="horz1" presStyleCnt="0"/>
      <dgm:spPr/>
    </dgm:pt>
    <dgm:pt modelId="{33B5B108-37F2-4DA5-99A8-ACA74992F4B2}" type="pres">
      <dgm:prSet presAssocID="{C0A97AB8-0B24-40AD-BE27-82C978F0695D}" presName="tx1" presStyleLbl="revTx" presStyleIdx="1" presStyleCnt="5"/>
      <dgm:spPr/>
    </dgm:pt>
    <dgm:pt modelId="{AA4A8E07-2280-4CCE-941A-081DA198D0FB}" type="pres">
      <dgm:prSet presAssocID="{C0A97AB8-0B24-40AD-BE27-82C978F0695D}" presName="vert1" presStyleCnt="0"/>
      <dgm:spPr/>
    </dgm:pt>
    <dgm:pt modelId="{8903D32C-6468-4FA9-992D-0CE2593EBFD1}" type="pres">
      <dgm:prSet presAssocID="{11A6E8E9-2661-400C-943C-60B7FF9AB8D2}" presName="thickLine" presStyleLbl="alignNode1" presStyleIdx="2" presStyleCnt="5"/>
      <dgm:spPr/>
    </dgm:pt>
    <dgm:pt modelId="{BD98CDEB-0FC8-4E06-8781-34AB132D47AF}" type="pres">
      <dgm:prSet presAssocID="{11A6E8E9-2661-400C-943C-60B7FF9AB8D2}" presName="horz1" presStyleCnt="0"/>
      <dgm:spPr/>
    </dgm:pt>
    <dgm:pt modelId="{A4791B0A-2359-412D-96C8-D004FEACE65A}" type="pres">
      <dgm:prSet presAssocID="{11A6E8E9-2661-400C-943C-60B7FF9AB8D2}" presName="tx1" presStyleLbl="revTx" presStyleIdx="2" presStyleCnt="5"/>
      <dgm:spPr/>
    </dgm:pt>
    <dgm:pt modelId="{0BA0BBFB-346C-459A-AEEE-FD27ED5EB0C2}" type="pres">
      <dgm:prSet presAssocID="{11A6E8E9-2661-400C-943C-60B7FF9AB8D2}" presName="vert1" presStyleCnt="0"/>
      <dgm:spPr/>
    </dgm:pt>
    <dgm:pt modelId="{A728E4AD-30A5-4C94-9B89-BA8DDB587BAE}" type="pres">
      <dgm:prSet presAssocID="{FBD83D42-AC7A-48DF-BB6E-CD0994D42D59}" presName="thickLine" presStyleLbl="alignNode1" presStyleIdx="3" presStyleCnt="5"/>
      <dgm:spPr/>
    </dgm:pt>
    <dgm:pt modelId="{DA2DD889-5377-4D4C-9066-E17DF1B4BD0A}" type="pres">
      <dgm:prSet presAssocID="{FBD83D42-AC7A-48DF-BB6E-CD0994D42D59}" presName="horz1" presStyleCnt="0"/>
      <dgm:spPr/>
    </dgm:pt>
    <dgm:pt modelId="{D96E42B6-7492-41A7-964C-F540DB9E994A}" type="pres">
      <dgm:prSet presAssocID="{FBD83D42-AC7A-48DF-BB6E-CD0994D42D59}" presName="tx1" presStyleLbl="revTx" presStyleIdx="3" presStyleCnt="5"/>
      <dgm:spPr/>
    </dgm:pt>
    <dgm:pt modelId="{4F07EDAB-A9B0-4143-8FA5-422F2389C36C}" type="pres">
      <dgm:prSet presAssocID="{FBD83D42-AC7A-48DF-BB6E-CD0994D42D59}" presName="vert1" presStyleCnt="0"/>
      <dgm:spPr/>
    </dgm:pt>
    <dgm:pt modelId="{56E798A2-0E88-44F5-ACA5-1645E90489EB}" type="pres">
      <dgm:prSet presAssocID="{90D88FBD-6B80-4869-897A-EB2C6DABAE8C}" presName="thickLine" presStyleLbl="alignNode1" presStyleIdx="4" presStyleCnt="5"/>
      <dgm:spPr/>
    </dgm:pt>
    <dgm:pt modelId="{0B0F30DC-D4B1-4217-BAE5-A88C591D55BA}" type="pres">
      <dgm:prSet presAssocID="{90D88FBD-6B80-4869-897A-EB2C6DABAE8C}" presName="horz1" presStyleCnt="0"/>
      <dgm:spPr/>
    </dgm:pt>
    <dgm:pt modelId="{CD24DB75-16C5-4BEC-BB41-9D64C9EC9246}" type="pres">
      <dgm:prSet presAssocID="{90D88FBD-6B80-4869-897A-EB2C6DABAE8C}" presName="tx1" presStyleLbl="revTx" presStyleIdx="4" presStyleCnt="5"/>
      <dgm:spPr/>
    </dgm:pt>
    <dgm:pt modelId="{8E80663E-1A40-4ED7-A538-0068D6C3CA64}" type="pres">
      <dgm:prSet presAssocID="{90D88FBD-6B80-4869-897A-EB2C6DABAE8C}" presName="vert1" presStyleCnt="0"/>
      <dgm:spPr/>
    </dgm:pt>
  </dgm:ptLst>
  <dgm:cxnLst>
    <dgm:cxn modelId="{4DAEF505-A6AF-4AAA-A1F8-F57490FC416C}" type="presOf" srcId="{1040F89A-68E0-48B1-9BE6-B06264EBA1A1}" destId="{B74A3B54-8DC8-4EE2-83C7-97EA614E5558}" srcOrd="0" destOrd="0" presId="urn:microsoft.com/office/officeart/2008/layout/LinedList"/>
    <dgm:cxn modelId="{9BBC4733-781B-4579-BF32-CDAB773F8B2A}" srcId="{1040F89A-68E0-48B1-9BE6-B06264EBA1A1}" destId="{FBD83D42-AC7A-48DF-BB6E-CD0994D42D59}" srcOrd="3" destOrd="0" parTransId="{11F2A073-4CEF-4D91-BC20-5BC497BCB199}" sibTransId="{2E4CA3DA-2C2D-4B94-A152-E6F9288EC4FD}"/>
    <dgm:cxn modelId="{5D993669-280C-4883-A3CA-27A1A468DDD4}" type="presOf" srcId="{90D88FBD-6B80-4869-897A-EB2C6DABAE8C}" destId="{CD24DB75-16C5-4BEC-BB41-9D64C9EC9246}" srcOrd="0" destOrd="0" presId="urn:microsoft.com/office/officeart/2008/layout/LinedList"/>
    <dgm:cxn modelId="{2749156E-3058-4B3E-991D-560493AB9FC6}" type="presOf" srcId="{11A6E8E9-2661-400C-943C-60B7FF9AB8D2}" destId="{A4791B0A-2359-412D-96C8-D004FEACE65A}" srcOrd="0" destOrd="0" presId="urn:microsoft.com/office/officeart/2008/layout/LinedList"/>
    <dgm:cxn modelId="{A68FBF71-0274-4CA1-A79D-75815F7B5766}" srcId="{1040F89A-68E0-48B1-9BE6-B06264EBA1A1}" destId="{90D88FBD-6B80-4869-897A-EB2C6DABAE8C}" srcOrd="4" destOrd="0" parTransId="{C7519E75-4DC4-49AA-ADA2-400C1810681D}" sibTransId="{92529F2F-C8C9-49D2-8FF3-FA0A1B9DD245}"/>
    <dgm:cxn modelId="{A35C4687-B39D-442A-9867-DB815BE8FA07}" srcId="{1040F89A-68E0-48B1-9BE6-B06264EBA1A1}" destId="{11A6E8E9-2661-400C-943C-60B7FF9AB8D2}" srcOrd="2" destOrd="0" parTransId="{88DFF832-B032-4B3A-92F5-DD7BD1E0CAA8}" sibTransId="{48E63567-0CB2-4275-A677-AC7DC662AD55}"/>
    <dgm:cxn modelId="{BB427B8E-398F-4F8C-8C62-327BDAF38662}" type="presOf" srcId="{FBD83D42-AC7A-48DF-BB6E-CD0994D42D59}" destId="{D96E42B6-7492-41A7-964C-F540DB9E994A}" srcOrd="0" destOrd="0" presId="urn:microsoft.com/office/officeart/2008/layout/LinedList"/>
    <dgm:cxn modelId="{7F2C1CA3-932A-4AC0-B9BE-CD047FF7B057}" type="presOf" srcId="{C0A97AB8-0B24-40AD-BE27-82C978F0695D}" destId="{33B5B108-37F2-4DA5-99A8-ACA74992F4B2}" srcOrd="0" destOrd="0" presId="urn:microsoft.com/office/officeart/2008/layout/LinedList"/>
    <dgm:cxn modelId="{F89E67C5-D3EF-4939-B09F-1AF0C08B8FB8}" type="presOf" srcId="{93B29CBB-0F84-40B1-91E5-CD825CEB297F}" destId="{AA99026C-E775-4F53-B18D-AED28E13A717}" srcOrd="0" destOrd="0" presId="urn:microsoft.com/office/officeart/2008/layout/LinedList"/>
    <dgm:cxn modelId="{54A36CDA-0497-41B7-9772-08D8BB2403EB}" srcId="{1040F89A-68E0-48B1-9BE6-B06264EBA1A1}" destId="{93B29CBB-0F84-40B1-91E5-CD825CEB297F}" srcOrd="0" destOrd="0" parTransId="{4BD415AA-DBA6-4756-AC9A-3DC5631208F2}" sibTransId="{7E7F0AE2-8E50-46A8-A513-FDEA459D05DB}"/>
    <dgm:cxn modelId="{A4052EFB-D291-44AA-946E-0C95830E20BC}" srcId="{1040F89A-68E0-48B1-9BE6-B06264EBA1A1}" destId="{C0A97AB8-0B24-40AD-BE27-82C978F0695D}" srcOrd="1" destOrd="0" parTransId="{9B682646-3411-43F1-8F59-2DEE7C9959F5}" sibTransId="{6DF7FB62-AB91-42D6-ADCF-49E357AABE40}"/>
    <dgm:cxn modelId="{69E6E725-8E09-48DD-9171-643621CC30CE}" type="presParOf" srcId="{B74A3B54-8DC8-4EE2-83C7-97EA614E5558}" destId="{68DFD401-8C61-4B9A-841C-76EB373C49DD}" srcOrd="0" destOrd="0" presId="urn:microsoft.com/office/officeart/2008/layout/LinedList"/>
    <dgm:cxn modelId="{8453C8F0-0B5D-41F4-989F-DE6819FD11A4}" type="presParOf" srcId="{B74A3B54-8DC8-4EE2-83C7-97EA614E5558}" destId="{0604F022-1D63-493F-950B-66A05FFBA3F9}" srcOrd="1" destOrd="0" presId="urn:microsoft.com/office/officeart/2008/layout/LinedList"/>
    <dgm:cxn modelId="{C38EA6D5-7420-41EA-9179-7D6BC8B4937B}" type="presParOf" srcId="{0604F022-1D63-493F-950B-66A05FFBA3F9}" destId="{AA99026C-E775-4F53-B18D-AED28E13A717}" srcOrd="0" destOrd="0" presId="urn:microsoft.com/office/officeart/2008/layout/LinedList"/>
    <dgm:cxn modelId="{A5BD0282-3822-4E12-B98F-363E66849E84}" type="presParOf" srcId="{0604F022-1D63-493F-950B-66A05FFBA3F9}" destId="{2236998A-FDB9-498E-A5FF-7A72AECB1866}" srcOrd="1" destOrd="0" presId="urn:microsoft.com/office/officeart/2008/layout/LinedList"/>
    <dgm:cxn modelId="{9B41B4FC-B6F1-4639-B719-4856CE2FE04B}" type="presParOf" srcId="{B74A3B54-8DC8-4EE2-83C7-97EA614E5558}" destId="{30E061C3-A891-43B2-9D76-5F388A6AFF4F}" srcOrd="2" destOrd="0" presId="urn:microsoft.com/office/officeart/2008/layout/LinedList"/>
    <dgm:cxn modelId="{6DD50903-D8B7-47B6-94F7-54CDBB020A95}" type="presParOf" srcId="{B74A3B54-8DC8-4EE2-83C7-97EA614E5558}" destId="{BDEF9147-C0F6-485F-A902-AE410F7C2BAF}" srcOrd="3" destOrd="0" presId="urn:microsoft.com/office/officeart/2008/layout/LinedList"/>
    <dgm:cxn modelId="{6D005545-3BA9-4578-BEAB-00F17CFE99AC}" type="presParOf" srcId="{BDEF9147-C0F6-485F-A902-AE410F7C2BAF}" destId="{33B5B108-37F2-4DA5-99A8-ACA74992F4B2}" srcOrd="0" destOrd="0" presId="urn:microsoft.com/office/officeart/2008/layout/LinedList"/>
    <dgm:cxn modelId="{CD538636-E405-4885-BADB-C46A1ED15422}" type="presParOf" srcId="{BDEF9147-C0F6-485F-A902-AE410F7C2BAF}" destId="{AA4A8E07-2280-4CCE-941A-081DA198D0FB}" srcOrd="1" destOrd="0" presId="urn:microsoft.com/office/officeart/2008/layout/LinedList"/>
    <dgm:cxn modelId="{BBE8AF29-4328-41D3-9420-4664A6193330}" type="presParOf" srcId="{B74A3B54-8DC8-4EE2-83C7-97EA614E5558}" destId="{8903D32C-6468-4FA9-992D-0CE2593EBFD1}" srcOrd="4" destOrd="0" presId="urn:microsoft.com/office/officeart/2008/layout/LinedList"/>
    <dgm:cxn modelId="{3AE2C708-55AF-4D27-9852-34611A9DDC98}" type="presParOf" srcId="{B74A3B54-8DC8-4EE2-83C7-97EA614E5558}" destId="{BD98CDEB-0FC8-4E06-8781-34AB132D47AF}" srcOrd="5" destOrd="0" presId="urn:microsoft.com/office/officeart/2008/layout/LinedList"/>
    <dgm:cxn modelId="{4CE6B863-35CC-45BF-9444-E3A35B941604}" type="presParOf" srcId="{BD98CDEB-0FC8-4E06-8781-34AB132D47AF}" destId="{A4791B0A-2359-412D-96C8-D004FEACE65A}" srcOrd="0" destOrd="0" presId="urn:microsoft.com/office/officeart/2008/layout/LinedList"/>
    <dgm:cxn modelId="{A8A95F4F-C696-46CD-8E6E-8F9970FE6862}" type="presParOf" srcId="{BD98CDEB-0FC8-4E06-8781-34AB132D47AF}" destId="{0BA0BBFB-346C-459A-AEEE-FD27ED5EB0C2}" srcOrd="1" destOrd="0" presId="urn:microsoft.com/office/officeart/2008/layout/LinedList"/>
    <dgm:cxn modelId="{3EFC34EA-E766-45D8-87A8-0A729D43E3F7}" type="presParOf" srcId="{B74A3B54-8DC8-4EE2-83C7-97EA614E5558}" destId="{A728E4AD-30A5-4C94-9B89-BA8DDB587BAE}" srcOrd="6" destOrd="0" presId="urn:microsoft.com/office/officeart/2008/layout/LinedList"/>
    <dgm:cxn modelId="{4CFB7B89-1D27-4B7A-9038-14691D9BA21D}" type="presParOf" srcId="{B74A3B54-8DC8-4EE2-83C7-97EA614E5558}" destId="{DA2DD889-5377-4D4C-9066-E17DF1B4BD0A}" srcOrd="7" destOrd="0" presId="urn:microsoft.com/office/officeart/2008/layout/LinedList"/>
    <dgm:cxn modelId="{182F9D7A-0D7F-46DD-8E37-D8543D4211E0}" type="presParOf" srcId="{DA2DD889-5377-4D4C-9066-E17DF1B4BD0A}" destId="{D96E42B6-7492-41A7-964C-F540DB9E994A}" srcOrd="0" destOrd="0" presId="urn:microsoft.com/office/officeart/2008/layout/LinedList"/>
    <dgm:cxn modelId="{F866F68D-3EB0-4520-8D48-9EC73F15DCEC}" type="presParOf" srcId="{DA2DD889-5377-4D4C-9066-E17DF1B4BD0A}" destId="{4F07EDAB-A9B0-4143-8FA5-422F2389C36C}" srcOrd="1" destOrd="0" presId="urn:microsoft.com/office/officeart/2008/layout/LinedList"/>
    <dgm:cxn modelId="{CB3F7F4E-ED76-44AE-AFD4-1E492FC2577A}" type="presParOf" srcId="{B74A3B54-8DC8-4EE2-83C7-97EA614E5558}" destId="{56E798A2-0E88-44F5-ACA5-1645E90489EB}" srcOrd="8" destOrd="0" presId="urn:microsoft.com/office/officeart/2008/layout/LinedList"/>
    <dgm:cxn modelId="{BBE190F4-E952-491D-AA5B-672862093A44}" type="presParOf" srcId="{B74A3B54-8DC8-4EE2-83C7-97EA614E5558}" destId="{0B0F30DC-D4B1-4217-BAE5-A88C591D55BA}" srcOrd="9" destOrd="0" presId="urn:microsoft.com/office/officeart/2008/layout/LinedList"/>
    <dgm:cxn modelId="{0D8667EC-3C3E-4F13-959D-17716C4B2A87}" type="presParOf" srcId="{0B0F30DC-D4B1-4217-BAE5-A88C591D55BA}" destId="{CD24DB75-16C5-4BEC-BB41-9D64C9EC9246}" srcOrd="0" destOrd="0" presId="urn:microsoft.com/office/officeart/2008/layout/LinedList"/>
    <dgm:cxn modelId="{233D1D55-3505-40FD-B4BE-BF1A053FCE86}" type="presParOf" srcId="{0B0F30DC-D4B1-4217-BAE5-A88C591D55BA}" destId="{8E80663E-1A40-4ED7-A538-0068D6C3CA6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7B9B8E7-33F1-47C8-9FEE-1E582FDCD053}"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2DEFFFF0-77A5-4C8B-BB24-2BCADF684EEB}">
      <dgm:prSet custT="1"/>
      <dgm:spPr/>
      <dgm:t>
        <a:bodyPr/>
        <a:lstStyle/>
        <a:p>
          <a:r>
            <a:rPr lang="en-GB" sz="1600" b="0" i="0" baseline="0"/>
            <a:t>As part of a safe workplace and culture, updated safety information and education, with both employees and management, is integral to success and improved safety. </a:t>
          </a:r>
          <a:endParaRPr lang="en-US" sz="1600"/>
        </a:p>
      </dgm:t>
    </dgm:pt>
    <dgm:pt modelId="{FB4A34C4-8C36-4FA6-84E4-8E3EDB7734F8}" type="parTrans" cxnId="{7CD50EF7-ACFD-45BF-A777-B5635EB3B85C}">
      <dgm:prSet/>
      <dgm:spPr/>
      <dgm:t>
        <a:bodyPr/>
        <a:lstStyle/>
        <a:p>
          <a:endParaRPr lang="en-US"/>
        </a:p>
      </dgm:t>
    </dgm:pt>
    <dgm:pt modelId="{C0D15C67-7159-4A17-BB29-D38F675A9224}" type="sibTrans" cxnId="{7CD50EF7-ACFD-45BF-A777-B5635EB3B85C}">
      <dgm:prSet/>
      <dgm:spPr/>
      <dgm:t>
        <a:bodyPr/>
        <a:lstStyle/>
        <a:p>
          <a:endParaRPr lang="en-US"/>
        </a:p>
      </dgm:t>
    </dgm:pt>
    <dgm:pt modelId="{710A9061-F6EE-434C-BE92-904401BB6FE9}">
      <dgm:prSet custT="1"/>
      <dgm:spPr/>
      <dgm:t>
        <a:bodyPr/>
        <a:lstStyle/>
        <a:p>
          <a:r>
            <a:rPr lang="en-GB" sz="1600" b="0" i="0" baseline="0"/>
            <a:t>There are many great options for online safety training available such as the OSHA and National Safety Council in the United States and the CCOHS in Canada.</a:t>
          </a:r>
          <a:endParaRPr lang="en-US" sz="1600"/>
        </a:p>
      </dgm:t>
    </dgm:pt>
    <dgm:pt modelId="{B974A36F-39F0-4DE3-9208-E1C335EE1D09}" type="parTrans" cxnId="{D029D366-52F2-4DAD-A509-C649227F06F4}">
      <dgm:prSet/>
      <dgm:spPr/>
      <dgm:t>
        <a:bodyPr/>
        <a:lstStyle/>
        <a:p>
          <a:endParaRPr lang="en-US"/>
        </a:p>
      </dgm:t>
    </dgm:pt>
    <dgm:pt modelId="{6D81FB18-0F5A-4592-B705-71BCB0F83F12}" type="sibTrans" cxnId="{D029D366-52F2-4DAD-A509-C649227F06F4}">
      <dgm:prSet/>
      <dgm:spPr/>
      <dgm:t>
        <a:bodyPr/>
        <a:lstStyle/>
        <a:p>
          <a:endParaRPr lang="en-US"/>
        </a:p>
      </dgm:t>
    </dgm:pt>
    <dgm:pt modelId="{D47A2C82-02A0-4C4D-B5B4-13CBB34E242B}">
      <dgm:prSet custT="1"/>
      <dgm:spPr/>
      <dgm:t>
        <a:bodyPr/>
        <a:lstStyle/>
        <a:p>
          <a:r>
            <a:rPr lang="en-GB" sz="1600" b="0" i="0" baseline="0"/>
            <a:t>But in addition to these great resources, there are many, many other options for online safety training, seminars, and education for all kinds of industries and safety challenges.</a:t>
          </a:r>
          <a:endParaRPr lang="en-US" sz="1600"/>
        </a:p>
      </dgm:t>
    </dgm:pt>
    <dgm:pt modelId="{894D4B72-ADD9-48A8-A449-25D7811C64D7}" type="parTrans" cxnId="{B5E14598-9EAC-4FDA-BCA8-0B5FEF652431}">
      <dgm:prSet/>
      <dgm:spPr/>
      <dgm:t>
        <a:bodyPr/>
        <a:lstStyle/>
        <a:p>
          <a:endParaRPr lang="en-US"/>
        </a:p>
      </dgm:t>
    </dgm:pt>
    <dgm:pt modelId="{1FC03FDE-D459-4052-8292-EAD49ADD8676}" type="sibTrans" cxnId="{B5E14598-9EAC-4FDA-BCA8-0B5FEF652431}">
      <dgm:prSet/>
      <dgm:spPr/>
      <dgm:t>
        <a:bodyPr/>
        <a:lstStyle/>
        <a:p>
          <a:endParaRPr lang="en-US"/>
        </a:p>
      </dgm:t>
    </dgm:pt>
    <dgm:pt modelId="{1E30A17F-D7D1-49CC-9253-131157D53469}" type="pres">
      <dgm:prSet presAssocID="{27B9B8E7-33F1-47C8-9FEE-1E582FDCD053}" presName="root" presStyleCnt="0">
        <dgm:presLayoutVars>
          <dgm:dir/>
          <dgm:resizeHandles val="exact"/>
        </dgm:presLayoutVars>
      </dgm:prSet>
      <dgm:spPr/>
    </dgm:pt>
    <dgm:pt modelId="{E1C38DCC-34C2-405C-B7F2-E0864942B2DA}" type="pres">
      <dgm:prSet presAssocID="{2DEFFFF0-77A5-4C8B-BB24-2BCADF684EEB}" presName="compNode" presStyleCnt="0"/>
      <dgm:spPr/>
    </dgm:pt>
    <dgm:pt modelId="{2C9599D8-6DE1-44B6-91A4-90AC3794AC04}" type="pres">
      <dgm:prSet presAssocID="{2DEFFFF0-77A5-4C8B-BB24-2BCADF684EE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CC0BD9DE-8411-4B34-A56C-2B38CCDE9DD7}" type="pres">
      <dgm:prSet presAssocID="{2DEFFFF0-77A5-4C8B-BB24-2BCADF684EEB}" presName="spaceRect" presStyleCnt="0"/>
      <dgm:spPr/>
    </dgm:pt>
    <dgm:pt modelId="{D5203EF7-B8BF-4536-9F01-2740159F26F1}" type="pres">
      <dgm:prSet presAssocID="{2DEFFFF0-77A5-4C8B-BB24-2BCADF684EEB}" presName="textRect" presStyleLbl="revTx" presStyleIdx="0" presStyleCnt="3">
        <dgm:presLayoutVars>
          <dgm:chMax val="1"/>
          <dgm:chPref val="1"/>
        </dgm:presLayoutVars>
      </dgm:prSet>
      <dgm:spPr/>
    </dgm:pt>
    <dgm:pt modelId="{082726EC-CA30-4708-998A-9915229F6C39}" type="pres">
      <dgm:prSet presAssocID="{C0D15C67-7159-4A17-BB29-D38F675A9224}" presName="sibTrans" presStyleCnt="0"/>
      <dgm:spPr/>
    </dgm:pt>
    <dgm:pt modelId="{1663D631-E9AF-4199-BDAA-1D539BB80CAE}" type="pres">
      <dgm:prSet presAssocID="{710A9061-F6EE-434C-BE92-904401BB6FE9}" presName="compNode" presStyleCnt="0"/>
      <dgm:spPr/>
    </dgm:pt>
    <dgm:pt modelId="{A65117BE-CDBD-402B-BE1D-ABF1E1DB5097}" type="pres">
      <dgm:prSet presAssocID="{710A9061-F6EE-434C-BE92-904401BB6FE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dical"/>
        </a:ext>
      </dgm:extLst>
    </dgm:pt>
    <dgm:pt modelId="{09904E65-588E-45E8-8EDE-543C7DD936C6}" type="pres">
      <dgm:prSet presAssocID="{710A9061-F6EE-434C-BE92-904401BB6FE9}" presName="spaceRect" presStyleCnt="0"/>
      <dgm:spPr/>
    </dgm:pt>
    <dgm:pt modelId="{E1C4910F-0802-49BC-93EA-699C73BFEFF1}" type="pres">
      <dgm:prSet presAssocID="{710A9061-F6EE-434C-BE92-904401BB6FE9}" presName="textRect" presStyleLbl="revTx" presStyleIdx="1" presStyleCnt="3">
        <dgm:presLayoutVars>
          <dgm:chMax val="1"/>
          <dgm:chPref val="1"/>
        </dgm:presLayoutVars>
      </dgm:prSet>
      <dgm:spPr/>
    </dgm:pt>
    <dgm:pt modelId="{AC770E4D-2F0E-4337-B158-FBA4E2E8FCDB}" type="pres">
      <dgm:prSet presAssocID="{6D81FB18-0F5A-4592-B705-71BCB0F83F12}" presName="sibTrans" presStyleCnt="0"/>
      <dgm:spPr/>
    </dgm:pt>
    <dgm:pt modelId="{669DD970-20A9-451A-BDB0-E52F8A1A1501}" type="pres">
      <dgm:prSet presAssocID="{D47A2C82-02A0-4C4D-B5B4-13CBB34E242B}" presName="compNode" presStyleCnt="0"/>
      <dgm:spPr/>
    </dgm:pt>
    <dgm:pt modelId="{16B7DBA8-9E61-4B06-ABBF-AC719BC96552}" type="pres">
      <dgm:prSet presAssocID="{D47A2C82-02A0-4C4D-B5B4-13CBB34E242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lackboard"/>
        </a:ext>
      </dgm:extLst>
    </dgm:pt>
    <dgm:pt modelId="{C29DE65B-E979-4A70-BFB3-B5D713DCE960}" type="pres">
      <dgm:prSet presAssocID="{D47A2C82-02A0-4C4D-B5B4-13CBB34E242B}" presName="spaceRect" presStyleCnt="0"/>
      <dgm:spPr/>
    </dgm:pt>
    <dgm:pt modelId="{DB3AD5C1-570E-452D-AEAB-F8E5C4BDAD87}" type="pres">
      <dgm:prSet presAssocID="{D47A2C82-02A0-4C4D-B5B4-13CBB34E242B}" presName="textRect" presStyleLbl="revTx" presStyleIdx="2" presStyleCnt="3">
        <dgm:presLayoutVars>
          <dgm:chMax val="1"/>
          <dgm:chPref val="1"/>
        </dgm:presLayoutVars>
      </dgm:prSet>
      <dgm:spPr/>
    </dgm:pt>
  </dgm:ptLst>
  <dgm:cxnLst>
    <dgm:cxn modelId="{E4248221-5452-4310-B83C-501AFB18F9DB}" type="presOf" srcId="{D47A2C82-02A0-4C4D-B5B4-13CBB34E242B}" destId="{DB3AD5C1-570E-452D-AEAB-F8E5C4BDAD87}" srcOrd="0" destOrd="0" presId="urn:microsoft.com/office/officeart/2018/2/layout/IconLabelList"/>
    <dgm:cxn modelId="{623EC328-5331-4BAB-A2E8-DB68D7C1CED0}" type="presOf" srcId="{27B9B8E7-33F1-47C8-9FEE-1E582FDCD053}" destId="{1E30A17F-D7D1-49CC-9253-131157D53469}" srcOrd="0" destOrd="0" presId="urn:microsoft.com/office/officeart/2018/2/layout/IconLabelList"/>
    <dgm:cxn modelId="{D029D366-52F2-4DAD-A509-C649227F06F4}" srcId="{27B9B8E7-33F1-47C8-9FEE-1E582FDCD053}" destId="{710A9061-F6EE-434C-BE92-904401BB6FE9}" srcOrd="1" destOrd="0" parTransId="{B974A36F-39F0-4DE3-9208-E1C335EE1D09}" sibTransId="{6D81FB18-0F5A-4592-B705-71BCB0F83F12}"/>
    <dgm:cxn modelId="{B5E14598-9EAC-4FDA-BCA8-0B5FEF652431}" srcId="{27B9B8E7-33F1-47C8-9FEE-1E582FDCD053}" destId="{D47A2C82-02A0-4C4D-B5B4-13CBB34E242B}" srcOrd="2" destOrd="0" parTransId="{894D4B72-ADD9-48A8-A449-25D7811C64D7}" sibTransId="{1FC03FDE-D459-4052-8292-EAD49ADD8676}"/>
    <dgm:cxn modelId="{5B42F4C4-2AE8-4361-ABB6-0FB45191513D}" type="presOf" srcId="{710A9061-F6EE-434C-BE92-904401BB6FE9}" destId="{E1C4910F-0802-49BC-93EA-699C73BFEFF1}" srcOrd="0" destOrd="0" presId="urn:microsoft.com/office/officeart/2018/2/layout/IconLabelList"/>
    <dgm:cxn modelId="{C5576DD4-B523-449B-B5C9-E8BA3EDB61FA}" type="presOf" srcId="{2DEFFFF0-77A5-4C8B-BB24-2BCADF684EEB}" destId="{D5203EF7-B8BF-4536-9F01-2740159F26F1}" srcOrd="0" destOrd="0" presId="urn:microsoft.com/office/officeart/2018/2/layout/IconLabelList"/>
    <dgm:cxn modelId="{7CD50EF7-ACFD-45BF-A777-B5635EB3B85C}" srcId="{27B9B8E7-33F1-47C8-9FEE-1E582FDCD053}" destId="{2DEFFFF0-77A5-4C8B-BB24-2BCADF684EEB}" srcOrd="0" destOrd="0" parTransId="{FB4A34C4-8C36-4FA6-84E4-8E3EDB7734F8}" sibTransId="{C0D15C67-7159-4A17-BB29-D38F675A9224}"/>
    <dgm:cxn modelId="{D501E579-B691-44D2-B463-B74AC041450A}" type="presParOf" srcId="{1E30A17F-D7D1-49CC-9253-131157D53469}" destId="{E1C38DCC-34C2-405C-B7F2-E0864942B2DA}" srcOrd="0" destOrd="0" presId="urn:microsoft.com/office/officeart/2018/2/layout/IconLabelList"/>
    <dgm:cxn modelId="{2C27B6DF-3457-4F90-879B-2636B26396EC}" type="presParOf" srcId="{E1C38DCC-34C2-405C-B7F2-E0864942B2DA}" destId="{2C9599D8-6DE1-44B6-91A4-90AC3794AC04}" srcOrd="0" destOrd="0" presId="urn:microsoft.com/office/officeart/2018/2/layout/IconLabelList"/>
    <dgm:cxn modelId="{74CDA925-D462-45DA-82B4-9E4876DAEFC9}" type="presParOf" srcId="{E1C38DCC-34C2-405C-B7F2-E0864942B2DA}" destId="{CC0BD9DE-8411-4B34-A56C-2B38CCDE9DD7}" srcOrd="1" destOrd="0" presId="urn:microsoft.com/office/officeart/2018/2/layout/IconLabelList"/>
    <dgm:cxn modelId="{98EB6777-612D-405E-8320-C93E975953BE}" type="presParOf" srcId="{E1C38DCC-34C2-405C-B7F2-E0864942B2DA}" destId="{D5203EF7-B8BF-4536-9F01-2740159F26F1}" srcOrd="2" destOrd="0" presId="urn:microsoft.com/office/officeart/2018/2/layout/IconLabelList"/>
    <dgm:cxn modelId="{FAE6115C-091A-431F-9140-06CFCE363881}" type="presParOf" srcId="{1E30A17F-D7D1-49CC-9253-131157D53469}" destId="{082726EC-CA30-4708-998A-9915229F6C39}" srcOrd="1" destOrd="0" presId="urn:microsoft.com/office/officeart/2018/2/layout/IconLabelList"/>
    <dgm:cxn modelId="{7D197D58-289E-4C4D-8A3F-233D2F15475A}" type="presParOf" srcId="{1E30A17F-D7D1-49CC-9253-131157D53469}" destId="{1663D631-E9AF-4199-BDAA-1D539BB80CAE}" srcOrd="2" destOrd="0" presId="urn:microsoft.com/office/officeart/2018/2/layout/IconLabelList"/>
    <dgm:cxn modelId="{DC008D26-A051-401A-AB39-5148C43B5C4B}" type="presParOf" srcId="{1663D631-E9AF-4199-BDAA-1D539BB80CAE}" destId="{A65117BE-CDBD-402B-BE1D-ABF1E1DB5097}" srcOrd="0" destOrd="0" presId="urn:microsoft.com/office/officeart/2018/2/layout/IconLabelList"/>
    <dgm:cxn modelId="{CC1BEE68-2E4E-40F9-8E8A-06A5F8C81CF1}" type="presParOf" srcId="{1663D631-E9AF-4199-BDAA-1D539BB80CAE}" destId="{09904E65-588E-45E8-8EDE-543C7DD936C6}" srcOrd="1" destOrd="0" presId="urn:microsoft.com/office/officeart/2018/2/layout/IconLabelList"/>
    <dgm:cxn modelId="{06BEC139-C847-47DF-932A-38387B614D6F}" type="presParOf" srcId="{1663D631-E9AF-4199-BDAA-1D539BB80CAE}" destId="{E1C4910F-0802-49BC-93EA-699C73BFEFF1}" srcOrd="2" destOrd="0" presId="urn:microsoft.com/office/officeart/2018/2/layout/IconLabelList"/>
    <dgm:cxn modelId="{A523DC48-815E-49F5-8064-DA11F1FC14E4}" type="presParOf" srcId="{1E30A17F-D7D1-49CC-9253-131157D53469}" destId="{AC770E4D-2F0E-4337-B158-FBA4E2E8FCDB}" srcOrd="3" destOrd="0" presId="urn:microsoft.com/office/officeart/2018/2/layout/IconLabelList"/>
    <dgm:cxn modelId="{802CBC3E-7009-49ED-A7E4-605C448F3163}" type="presParOf" srcId="{1E30A17F-D7D1-49CC-9253-131157D53469}" destId="{669DD970-20A9-451A-BDB0-E52F8A1A1501}" srcOrd="4" destOrd="0" presId="urn:microsoft.com/office/officeart/2018/2/layout/IconLabelList"/>
    <dgm:cxn modelId="{2DB56955-FCA9-4232-8AB8-D09B25AD5687}" type="presParOf" srcId="{669DD970-20A9-451A-BDB0-E52F8A1A1501}" destId="{16B7DBA8-9E61-4B06-ABBF-AC719BC96552}" srcOrd="0" destOrd="0" presId="urn:microsoft.com/office/officeart/2018/2/layout/IconLabelList"/>
    <dgm:cxn modelId="{47F81E90-E4A0-41BE-9F14-1CFAEEB113F4}" type="presParOf" srcId="{669DD970-20A9-451A-BDB0-E52F8A1A1501}" destId="{C29DE65B-E979-4A70-BFB3-B5D713DCE960}" srcOrd="1" destOrd="0" presId="urn:microsoft.com/office/officeart/2018/2/layout/IconLabelList"/>
    <dgm:cxn modelId="{914AD25F-7328-4D28-BEE4-6BAB0A2F3701}" type="presParOf" srcId="{669DD970-20A9-451A-BDB0-E52F8A1A1501}" destId="{DB3AD5C1-570E-452D-AEAB-F8E5C4BDAD8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3F4BE97-BAE9-4797-8365-F1DF0D70322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086900A-B6C5-41CA-B95D-D0D10F7FEF89}">
      <dgm:prSet custT="1"/>
      <dgm:spPr/>
      <dgm:t>
        <a:bodyPr/>
        <a:lstStyle/>
        <a:p>
          <a:r>
            <a:rPr lang="en-GB" sz="1600" b="0" i="0" baseline="0" dirty="0"/>
            <a:t>The Infrastructure Health and Safety Association in Ontario says: “Companies should establish safe work practices/safe job procedures for addressing significant hazards or for dealing with circumstances that may present other significant risks/liabilities for the company.</a:t>
          </a:r>
          <a:endParaRPr lang="en-US" sz="1600" dirty="0"/>
        </a:p>
      </dgm:t>
    </dgm:pt>
    <dgm:pt modelId="{3B4120E2-4CE5-4556-ADC2-E0E7CB0A0439}" type="parTrans" cxnId="{C1038780-5FFF-45B7-8B64-F666C2E92EFF}">
      <dgm:prSet/>
      <dgm:spPr/>
      <dgm:t>
        <a:bodyPr/>
        <a:lstStyle/>
        <a:p>
          <a:endParaRPr lang="en-US"/>
        </a:p>
      </dgm:t>
    </dgm:pt>
    <dgm:pt modelId="{162296C7-9628-4FE8-AF16-C2872129F692}" type="sibTrans" cxnId="{C1038780-5FFF-45B7-8B64-F666C2E92EFF}">
      <dgm:prSet/>
      <dgm:spPr/>
      <dgm:t>
        <a:bodyPr/>
        <a:lstStyle/>
        <a:p>
          <a:endParaRPr lang="en-US"/>
        </a:p>
      </dgm:t>
    </dgm:pt>
    <dgm:pt modelId="{8FB2E7D9-B717-4C1A-BF37-94B3877110D7}">
      <dgm:prSet custT="1"/>
      <dgm:spPr/>
      <dgm:t>
        <a:bodyPr/>
        <a:lstStyle/>
        <a:p>
          <a:r>
            <a:rPr lang="en-GB" sz="1600" b="0" i="0" baseline="0"/>
            <a:t>They should reflect your company's approach to controlling hazards.”</a:t>
          </a:r>
          <a:endParaRPr lang="en-US" sz="1600"/>
        </a:p>
      </dgm:t>
    </dgm:pt>
    <dgm:pt modelId="{D2559F23-3037-44DF-8372-4676D9BF08F4}" type="parTrans" cxnId="{BABF51B1-78E4-405A-8BC5-C60C5E08F7F0}">
      <dgm:prSet/>
      <dgm:spPr/>
      <dgm:t>
        <a:bodyPr/>
        <a:lstStyle/>
        <a:p>
          <a:endParaRPr lang="en-US"/>
        </a:p>
      </dgm:t>
    </dgm:pt>
    <dgm:pt modelId="{48436BA3-125F-470D-93D9-586D05DF2C79}" type="sibTrans" cxnId="{BABF51B1-78E4-405A-8BC5-C60C5E08F7F0}">
      <dgm:prSet/>
      <dgm:spPr/>
      <dgm:t>
        <a:bodyPr/>
        <a:lstStyle/>
        <a:p>
          <a:endParaRPr lang="en-US"/>
        </a:p>
      </dgm:t>
    </dgm:pt>
    <dgm:pt modelId="{4328AEAD-E8B2-457A-B3BB-E157CCCFD9F8}">
      <dgm:prSet custT="1"/>
      <dgm:spPr/>
      <dgm:t>
        <a:bodyPr/>
        <a:lstStyle/>
        <a:p>
          <a:r>
            <a:rPr lang="en-GB" sz="1600" b="0" i="0" baseline="0" dirty="0"/>
            <a:t>Well-researched safe work practices and safe job procedures help protect employees by providing specific instruction and directions around work performance and conduct that will reduce the safety risk of harm to employees, the environment, and equipment. </a:t>
          </a:r>
          <a:endParaRPr lang="en-US" sz="1600" dirty="0"/>
        </a:p>
      </dgm:t>
    </dgm:pt>
    <dgm:pt modelId="{6CC24DE4-EC67-4978-AE3B-C91047C5A344}" type="parTrans" cxnId="{42CB475E-AF69-40DB-909A-7250D285439B}">
      <dgm:prSet/>
      <dgm:spPr/>
      <dgm:t>
        <a:bodyPr/>
        <a:lstStyle/>
        <a:p>
          <a:endParaRPr lang="en-US"/>
        </a:p>
      </dgm:t>
    </dgm:pt>
    <dgm:pt modelId="{0842F3DA-B9C2-4CBD-8B86-0A2275265CC7}" type="sibTrans" cxnId="{42CB475E-AF69-40DB-909A-7250D285439B}">
      <dgm:prSet/>
      <dgm:spPr/>
      <dgm:t>
        <a:bodyPr/>
        <a:lstStyle/>
        <a:p>
          <a:endParaRPr lang="en-US"/>
        </a:p>
      </dgm:t>
    </dgm:pt>
    <dgm:pt modelId="{DB1E73BA-7CB8-4884-98DB-B06D497FBDE8}">
      <dgm:prSet custT="1"/>
      <dgm:spPr/>
      <dgm:t>
        <a:bodyPr/>
        <a:lstStyle/>
        <a:p>
          <a:r>
            <a:rPr lang="en-GB" sz="1600" b="0" i="0" baseline="0"/>
            <a:t>These work practices and work procedures are the guidebooks to mitigating safety hazards specific to your organization and team.</a:t>
          </a:r>
          <a:endParaRPr lang="en-US" sz="1600"/>
        </a:p>
      </dgm:t>
    </dgm:pt>
    <dgm:pt modelId="{98386A4E-2E0D-4219-87A1-9889EA1CE775}" type="parTrans" cxnId="{AEE9ADCE-0000-420F-A610-8861FA6E30FC}">
      <dgm:prSet/>
      <dgm:spPr/>
      <dgm:t>
        <a:bodyPr/>
        <a:lstStyle/>
        <a:p>
          <a:endParaRPr lang="en-US"/>
        </a:p>
      </dgm:t>
    </dgm:pt>
    <dgm:pt modelId="{C19D683A-4006-48E7-AC65-75168AE166EE}" type="sibTrans" cxnId="{AEE9ADCE-0000-420F-A610-8861FA6E30FC}">
      <dgm:prSet/>
      <dgm:spPr/>
      <dgm:t>
        <a:bodyPr/>
        <a:lstStyle/>
        <a:p>
          <a:endParaRPr lang="en-US"/>
        </a:p>
      </dgm:t>
    </dgm:pt>
    <dgm:pt modelId="{6EBD32E3-6DF7-421D-B31D-1D1CF80D1E86}" type="pres">
      <dgm:prSet presAssocID="{B3F4BE97-BAE9-4797-8365-F1DF0D703229}" presName="root" presStyleCnt="0">
        <dgm:presLayoutVars>
          <dgm:dir/>
          <dgm:resizeHandles val="exact"/>
        </dgm:presLayoutVars>
      </dgm:prSet>
      <dgm:spPr/>
    </dgm:pt>
    <dgm:pt modelId="{7F0F7EAD-F619-4958-A0BD-28DC54C7B1C1}" type="pres">
      <dgm:prSet presAssocID="{D086900A-B6C5-41CA-B95D-D0D10F7FEF89}" presName="compNode" presStyleCnt="0"/>
      <dgm:spPr/>
    </dgm:pt>
    <dgm:pt modelId="{9CF3B722-5A4B-4F69-8C9F-22AA944FAEEF}" type="pres">
      <dgm:prSet presAssocID="{D086900A-B6C5-41CA-B95D-D0D10F7FEF89}" presName="bgRect" presStyleLbl="bgShp" presStyleIdx="0" presStyleCnt="4"/>
      <dgm:spPr/>
    </dgm:pt>
    <dgm:pt modelId="{F3AB8DED-7DBA-47C1-B66B-C8E80FBD26B0}" type="pres">
      <dgm:prSet presAssocID="{D086900A-B6C5-41CA-B95D-D0D10F7FEF89}" presName="iconRect" presStyleLbl="node1" presStyleIdx="0" presStyleCnt="4" custScaleX="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6E37EFCD-42F3-4877-9AFE-B5D2051962ED}" type="pres">
      <dgm:prSet presAssocID="{D086900A-B6C5-41CA-B95D-D0D10F7FEF89}" presName="spaceRect" presStyleCnt="0"/>
      <dgm:spPr/>
    </dgm:pt>
    <dgm:pt modelId="{FBE0BBE9-E5BA-4155-90C9-551AB6D25AC3}" type="pres">
      <dgm:prSet presAssocID="{D086900A-B6C5-41CA-B95D-D0D10F7FEF89}" presName="parTx" presStyleLbl="revTx" presStyleIdx="0" presStyleCnt="4" custScaleX="111909">
        <dgm:presLayoutVars>
          <dgm:chMax val="0"/>
          <dgm:chPref val="0"/>
        </dgm:presLayoutVars>
      </dgm:prSet>
      <dgm:spPr/>
    </dgm:pt>
    <dgm:pt modelId="{14843E09-19B5-4CC4-A40C-00BAAAF16B0A}" type="pres">
      <dgm:prSet presAssocID="{162296C7-9628-4FE8-AF16-C2872129F692}" presName="sibTrans" presStyleCnt="0"/>
      <dgm:spPr/>
    </dgm:pt>
    <dgm:pt modelId="{243D20EC-77D9-4954-916D-0BF94D4335E0}" type="pres">
      <dgm:prSet presAssocID="{8FB2E7D9-B717-4C1A-BF37-94B3877110D7}" presName="compNode" presStyleCnt="0"/>
      <dgm:spPr/>
    </dgm:pt>
    <dgm:pt modelId="{B3A666F1-3165-4C6B-B09A-5AF7EFDCEB82}" type="pres">
      <dgm:prSet presAssocID="{8FB2E7D9-B717-4C1A-BF37-94B3877110D7}" presName="bgRect" presStyleLbl="bgShp" presStyleIdx="1" presStyleCnt="4"/>
      <dgm:spPr/>
    </dgm:pt>
    <dgm:pt modelId="{2F6A34A1-F27A-49DC-BFCC-F50E495C3500}" type="pres">
      <dgm:prSet presAssocID="{8FB2E7D9-B717-4C1A-BF37-94B3877110D7}" presName="iconRect" presStyleLbl="node1" presStyleIdx="1" presStyleCnt="4" custScaleX="11022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964A5598-6657-4410-8FD9-7AECE8CEB186}" type="pres">
      <dgm:prSet presAssocID="{8FB2E7D9-B717-4C1A-BF37-94B3877110D7}" presName="spaceRect" presStyleCnt="0"/>
      <dgm:spPr/>
    </dgm:pt>
    <dgm:pt modelId="{D2DF92D4-87AA-4EB4-9CC0-639F03833E39}" type="pres">
      <dgm:prSet presAssocID="{8FB2E7D9-B717-4C1A-BF37-94B3877110D7}" presName="parTx" presStyleLbl="revTx" presStyleIdx="1" presStyleCnt="4" custScaleX="93407">
        <dgm:presLayoutVars>
          <dgm:chMax val="0"/>
          <dgm:chPref val="0"/>
        </dgm:presLayoutVars>
      </dgm:prSet>
      <dgm:spPr/>
    </dgm:pt>
    <dgm:pt modelId="{7B07F3BC-2E56-4015-AA97-B0FB4345A23D}" type="pres">
      <dgm:prSet presAssocID="{48436BA3-125F-470D-93D9-586D05DF2C79}" presName="sibTrans" presStyleCnt="0"/>
      <dgm:spPr/>
    </dgm:pt>
    <dgm:pt modelId="{74FB1CA9-C71B-4E89-B5C0-6E086299DBA5}" type="pres">
      <dgm:prSet presAssocID="{4328AEAD-E8B2-457A-B3BB-E157CCCFD9F8}" presName="compNode" presStyleCnt="0"/>
      <dgm:spPr/>
    </dgm:pt>
    <dgm:pt modelId="{0634B066-2F36-4791-A0E1-3FFA5B87D391}" type="pres">
      <dgm:prSet presAssocID="{4328AEAD-E8B2-457A-B3BB-E157CCCFD9F8}" presName="bgRect" presStyleLbl="bgShp" presStyleIdx="2" presStyleCnt="4"/>
      <dgm:spPr/>
    </dgm:pt>
    <dgm:pt modelId="{62523FBB-1572-414E-BE7A-02E80139BD2C}" type="pres">
      <dgm:prSet presAssocID="{4328AEAD-E8B2-457A-B3BB-E157CCCFD9F8}" presName="iconRect" presStyleLbl="node1" presStyleIdx="2" presStyleCnt="4" custScaleX="11022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struction Worker"/>
        </a:ext>
      </dgm:extLst>
    </dgm:pt>
    <dgm:pt modelId="{A702EA0C-4E6D-4645-81F4-F48526E4A628}" type="pres">
      <dgm:prSet presAssocID="{4328AEAD-E8B2-457A-B3BB-E157CCCFD9F8}" presName="spaceRect" presStyleCnt="0"/>
      <dgm:spPr/>
    </dgm:pt>
    <dgm:pt modelId="{771DC149-07D9-4CB0-96BE-B23470C406DB}" type="pres">
      <dgm:prSet presAssocID="{4328AEAD-E8B2-457A-B3BB-E157CCCFD9F8}" presName="parTx" presStyleLbl="revTx" presStyleIdx="2" presStyleCnt="4" custScaleX="108762">
        <dgm:presLayoutVars>
          <dgm:chMax val="0"/>
          <dgm:chPref val="0"/>
        </dgm:presLayoutVars>
      </dgm:prSet>
      <dgm:spPr/>
    </dgm:pt>
    <dgm:pt modelId="{684DC1BA-1B61-45E9-87BB-B3F0BA65BC5C}" type="pres">
      <dgm:prSet presAssocID="{0842F3DA-B9C2-4CBD-8B86-0A2275265CC7}" presName="sibTrans" presStyleCnt="0"/>
      <dgm:spPr/>
    </dgm:pt>
    <dgm:pt modelId="{513C2DE9-6284-4736-ADB3-D63604CB912C}" type="pres">
      <dgm:prSet presAssocID="{DB1E73BA-7CB8-4884-98DB-B06D497FBDE8}" presName="compNode" presStyleCnt="0"/>
      <dgm:spPr/>
    </dgm:pt>
    <dgm:pt modelId="{9A1D1D9F-BF6F-458C-B1E8-7D76CB42F6D0}" type="pres">
      <dgm:prSet presAssocID="{DB1E73BA-7CB8-4884-98DB-B06D497FBDE8}" presName="bgRect" presStyleLbl="bgShp" presStyleIdx="3" presStyleCnt="4"/>
      <dgm:spPr/>
    </dgm:pt>
    <dgm:pt modelId="{606CCB11-C03C-41F5-8344-0E2EA6AB7819}" type="pres">
      <dgm:prSet presAssocID="{DB1E73BA-7CB8-4884-98DB-B06D497FBDE8}" presName="iconRect" presStyleLbl="node1" presStyleIdx="3" presStyleCnt="4" custScaleX="11022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58227532-A190-4737-BFD5-225ABBA117A6}" type="pres">
      <dgm:prSet presAssocID="{DB1E73BA-7CB8-4884-98DB-B06D497FBDE8}" presName="spaceRect" presStyleCnt="0"/>
      <dgm:spPr/>
    </dgm:pt>
    <dgm:pt modelId="{42A06662-90BB-4948-87ED-729BAF373C49}" type="pres">
      <dgm:prSet presAssocID="{DB1E73BA-7CB8-4884-98DB-B06D497FBDE8}" presName="parTx" presStyleLbl="revTx" presStyleIdx="3" presStyleCnt="4" custScaleX="93407">
        <dgm:presLayoutVars>
          <dgm:chMax val="0"/>
          <dgm:chPref val="0"/>
        </dgm:presLayoutVars>
      </dgm:prSet>
      <dgm:spPr/>
    </dgm:pt>
  </dgm:ptLst>
  <dgm:cxnLst>
    <dgm:cxn modelId="{42CB475E-AF69-40DB-909A-7250D285439B}" srcId="{B3F4BE97-BAE9-4797-8365-F1DF0D703229}" destId="{4328AEAD-E8B2-457A-B3BB-E157CCCFD9F8}" srcOrd="2" destOrd="0" parTransId="{6CC24DE4-EC67-4978-AE3B-C91047C5A344}" sibTransId="{0842F3DA-B9C2-4CBD-8B86-0A2275265CC7}"/>
    <dgm:cxn modelId="{C1038780-5FFF-45B7-8B64-F666C2E92EFF}" srcId="{B3F4BE97-BAE9-4797-8365-F1DF0D703229}" destId="{D086900A-B6C5-41CA-B95D-D0D10F7FEF89}" srcOrd="0" destOrd="0" parTransId="{3B4120E2-4CE5-4556-ADC2-E0E7CB0A0439}" sibTransId="{162296C7-9628-4FE8-AF16-C2872129F692}"/>
    <dgm:cxn modelId="{56F4468B-A59C-4B08-B2C9-66C08283E99A}" type="presOf" srcId="{B3F4BE97-BAE9-4797-8365-F1DF0D703229}" destId="{6EBD32E3-6DF7-421D-B31D-1D1CF80D1E86}" srcOrd="0" destOrd="0" presId="urn:microsoft.com/office/officeart/2018/2/layout/IconVerticalSolidList"/>
    <dgm:cxn modelId="{B6904297-F59B-4DCF-B968-46312C92B0A6}" type="presOf" srcId="{D086900A-B6C5-41CA-B95D-D0D10F7FEF89}" destId="{FBE0BBE9-E5BA-4155-90C9-551AB6D25AC3}" srcOrd="0" destOrd="0" presId="urn:microsoft.com/office/officeart/2018/2/layout/IconVerticalSolidList"/>
    <dgm:cxn modelId="{88A27FAE-E0F1-4233-B357-085BA74F8098}" type="presOf" srcId="{4328AEAD-E8B2-457A-B3BB-E157CCCFD9F8}" destId="{771DC149-07D9-4CB0-96BE-B23470C406DB}" srcOrd="0" destOrd="0" presId="urn:microsoft.com/office/officeart/2018/2/layout/IconVerticalSolidList"/>
    <dgm:cxn modelId="{BABF51B1-78E4-405A-8BC5-C60C5E08F7F0}" srcId="{B3F4BE97-BAE9-4797-8365-F1DF0D703229}" destId="{8FB2E7D9-B717-4C1A-BF37-94B3877110D7}" srcOrd="1" destOrd="0" parTransId="{D2559F23-3037-44DF-8372-4676D9BF08F4}" sibTransId="{48436BA3-125F-470D-93D9-586D05DF2C79}"/>
    <dgm:cxn modelId="{1DCC97B5-AFEC-460C-9144-BC5EF5CA51E4}" type="presOf" srcId="{8FB2E7D9-B717-4C1A-BF37-94B3877110D7}" destId="{D2DF92D4-87AA-4EB4-9CC0-639F03833E39}" srcOrd="0" destOrd="0" presId="urn:microsoft.com/office/officeart/2018/2/layout/IconVerticalSolidList"/>
    <dgm:cxn modelId="{AEE9ADCE-0000-420F-A610-8861FA6E30FC}" srcId="{B3F4BE97-BAE9-4797-8365-F1DF0D703229}" destId="{DB1E73BA-7CB8-4884-98DB-B06D497FBDE8}" srcOrd="3" destOrd="0" parTransId="{98386A4E-2E0D-4219-87A1-9889EA1CE775}" sibTransId="{C19D683A-4006-48E7-AC65-75168AE166EE}"/>
    <dgm:cxn modelId="{3B6F58F3-C0D6-44A4-8707-008E36F1F01E}" type="presOf" srcId="{DB1E73BA-7CB8-4884-98DB-B06D497FBDE8}" destId="{42A06662-90BB-4948-87ED-729BAF373C49}" srcOrd="0" destOrd="0" presId="urn:microsoft.com/office/officeart/2018/2/layout/IconVerticalSolidList"/>
    <dgm:cxn modelId="{89C0CB8D-D73D-44F9-9B0B-028047D6774A}" type="presParOf" srcId="{6EBD32E3-6DF7-421D-B31D-1D1CF80D1E86}" destId="{7F0F7EAD-F619-4958-A0BD-28DC54C7B1C1}" srcOrd="0" destOrd="0" presId="urn:microsoft.com/office/officeart/2018/2/layout/IconVerticalSolidList"/>
    <dgm:cxn modelId="{9B387C0A-6E5F-435A-B3DF-1CCE0BA72FCC}" type="presParOf" srcId="{7F0F7EAD-F619-4958-A0BD-28DC54C7B1C1}" destId="{9CF3B722-5A4B-4F69-8C9F-22AA944FAEEF}" srcOrd="0" destOrd="0" presId="urn:microsoft.com/office/officeart/2018/2/layout/IconVerticalSolidList"/>
    <dgm:cxn modelId="{7E4E78A6-BC7E-40ED-8A41-7BFD655E083E}" type="presParOf" srcId="{7F0F7EAD-F619-4958-A0BD-28DC54C7B1C1}" destId="{F3AB8DED-7DBA-47C1-B66B-C8E80FBD26B0}" srcOrd="1" destOrd="0" presId="urn:microsoft.com/office/officeart/2018/2/layout/IconVerticalSolidList"/>
    <dgm:cxn modelId="{72B7DDB6-4D5A-47C4-9D6E-49C058238C14}" type="presParOf" srcId="{7F0F7EAD-F619-4958-A0BD-28DC54C7B1C1}" destId="{6E37EFCD-42F3-4877-9AFE-B5D2051962ED}" srcOrd="2" destOrd="0" presId="urn:microsoft.com/office/officeart/2018/2/layout/IconVerticalSolidList"/>
    <dgm:cxn modelId="{7FBE819F-196D-4933-9DFA-F8C615FEB3E9}" type="presParOf" srcId="{7F0F7EAD-F619-4958-A0BD-28DC54C7B1C1}" destId="{FBE0BBE9-E5BA-4155-90C9-551AB6D25AC3}" srcOrd="3" destOrd="0" presId="urn:microsoft.com/office/officeart/2018/2/layout/IconVerticalSolidList"/>
    <dgm:cxn modelId="{01503968-62AF-45F0-AFFC-0FBD0BFD1349}" type="presParOf" srcId="{6EBD32E3-6DF7-421D-B31D-1D1CF80D1E86}" destId="{14843E09-19B5-4CC4-A40C-00BAAAF16B0A}" srcOrd="1" destOrd="0" presId="urn:microsoft.com/office/officeart/2018/2/layout/IconVerticalSolidList"/>
    <dgm:cxn modelId="{B0B73A4C-5C52-4E5F-B533-8FBE64387D13}" type="presParOf" srcId="{6EBD32E3-6DF7-421D-B31D-1D1CF80D1E86}" destId="{243D20EC-77D9-4954-916D-0BF94D4335E0}" srcOrd="2" destOrd="0" presId="urn:microsoft.com/office/officeart/2018/2/layout/IconVerticalSolidList"/>
    <dgm:cxn modelId="{E94222AF-B3A7-4C63-A833-0AD553FE023C}" type="presParOf" srcId="{243D20EC-77D9-4954-916D-0BF94D4335E0}" destId="{B3A666F1-3165-4C6B-B09A-5AF7EFDCEB82}" srcOrd="0" destOrd="0" presId="urn:microsoft.com/office/officeart/2018/2/layout/IconVerticalSolidList"/>
    <dgm:cxn modelId="{60726BDC-B045-48F5-9629-CC29C9B59FFE}" type="presParOf" srcId="{243D20EC-77D9-4954-916D-0BF94D4335E0}" destId="{2F6A34A1-F27A-49DC-BFCC-F50E495C3500}" srcOrd="1" destOrd="0" presId="urn:microsoft.com/office/officeart/2018/2/layout/IconVerticalSolidList"/>
    <dgm:cxn modelId="{802340A1-B682-4E51-9E5A-DF855E2F7AC9}" type="presParOf" srcId="{243D20EC-77D9-4954-916D-0BF94D4335E0}" destId="{964A5598-6657-4410-8FD9-7AECE8CEB186}" srcOrd="2" destOrd="0" presId="urn:microsoft.com/office/officeart/2018/2/layout/IconVerticalSolidList"/>
    <dgm:cxn modelId="{9F083137-07DE-4CD7-A704-2571F702E871}" type="presParOf" srcId="{243D20EC-77D9-4954-916D-0BF94D4335E0}" destId="{D2DF92D4-87AA-4EB4-9CC0-639F03833E39}" srcOrd="3" destOrd="0" presId="urn:microsoft.com/office/officeart/2018/2/layout/IconVerticalSolidList"/>
    <dgm:cxn modelId="{3D6FAA08-69C4-43F7-9EEB-77EF47FF92D0}" type="presParOf" srcId="{6EBD32E3-6DF7-421D-B31D-1D1CF80D1E86}" destId="{7B07F3BC-2E56-4015-AA97-B0FB4345A23D}" srcOrd="3" destOrd="0" presId="urn:microsoft.com/office/officeart/2018/2/layout/IconVerticalSolidList"/>
    <dgm:cxn modelId="{3904E37A-14A6-4B54-BE9F-145C667F2697}" type="presParOf" srcId="{6EBD32E3-6DF7-421D-B31D-1D1CF80D1E86}" destId="{74FB1CA9-C71B-4E89-B5C0-6E086299DBA5}" srcOrd="4" destOrd="0" presId="urn:microsoft.com/office/officeart/2018/2/layout/IconVerticalSolidList"/>
    <dgm:cxn modelId="{7FC050FB-85CD-466E-9CC1-080B13DEE44B}" type="presParOf" srcId="{74FB1CA9-C71B-4E89-B5C0-6E086299DBA5}" destId="{0634B066-2F36-4791-A0E1-3FFA5B87D391}" srcOrd="0" destOrd="0" presId="urn:microsoft.com/office/officeart/2018/2/layout/IconVerticalSolidList"/>
    <dgm:cxn modelId="{E4CF087A-0420-40EA-AD7B-60B5D3D899CC}" type="presParOf" srcId="{74FB1CA9-C71B-4E89-B5C0-6E086299DBA5}" destId="{62523FBB-1572-414E-BE7A-02E80139BD2C}" srcOrd="1" destOrd="0" presId="urn:microsoft.com/office/officeart/2018/2/layout/IconVerticalSolidList"/>
    <dgm:cxn modelId="{7E8D598A-DC48-49A0-AA35-E5E459717DCC}" type="presParOf" srcId="{74FB1CA9-C71B-4E89-B5C0-6E086299DBA5}" destId="{A702EA0C-4E6D-4645-81F4-F48526E4A628}" srcOrd="2" destOrd="0" presId="urn:microsoft.com/office/officeart/2018/2/layout/IconVerticalSolidList"/>
    <dgm:cxn modelId="{475B4C29-328F-4CF3-8278-3ABF57D9CCD1}" type="presParOf" srcId="{74FB1CA9-C71B-4E89-B5C0-6E086299DBA5}" destId="{771DC149-07D9-4CB0-96BE-B23470C406DB}" srcOrd="3" destOrd="0" presId="urn:microsoft.com/office/officeart/2018/2/layout/IconVerticalSolidList"/>
    <dgm:cxn modelId="{8FAA2D26-7136-4E51-8A5F-72038AD6EB3F}" type="presParOf" srcId="{6EBD32E3-6DF7-421D-B31D-1D1CF80D1E86}" destId="{684DC1BA-1B61-45E9-87BB-B3F0BA65BC5C}" srcOrd="5" destOrd="0" presId="urn:microsoft.com/office/officeart/2018/2/layout/IconVerticalSolidList"/>
    <dgm:cxn modelId="{FE04A58A-D4F5-430C-A865-F818A811438C}" type="presParOf" srcId="{6EBD32E3-6DF7-421D-B31D-1D1CF80D1E86}" destId="{513C2DE9-6284-4736-ADB3-D63604CB912C}" srcOrd="6" destOrd="0" presId="urn:microsoft.com/office/officeart/2018/2/layout/IconVerticalSolidList"/>
    <dgm:cxn modelId="{D5222638-827A-4856-A972-09CE7CA9F521}" type="presParOf" srcId="{513C2DE9-6284-4736-ADB3-D63604CB912C}" destId="{9A1D1D9F-BF6F-458C-B1E8-7D76CB42F6D0}" srcOrd="0" destOrd="0" presId="urn:microsoft.com/office/officeart/2018/2/layout/IconVerticalSolidList"/>
    <dgm:cxn modelId="{767ECE40-917F-4534-BD07-EBAE1C1B832D}" type="presParOf" srcId="{513C2DE9-6284-4736-ADB3-D63604CB912C}" destId="{606CCB11-C03C-41F5-8344-0E2EA6AB7819}" srcOrd="1" destOrd="0" presId="urn:microsoft.com/office/officeart/2018/2/layout/IconVerticalSolidList"/>
    <dgm:cxn modelId="{28865ED1-85C2-4342-8B69-C9BBEE810DE8}" type="presParOf" srcId="{513C2DE9-6284-4736-ADB3-D63604CB912C}" destId="{58227532-A190-4737-BFD5-225ABBA117A6}" srcOrd="2" destOrd="0" presId="urn:microsoft.com/office/officeart/2018/2/layout/IconVerticalSolidList"/>
    <dgm:cxn modelId="{4077CE32-680A-4D9F-9D5C-88A14B5AA204}" type="presParOf" srcId="{513C2DE9-6284-4736-ADB3-D63604CB912C}" destId="{42A06662-90BB-4948-87ED-729BAF373C4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AFD1BDE-1BB2-4EBF-8C8B-47E89D931D7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F6A9A45-A278-4E17-B7CB-1EF29C149CFD}">
      <dgm:prSet custT="1"/>
      <dgm:spPr/>
      <dgm:t>
        <a:bodyPr/>
        <a:lstStyle/>
        <a:p>
          <a:pPr>
            <a:lnSpc>
              <a:spcPct val="100000"/>
            </a:lnSpc>
          </a:pPr>
          <a:r>
            <a:rPr lang="en-GB" sz="1800" b="0" i="0" baseline="0"/>
            <a:t>An injury can occur intentionally or unintentionally and may be caused by blunt trauma, penetrating trauma, burning, toxic exposure, asphyxiation, or overexertion.</a:t>
          </a:r>
          <a:endParaRPr lang="en-US" sz="1800"/>
        </a:p>
      </dgm:t>
    </dgm:pt>
    <dgm:pt modelId="{836E130B-3771-4ABC-A348-279A1113865A}" type="parTrans" cxnId="{B7732F50-5BF5-4145-961F-FB2AB86073D4}">
      <dgm:prSet/>
      <dgm:spPr/>
      <dgm:t>
        <a:bodyPr/>
        <a:lstStyle/>
        <a:p>
          <a:endParaRPr lang="en-US"/>
        </a:p>
      </dgm:t>
    </dgm:pt>
    <dgm:pt modelId="{B719FF25-5564-4A16-A6BF-9BA2B7E6D2C1}" type="sibTrans" cxnId="{B7732F50-5BF5-4145-961F-FB2AB86073D4}">
      <dgm:prSet/>
      <dgm:spPr/>
      <dgm:t>
        <a:bodyPr/>
        <a:lstStyle/>
        <a:p>
          <a:endParaRPr lang="en-US"/>
        </a:p>
      </dgm:t>
    </dgm:pt>
    <dgm:pt modelId="{81D6EE17-8941-4C4E-936E-86DEDEC8EBDF}">
      <dgm:prSet custT="1"/>
      <dgm:spPr/>
      <dgm:t>
        <a:bodyPr/>
        <a:lstStyle/>
        <a:p>
          <a:pPr>
            <a:lnSpc>
              <a:spcPct val="100000"/>
            </a:lnSpc>
          </a:pPr>
          <a:r>
            <a:rPr lang="en-GB" sz="1800" b="0" i="0" baseline="0"/>
            <a:t>Several major health organizations have established systems for the classification and description of injuries.</a:t>
          </a:r>
          <a:endParaRPr lang="en-US" sz="1800"/>
        </a:p>
      </dgm:t>
    </dgm:pt>
    <dgm:pt modelId="{55651597-5E18-446A-A039-714C9D4A0382}" type="parTrans" cxnId="{AFBF01E6-49DB-4EFB-B915-998602966E69}">
      <dgm:prSet/>
      <dgm:spPr/>
      <dgm:t>
        <a:bodyPr/>
        <a:lstStyle/>
        <a:p>
          <a:endParaRPr lang="en-US"/>
        </a:p>
      </dgm:t>
    </dgm:pt>
    <dgm:pt modelId="{A0A68573-CF16-44FF-BBD6-BE6BEAB0DF27}" type="sibTrans" cxnId="{AFBF01E6-49DB-4EFB-B915-998602966E69}">
      <dgm:prSet/>
      <dgm:spPr/>
      <dgm:t>
        <a:bodyPr/>
        <a:lstStyle/>
        <a:p>
          <a:endParaRPr lang="en-US"/>
        </a:p>
      </dgm:t>
    </dgm:pt>
    <dgm:pt modelId="{419C5ABE-A49D-40AB-9195-95C1B1C27FA6}">
      <dgm:prSet custT="1"/>
      <dgm:spPr/>
      <dgm:t>
        <a:bodyPr/>
        <a:lstStyle/>
        <a:p>
          <a:pPr>
            <a:lnSpc>
              <a:spcPct val="100000"/>
            </a:lnSpc>
          </a:pPr>
          <a:r>
            <a:rPr lang="en-GB" sz="1800" b="0" i="0" baseline="0"/>
            <a:t>Injuries can occur in any part of the body, and different symptoms are associated with different injuries.</a:t>
          </a:r>
          <a:endParaRPr lang="en-US" sz="1800"/>
        </a:p>
      </dgm:t>
    </dgm:pt>
    <dgm:pt modelId="{C6C22F93-DCC3-41DB-A379-9AE04D835DB1}" type="parTrans" cxnId="{14166C84-2196-472E-A762-D494F7F69CFA}">
      <dgm:prSet/>
      <dgm:spPr/>
      <dgm:t>
        <a:bodyPr/>
        <a:lstStyle/>
        <a:p>
          <a:endParaRPr lang="en-US"/>
        </a:p>
      </dgm:t>
    </dgm:pt>
    <dgm:pt modelId="{B3581976-DA5B-4751-BC52-F7F9EC2A02A7}" type="sibTrans" cxnId="{14166C84-2196-472E-A762-D494F7F69CFA}">
      <dgm:prSet/>
      <dgm:spPr/>
      <dgm:t>
        <a:bodyPr/>
        <a:lstStyle/>
        <a:p>
          <a:endParaRPr lang="en-US"/>
        </a:p>
      </dgm:t>
    </dgm:pt>
    <dgm:pt modelId="{88FCD29A-39D3-414B-92D0-C7D321E92660}">
      <dgm:prSet custT="1"/>
      <dgm:spPr/>
      <dgm:t>
        <a:bodyPr/>
        <a:lstStyle/>
        <a:p>
          <a:pPr>
            <a:lnSpc>
              <a:spcPct val="100000"/>
            </a:lnSpc>
          </a:pPr>
          <a:r>
            <a:rPr lang="en-GB" sz="1800" b="0" i="0" baseline="0"/>
            <a:t>Treatment of an injury is typically carried out by a health professional and varies greatly depending on the nature of the injury</a:t>
          </a:r>
          <a:endParaRPr lang="en-US" sz="1800"/>
        </a:p>
      </dgm:t>
    </dgm:pt>
    <dgm:pt modelId="{55030A78-7BF3-4DD9-9625-C6881BDF91F1}" type="parTrans" cxnId="{06252D90-5839-49C4-BAB5-47E3CA66F7CF}">
      <dgm:prSet/>
      <dgm:spPr/>
      <dgm:t>
        <a:bodyPr/>
        <a:lstStyle/>
        <a:p>
          <a:endParaRPr lang="en-US"/>
        </a:p>
      </dgm:t>
    </dgm:pt>
    <dgm:pt modelId="{E782B480-FBB1-40A2-871E-E9638F600206}" type="sibTrans" cxnId="{06252D90-5839-49C4-BAB5-47E3CA66F7CF}">
      <dgm:prSet/>
      <dgm:spPr/>
      <dgm:t>
        <a:bodyPr/>
        <a:lstStyle/>
        <a:p>
          <a:endParaRPr lang="en-US"/>
        </a:p>
      </dgm:t>
    </dgm:pt>
    <dgm:pt modelId="{1F354D6B-3A81-4C5E-83EF-7D4F475B0087}">
      <dgm:prSet custT="1"/>
      <dgm:spPr/>
      <dgm:t>
        <a:bodyPr/>
        <a:lstStyle/>
        <a:p>
          <a:pPr>
            <a:lnSpc>
              <a:spcPct val="100000"/>
            </a:lnSpc>
          </a:pPr>
          <a:r>
            <a:rPr lang="en-GB" sz="1800" b="0" i="0" baseline="0" dirty="0"/>
            <a:t>Injuries are distinct from chronic conditions, psychological trauma, infections, or medical procedures, though injury can be a contributing factor to any of these.</a:t>
          </a:r>
          <a:endParaRPr lang="en-US" sz="1800" dirty="0"/>
        </a:p>
      </dgm:t>
    </dgm:pt>
    <dgm:pt modelId="{CAF8AD81-50BD-41F8-A4B3-89478EF86F5C}" type="parTrans" cxnId="{741A14B5-D1C0-4886-95FC-766E86E5DB6C}">
      <dgm:prSet/>
      <dgm:spPr/>
      <dgm:t>
        <a:bodyPr/>
        <a:lstStyle/>
        <a:p>
          <a:endParaRPr lang="en-US"/>
        </a:p>
      </dgm:t>
    </dgm:pt>
    <dgm:pt modelId="{7ECAFBA4-E5BD-4E4A-A38B-0B75A9889704}" type="sibTrans" cxnId="{741A14B5-D1C0-4886-95FC-766E86E5DB6C}">
      <dgm:prSet/>
      <dgm:spPr/>
      <dgm:t>
        <a:bodyPr/>
        <a:lstStyle/>
        <a:p>
          <a:endParaRPr lang="en-US"/>
        </a:p>
      </dgm:t>
    </dgm:pt>
    <dgm:pt modelId="{06FA5594-8367-4026-BE36-41FC42A40395}" type="pres">
      <dgm:prSet presAssocID="{3AFD1BDE-1BB2-4EBF-8C8B-47E89D931D72}" presName="root" presStyleCnt="0">
        <dgm:presLayoutVars>
          <dgm:dir/>
          <dgm:resizeHandles val="exact"/>
        </dgm:presLayoutVars>
      </dgm:prSet>
      <dgm:spPr/>
    </dgm:pt>
    <dgm:pt modelId="{399D6DA6-219A-4356-BA44-1B56ECD94E93}" type="pres">
      <dgm:prSet presAssocID="{FF6A9A45-A278-4E17-B7CB-1EF29C149CFD}" presName="compNode" presStyleCnt="0"/>
      <dgm:spPr/>
    </dgm:pt>
    <dgm:pt modelId="{419DD407-C598-40D2-B69A-EC81268BE14A}" type="pres">
      <dgm:prSet presAssocID="{FF6A9A45-A278-4E17-B7CB-1EF29C149CFD}" presName="bgRect" presStyleLbl="bgShp" presStyleIdx="0" presStyleCnt="5"/>
      <dgm:spPr/>
    </dgm:pt>
    <dgm:pt modelId="{E03F0D8C-7212-49DC-9BDB-181488D2AD64}" type="pres">
      <dgm:prSet presAssocID="{FF6A9A45-A278-4E17-B7CB-1EF29C149CFD}" presName="iconRect" presStyleLbl="node1" presStyleIdx="0" presStyleCnt="5" custScaleX="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nger"/>
        </a:ext>
      </dgm:extLst>
    </dgm:pt>
    <dgm:pt modelId="{6A21DF4E-2CAC-4500-B66A-F5D112ABC89F}" type="pres">
      <dgm:prSet presAssocID="{FF6A9A45-A278-4E17-B7CB-1EF29C149CFD}" presName="spaceRect" presStyleCnt="0"/>
      <dgm:spPr/>
    </dgm:pt>
    <dgm:pt modelId="{7757425B-5517-440C-8242-29839A039C3E}" type="pres">
      <dgm:prSet presAssocID="{FF6A9A45-A278-4E17-B7CB-1EF29C149CFD}" presName="parTx" presStyleLbl="revTx" presStyleIdx="0" presStyleCnt="5" custScaleX="112835">
        <dgm:presLayoutVars>
          <dgm:chMax val="0"/>
          <dgm:chPref val="0"/>
        </dgm:presLayoutVars>
      </dgm:prSet>
      <dgm:spPr/>
    </dgm:pt>
    <dgm:pt modelId="{826B44AA-0EB8-4A4D-8CDA-25C247AD903D}" type="pres">
      <dgm:prSet presAssocID="{B719FF25-5564-4A16-A6BF-9BA2B7E6D2C1}" presName="sibTrans" presStyleCnt="0"/>
      <dgm:spPr/>
    </dgm:pt>
    <dgm:pt modelId="{3C477CE0-C937-4E57-A6B6-A35BD0DBB794}" type="pres">
      <dgm:prSet presAssocID="{81D6EE17-8941-4C4E-936E-86DEDEC8EBDF}" presName="compNode" presStyleCnt="0"/>
      <dgm:spPr/>
    </dgm:pt>
    <dgm:pt modelId="{B4344E57-C323-4AA9-B5F6-C318F337BFE2}" type="pres">
      <dgm:prSet presAssocID="{81D6EE17-8941-4C4E-936E-86DEDEC8EBDF}" presName="bgRect" presStyleLbl="bgShp" presStyleIdx="1" presStyleCnt="5"/>
      <dgm:spPr/>
    </dgm:pt>
    <dgm:pt modelId="{DE0D5D5B-9767-4E04-A2CA-2CDB16235612}" type="pres">
      <dgm:prSet presAssocID="{81D6EE17-8941-4C4E-936E-86DEDEC8EBDF}" presName="iconRect" presStyleLbl="node1" presStyleIdx="1" presStyleCnt="5" custScaleX="11176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rst Aid Kit"/>
        </a:ext>
      </dgm:extLst>
    </dgm:pt>
    <dgm:pt modelId="{72F4E799-1002-4CC5-9CA1-417416A1F9FF}" type="pres">
      <dgm:prSet presAssocID="{81D6EE17-8941-4C4E-936E-86DEDEC8EBDF}" presName="spaceRect" presStyleCnt="0"/>
      <dgm:spPr/>
    </dgm:pt>
    <dgm:pt modelId="{06AE4107-FC29-41A3-9298-FA705158BBDA}" type="pres">
      <dgm:prSet presAssocID="{81D6EE17-8941-4C4E-936E-86DEDEC8EBDF}" presName="parTx" presStyleLbl="revTx" presStyleIdx="1" presStyleCnt="5" custScaleX="112822">
        <dgm:presLayoutVars>
          <dgm:chMax val="0"/>
          <dgm:chPref val="0"/>
        </dgm:presLayoutVars>
      </dgm:prSet>
      <dgm:spPr/>
    </dgm:pt>
    <dgm:pt modelId="{F30E271D-DF36-483B-A245-5A5B4CD742E9}" type="pres">
      <dgm:prSet presAssocID="{A0A68573-CF16-44FF-BBD6-BE6BEAB0DF27}" presName="sibTrans" presStyleCnt="0"/>
      <dgm:spPr/>
    </dgm:pt>
    <dgm:pt modelId="{7F029957-77E4-4B2A-B227-0196CD03FF7E}" type="pres">
      <dgm:prSet presAssocID="{419C5ABE-A49D-40AB-9195-95C1B1C27FA6}" presName="compNode" presStyleCnt="0"/>
      <dgm:spPr/>
    </dgm:pt>
    <dgm:pt modelId="{D04DE6FC-6640-466A-AC52-633CCD9491BD}" type="pres">
      <dgm:prSet presAssocID="{419C5ABE-A49D-40AB-9195-95C1B1C27FA6}" presName="bgRect" presStyleLbl="bgShp" presStyleIdx="2" presStyleCnt="5"/>
      <dgm:spPr/>
    </dgm:pt>
    <dgm:pt modelId="{0D86AF6E-B8DC-4430-8479-C55E0C532C47}" type="pres">
      <dgm:prSet presAssocID="{419C5ABE-A49D-40AB-9195-95C1B1C27FA6}" presName="iconRect" presStyleLbl="node1" presStyleIdx="2" presStyleCnt="5" custScaleX="11176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kull"/>
        </a:ext>
      </dgm:extLst>
    </dgm:pt>
    <dgm:pt modelId="{9F291795-D9C4-42F8-A680-8FEE9669F1B9}" type="pres">
      <dgm:prSet presAssocID="{419C5ABE-A49D-40AB-9195-95C1B1C27FA6}" presName="spaceRect" presStyleCnt="0"/>
      <dgm:spPr/>
    </dgm:pt>
    <dgm:pt modelId="{ED85BAEE-DCDE-4D56-8751-221515536151}" type="pres">
      <dgm:prSet presAssocID="{419C5ABE-A49D-40AB-9195-95C1B1C27FA6}" presName="parTx" presStyleLbl="revTx" presStyleIdx="2" presStyleCnt="5" custScaleX="112822">
        <dgm:presLayoutVars>
          <dgm:chMax val="0"/>
          <dgm:chPref val="0"/>
        </dgm:presLayoutVars>
      </dgm:prSet>
      <dgm:spPr/>
    </dgm:pt>
    <dgm:pt modelId="{3D2D07B1-B3A6-4829-A1DD-4D576225F876}" type="pres">
      <dgm:prSet presAssocID="{B3581976-DA5B-4751-BC52-F7F9EC2A02A7}" presName="sibTrans" presStyleCnt="0"/>
      <dgm:spPr/>
    </dgm:pt>
    <dgm:pt modelId="{E1B4B12A-DA41-4849-8EF0-EDFC4B5B8BE6}" type="pres">
      <dgm:prSet presAssocID="{88FCD29A-39D3-414B-92D0-C7D321E92660}" presName="compNode" presStyleCnt="0"/>
      <dgm:spPr/>
    </dgm:pt>
    <dgm:pt modelId="{7062928D-64DF-4C10-8BC6-D22F6A083A53}" type="pres">
      <dgm:prSet presAssocID="{88FCD29A-39D3-414B-92D0-C7D321E92660}" presName="bgRect" presStyleLbl="bgShp" presStyleIdx="3" presStyleCnt="5"/>
      <dgm:spPr/>
    </dgm:pt>
    <dgm:pt modelId="{BF6E71F9-433F-4770-8FA8-0C29382E4995}" type="pres">
      <dgm:prSet presAssocID="{88FCD29A-39D3-414B-92D0-C7D321E92660}" presName="iconRect" presStyleLbl="node1" presStyleIdx="3" presStyleCnt="5" custScaleX="11176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ctor"/>
        </a:ext>
      </dgm:extLst>
    </dgm:pt>
    <dgm:pt modelId="{4B784ED1-47D5-480E-A9F6-ADAE1FC00726}" type="pres">
      <dgm:prSet presAssocID="{88FCD29A-39D3-414B-92D0-C7D321E92660}" presName="spaceRect" presStyleCnt="0"/>
      <dgm:spPr/>
    </dgm:pt>
    <dgm:pt modelId="{21D06033-CC90-41E5-BAC0-D9460552C02F}" type="pres">
      <dgm:prSet presAssocID="{88FCD29A-39D3-414B-92D0-C7D321E92660}" presName="parTx" presStyleLbl="revTx" presStyleIdx="3" presStyleCnt="5" custScaleX="112822">
        <dgm:presLayoutVars>
          <dgm:chMax val="0"/>
          <dgm:chPref val="0"/>
        </dgm:presLayoutVars>
      </dgm:prSet>
      <dgm:spPr/>
    </dgm:pt>
    <dgm:pt modelId="{AB2B6C05-A802-4B59-BC06-329E9D37F97E}" type="pres">
      <dgm:prSet presAssocID="{E782B480-FBB1-40A2-871E-E9638F600206}" presName="sibTrans" presStyleCnt="0"/>
      <dgm:spPr/>
    </dgm:pt>
    <dgm:pt modelId="{E89A925E-4D12-4A9D-9A62-F4ECC3FE9CC3}" type="pres">
      <dgm:prSet presAssocID="{1F354D6B-3A81-4C5E-83EF-7D4F475B0087}" presName="compNode" presStyleCnt="0"/>
      <dgm:spPr/>
    </dgm:pt>
    <dgm:pt modelId="{D9973F25-185A-4DA3-8766-B01B1CA05722}" type="pres">
      <dgm:prSet presAssocID="{1F354D6B-3A81-4C5E-83EF-7D4F475B0087}" presName="bgRect" presStyleLbl="bgShp" presStyleIdx="4" presStyleCnt="5"/>
      <dgm:spPr/>
    </dgm:pt>
    <dgm:pt modelId="{B698ADFE-77FA-4790-A0F3-B1F32B3C54B4}" type="pres">
      <dgm:prSet presAssocID="{1F354D6B-3A81-4C5E-83EF-7D4F475B0087}" presName="iconRect" presStyleLbl="node1" presStyleIdx="4" presStyleCnt="5" custScaleX="11176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edical"/>
        </a:ext>
      </dgm:extLst>
    </dgm:pt>
    <dgm:pt modelId="{E0BB61B3-20D9-47F4-961A-913743677146}" type="pres">
      <dgm:prSet presAssocID="{1F354D6B-3A81-4C5E-83EF-7D4F475B0087}" presName="spaceRect" presStyleCnt="0"/>
      <dgm:spPr/>
    </dgm:pt>
    <dgm:pt modelId="{08499DF2-8383-4896-9A3E-608467A06BE4}" type="pres">
      <dgm:prSet presAssocID="{1F354D6B-3A81-4C5E-83EF-7D4F475B0087}" presName="parTx" presStyleLbl="revTx" presStyleIdx="4" presStyleCnt="5" custScaleX="112822">
        <dgm:presLayoutVars>
          <dgm:chMax val="0"/>
          <dgm:chPref val="0"/>
        </dgm:presLayoutVars>
      </dgm:prSet>
      <dgm:spPr/>
    </dgm:pt>
  </dgm:ptLst>
  <dgm:cxnLst>
    <dgm:cxn modelId="{F6D3BD2E-FDAF-4E3C-91D5-3F06364323CA}" type="presOf" srcId="{81D6EE17-8941-4C4E-936E-86DEDEC8EBDF}" destId="{06AE4107-FC29-41A3-9298-FA705158BBDA}" srcOrd="0" destOrd="0" presId="urn:microsoft.com/office/officeart/2018/2/layout/IconVerticalSolidList"/>
    <dgm:cxn modelId="{FF0A533A-341B-4F09-B121-F778AEB66C92}" type="presOf" srcId="{1F354D6B-3A81-4C5E-83EF-7D4F475B0087}" destId="{08499DF2-8383-4896-9A3E-608467A06BE4}" srcOrd="0" destOrd="0" presId="urn:microsoft.com/office/officeart/2018/2/layout/IconVerticalSolidList"/>
    <dgm:cxn modelId="{B7732F50-5BF5-4145-961F-FB2AB86073D4}" srcId="{3AFD1BDE-1BB2-4EBF-8C8B-47E89D931D72}" destId="{FF6A9A45-A278-4E17-B7CB-1EF29C149CFD}" srcOrd="0" destOrd="0" parTransId="{836E130B-3771-4ABC-A348-279A1113865A}" sibTransId="{B719FF25-5564-4A16-A6BF-9BA2B7E6D2C1}"/>
    <dgm:cxn modelId="{50113576-34CA-4044-8818-A2A3CBC01352}" type="presOf" srcId="{FF6A9A45-A278-4E17-B7CB-1EF29C149CFD}" destId="{7757425B-5517-440C-8242-29839A039C3E}" srcOrd="0" destOrd="0" presId="urn:microsoft.com/office/officeart/2018/2/layout/IconVerticalSolidList"/>
    <dgm:cxn modelId="{14166C84-2196-472E-A762-D494F7F69CFA}" srcId="{3AFD1BDE-1BB2-4EBF-8C8B-47E89D931D72}" destId="{419C5ABE-A49D-40AB-9195-95C1B1C27FA6}" srcOrd="2" destOrd="0" parTransId="{C6C22F93-DCC3-41DB-A379-9AE04D835DB1}" sibTransId="{B3581976-DA5B-4751-BC52-F7F9EC2A02A7}"/>
    <dgm:cxn modelId="{06252D90-5839-49C4-BAB5-47E3CA66F7CF}" srcId="{3AFD1BDE-1BB2-4EBF-8C8B-47E89D931D72}" destId="{88FCD29A-39D3-414B-92D0-C7D321E92660}" srcOrd="3" destOrd="0" parTransId="{55030A78-7BF3-4DD9-9625-C6881BDF91F1}" sibTransId="{E782B480-FBB1-40A2-871E-E9638F600206}"/>
    <dgm:cxn modelId="{5D6287AD-4691-47E5-B6AF-B2B7F77FA904}" type="presOf" srcId="{419C5ABE-A49D-40AB-9195-95C1B1C27FA6}" destId="{ED85BAEE-DCDE-4D56-8751-221515536151}" srcOrd="0" destOrd="0" presId="urn:microsoft.com/office/officeart/2018/2/layout/IconVerticalSolidList"/>
    <dgm:cxn modelId="{741A14B5-D1C0-4886-95FC-766E86E5DB6C}" srcId="{3AFD1BDE-1BB2-4EBF-8C8B-47E89D931D72}" destId="{1F354D6B-3A81-4C5E-83EF-7D4F475B0087}" srcOrd="4" destOrd="0" parTransId="{CAF8AD81-50BD-41F8-A4B3-89478EF86F5C}" sibTransId="{7ECAFBA4-E5BD-4E4A-A38B-0B75A9889704}"/>
    <dgm:cxn modelId="{734105BC-3059-4942-8F6F-526FDBC62014}" type="presOf" srcId="{88FCD29A-39D3-414B-92D0-C7D321E92660}" destId="{21D06033-CC90-41E5-BAC0-D9460552C02F}" srcOrd="0" destOrd="0" presId="urn:microsoft.com/office/officeart/2018/2/layout/IconVerticalSolidList"/>
    <dgm:cxn modelId="{56AE14C9-D304-4A65-A71D-71292F5BD92E}" type="presOf" srcId="{3AFD1BDE-1BB2-4EBF-8C8B-47E89D931D72}" destId="{06FA5594-8367-4026-BE36-41FC42A40395}" srcOrd="0" destOrd="0" presId="urn:microsoft.com/office/officeart/2018/2/layout/IconVerticalSolidList"/>
    <dgm:cxn modelId="{AFBF01E6-49DB-4EFB-B915-998602966E69}" srcId="{3AFD1BDE-1BB2-4EBF-8C8B-47E89D931D72}" destId="{81D6EE17-8941-4C4E-936E-86DEDEC8EBDF}" srcOrd="1" destOrd="0" parTransId="{55651597-5E18-446A-A039-714C9D4A0382}" sibTransId="{A0A68573-CF16-44FF-BBD6-BE6BEAB0DF27}"/>
    <dgm:cxn modelId="{9BB7059F-D513-4D7D-A37D-8F9884364A31}" type="presParOf" srcId="{06FA5594-8367-4026-BE36-41FC42A40395}" destId="{399D6DA6-219A-4356-BA44-1B56ECD94E93}" srcOrd="0" destOrd="0" presId="urn:microsoft.com/office/officeart/2018/2/layout/IconVerticalSolidList"/>
    <dgm:cxn modelId="{066C4405-4FE2-4787-9627-0CE48B3876EA}" type="presParOf" srcId="{399D6DA6-219A-4356-BA44-1B56ECD94E93}" destId="{419DD407-C598-40D2-B69A-EC81268BE14A}" srcOrd="0" destOrd="0" presId="urn:microsoft.com/office/officeart/2018/2/layout/IconVerticalSolidList"/>
    <dgm:cxn modelId="{0ECFDA3C-028B-4565-9226-800C25F8F738}" type="presParOf" srcId="{399D6DA6-219A-4356-BA44-1B56ECD94E93}" destId="{E03F0D8C-7212-49DC-9BDB-181488D2AD64}" srcOrd="1" destOrd="0" presId="urn:microsoft.com/office/officeart/2018/2/layout/IconVerticalSolidList"/>
    <dgm:cxn modelId="{7424B84F-6110-4155-AAED-739D5E484B30}" type="presParOf" srcId="{399D6DA6-219A-4356-BA44-1B56ECD94E93}" destId="{6A21DF4E-2CAC-4500-B66A-F5D112ABC89F}" srcOrd="2" destOrd="0" presId="urn:microsoft.com/office/officeart/2018/2/layout/IconVerticalSolidList"/>
    <dgm:cxn modelId="{A5F9B02E-7015-418E-883E-16CD411C09B6}" type="presParOf" srcId="{399D6DA6-219A-4356-BA44-1B56ECD94E93}" destId="{7757425B-5517-440C-8242-29839A039C3E}" srcOrd="3" destOrd="0" presId="urn:microsoft.com/office/officeart/2018/2/layout/IconVerticalSolidList"/>
    <dgm:cxn modelId="{CBFE975F-A96C-49F3-AC02-CB5C4D596C77}" type="presParOf" srcId="{06FA5594-8367-4026-BE36-41FC42A40395}" destId="{826B44AA-0EB8-4A4D-8CDA-25C247AD903D}" srcOrd="1" destOrd="0" presId="urn:microsoft.com/office/officeart/2018/2/layout/IconVerticalSolidList"/>
    <dgm:cxn modelId="{81D9C860-57FE-4737-A381-51511989F9F7}" type="presParOf" srcId="{06FA5594-8367-4026-BE36-41FC42A40395}" destId="{3C477CE0-C937-4E57-A6B6-A35BD0DBB794}" srcOrd="2" destOrd="0" presId="urn:microsoft.com/office/officeart/2018/2/layout/IconVerticalSolidList"/>
    <dgm:cxn modelId="{B750A0D5-A436-4F9C-B128-243E33BEAEA2}" type="presParOf" srcId="{3C477CE0-C937-4E57-A6B6-A35BD0DBB794}" destId="{B4344E57-C323-4AA9-B5F6-C318F337BFE2}" srcOrd="0" destOrd="0" presId="urn:microsoft.com/office/officeart/2018/2/layout/IconVerticalSolidList"/>
    <dgm:cxn modelId="{1B04C7EB-0EDB-4580-AC88-3C3E80218535}" type="presParOf" srcId="{3C477CE0-C937-4E57-A6B6-A35BD0DBB794}" destId="{DE0D5D5B-9767-4E04-A2CA-2CDB16235612}" srcOrd="1" destOrd="0" presId="urn:microsoft.com/office/officeart/2018/2/layout/IconVerticalSolidList"/>
    <dgm:cxn modelId="{CB3AD5AB-4D76-405B-BB69-C3BC10861857}" type="presParOf" srcId="{3C477CE0-C937-4E57-A6B6-A35BD0DBB794}" destId="{72F4E799-1002-4CC5-9CA1-417416A1F9FF}" srcOrd="2" destOrd="0" presId="urn:microsoft.com/office/officeart/2018/2/layout/IconVerticalSolidList"/>
    <dgm:cxn modelId="{D039F168-145B-4E7E-9498-4B5B4AF577BC}" type="presParOf" srcId="{3C477CE0-C937-4E57-A6B6-A35BD0DBB794}" destId="{06AE4107-FC29-41A3-9298-FA705158BBDA}" srcOrd="3" destOrd="0" presId="urn:microsoft.com/office/officeart/2018/2/layout/IconVerticalSolidList"/>
    <dgm:cxn modelId="{E5D4ADD4-B066-4E8E-A38E-3F80ECDB5952}" type="presParOf" srcId="{06FA5594-8367-4026-BE36-41FC42A40395}" destId="{F30E271D-DF36-483B-A245-5A5B4CD742E9}" srcOrd="3" destOrd="0" presId="urn:microsoft.com/office/officeart/2018/2/layout/IconVerticalSolidList"/>
    <dgm:cxn modelId="{02260155-FC83-4DF0-85AA-C203764C5E26}" type="presParOf" srcId="{06FA5594-8367-4026-BE36-41FC42A40395}" destId="{7F029957-77E4-4B2A-B227-0196CD03FF7E}" srcOrd="4" destOrd="0" presId="urn:microsoft.com/office/officeart/2018/2/layout/IconVerticalSolidList"/>
    <dgm:cxn modelId="{4559550F-5041-4135-AEE4-6F8CEFECD51C}" type="presParOf" srcId="{7F029957-77E4-4B2A-B227-0196CD03FF7E}" destId="{D04DE6FC-6640-466A-AC52-633CCD9491BD}" srcOrd="0" destOrd="0" presId="urn:microsoft.com/office/officeart/2018/2/layout/IconVerticalSolidList"/>
    <dgm:cxn modelId="{A62F69A6-D49C-4BFD-88B3-1E8C386993E0}" type="presParOf" srcId="{7F029957-77E4-4B2A-B227-0196CD03FF7E}" destId="{0D86AF6E-B8DC-4430-8479-C55E0C532C47}" srcOrd="1" destOrd="0" presId="urn:microsoft.com/office/officeart/2018/2/layout/IconVerticalSolidList"/>
    <dgm:cxn modelId="{E57E202D-110A-47AB-971B-4FC7ED41A599}" type="presParOf" srcId="{7F029957-77E4-4B2A-B227-0196CD03FF7E}" destId="{9F291795-D9C4-42F8-A680-8FEE9669F1B9}" srcOrd="2" destOrd="0" presId="urn:microsoft.com/office/officeart/2018/2/layout/IconVerticalSolidList"/>
    <dgm:cxn modelId="{2FA42D2D-91FB-49EB-B858-F9B2652B7505}" type="presParOf" srcId="{7F029957-77E4-4B2A-B227-0196CD03FF7E}" destId="{ED85BAEE-DCDE-4D56-8751-221515536151}" srcOrd="3" destOrd="0" presId="urn:microsoft.com/office/officeart/2018/2/layout/IconVerticalSolidList"/>
    <dgm:cxn modelId="{948CABD3-60FE-4671-87D3-647156F00C1C}" type="presParOf" srcId="{06FA5594-8367-4026-BE36-41FC42A40395}" destId="{3D2D07B1-B3A6-4829-A1DD-4D576225F876}" srcOrd="5" destOrd="0" presId="urn:microsoft.com/office/officeart/2018/2/layout/IconVerticalSolidList"/>
    <dgm:cxn modelId="{9A73B4D4-7472-4331-8D9D-6DE1A6A64AC5}" type="presParOf" srcId="{06FA5594-8367-4026-BE36-41FC42A40395}" destId="{E1B4B12A-DA41-4849-8EF0-EDFC4B5B8BE6}" srcOrd="6" destOrd="0" presId="urn:microsoft.com/office/officeart/2018/2/layout/IconVerticalSolidList"/>
    <dgm:cxn modelId="{30B8F530-8876-411F-9449-C0905FA1CD75}" type="presParOf" srcId="{E1B4B12A-DA41-4849-8EF0-EDFC4B5B8BE6}" destId="{7062928D-64DF-4C10-8BC6-D22F6A083A53}" srcOrd="0" destOrd="0" presId="urn:microsoft.com/office/officeart/2018/2/layout/IconVerticalSolidList"/>
    <dgm:cxn modelId="{A565AA41-9FD4-4552-ABE3-A25CBFDC6313}" type="presParOf" srcId="{E1B4B12A-DA41-4849-8EF0-EDFC4B5B8BE6}" destId="{BF6E71F9-433F-4770-8FA8-0C29382E4995}" srcOrd="1" destOrd="0" presId="urn:microsoft.com/office/officeart/2018/2/layout/IconVerticalSolidList"/>
    <dgm:cxn modelId="{7C551591-6099-462B-BCC8-97887C83FC35}" type="presParOf" srcId="{E1B4B12A-DA41-4849-8EF0-EDFC4B5B8BE6}" destId="{4B784ED1-47D5-480E-A9F6-ADAE1FC00726}" srcOrd="2" destOrd="0" presId="urn:microsoft.com/office/officeart/2018/2/layout/IconVerticalSolidList"/>
    <dgm:cxn modelId="{CF33A293-32C7-4F21-9A75-BAF74A28E13F}" type="presParOf" srcId="{E1B4B12A-DA41-4849-8EF0-EDFC4B5B8BE6}" destId="{21D06033-CC90-41E5-BAC0-D9460552C02F}" srcOrd="3" destOrd="0" presId="urn:microsoft.com/office/officeart/2018/2/layout/IconVerticalSolidList"/>
    <dgm:cxn modelId="{31176DB5-2BEB-4FE0-8A6E-539205E3B85B}" type="presParOf" srcId="{06FA5594-8367-4026-BE36-41FC42A40395}" destId="{AB2B6C05-A802-4B59-BC06-329E9D37F97E}" srcOrd="7" destOrd="0" presId="urn:microsoft.com/office/officeart/2018/2/layout/IconVerticalSolidList"/>
    <dgm:cxn modelId="{5BF61341-E002-4825-AFA2-FD71DE2AD9CE}" type="presParOf" srcId="{06FA5594-8367-4026-BE36-41FC42A40395}" destId="{E89A925E-4D12-4A9D-9A62-F4ECC3FE9CC3}" srcOrd="8" destOrd="0" presId="urn:microsoft.com/office/officeart/2018/2/layout/IconVerticalSolidList"/>
    <dgm:cxn modelId="{43A39E38-0608-4667-9353-A7AC788E408E}" type="presParOf" srcId="{E89A925E-4D12-4A9D-9A62-F4ECC3FE9CC3}" destId="{D9973F25-185A-4DA3-8766-B01B1CA05722}" srcOrd="0" destOrd="0" presId="urn:microsoft.com/office/officeart/2018/2/layout/IconVerticalSolidList"/>
    <dgm:cxn modelId="{F7ADD6E8-3D11-40D9-A505-4A5ECAEF498B}" type="presParOf" srcId="{E89A925E-4D12-4A9D-9A62-F4ECC3FE9CC3}" destId="{B698ADFE-77FA-4790-A0F3-B1F32B3C54B4}" srcOrd="1" destOrd="0" presId="urn:microsoft.com/office/officeart/2018/2/layout/IconVerticalSolidList"/>
    <dgm:cxn modelId="{3A6CE38E-7BC2-493A-A661-09F9381A1A94}" type="presParOf" srcId="{E89A925E-4D12-4A9D-9A62-F4ECC3FE9CC3}" destId="{E0BB61B3-20D9-47F4-961A-913743677146}" srcOrd="2" destOrd="0" presId="urn:microsoft.com/office/officeart/2018/2/layout/IconVerticalSolidList"/>
    <dgm:cxn modelId="{D88F4D8F-29BB-40F7-BBDC-861BF3E92260}" type="presParOf" srcId="{E89A925E-4D12-4A9D-9A62-F4ECC3FE9CC3}" destId="{08499DF2-8383-4896-9A3E-608467A06B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B78864F-3303-43B5-8A48-9D9961018D8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B63A083-9F63-4F96-B12B-637A44B6FC51}">
      <dgm:prSet custT="1"/>
      <dgm:spPr/>
      <dgm:t>
        <a:bodyPr/>
        <a:lstStyle/>
        <a:p>
          <a:pPr>
            <a:lnSpc>
              <a:spcPct val="100000"/>
            </a:lnSpc>
          </a:pPr>
          <a:r>
            <a:rPr lang="en-US" sz="2400"/>
            <a:t>Think about how to do the task safely prior to engaging in the work.</a:t>
          </a:r>
        </a:p>
      </dgm:t>
    </dgm:pt>
    <dgm:pt modelId="{615CB01B-FA5C-4C2C-A30A-38206F7DF675}" type="parTrans" cxnId="{84F1DE9E-B715-46AA-8B77-F757638E491A}">
      <dgm:prSet/>
      <dgm:spPr/>
      <dgm:t>
        <a:bodyPr/>
        <a:lstStyle/>
        <a:p>
          <a:endParaRPr lang="en-US"/>
        </a:p>
      </dgm:t>
    </dgm:pt>
    <dgm:pt modelId="{1CD5589B-1112-4924-BD9C-241D584B9B6D}" type="sibTrans" cxnId="{84F1DE9E-B715-46AA-8B77-F757638E491A}">
      <dgm:prSet/>
      <dgm:spPr/>
      <dgm:t>
        <a:bodyPr/>
        <a:lstStyle/>
        <a:p>
          <a:endParaRPr lang="en-US"/>
        </a:p>
      </dgm:t>
    </dgm:pt>
    <dgm:pt modelId="{6BA0451A-D292-41DF-9CE6-EE70C0E3B7D1}">
      <dgm:prSet custT="1"/>
      <dgm:spPr/>
      <dgm:t>
        <a:bodyPr/>
        <a:lstStyle/>
        <a:p>
          <a:pPr>
            <a:lnSpc>
              <a:spcPct val="100000"/>
            </a:lnSpc>
          </a:pPr>
          <a:r>
            <a:rPr lang="en-US" sz="2400"/>
            <a:t>Warn co-workers of hazards.</a:t>
          </a:r>
        </a:p>
      </dgm:t>
    </dgm:pt>
    <dgm:pt modelId="{070A3C35-14C7-4C96-BDA9-F77CE7C62FC6}" type="parTrans" cxnId="{29CFE009-2F21-475F-AE2E-9C67B857345C}">
      <dgm:prSet/>
      <dgm:spPr/>
      <dgm:t>
        <a:bodyPr/>
        <a:lstStyle/>
        <a:p>
          <a:endParaRPr lang="en-US"/>
        </a:p>
      </dgm:t>
    </dgm:pt>
    <dgm:pt modelId="{05ACE091-899B-45E5-82AE-907790A3D561}" type="sibTrans" cxnId="{29CFE009-2F21-475F-AE2E-9C67B857345C}">
      <dgm:prSet/>
      <dgm:spPr/>
      <dgm:t>
        <a:bodyPr/>
        <a:lstStyle/>
        <a:p>
          <a:endParaRPr lang="en-US"/>
        </a:p>
      </dgm:t>
    </dgm:pt>
    <dgm:pt modelId="{4913BFFA-ADC6-4917-BBB9-4BEEDDFC30FC}">
      <dgm:prSet custT="1"/>
      <dgm:spPr/>
      <dgm:t>
        <a:bodyPr/>
        <a:lstStyle/>
        <a:p>
          <a:pPr>
            <a:lnSpc>
              <a:spcPct val="100000"/>
            </a:lnSpc>
          </a:pPr>
          <a:r>
            <a:rPr lang="en-US" sz="2400"/>
            <a:t>If you are not trained to use a piece of equipment, don’t use it.</a:t>
          </a:r>
        </a:p>
      </dgm:t>
    </dgm:pt>
    <dgm:pt modelId="{0904E0C4-D4DA-446C-92A8-3A31963222D7}" type="parTrans" cxnId="{D8024591-37E3-4AE6-AFA6-BC23F3BDF517}">
      <dgm:prSet/>
      <dgm:spPr/>
      <dgm:t>
        <a:bodyPr/>
        <a:lstStyle/>
        <a:p>
          <a:endParaRPr lang="en-US"/>
        </a:p>
      </dgm:t>
    </dgm:pt>
    <dgm:pt modelId="{EAC85056-0442-48E7-BCDC-BDF513E38CA5}" type="sibTrans" cxnId="{D8024591-37E3-4AE6-AFA6-BC23F3BDF517}">
      <dgm:prSet/>
      <dgm:spPr/>
      <dgm:t>
        <a:bodyPr/>
        <a:lstStyle/>
        <a:p>
          <a:endParaRPr lang="en-US"/>
        </a:p>
      </dgm:t>
    </dgm:pt>
    <dgm:pt modelId="{4D4395CA-1D70-462D-A142-07E18E5FF333}">
      <dgm:prSet custT="1"/>
      <dgm:spPr/>
      <dgm:t>
        <a:bodyPr/>
        <a:lstStyle/>
        <a:p>
          <a:pPr>
            <a:lnSpc>
              <a:spcPct val="100000"/>
            </a:lnSpc>
          </a:pPr>
          <a:r>
            <a:rPr lang="en-US" sz="2400"/>
            <a:t>Don’t rush your work or take shortcuts.</a:t>
          </a:r>
        </a:p>
      </dgm:t>
    </dgm:pt>
    <dgm:pt modelId="{EF152499-B71C-4E94-9665-4E5097697721}" type="parTrans" cxnId="{8490B981-9457-4852-AC79-EAEA41789911}">
      <dgm:prSet/>
      <dgm:spPr/>
      <dgm:t>
        <a:bodyPr/>
        <a:lstStyle/>
        <a:p>
          <a:endParaRPr lang="en-US"/>
        </a:p>
      </dgm:t>
    </dgm:pt>
    <dgm:pt modelId="{29D6A929-FDC1-4140-81E1-15FD614B5AEF}" type="sibTrans" cxnId="{8490B981-9457-4852-AC79-EAEA41789911}">
      <dgm:prSet/>
      <dgm:spPr/>
      <dgm:t>
        <a:bodyPr/>
        <a:lstStyle/>
        <a:p>
          <a:endParaRPr lang="en-US"/>
        </a:p>
      </dgm:t>
    </dgm:pt>
    <dgm:pt modelId="{2F3EAA73-0679-4DDA-AAAD-DB75FB39012C}">
      <dgm:prSet custT="1"/>
      <dgm:spPr/>
      <dgm:t>
        <a:bodyPr/>
        <a:lstStyle/>
        <a:p>
          <a:pPr>
            <a:lnSpc>
              <a:spcPct val="100000"/>
            </a:lnSpc>
          </a:pPr>
          <a:r>
            <a:rPr lang="en-US" sz="2400"/>
            <a:t>Use all equipment, tools, and material in the appropriate and intended manner. Don’t use a chair as a ladder.</a:t>
          </a:r>
        </a:p>
      </dgm:t>
    </dgm:pt>
    <dgm:pt modelId="{31384165-68B1-4012-A2AF-1D6B651FA6CD}" type="parTrans" cxnId="{97153A6D-53A7-48EA-823E-830DF52CDDE6}">
      <dgm:prSet/>
      <dgm:spPr/>
      <dgm:t>
        <a:bodyPr/>
        <a:lstStyle/>
        <a:p>
          <a:endParaRPr lang="en-US"/>
        </a:p>
      </dgm:t>
    </dgm:pt>
    <dgm:pt modelId="{EDEBAF90-C945-47E8-B6EC-113F09041A10}" type="sibTrans" cxnId="{97153A6D-53A7-48EA-823E-830DF52CDDE6}">
      <dgm:prSet/>
      <dgm:spPr/>
      <dgm:t>
        <a:bodyPr/>
        <a:lstStyle/>
        <a:p>
          <a:endParaRPr lang="en-US"/>
        </a:p>
      </dgm:t>
    </dgm:pt>
    <dgm:pt modelId="{9970BB3A-8453-40C7-89E7-8E6F102F8EA5}">
      <dgm:prSet custT="1"/>
      <dgm:spPr/>
      <dgm:t>
        <a:bodyPr/>
        <a:lstStyle/>
        <a:p>
          <a:pPr>
            <a:lnSpc>
              <a:spcPct val="100000"/>
            </a:lnSpc>
          </a:pPr>
          <a:r>
            <a:rPr lang="en-US" sz="2400"/>
            <a:t>Use proper lifting technique, a lifting device, or get assistance.</a:t>
          </a:r>
        </a:p>
      </dgm:t>
    </dgm:pt>
    <dgm:pt modelId="{4E7901C3-DEBC-42A3-A334-401F4EE5DACC}" type="parTrans" cxnId="{28FCB69E-8E3D-40B4-B125-E40C50D9E7E4}">
      <dgm:prSet/>
      <dgm:spPr/>
      <dgm:t>
        <a:bodyPr/>
        <a:lstStyle/>
        <a:p>
          <a:endParaRPr lang="en-US"/>
        </a:p>
      </dgm:t>
    </dgm:pt>
    <dgm:pt modelId="{41A11C27-483E-415F-9C73-E7EBC8D4441A}" type="sibTrans" cxnId="{28FCB69E-8E3D-40B4-B125-E40C50D9E7E4}">
      <dgm:prSet/>
      <dgm:spPr/>
      <dgm:t>
        <a:bodyPr/>
        <a:lstStyle/>
        <a:p>
          <a:endParaRPr lang="en-US"/>
        </a:p>
      </dgm:t>
    </dgm:pt>
    <dgm:pt modelId="{597EBFB0-AFF0-436F-B05D-0A827ACAFC84}">
      <dgm:prSet custT="1"/>
      <dgm:spPr/>
      <dgm:t>
        <a:bodyPr/>
        <a:lstStyle/>
        <a:p>
          <a:pPr>
            <a:lnSpc>
              <a:spcPct val="100000"/>
            </a:lnSpc>
          </a:pPr>
          <a:r>
            <a:rPr lang="en-US" sz="2400"/>
            <a:t>Use appropriate personal protective equipment.</a:t>
          </a:r>
        </a:p>
      </dgm:t>
    </dgm:pt>
    <dgm:pt modelId="{3BBA2127-6D13-44C2-B279-296CBCBA5BB2}" type="parTrans" cxnId="{0085EF0E-0FDA-4AE7-88F9-E8D5B32AD645}">
      <dgm:prSet/>
      <dgm:spPr/>
      <dgm:t>
        <a:bodyPr/>
        <a:lstStyle/>
        <a:p>
          <a:endParaRPr lang="en-US"/>
        </a:p>
      </dgm:t>
    </dgm:pt>
    <dgm:pt modelId="{AFBDE995-2821-474F-99CA-C478A061E363}" type="sibTrans" cxnId="{0085EF0E-0FDA-4AE7-88F9-E8D5B32AD645}">
      <dgm:prSet/>
      <dgm:spPr/>
      <dgm:t>
        <a:bodyPr/>
        <a:lstStyle/>
        <a:p>
          <a:endParaRPr lang="en-US"/>
        </a:p>
      </dgm:t>
    </dgm:pt>
    <dgm:pt modelId="{695A54E7-A8E8-47F3-A750-A75D5AA28A39}">
      <dgm:prSet custT="1"/>
      <dgm:spPr/>
      <dgm:t>
        <a:bodyPr/>
        <a:lstStyle/>
        <a:p>
          <a:pPr>
            <a:lnSpc>
              <a:spcPct val="100000"/>
            </a:lnSpc>
          </a:pPr>
          <a:r>
            <a:rPr lang="en-US" sz="2400"/>
            <a:t>Stop and mentor employees engaged in unsafe acts.</a:t>
          </a:r>
        </a:p>
      </dgm:t>
    </dgm:pt>
    <dgm:pt modelId="{23418F94-AE60-4E6E-86DC-1895AF29A654}" type="parTrans" cxnId="{FABBFA83-505A-4AE5-BE64-5367B1EE15F6}">
      <dgm:prSet/>
      <dgm:spPr/>
      <dgm:t>
        <a:bodyPr/>
        <a:lstStyle/>
        <a:p>
          <a:endParaRPr lang="en-US"/>
        </a:p>
      </dgm:t>
    </dgm:pt>
    <dgm:pt modelId="{E447A522-6719-4E96-A614-9ABD9B647C5C}" type="sibTrans" cxnId="{FABBFA83-505A-4AE5-BE64-5367B1EE15F6}">
      <dgm:prSet/>
      <dgm:spPr/>
      <dgm:t>
        <a:bodyPr/>
        <a:lstStyle/>
        <a:p>
          <a:endParaRPr lang="en-US"/>
        </a:p>
      </dgm:t>
    </dgm:pt>
    <dgm:pt modelId="{58825104-64CF-4FF7-BDC8-08F6B294ED1D}" type="pres">
      <dgm:prSet presAssocID="{EB78864F-3303-43B5-8A48-9D9961018D8B}" presName="root" presStyleCnt="0">
        <dgm:presLayoutVars>
          <dgm:dir/>
          <dgm:resizeHandles val="exact"/>
        </dgm:presLayoutVars>
      </dgm:prSet>
      <dgm:spPr/>
    </dgm:pt>
    <dgm:pt modelId="{D68CBA7F-FAA5-4320-9C38-181EB1F9A86F}" type="pres">
      <dgm:prSet presAssocID="{1B63A083-9F63-4F96-B12B-637A44B6FC51}" presName="compNode" presStyleCnt="0"/>
      <dgm:spPr/>
    </dgm:pt>
    <dgm:pt modelId="{4F7B2E14-42A5-4756-A68B-7C23D0DC1D8F}" type="pres">
      <dgm:prSet presAssocID="{1B63A083-9F63-4F96-B12B-637A44B6FC51}" presName="bgRect" presStyleLbl="bgShp" presStyleIdx="0" presStyleCnt="8"/>
      <dgm:spPr/>
    </dgm:pt>
    <dgm:pt modelId="{0C7C2832-05FC-41B2-BDA3-455EC90000F4}" type="pres">
      <dgm:prSet presAssocID="{1B63A083-9F63-4F96-B12B-637A44B6FC51}"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7A6521F7-9F1D-4D56-AC93-EEBA3380B0B7}" type="pres">
      <dgm:prSet presAssocID="{1B63A083-9F63-4F96-B12B-637A44B6FC51}" presName="spaceRect" presStyleCnt="0"/>
      <dgm:spPr/>
    </dgm:pt>
    <dgm:pt modelId="{725DAD6B-2DE0-4E37-95C1-B124A96CB820}" type="pres">
      <dgm:prSet presAssocID="{1B63A083-9F63-4F96-B12B-637A44B6FC51}" presName="parTx" presStyleLbl="revTx" presStyleIdx="0" presStyleCnt="8">
        <dgm:presLayoutVars>
          <dgm:chMax val="0"/>
          <dgm:chPref val="0"/>
        </dgm:presLayoutVars>
      </dgm:prSet>
      <dgm:spPr/>
    </dgm:pt>
    <dgm:pt modelId="{4B07B1C4-5C00-4F41-A9DC-7B9D260B6754}" type="pres">
      <dgm:prSet presAssocID="{1CD5589B-1112-4924-BD9C-241D584B9B6D}" presName="sibTrans" presStyleCnt="0"/>
      <dgm:spPr/>
    </dgm:pt>
    <dgm:pt modelId="{E8934C7C-0EAA-4940-A60C-9ABB2DE3B634}" type="pres">
      <dgm:prSet presAssocID="{6BA0451A-D292-41DF-9CE6-EE70C0E3B7D1}" presName="compNode" presStyleCnt="0"/>
      <dgm:spPr/>
    </dgm:pt>
    <dgm:pt modelId="{D83D76E3-69CB-4664-9B80-5EA1FBBB9275}" type="pres">
      <dgm:prSet presAssocID="{6BA0451A-D292-41DF-9CE6-EE70C0E3B7D1}" presName="bgRect" presStyleLbl="bgShp" presStyleIdx="1" presStyleCnt="8"/>
      <dgm:spPr/>
    </dgm:pt>
    <dgm:pt modelId="{BB315E25-493C-4F28-8F6C-0505BFAEFC4E}" type="pres">
      <dgm:prSet presAssocID="{6BA0451A-D292-41DF-9CE6-EE70C0E3B7D1}"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arning"/>
        </a:ext>
      </dgm:extLst>
    </dgm:pt>
    <dgm:pt modelId="{EDBB74FC-42AB-4633-AC44-CD0E79020576}" type="pres">
      <dgm:prSet presAssocID="{6BA0451A-D292-41DF-9CE6-EE70C0E3B7D1}" presName="spaceRect" presStyleCnt="0"/>
      <dgm:spPr/>
    </dgm:pt>
    <dgm:pt modelId="{69E8F275-1B5D-43E3-B51D-23C7EAC7691F}" type="pres">
      <dgm:prSet presAssocID="{6BA0451A-D292-41DF-9CE6-EE70C0E3B7D1}" presName="parTx" presStyleLbl="revTx" presStyleIdx="1" presStyleCnt="8">
        <dgm:presLayoutVars>
          <dgm:chMax val="0"/>
          <dgm:chPref val="0"/>
        </dgm:presLayoutVars>
      </dgm:prSet>
      <dgm:spPr/>
    </dgm:pt>
    <dgm:pt modelId="{2CF581BB-22FC-42F0-9591-3C201064C384}" type="pres">
      <dgm:prSet presAssocID="{05ACE091-899B-45E5-82AE-907790A3D561}" presName="sibTrans" presStyleCnt="0"/>
      <dgm:spPr/>
    </dgm:pt>
    <dgm:pt modelId="{ADD5C45D-1D7F-495A-8736-5B46B84902B5}" type="pres">
      <dgm:prSet presAssocID="{4913BFFA-ADC6-4917-BBB9-4BEEDDFC30FC}" presName="compNode" presStyleCnt="0"/>
      <dgm:spPr/>
    </dgm:pt>
    <dgm:pt modelId="{21C6EEFA-70F5-4458-AF87-26AD0B7FAA5B}" type="pres">
      <dgm:prSet presAssocID="{4913BFFA-ADC6-4917-BBB9-4BEEDDFC30FC}" presName="bgRect" presStyleLbl="bgShp" presStyleIdx="2" presStyleCnt="8"/>
      <dgm:spPr/>
    </dgm:pt>
    <dgm:pt modelId="{06488596-1D99-4B1B-97E4-89D51E4547AA}" type="pres">
      <dgm:prSet presAssocID="{4913BFFA-ADC6-4917-BBB9-4BEEDDFC30FC}"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lldozer"/>
        </a:ext>
      </dgm:extLst>
    </dgm:pt>
    <dgm:pt modelId="{8B7234B6-8C2B-4595-BD21-6A49954D106F}" type="pres">
      <dgm:prSet presAssocID="{4913BFFA-ADC6-4917-BBB9-4BEEDDFC30FC}" presName="spaceRect" presStyleCnt="0"/>
      <dgm:spPr/>
    </dgm:pt>
    <dgm:pt modelId="{C0881FAF-EA5D-44C7-AC86-5D7660962B83}" type="pres">
      <dgm:prSet presAssocID="{4913BFFA-ADC6-4917-BBB9-4BEEDDFC30FC}" presName="parTx" presStyleLbl="revTx" presStyleIdx="2" presStyleCnt="8">
        <dgm:presLayoutVars>
          <dgm:chMax val="0"/>
          <dgm:chPref val="0"/>
        </dgm:presLayoutVars>
      </dgm:prSet>
      <dgm:spPr/>
    </dgm:pt>
    <dgm:pt modelId="{A1169029-92F0-4EDD-8691-A005F91F37C2}" type="pres">
      <dgm:prSet presAssocID="{EAC85056-0442-48E7-BCDC-BDF513E38CA5}" presName="sibTrans" presStyleCnt="0"/>
      <dgm:spPr/>
    </dgm:pt>
    <dgm:pt modelId="{4064075C-D9BB-46CD-971F-513D10187995}" type="pres">
      <dgm:prSet presAssocID="{4D4395CA-1D70-462D-A142-07E18E5FF333}" presName="compNode" presStyleCnt="0"/>
      <dgm:spPr/>
    </dgm:pt>
    <dgm:pt modelId="{95505950-7437-4A68-B9A6-0B79B8590EB8}" type="pres">
      <dgm:prSet presAssocID="{4D4395CA-1D70-462D-A142-07E18E5FF333}" presName="bgRect" presStyleLbl="bgShp" presStyleIdx="3" presStyleCnt="8"/>
      <dgm:spPr/>
    </dgm:pt>
    <dgm:pt modelId="{C107520E-D71E-467B-B18B-43B1857C1D88}" type="pres">
      <dgm:prSet presAssocID="{4D4395CA-1D70-462D-A142-07E18E5FF333}"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Key"/>
        </a:ext>
      </dgm:extLst>
    </dgm:pt>
    <dgm:pt modelId="{F311CE7D-37E7-4C19-8914-3BF5FADADC83}" type="pres">
      <dgm:prSet presAssocID="{4D4395CA-1D70-462D-A142-07E18E5FF333}" presName="spaceRect" presStyleCnt="0"/>
      <dgm:spPr/>
    </dgm:pt>
    <dgm:pt modelId="{6DEF143E-F0F2-480B-9A33-46D5D6021AAB}" type="pres">
      <dgm:prSet presAssocID="{4D4395CA-1D70-462D-A142-07E18E5FF333}" presName="parTx" presStyleLbl="revTx" presStyleIdx="3" presStyleCnt="8">
        <dgm:presLayoutVars>
          <dgm:chMax val="0"/>
          <dgm:chPref val="0"/>
        </dgm:presLayoutVars>
      </dgm:prSet>
      <dgm:spPr/>
    </dgm:pt>
    <dgm:pt modelId="{BFECF234-C8D9-4C80-89DD-0625436F4406}" type="pres">
      <dgm:prSet presAssocID="{29D6A929-FDC1-4140-81E1-15FD614B5AEF}" presName="sibTrans" presStyleCnt="0"/>
      <dgm:spPr/>
    </dgm:pt>
    <dgm:pt modelId="{E84F015C-942E-4BF0-8C59-BA276B3315A4}" type="pres">
      <dgm:prSet presAssocID="{2F3EAA73-0679-4DDA-AAAD-DB75FB39012C}" presName="compNode" presStyleCnt="0"/>
      <dgm:spPr/>
    </dgm:pt>
    <dgm:pt modelId="{D6432CFA-B2C3-4927-BF46-1C3FA6A897D7}" type="pres">
      <dgm:prSet presAssocID="{2F3EAA73-0679-4DDA-AAAD-DB75FB39012C}" presName="bgRect" presStyleLbl="bgShp" presStyleIdx="4" presStyleCnt="8"/>
      <dgm:spPr/>
    </dgm:pt>
    <dgm:pt modelId="{F7936F84-6F86-4F72-BB5D-0A570EE58FC2}" type="pres">
      <dgm:prSet presAssocID="{2F3EAA73-0679-4DDA-AAAD-DB75FB39012C}"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nstruction Worker"/>
        </a:ext>
      </dgm:extLst>
    </dgm:pt>
    <dgm:pt modelId="{497C4A06-449D-4C5E-A118-D76520753A77}" type="pres">
      <dgm:prSet presAssocID="{2F3EAA73-0679-4DDA-AAAD-DB75FB39012C}" presName="spaceRect" presStyleCnt="0"/>
      <dgm:spPr/>
    </dgm:pt>
    <dgm:pt modelId="{25A752D4-6478-474B-B55A-4645AE0AD546}" type="pres">
      <dgm:prSet presAssocID="{2F3EAA73-0679-4DDA-AAAD-DB75FB39012C}" presName="parTx" presStyleLbl="revTx" presStyleIdx="4" presStyleCnt="8">
        <dgm:presLayoutVars>
          <dgm:chMax val="0"/>
          <dgm:chPref val="0"/>
        </dgm:presLayoutVars>
      </dgm:prSet>
      <dgm:spPr/>
    </dgm:pt>
    <dgm:pt modelId="{D52976DA-A79E-4911-9DD4-3434BCE2496C}" type="pres">
      <dgm:prSet presAssocID="{EDEBAF90-C945-47E8-B6EC-113F09041A10}" presName="sibTrans" presStyleCnt="0"/>
      <dgm:spPr/>
    </dgm:pt>
    <dgm:pt modelId="{9D8934D0-7E00-405C-97EA-53837441129B}" type="pres">
      <dgm:prSet presAssocID="{9970BB3A-8453-40C7-89E7-8E6F102F8EA5}" presName="compNode" presStyleCnt="0"/>
      <dgm:spPr/>
    </dgm:pt>
    <dgm:pt modelId="{322F3737-32B2-4ADA-B2B4-C797444B3C51}" type="pres">
      <dgm:prSet presAssocID="{9970BB3A-8453-40C7-89E7-8E6F102F8EA5}" presName="bgRect" presStyleLbl="bgShp" presStyleIdx="5" presStyleCnt="8"/>
      <dgm:spPr/>
    </dgm:pt>
    <dgm:pt modelId="{66AEEB5D-CDE1-41ED-9560-87A0D5CE2939}" type="pres">
      <dgm:prSet presAssocID="{9970BB3A-8453-40C7-89E7-8E6F102F8EA5}"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Body Builder"/>
        </a:ext>
      </dgm:extLst>
    </dgm:pt>
    <dgm:pt modelId="{8BE30A9C-8FD5-47B2-AABD-CBBE25ADF1DB}" type="pres">
      <dgm:prSet presAssocID="{9970BB3A-8453-40C7-89E7-8E6F102F8EA5}" presName="spaceRect" presStyleCnt="0"/>
      <dgm:spPr/>
    </dgm:pt>
    <dgm:pt modelId="{679EB298-FFBE-4FB2-8809-F04687C44378}" type="pres">
      <dgm:prSet presAssocID="{9970BB3A-8453-40C7-89E7-8E6F102F8EA5}" presName="parTx" presStyleLbl="revTx" presStyleIdx="5" presStyleCnt="8">
        <dgm:presLayoutVars>
          <dgm:chMax val="0"/>
          <dgm:chPref val="0"/>
        </dgm:presLayoutVars>
      </dgm:prSet>
      <dgm:spPr/>
    </dgm:pt>
    <dgm:pt modelId="{AA292395-1049-4584-8E87-9A277C59FD31}" type="pres">
      <dgm:prSet presAssocID="{41A11C27-483E-415F-9C73-E7EBC8D4441A}" presName="sibTrans" presStyleCnt="0"/>
      <dgm:spPr/>
    </dgm:pt>
    <dgm:pt modelId="{EED7B37E-D615-4DE2-8C1E-AC40FB414344}" type="pres">
      <dgm:prSet presAssocID="{597EBFB0-AFF0-436F-B05D-0A827ACAFC84}" presName="compNode" presStyleCnt="0"/>
      <dgm:spPr/>
    </dgm:pt>
    <dgm:pt modelId="{87A47131-DB1C-4FA8-A2F7-51E24829063F}" type="pres">
      <dgm:prSet presAssocID="{597EBFB0-AFF0-436F-B05D-0A827ACAFC84}" presName="bgRect" presStyleLbl="bgShp" presStyleIdx="6" presStyleCnt="8"/>
      <dgm:spPr/>
    </dgm:pt>
    <dgm:pt modelId="{3A0C0BC6-54F4-4170-BA78-7D85F102C070}" type="pres">
      <dgm:prSet presAssocID="{597EBFB0-AFF0-436F-B05D-0A827ACAFC84}"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Mittens"/>
        </a:ext>
      </dgm:extLst>
    </dgm:pt>
    <dgm:pt modelId="{6FB79BAE-B212-44D0-97B2-B376EB52D505}" type="pres">
      <dgm:prSet presAssocID="{597EBFB0-AFF0-436F-B05D-0A827ACAFC84}" presName="spaceRect" presStyleCnt="0"/>
      <dgm:spPr/>
    </dgm:pt>
    <dgm:pt modelId="{30B0B490-1EDC-48B3-9F92-0DD8E271DC69}" type="pres">
      <dgm:prSet presAssocID="{597EBFB0-AFF0-436F-B05D-0A827ACAFC84}" presName="parTx" presStyleLbl="revTx" presStyleIdx="6" presStyleCnt="8">
        <dgm:presLayoutVars>
          <dgm:chMax val="0"/>
          <dgm:chPref val="0"/>
        </dgm:presLayoutVars>
      </dgm:prSet>
      <dgm:spPr/>
    </dgm:pt>
    <dgm:pt modelId="{B32CDF68-D444-4564-8C56-119EB1C603B7}" type="pres">
      <dgm:prSet presAssocID="{AFBDE995-2821-474F-99CA-C478A061E363}" presName="sibTrans" presStyleCnt="0"/>
      <dgm:spPr/>
    </dgm:pt>
    <dgm:pt modelId="{50C8620A-6030-4C2A-8C58-2D13A3C811D8}" type="pres">
      <dgm:prSet presAssocID="{695A54E7-A8E8-47F3-A750-A75D5AA28A39}" presName="compNode" presStyleCnt="0"/>
      <dgm:spPr/>
    </dgm:pt>
    <dgm:pt modelId="{2C4AD650-900D-4158-9E92-938CFFA72E9D}" type="pres">
      <dgm:prSet presAssocID="{695A54E7-A8E8-47F3-A750-A75D5AA28A39}" presName="bgRect" presStyleLbl="bgShp" presStyleIdx="7" presStyleCnt="8"/>
      <dgm:spPr/>
    </dgm:pt>
    <dgm:pt modelId="{87C3749F-186F-470D-9F06-B1220DD01E87}" type="pres">
      <dgm:prSet presAssocID="{695A54E7-A8E8-47F3-A750-A75D5AA28A39}"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Stop Sign"/>
        </a:ext>
      </dgm:extLst>
    </dgm:pt>
    <dgm:pt modelId="{A3C67195-1DCD-472B-96E4-98525F005056}" type="pres">
      <dgm:prSet presAssocID="{695A54E7-A8E8-47F3-A750-A75D5AA28A39}" presName="spaceRect" presStyleCnt="0"/>
      <dgm:spPr/>
    </dgm:pt>
    <dgm:pt modelId="{7ABE21AE-4838-4706-A579-4C45CEA95A99}" type="pres">
      <dgm:prSet presAssocID="{695A54E7-A8E8-47F3-A750-A75D5AA28A39}" presName="parTx" presStyleLbl="revTx" presStyleIdx="7" presStyleCnt="8">
        <dgm:presLayoutVars>
          <dgm:chMax val="0"/>
          <dgm:chPref val="0"/>
        </dgm:presLayoutVars>
      </dgm:prSet>
      <dgm:spPr/>
    </dgm:pt>
  </dgm:ptLst>
  <dgm:cxnLst>
    <dgm:cxn modelId="{29CFE009-2F21-475F-AE2E-9C67B857345C}" srcId="{EB78864F-3303-43B5-8A48-9D9961018D8B}" destId="{6BA0451A-D292-41DF-9CE6-EE70C0E3B7D1}" srcOrd="1" destOrd="0" parTransId="{070A3C35-14C7-4C96-BDA9-F77CE7C62FC6}" sibTransId="{05ACE091-899B-45E5-82AE-907790A3D561}"/>
    <dgm:cxn modelId="{0085EF0E-0FDA-4AE7-88F9-E8D5B32AD645}" srcId="{EB78864F-3303-43B5-8A48-9D9961018D8B}" destId="{597EBFB0-AFF0-436F-B05D-0A827ACAFC84}" srcOrd="6" destOrd="0" parTransId="{3BBA2127-6D13-44C2-B279-296CBCBA5BB2}" sibTransId="{AFBDE995-2821-474F-99CA-C478A061E363}"/>
    <dgm:cxn modelId="{C3D62916-D8D7-43D4-AC00-ECE20E8CD5CA}" type="presOf" srcId="{1B63A083-9F63-4F96-B12B-637A44B6FC51}" destId="{725DAD6B-2DE0-4E37-95C1-B124A96CB820}" srcOrd="0" destOrd="0" presId="urn:microsoft.com/office/officeart/2018/2/layout/IconVerticalSolidList"/>
    <dgm:cxn modelId="{E0A2F51F-A5B7-4A26-80CC-7D6B0C54A0EC}" type="presOf" srcId="{9970BB3A-8453-40C7-89E7-8E6F102F8EA5}" destId="{679EB298-FFBE-4FB2-8809-F04687C44378}" srcOrd="0" destOrd="0" presId="urn:microsoft.com/office/officeart/2018/2/layout/IconVerticalSolidList"/>
    <dgm:cxn modelId="{E66D6B28-BBE7-4110-8AD9-B67DE809236E}" type="presOf" srcId="{2F3EAA73-0679-4DDA-AAAD-DB75FB39012C}" destId="{25A752D4-6478-474B-B55A-4645AE0AD546}" srcOrd="0" destOrd="0" presId="urn:microsoft.com/office/officeart/2018/2/layout/IconVerticalSolidList"/>
    <dgm:cxn modelId="{DD9CB12F-44E3-4B32-AE0D-209F7A4EE352}" type="presOf" srcId="{6BA0451A-D292-41DF-9CE6-EE70C0E3B7D1}" destId="{69E8F275-1B5D-43E3-B51D-23C7EAC7691F}" srcOrd="0" destOrd="0" presId="urn:microsoft.com/office/officeart/2018/2/layout/IconVerticalSolidList"/>
    <dgm:cxn modelId="{30D4F242-6781-4F05-9725-A3B43F975E5D}" type="presOf" srcId="{597EBFB0-AFF0-436F-B05D-0A827ACAFC84}" destId="{30B0B490-1EDC-48B3-9F92-0DD8E271DC69}" srcOrd="0" destOrd="0" presId="urn:microsoft.com/office/officeart/2018/2/layout/IconVerticalSolidList"/>
    <dgm:cxn modelId="{97153A6D-53A7-48EA-823E-830DF52CDDE6}" srcId="{EB78864F-3303-43B5-8A48-9D9961018D8B}" destId="{2F3EAA73-0679-4DDA-AAAD-DB75FB39012C}" srcOrd="4" destOrd="0" parTransId="{31384165-68B1-4012-A2AF-1D6B651FA6CD}" sibTransId="{EDEBAF90-C945-47E8-B6EC-113F09041A10}"/>
    <dgm:cxn modelId="{7118C580-24BD-41A6-8751-10E34704B9F3}" type="presOf" srcId="{4D4395CA-1D70-462D-A142-07E18E5FF333}" destId="{6DEF143E-F0F2-480B-9A33-46D5D6021AAB}" srcOrd="0" destOrd="0" presId="urn:microsoft.com/office/officeart/2018/2/layout/IconVerticalSolidList"/>
    <dgm:cxn modelId="{8490B981-9457-4852-AC79-EAEA41789911}" srcId="{EB78864F-3303-43B5-8A48-9D9961018D8B}" destId="{4D4395CA-1D70-462D-A142-07E18E5FF333}" srcOrd="3" destOrd="0" parTransId="{EF152499-B71C-4E94-9665-4E5097697721}" sibTransId="{29D6A929-FDC1-4140-81E1-15FD614B5AEF}"/>
    <dgm:cxn modelId="{FABBFA83-505A-4AE5-BE64-5367B1EE15F6}" srcId="{EB78864F-3303-43B5-8A48-9D9961018D8B}" destId="{695A54E7-A8E8-47F3-A750-A75D5AA28A39}" srcOrd="7" destOrd="0" parTransId="{23418F94-AE60-4E6E-86DC-1895AF29A654}" sibTransId="{E447A522-6719-4E96-A614-9ABD9B647C5C}"/>
    <dgm:cxn modelId="{D8024591-37E3-4AE6-AFA6-BC23F3BDF517}" srcId="{EB78864F-3303-43B5-8A48-9D9961018D8B}" destId="{4913BFFA-ADC6-4917-BBB9-4BEEDDFC30FC}" srcOrd="2" destOrd="0" parTransId="{0904E0C4-D4DA-446C-92A8-3A31963222D7}" sibTransId="{EAC85056-0442-48E7-BCDC-BDF513E38CA5}"/>
    <dgm:cxn modelId="{28FCB69E-8E3D-40B4-B125-E40C50D9E7E4}" srcId="{EB78864F-3303-43B5-8A48-9D9961018D8B}" destId="{9970BB3A-8453-40C7-89E7-8E6F102F8EA5}" srcOrd="5" destOrd="0" parTransId="{4E7901C3-DEBC-42A3-A334-401F4EE5DACC}" sibTransId="{41A11C27-483E-415F-9C73-E7EBC8D4441A}"/>
    <dgm:cxn modelId="{84F1DE9E-B715-46AA-8B77-F757638E491A}" srcId="{EB78864F-3303-43B5-8A48-9D9961018D8B}" destId="{1B63A083-9F63-4F96-B12B-637A44B6FC51}" srcOrd="0" destOrd="0" parTransId="{615CB01B-FA5C-4C2C-A30A-38206F7DF675}" sibTransId="{1CD5589B-1112-4924-BD9C-241D584B9B6D}"/>
    <dgm:cxn modelId="{F5FBCEB0-128A-4038-B9F4-91A06A2AB871}" type="presOf" srcId="{EB78864F-3303-43B5-8A48-9D9961018D8B}" destId="{58825104-64CF-4FF7-BDC8-08F6B294ED1D}" srcOrd="0" destOrd="0" presId="urn:microsoft.com/office/officeart/2018/2/layout/IconVerticalSolidList"/>
    <dgm:cxn modelId="{9EC430D1-D523-4C35-80D0-5B2BCED59ABD}" type="presOf" srcId="{695A54E7-A8E8-47F3-A750-A75D5AA28A39}" destId="{7ABE21AE-4838-4706-A579-4C45CEA95A99}" srcOrd="0" destOrd="0" presId="urn:microsoft.com/office/officeart/2018/2/layout/IconVerticalSolidList"/>
    <dgm:cxn modelId="{827457F7-C0D9-40AA-B750-153931CD2B3C}" type="presOf" srcId="{4913BFFA-ADC6-4917-BBB9-4BEEDDFC30FC}" destId="{C0881FAF-EA5D-44C7-AC86-5D7660962B83}" srcOrd="0" destOrd="0" presId="urn:microsoft.com/office/officeart/2018/2/layout/IconVerticalSolidList"/>
    <dgm:cxn modelId="{34601353-C601-4C2C-9A5E-59F08AB388D1}" type="presParOf" srcId="{58825104-64CF-4FF7-BDC8-08F6B294ED1D}" destId="{D68CBA7F-FAA5-4320-9C38-181EB1F9A86F}" srcOrd="0" destOrd="0" presId="urn:microsoft.com/office/officeart/2018/2/layout/IconVerticalSolidList"/>
    <dgm:cxn modelId="{0A3056A0-505B-4F4E-8F11-4DD9CA3A93FD}" type="presParOf" srcId="{D68CBA7F-FAA5-4320-9C38-181EB1F9A86F}" destId="{4F7B2E14-42A5-4756-A68B-7C23D0DC1D8F}" srcOrd="0" destOrd="0" presId="urn:microsoft.com/office/officeart/2018/2/layout/IconVerticalSolidList"/>
    <dgm:cxn modelId="{2CA1E6A5-23FF-41E3-88AB-4571F2E3D1CD}" type="presParOf" srcId="{D68CBA7F-FAA5-4320-9C38-181EB1F9A86F}" destId="{0C7C2832-05FC-41B2-BDA3-455EC90000F4}" srcOrd="1" destOrd="0" presId="urn:microsoft.com/office/officeart/2018/2/layout/IconVerticalSolidList"/>
    <dgm:cxn modelId="{94251656-F7B9-4324-BD49-8604EF5631AB}" type="presParOf" srcId="{D68CBA7F-FAA5-4320-9C38-181EB1F9A86F}" destId="{7A6521F7-9F1D-4D56-AC93-EEBA3380B0B7}" srcOrd="2" destOrd="0" presId="urn:microsoft.com/office/officeart/2018/2/layout/IconVerticalSolidList"/>
    <dgm:cxn modelId="{CB0AA31A-5816-47D2-9F62-35C5632A8C21}" type="presParOf" srcId="{D68CBA7F-FAA5-4320-9C38-181EB1F9A86F}" destId="{725DAD6B-2DE0-4E37-95C1-B124A96CB820}" srcOrd="3" destOrd="0" presId="urn:microsoft.com/office/officeart/2018/2/layout/IconVerticalSolidList"/>
    <dgm:cxn modelId="{71445F62-914B-48EE-A073-30DDE923915B}" type="presParOf" srcId="{58825104-64CF-4FF7-BDC8-08F6B294ED1D}" destId="{4B07B1C4-5C00-4F41-A9DC-7B9D260B6754}" srcOrd="1" destOrd="0" presId="urn:microsoft.com/office/officeart/2018/2/layout/IconVerticalSolidList"/>
    <dgm:cxn modelId="{D60ECE58-BC7C-4046-963B-F616003354CA}" type="presParOf" srcId="{58825104-64CF-4FF7-BDC8-08F6B294ED1D}" destId="{E8934C7C-0EAA-4940-A60C-9ABB2DE3B634}" srcOrd="2" destOrd="0" presId="urn:microsoft.com/office/officeart/2018/2/layout/IconVerticalSolidList"/>
    <dgm:cxn modelId="{7EB6F3F4-68CA-4862-9152-75FA7601F489}" type="presParOf" srcId="{E8934C7C-0EAA-4940-A60C-9ABB2DE3B634}" destId="{D83D76E3-69CB-4664-9B80-5EA1FBBB9275}" srcOrd="0" destOrd="0" presId="urn:microsoft.com/office/officeart/2018/2/layout/IconVerticalSolidList"/>
    <dgm:cxn modelId="{43D6AE39-232B-4521-B3A8-493C328E8C3B}" type="presParOf" srcId="{E8934C7C-0EAA-4940-A60C-9ABB2DE3B634}" destId="{BB315E25-493C-4F28-8F6C-0505BFAEFC4E}" srcOrd="1" destOrd="0" presId="urn:microsoft.com/office/officeart/2018/2/layout/IconVerticalSolidList"/>
    <dgm:cxn modelId="{143E3B9E-972A-4C1D-95AB-9AD0DD9AAF43}" type="presParOf" srcId="{E8934C7C-0EAA-4940-A60C-9ABB2DE3B634}" destId="{EDBB74FC-42AB-4633-AC44-CD0E79020576}" srcOrd="2" destOrd="0" presId="urn:microsoft.com/office/officeart/2018/2/layout/IconVerticalSolidList"/>
    <dgm:cxn modelId="{4FC0F226-19F8-4093-8D01-A96EF4FF77F5}" type="presParOf" srcId="{E8934C7C-0EAA-4940-A60C-9ABB2DE3B634}" destId="{69E8F275-1B5D-43E3-B51D-23C7EAC7691F}" srcOrd="3" destOrd="0" presId="urn:microsoft.com/office/officeart/2018/2/layout/IconVerticalSolidList"/>
    <dgm:cxn modelId="{10C452E3-01CF-4B9F-A356-CEFD0057E7A3}" type="presParOf" srcId="{58825104-64CF-4FF7-BDC8-08F6B294ED1D}" destId="{2CF581BB-22FC-42F0-9591-3C201064C384}" srcOrd="3" destOrd="0" presId="urn:microsoft.com/office/officeart/2018/2/layout/IconVerticalSolidList"/>
    <dgm:cxn modelId="{AF94C94A-18EC-4FC9-B1A8-E618CC950FE9}" type="presParOf" srcId="{58825104-64CF-4FF7-BDC8-08F6B294ED1D}" destId="{ADD5C45D-1D7F-495A-8736-5B46B84902B5}" srcOrd="4" destOrd="0" presId="urn:microsoft.com/office/officeart/2018/2/layout/IconVerticalSolidList"/>
    <dgm:cxn modelId="{99BA44B3-B107-40FF-A9AB-8E853DA941D4}" type="presParOf" srcId="{ADD5C45D-1D7F-495A-8736-5B46B84902B5}" destId="{21C6EEFA-70F5-4458-AF87-26AD0B7FAA5B}" srcOrd="0" destOrd="0" presId="urn:microsoft.com/office/officeart/2018/2/layout/IconVerticalSolidList"/>
    <dgm:cxn modelId="{F2D2ABDE-ABB7-4425-B683-508E6F093BD1}" type="presParOf" srcId="{ADD5C45D-1D7F-495A-8736-5B46B84902B5}" destId="{06488596-1D99-4B1B-97E4-89D51E4547AA}" srcOrd="1" destOrd="0" presId="urn:microsoft.com/office/officeart/2018/2/layout/IconVerticalSolidList"/>
    <dgm:cxn modelId="{E23DDE79-3469-4188-8423-2C895249906F}" type="presParOf" srcId="{ADD5C45D-1D7F-495A-8736-5B46B84902B5}" destId="{8B7234B6-8C2B-4595-BD21-6A49954D106F}" srcOrd="2" destOrd="0" presId="urn:microsoft.com/office/officeart/2018/2/layout/IconVerticalSolidList"/>
    <dgm:cxn modelId="{70F6AB40-CAF6-4C4E-9BBD-F24F56DEFA89}" type="presParOf" srcId="{ADD5C45D-1D7F-495A-8736-5B46B84902B5}" destId="{C0881FAF-EA5D-44C7-AC86-5D7660962B83}" srcOrd="3" destOrd="0" presId="urn:microsoft.com/office/officeart/2018/2/layout/IconVerticalSolidList"/>
    <dgm:cxn modelId="{997C06FE-0DD4-4C3C-A0FE-14DDCD702DE6}" type="presParOf" srcId="{58825104-64CF-4FF7-BDC8-08F6B294ED1D}" destId="{A1169029-92F0-4EDD-8691-A005F91F37C2}" srcOrd="5" destOrd="0" presId="urn:microsoft.com/office/officeart/2018/2/layout/IconVerticalSolidList"/>
    <dgm:cxn modelId="{A17F7A52-3045-4E5A-8D00-D806F225D2BC}" type="presParOf" srcId="{58825104-64CF-4FF7-BDC8-08F6B294ED1D}" destId="{4064075C-D9BB-46CD-971F-513D10187995}" srcOrd="6" destOrd="0" presId="urn:microsoft.com/office/officeart/2018/2/layout/IconVerticalSolidList"/>
    <dgm:cxn modelId="{6268BC16-FA1B-46AE-A45F-1B12979B6FDD}" type="presParOf" srcId="{4064075C-D9BB-46CD-971F-513D10187995}" destId="{95505950-7437-4A68-B9A6-0B79B8590EB8}" srcOrd="0" destOrd="0" presId="urn:microsoft.com/office/officeart/2018/2/layout/IconVerticalSolidList"/>
    <dgm:cxn modelId="{DA5CD27E-8547-42B0-B655-2BFA271FD5F4}" type="presParOf" srcId="{4064075C-D9BB-46CD-971F-513D10187995}" destId="{C107520E-D71E-467B-B18B-43B1857C1D88}" srcOrd="1" destOrd="0" presId="urn:microsoft.com/office/officeart/2018/2/layout/IconVerticalSolidList"/>
    <dgm:cxn modelId="{2DCECE4A-BFC2-4FE0-8C47-01C49D53BFC5}" type="presParOf" srcId="{4064075C-D9BB-46CD-971F-513D10187995}" destId="{F311CE7D-37E7-4C19-8914-3BF5FADADC83}" srcOrd="2" destOrd="0" presId="urn:microsoft.com/office/officeart/2018/2/layout/IconVerticalSolidList"/>
    <dgm:cxn modelId="{489413C4-6C92-43D6-A8F9-C2CF0E7B90EF}" type="presParOf" srcId="{4064075C-D9BB-46CD-971F-513D10187995}" destId="{6DEF143E-F0F2-480B-9A33-46D5D6021AAB}" srcOrd="3" destOrd="0" presId="urn:microsoft.com/office/officeart/2018/2/layout/IconVerticalSolidList"/>
    <dgm:cxn modelId="{B8F11AFF-3636-41C0-BAD5-DE4982BDB730}" type="presParOf" srcId="{58825104-64CF-4FF7-BDC8-08F6B294ED1D}" destId="{BFECF234-C8D9-4C80-89DD-0625436F4406}" srcOrd="7" destOrd="0" presId="urn:microsoft.com/office/officeart/2018/2/layout/IconVerticalSolidList"/>
    <dgm:cxn modelId="{0AE4153B-774F-4334-AAB3-A5676A314AC1}" type="presParOf" srcId="{58825104-64CF-4FF7-BDC8-08F6B294ED1D}" destId="{E84F015C-942E-4BF0-8C59-BA276B3315A4}" srcOrd="8" destOrd="0" presId="urn:microsoft.com/office/officeart/2018/2/layout/IconVerticalSolidList"/>
    <dgm:cxn modelId="{5D505B5E-8318-4095-A432-B88F8B10DDF6}" type="presParOf" srcId="{E84F015C-942E-4BF0-8C59-BA276B3315A4}" destId="{D6432CFA-B2C3-4927-BF46-1C3FA6A897D7}" srcOrd="0" destOrd="0" presId="urn:microsoft.com/office/officeart/2018/2/layout/IconVerticalSolidList"/>
    <dgm:cxn modelId="{7979D3DC-8F99-4A15-B399-726DDF924CD2}" type="presParOf" srcId="{E84F015C-942E-4BF0-8C59-BA276B3315A4}" destId="{F7936F84-6F86-4F72-BB5D-0A570EE58FC2}" srcOrd="1" destOrd="0" presId="urn:microsoft.com/office/officeart/2018/2/layout/IconVerticalSolidList"/>
    <dgm:cxn modelId="{BDB7A723-D282-4936-8B64-49BE6BBF8C0C}" type="presParOf" srcId="{E84F015C-942E-4BF0-8C59-BA276B3315A4}" destId="{497C4A06-449D-4C5E-A118-D76520753A77}" srcOrd="2" destOrd="0" presId="urn:microsoft.com/office/officeart/2018/2/layout/IconVerticalSolidList"/>
    <dgm:cxn modelId="{45FE4464-967A-414B-BFDC-797F973031D6}" type="presParOf" srcId="{E84F015C-942E-4BF0-8C59-BA276B3315A4}" destId="{25A752D4-6478-474B-B55A-4645AE0AD546}" srcOrd="3" destOrd="0" presId="urn:microsoft.com/office/officeart/2018/2/layout/IconVerticalSolidList"/>
    <dgm:cxn modelId="{4E8D561B-3E73-4E8E-BC1E-C55B12529875}" type="presParOf" srcId="{58825104-64CF-4FF7-BDC8-08F6B294ED1D}" destId="{D52976DA-A79E-4911-9DD4-3434BCE2496C}" srcOrd="9" destOrd="0" presId="urn:microsoft.com/office/officeart/2018/2/layout/IconVerticalSolidList"/>
    <dgm:cxn modelId="{88E4AACD-9F44-4F43-8938-DA03530890DA}" type="presParOf" srcId="{58825104-64CF-4FF7-BDC8-08F6B294ED1D}" destId="{9D8934D0-7E00-405C-97EA-53837441129B}" srcOrd="10" destOrd="0" presId="urn:microsoft.com/office/officeart/2018/2/layout/IconVerticalSolidList"/>
    <dgm:cxn modelId="{23156F2A-7A22-474C-BAB2-FC4850EA7F58}" type="presParOf" srcId="{9D8934D0-7E00-405C-97EA-53837441129B}" destId="{322F3737-32B2-4ADA-B2B4-C797444B3C51}" srcOrd="0" destOrd="0" presId="urn:microsoft.com/office/officeart/2018/2/layout/IconVerticalSolidList"/>
    <dgm:cxn modelId="{792C5BDB-291D-4BA7-B68E-B21C413E01F2}" type="presParOf" srcId="{9D8934D0-7E00-405C-97EA-53837441129B}" destId="{66AEEB5D-CDE1-41ED-9560-87A0D5CE2939}" srcOrd="1" destOrd="0" presId="urn:microsoft.com/office/officeart/2018/2/layout/IconVerticalSolidList"/>
    <dgm:cxn modelId="{24E0F3C7-F6E9-4B8E-A8E5-4D2E74EF78CA}" type="presParOf" srcId="{9D8934D0-7E00-405C-97EA-53837441129B}" destId="{8BE30A9C-8FD5-47B2-AABD-CBBE25ADF1DB}" srcOrd="2" destOrd="0" presId="urn:microsoft.com/office/officeart/2018/2/layout/IconVerticalSolidList"/>
    <dgm:cxn modelId="{1220A1DA-14C0-41A1-BAF5-F9FCA451EDFF}" type="presParOf" srcId="{9D8934D0-7E00-405C-97EA-53837441129B}" destId="{679EB298-FFBE-4FB2-8809-F04687C44378}" srcOrd="3" destOrd="0" presId="urn:microsoft.com/office/officeart/2018/2/layout/IconVerticalSolidList"/>
    <dgm:cxn modelId="{B1443B29-CD09-4F9F-B391-541644C3EB03}" type="presParOf" srcId="{58825104-64CF-4FF7-BDC8-08F6B294ED1D}" destId="{AA292395-1049-4584-8E87-9A277C59FD31}" srcOrd="11" destOrd="0" presId="urn:microsoft.com/office/officeart/2018/2/layout/IconVerticalSolidList"/>
    <dgm:cxn modelId="{D4A0E978-39B3-47AA-BE9B-3C90D71F0696}" type="presParOf" srcId="{58825104-64CF-4FF7-BDC8-08F6B294ED1D}" destId="{EED7B37E-D615-4DE2-8C1E-AC40FB414344}" srcOrd="12" destOrd="0" presId="urn:microsoft.com/office/officeart/2018/2/layout/IconVerticalSolidList"/>
    <dgm:cxn modelId="{AFF473AC-2E7A-4368-9DF0-D889689F4658}" type="presParOf" srcId="{EED7B37E-D615-4DE2-8C1E-AC40FB414344}" destId="{87A47131-DB1C-4FA8-A2F7-51E24829063F}" srcOrd="0" destOrd="0" presId="urn:microsoft.com/office/officeart/2018/2/layout/IconVerticalSolidList"/>
    <dgm:cxn modelId="{E7B81A99-A7FE-4AF8-A50C-4CE2D3128035}" type="presParOf" srcId="{EED7B37E-D615-4DE2-8C1E-AC40FB414344}" destId="{3A0C0BC6-54F4-4170-BA78-7D85F102C070}" srcOrd="1" destOrd="0" presId="urn:microsoft.com/office/officeart/2018/2/layout/IconVerticalSolidList"/>
    <dgm:cxn modelId="{FA4DFAC0-7D3E-4B42-9C4D-CA343822649D}" type="presParOf" srcId="{EED7B37E-D615-4DE2-8C1E-AC40FB414344}" destId="{6FB79BAE-B212-44D0-97B2-B376EB52D505}" srcOrd="2" destOrd="0" presId="urn:microsoft.com/office/officeart/2018/2/layout/IconVerticalSolidList"/>
    <dgm:cxn modelId="{C44D28A4-8C92-4308-879B-494BB8BDD9DB}" type="presParOf" srcId="{EED7B37E-D615-4DE2-8C1E-AC40FB414344}" destId="{30B0B490-1EDC-48B3-9F92-0DD8E271DC69}" srcOrd="3" destOrd="0" presId="urn:microsoft.com/office/officeart/2018/2/layout/IconVerticalSolidList"/>
    <dgm:cxn modelId="{D15522C3-5CAD-49DE-AA50-C5AEBB68F25E}" type="presParOf" srcId="{58825104-64CF-4FF7-BDC8-08F6B294ED1D}" destId="{B32CDF68-D444-4564-8C56-119EB1C603B7}" srcOrd="13" destOrd="0" presId="urn:microsoft.com/office/officeart/2018/2/layout/IconVerticalSolidList"/>
    <dgm:cxn modelId="{4EEE844E-3977-467A-9563-435913816930}" type="presParOf" srcId="{58825104-64CF-4FF7-BDC8-08F6B294ED1D}" destId="{50C8620A-6030-4C2A-8C58-2D13A3C811D8}" srcOrd="14" destOrd="0" presId="urn:microsoft.com/office/officeart/2018/2/layout/IconVerticalSolidList"/>
    <dgm:cxn modelId="{BFFB1ECF-A3BA-4F1B-AC8F-84E2AFEBE4B5}" type="presParOf" srcId="{50C8620A-6030-4C2A-8C58-2D13A3C811D8}" destId="{2C4AD650-900D-4158-9E92-938CFFA72E9D}" srcOrd="0" destOrd="0" presId="urn:microsoft.com/office/officeart/2018/2/layout/IconVerticalSolidList"/>
    <dgm:cxn modelId="{55132DCC-A423-4568-B73B-DC9763BC31B2}" type="presParOf" srcId="{50C8620A-6030-4C2A-8C58-2D13A3C811D8}" destId="{87C3749F-186F-470D-9F06-B1220DD01E87}" srcOrd="1" destOrd="0" presId="urn:microsoft.com/office/officeart/2018/2/layout/IconVerticalSolidList"/>
    <dgm:cxn modelId="{C92FAC67-926C-4A4C-A40A-90288E93FC22}" type="presParOf" srcId="{50C8620A-6030-4C2A-8C58-2D13A3C811D8}" destId="{A3C67195-1DCD-472B-96E4-98525F005056}" srcOrd="2" destOrd="0" presId="urn:microsoft.com/office/officeart/2018/2/layout/IconVerticalSolidList"/>
    <dgm:cxn modelId="{B9E79F76-F012-4F3F-88F8-89409C93B391}" type="presParOf" srcId="{50C8620A-6030-4C2A-8C58-2D13A3C811D8}" destId="{7ABE21AE-4838-4706-A579-4C45CEA95A9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ED256FB-9D71-40DC-8D76-ECB10D6EC7BD}"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8C37D257-9828-4189-9C47-A75E12C8A8E6}">
      <dgm:prSet/>
      <dgm:spPr/>
      <dgm:t>
        <a:bodyPr/>
        <a:lstStyle/>
        <a:p>
          <a:r>
            <a:rPr lang="en-US"/>
            <a:t>Poor housekeeping</a:t>
          </a:r>
        </a:p>
      </dgm:t>
    </dgm:pt>
    <dgm:pt modelId="{73104013-47D0-470C-A22B-EB5065A67230}" type="parTrans" cxnId="{7115F5BA-9F0E-4154-94EC-0ED7037FC8C1}">
      <dgm:prSet/>
      <dgm:spPr/>
      <dgm:t>
        <a:bodyPr/>
        <a:lstStyle/>
        <a:p>
          <a:endParaRPr lang="en-US"/>
        </a:p>
      </dgm:t>
    </dgm:pt>
    <dgm:pt modelId="{E29AA759-11FC-42AA-B615-0FAF90A40D55}" type="sibTrans" cxnId="{7115F5BA-9F0E-4154-94EC-0ED7037FC8C1}">
      <dgm:prSet/>
      <dgm:spPr/>
      <dgm:t>
        <a:bodyPr/>
        <a:lstStyle/>
        <a:p>
          <a:endParaRPr lang="en-US"/>
        </a:p>
      </dgm:t>
    </dgm:pt>
    <dgm:pt modelId="{CBEB9A01-ADF0-462D-80A6-38755E8C0049}">
      <dgm:prSet/>
      <dgm:spPr/>
      <dgm:t>
        <a:bodyPr/>
        <a:lstStyle/>
        <a:p>
          <a:r>
            <a:rPr lang="en-US"/>
            <a:t>Defective tools, equipment or supplies</a:t>
          </a:r>
        </a:p>
      </dgm:t>
    </dgm:pt>
    <dgm:pt modelId="{41FB42D1-616D-4357-919B-F4F5FC231727}" type="parTrans" cxnId="{F4C4423B-EE4C-45B2-A70E-1944D56B0C2D}">
      <dgm:prSet/>
      <dgm:spPr/>
      <dgm:t>
        <a:bodyPr/>
        <a:lstStyle/>
        <a:p>
          <a:endParaRPr lang="en-US"/>
        </a:p>
      </dgm:t>
    </dgm:pt>
    <dgm:pt modelId="{E0931F44-C02E-4F95-84B3-4BB53DAFA57E}" type="sibTrans" cxnId="{F4C4423B-EE4C-45B2-A70E-1944D56B0C2D}">
      <dgm:prSet/>
      <dgm:spPr/>
      <dgm:t>
        <a:bodyPr/>
        <a:lstStyle/>
        <a:p>
          <a:endParaRPr lang="en-US"/>
        </a:p>
      </dgm:t>
    </dgm:pt>
    <dgm:pt modelId="{078F3691-D941-40EF-BD48-F6EF2E8B5E2E}">
      <dgm:prSet/>
      <dgm:spPr/>
      <dgm:t>
        <a:bodyPr/>
        <a:lstStyle/>
        <a:p>
          <a:r>
            <a:rPr lang="en-US"/>
            <a:t>Inadequate supports or guards</a:t>
          </a:r>
        </a:p>
      </dgm:t>
    </dgm:pt>
    <dgm:pt modelId="{53A6E18A-DBD6-43C9-9F9C-40B26BE22DB2}" type="parTrans" cxnId="{2527F7E2-60BB-4CD8-9D52-1592BC8A2E88}">
      <dgm:prSet/>
      <dgm:spPr/>
      <dgm:t>
        <a:bodyPr/>
        <a:lstStyle/>
        <a:p>
          <a:endParaRPr lang="en-US"/>
        </a:p>
      </dgm:t>
    </dgm:pt>
    <dgm:pt modelId="{7A723096-4421-4263-876B-D959A59BC8AF}" type="sibTrans" cxnId="{2527F7E2-60BB-4CD8-9D52-1592BC8A2E88}">
      <dgm:prSet/>
      <dgm:spPr/>
      <dgm:t>
        <a:bodyPr/>
        <a:lstStyle/>
        <a:p>
          <a:endParaRPr lang="en-US"/>
        </a:p>
      </dgm:t>
    </dgm:pt>
    <dgm:pt modelId="{180FAD28-235E-4046-9766-876602C9F7F7}">
      <dgm:prSet/>
      <dgm:spPr/>
      <dgm:t>
        <a:bodyPr/>
        <a:lstStyle/>
        <a:p>
          <a:r>
            <a:rPr lang="en-US"/>
            <a:t>Congestion in the workplace</a:t>
          </a:r>
        </a:p>
      </dgm:t>
    </dgm:pt>
    <dgm:pt modelId="{EF57812C-B97B-41B6-9F9D-F78F8D866368}" type="parTrans" cxnId="{199B25D9-931C-435D-8DFA-B03FE87D6044}">
      <dgm:prSet/>
      <dgm:spPr/>
      <dgm:t>
        <a:bodyPr/>
        <a:lstStyle/>
        <a:p>
          <a:endParaRPr lang="en-US"/>
        </a:p>
      </dgm:t>
    </dgm:pt>
    <dgm:pt modelId="{0F675EC5-224B-4CC2-809B-D37A580AA7BE}" type="sibTrans" cxnId="{199B25D9-931C-435D-8DFA-B03FE87D6044}">
      <dgm:prSet/>
      <dgm:spPr/>
      <dgm:t>
        <a:bodyPr/>
        <a:lstStyle/>
        <a:p>
          <a:endParaRPr lang="en-US"/>
        </a:p>
      </dgm:t>
    </dgm:pt>
    <dgm:pt modelId="{5CD08183-47C9-4B7B-9DE7-30FF24D8659B}">
      <dgm:prSet/>
      <dgm:spPr/>
      <dgm:t>
        <a:bodyPr/>
        <a:lstStyle/>
        <a:p>
          <a:r>
            <a:rPr lang="en-US"/>
            <a:t>Inadequate warning systems</a:t>
          </a:r>
        </a:p>
      </dgm:t>
    </dgm:pt>
    <dgm:pt modelId="{3C95924F-7930-4F13-8997-535B4165CCF6}" type="parTrans" cxnId="{B3AFBD94-0ED4-4F3F-B930-F1965A47B0EC}">
      <dgm:prSet/>
      <dgm:spPr/>
      <dgm:t>
        <a:bodyPr/>
        <a:lstStyle/>
        <a:p>
          <a:endParaRPr lang="en-US"/>
        </a:p>
      </dgm:t>
    </dgm:pt>
    <dgm:pt modelId="{A4155B27-98C7-48BF-8024-05A5DA8A31FF}" type="sibTrans" cxnId="{B3AFBD94-0ED4-4F3F-B930-F1965A47B0EC}">
      <dgm:prSet/>
      <dgm:spPr/>
      <dgm:t>
        <a:bodyPr/>
        <a:lstStyle/>
        <a:p>
          <a:endParaRPr lang="en-US"/>
        </a:p>
      </dgm:t>
    </dgm:pt>
    <dgm:pt modelId="{A8093643-AB1F-4B96-92F6-D93F74F4B7AC}">
      <dgm:prSet/>
      <dgm:spPr/>
      <dgm:t>
        <a:bodyPr/>
        <a:lstStyle/>
        <a:p>
          <a:r>
            <a:rPr lang="en-US"/>
            <a:t>Hazardous atmospheric conditions etc.</a:t>
          </a:r>
        </a:p>
      </dgm:t>
    </dgm:pt>
    <dgm:pt modelId="{D62F1D07-1415-437A-B869-539243B108DA}" type="parTrans" cxnId="{9942F8C4-7141-4A8A-89F0-2FCCF8E88BA3}">
      <dgm:prSet/>
      <dgm:spPr/>
      <dgm:t>
        <a:bodyPr/>
        <a:lstStyle/>
        <a:p>
          <a:endParaRPr lang="en-US"/>
        </a:p>
      </dgm:t>
    </dgm:pt>
    <dgm:pt modelId="{3ED9E736-1453-4A70-A5E7-9B78FB0E1DBF}" type="sibTrans" cxnId="{9942F8C4-7141-4A8A-89F0-2FCCF8E88BA3}">
      <dgm:prSet/>
      <dgm:spPr/>
      <dgm:t>
        <a:bodyPr/>
        <a:lstStyle/>
        <a:p>
          <a:endParaRPr lang="en-US"/>
        </a:p>
      </dgm:t>
    </dgm:pt>
    <dgm:pt modelId="{B368E0B7-B232-4398-B625-ABDACAEA01B2}" type="pres">
      <dgm:prSet presAssocID="{5ED256FB-9D71-40DC-8D76-ECB10D6EC7BD}" presName="diagram" presStyleCnt="0">
        <dgm:presLayoutVars>
          <dgm:dir/>
          <dgm:resizeHandles val="exact"/>
        </dgm:presLayoutVars>
      </dgm:prSet>
      <dgm:spPr/>
    </dgm:pt>
    <dgm:pt modelId="{BCE78BD8-1ECD-4914-928E-6A9B71B18069}" type="pres">
      <dgm:prSet presAssocID="{8C37D257-9828-4189-9C47-A75E12C8A8E6}" presName="node" presStyleLbl="node1" presStyleIdx="0" presStyleCnt="6" custLinFactNeighborY="986">
        <dgm:presLayoutVars>
          <dgm:bulletEnabled val="1"/>
        </dgm:presLayoutVars>
      </dgm:prSet>
      <dgm:spPr/>
    </dgm:pt>
    <dgm:pt modelId="{ECA60A81-5A3B-4E6A-9CB7-76F13FC407FE}" type="pres">
      <dgm:prSet presAssocID="{E29AA759-11FC-42AA-B615-0FAF90A40D55}" presName="sibTrans" presStyleCnt="0"/>
      <dgm:spPr/>
    </dgm:pt>
    <dgm:pt modelId="{5B54BF13-B904-426A-B05E-6650419C6E8E}" type="pres">
      <dgm:prSet presAssocID="{CBEB9A01-ADF0-462D-80A6-38755E8C0049}" presName="node" presStyleLbl="node1" presStyleIdx="1" presStyleCnt="6">
        <dgm:presLayoutVars>
          <dgm:bulletEnabled val="1"/>
        </dgm:presLayoutVars>
      </dgm:prSet>
      <dgm:spPr/>
    </dgm:pt>
    <dgm:pt modelId="{CC733CA1-3C3E-4019-A544-36DFEEAA187E}" type="pres">
      <dgm:prSet presAssocID="{E0931F44-C02E-4F95-84B3-4BB53DAFA57E}" presName="sibTrans" presStyleCnt="0"/>
      <dgm:spPr/>
    </dgm:pt>
    <dgm:pt modelId="{460CF71A-8CE5-4386-86EB-40690E5DAB4B}" type="pres">
      <dgm:prSet presAssocID="{078F3691-D941-40EF-BD48-F6EF2E8B5E2E}" presName="node" presStyleLbl="node1" presStyleIdx="2" presStyleCnt="6">
        <dgm:presLayoutVars>
          <dgm:bulletEnabled val="1"/>
        </dgm:presLayoutVars>
      </dgm:prSet>
      <dgm:spPr/>
    </dgm:pt>
    <dgm:pt modelId="{2E0072B0-EE4B-4758-A4F0-9520EE69FAC3}" type="pres">
      <dgm:prSet presAssocID="{7A723096-4421-4263-876B-D959A59BC8AF}" presName="sibTrans" presStyleCnt="0"/>
      <dgm:spPr/>
    </dgm:pt>
    <dgm:pt modelId="{64EB07C9-E5BC-4E94-BD8C-E5C8C807DEE2}" type="pres">
      <dgm:prSet presAssocID="{180FAD28-235E-4046-9766-876602C9F7F7}" presName="node" presStyleLbl="node1" presStyleIdx="3" presStyleCnt="6">
        <dgm:presLayoutVars>
          <dgm:bulletEnabled val="1"/>
        </dgm:presLayoutVars>
      </dgm:prSet>
      <dgm:spPr/>
    </dgm:pt>
    <dgm:pt modelId="{CC5DA7E7-DB8E-47E1-AD15-F125A3451AFB}" type="pres">
      <dgm:prSet presAssocID="{0F675EC5-224B-4CC2-809B-D37A580AA7BE}" presName="sibTrans" presStyleCnt="0"/>
      <dgm:spPr/>
    </dgm:pt>
    <dgm:pt modelId="{A05F7673-E7B0-4E8E-AE3F-A5DA8BA51695}" type="pres">
      <dgm:prSet presAssocID="{5CD08183-47C9-4B7B-9DE7-30FF24D8659B}" presName="node" presStyleLbl="node1" presStyleIdx="4" presStyleCnt="6">
        <dgm:presLayoutVars>
          <dgm:bulletEnabled val="1"/>
        </dgm:presLayoutVars>
      </dgm:prSet>
      <dgm:spPr/>
    </dgm:pt>
    <dgm:pt modelId="{7D78393B-8BF4-4E85-8EEE-D4C36B93AAB2}" type="pres">
      <dgm:prSet presAssocID="{A4155B27-98C7-48BF-8024-05A5DA8A31FF}" presName="sibTrans" presStyleCnt="0"/>
      <dgm:spPr/>
    </dgm:pt>
    <dgm:pt modelId="{F37FAA5C-14D3-4690-A828-2551758B97A8}" type="pres">
      <dgm:prSet presAssocID="{A8093643-AB1F-4B96-92F6-D93F74F4B7AC}" presName="node" presStyleLbl="node1" presStyleIdx="5" presStyleCnt="6">
        <dgm:presLayoutVars>
          <dgm:bulletEnabled val="1"/>
        </dgm:presLayoutVars>
      </dgm:prSet>
      <dgm:spPr/>
    </dgm:pt>
  </dgm:ptLst>
  <dgm:cxnLst>
    <dgm:cxn modelId="{60E87704-5DCC-41F4-B7FD-8FCF77023300}" type="presOf" srcId="{CBEB9A01-ADF0-462D-80A6-38755E8C0049}" destId="{5B54BF13-B904-426A-B05E-6650419C6E8E}" srcOrd="0" destOrd="0" presId="urn:microsoft.com/office/officeart/2005/8/layout/default"/>
    <dgm:cxn modelId="{14273E11-1970-4E0E-AA26-368175A3063A}" type="presOf" srcId="{8C37D257-9828-4189-9C47-A75E12C8A8E6}" destId="{BCE78BD8-1ECD-4914-928E-6A9B71B18069}" srcOrd="0" destOrd="0" presId="urn:microsoft.com/office/officeart/2005/8/layout/default"/>
    <dgm:cxn modelId="{F4C4423B-EE4C-45B2-A70E-1944D56B0C2D}" srcId="{5ED256FB-9D71-40DC-8D76-ECB10D6EC7BD}" destId="{CBEB9A01-ADF0-462D-80A6-38755E8C0049}" srcOrd="1" destOrd="0" parTransId="{41FB42D1-616D-4357-919B-F4F5FC231727}" sibTransId="{E0931F44-C02E-4F95-84B3-4BB53DAFA57E}"/>
    <dgm:cxn modelId="{74141642-4AF4-4480-BE99-508D679037B8}" type="presOf" srcId="{180FAD28-235E-4046-9766-876602C9F7F7}" destId="{64EB07C9-E5BC-4E94-BD8C-E5C8C807DEE2}" srcOrd="0" destOrd="0" presId="urn:microsoft.com/office/officeart/2005/8/layout/default"/>
    <dgm:cxn modelId="{B3AFBD94-0ED4-4F3F-B930-F1965A47B0EC}" srcId="{5ED256FB-9D71-40DC-8D76-ECB10D6EC7BD}" destId="{5CD08183-47C9-4B7B-9DE7-30FF24D8659B}" srcOrd="4" destOrd="0" parTransId="{3C95924F-7930-4F13-8997-535B4165CCF6}" sibTransId="{A4155B27-98C7-48BF-8024-05A5DA8A31FF}"/>
    <dgm:cxn modelId="{0A2470A5-46AD-4F2E-8264-BCB4D7BA02FF}" type="presOf" srcId="{078F3691-D941-40EF-BD48-F6EF2E8B5E2E}" destId="{460CF71A-8CE5-4386-86EB-40690E5DAB4B}" srcOrd="0" destOrd="0" presId="urn:microsoft.com/office/officeart/2005/8/layout/default"/>
    <dgm:cxn modelId="{239340B0-66E2-4C42-9C5B-45C68A1F1402}" type="presOf" srcId="{A8093643-AB1F-4B96-92F6-D93F74F4B7AC}" destId="{F37FAA5C-14D3-4690-A828-2551758B97A8}" srcOrd="0" destOrd="0" presId="urn:microsoft.com/office/officeart/2005/8/layout/default"/>
    <dgm:cxn modelId="{7115F5BA-9F0E-4154-94EC-0ED7037FC8C1}" srcId="{5ED256FB-9D71-40DC-8D76-ECB10D6EC7BD}" destId="{8C37D257-9828-4189-9C47-A75E12C8A8E6}" srcOrd="0" destOrd="0" parTransId="{73104013-47D0-470C-A22B-EB5065A67230}" sibTransId="{E29AA759-11FC-42AA-B615-0FAF90A40D55}"/>
    <dgm:cxn modelId="{9942F8C4-7141-4A8A-89F0-2FCCF8E88BA3}" srcId="{5ED256FB-9D71-40DC-8D76-ECB10D6EC7BD}" destId="{A8093643-AB1F-4B96-92F6-D93F74F4B7AC}" srcOrd="5" destOrd="0" parTransId="{D62F1D07-1415-437A-B869-539243B108DA}" sibTransId="{3ED9E736-1453-4A70-A5E7-9B78FB0E1DBF}"/>
    <dgm:cxn modelId="{6EF1EED4-DE0F-4E58-BBC4-A9A61F339563}" type="presOf" srcId="{5CD08183-47C9-4B7B-9DE7-30FF24D8659B}" destId="{A05F7673-E7B0-4E8E-AE3F-A5DA8BA51695}" srcOrd="0" destOrd="0" presId="urn:microsoft.com/office/officeart/2005/8/layout/default"/>
    <dgm:cxn modelId="{94A740D6-25B0-4367-83EC-3550E9B98484}" type="presOf" srcId="{5ED256FB-9D71-40DC-8D76-ECB10D6EC7BD}" destId="{B368E0B7-B232-4398-B625-ABDACAEA01B2}" srcOrd="0" destOrd="0" presId="urn:microsoft.com/office/officeart/2005/8/layout/default"/>
    <dgm:cxn modelId="{199B25D9-931C-435D-8DFA-B03FE87D6044}" srcId="{5ED256FB-9D71-40DC-8D76-ECB10D6EC7BD}" destId="{180FAD28-235E-4046-9766-876602C9F7F7}" srcOrd="3" destOrd="0" parTransId="{EF57812C-B97B-41B6-9F9D-F78F8D866368}" sibTransId="{0F675EC5-224B-4CC2-809B-D37A580AA7BE}"/>
    <dgm:cxn modelId="{2527F7E2-60BB-4CD8-9D52-1592BC8A2E88}" srcId="{5ED256FB-9D71-40DC-8D76-ECB10D6EC7BD}" destId="{078F3691-D941-40EF-BD48-F6EF2E8B5E2E}" srcOrd="2" destOrd="0" parTransId="{53A6E18A-DBD6-43C9-9F9C-40B26BE22DB2}" sibTransId="{7A723096-4421-4263-876B-D959A59BC8AF}"/>
    <dgm:cxn modelId="{0D432925-BD49-4BED-9F41-4243FDCD735E}" type="presParOf" srcId="{B368E0B7-B232-4398-B625-ABDACAEA01B2}" destId="{BCE78BD8-1ECD-4914-928E-6A9B71B18069}" srcOrd="0" destOrd="0" presId="urn:microsoft.com/office/officeart/2005/8/layout/default"/>
    <dgm:cxn modelId="{28860E41-C9C5-4EC0-BE12-197134B151FC}" type="presParOf" srcId="{B368E0B7-B232-4398-B625-ABDACAEA01B2}" destId="{ECA60A81-5A3B-4E6A-9CB7-76F13FC407FE}" srcOrd="1" destOrd="0" presId="urn:microsoft.com/office/officeart/2005/8/layout/default"/>
    <dgm:cxn modelId="{6C42BD1B-6F55-4AD3-AC9A-AEA5824732A3}" type="presParOf" srcId="{B368E0B7-B232-4398-B625-ABDACAEA01B2}" destId="{5B54BF13-B904-426A-B05E-6650419C6E8E}" srcOrd="2" destOrd="0" presId="urn:microsoft.com/office/officeart/2005/8/layout/default"/>
    <dgm:cxn modelId="{FA7CAD88-F1DF-4954-A96E-D2CDD634B731}" type="presParOf" srcId="{B368E0B7-B232-4398-B625-ABDACAEA01B2}" destId="{CC733CA1-3C3E-4019-A544-36DFEEAA187E}" srcOrd="3" destOrd="0" presId="urn:microsoft.com/office/officeart/2005/8/layout/default"/>
    <dgm:cxn modelId="{1E0EB06C-6F1D-4B06-8A39-D0F22EABB0D0}" type="presParOf" srcId="{B368E0B7-B232-4398-B625-ABDACAEA01B2}" destId="{460CF71A-8CE5-4386-86EB-40690E5DAB4B}" srcOrd="4" destOrd="0" presId="urn:microsoft.com/office/officeart/2005/8/layout/default"/>
    <dgm:cxn modelId="{36423010-48D8-4BEE-8167-4DD772CA9523}" type="presParOf" srcId="{B368E0B7-B232-4398-B625-ABDACAEA01B2}" destId="{2E0072B0-EE4B-4758-A4F0-9520EE69FAC3}" srcOrd="5" destOrd="0" presId="urn:microsoft.com/office/officeart/2005/8/layout/default"/>
    <dgm:cxn modelId="{30EEDC90-2210-40CC-9E10-BB4F9C73479D}" type="presParOf" srcId="{B368E0B7-B232-4398-B625-ABDACAEA01B2}" destId="{64EB07C9-E5BC-4E94-BD8C-E5C8C807DEE2}" srcOrd="6" destOrd="0" presId="urn:microsoft.com/office/officeart/2005/8/layout/default"/>
    <dgm:cxn modelId="{ECF31666-85F3-4A54-9653-906F7D0622AD}" type="presParOf" srcId="{B368E0B7-B232-4398-B625-ABDACAEA01B2}" destId="{CC5DA7E7-DB8E-47E1-AD15-F125A3451AFB}" srcOrd="7" destOrd="0" presId="urn:microsoft.com/office/officeart/2005/8/layout/default"/>
    <dgm:cxn modelId="{A5EB511E-194A-4C28-82B3-48E8FCB8F3A6}" type="presParOf" srcId="{B368E0B7-B232-4398-B625-ABDACAEA01B2}" destId="{A05F7673-E7B0-4E8E-AE3F-A5DA8BA51695}" srcOrd="8" destOrd="0" presId="urn:microsoft.com/office/officeart/2005/8/layout/default"/>
    <dgm:cxn modelId="{CBCC8396-43F9-4F69-9186-70935A227AA9}" type="presParOf" srcId="{B368E0B7-B232-4398-B625-ABDACAEA01B2}" destId="{7D78393B-8BF4-4E85-8EEE-D4C36B93AAB2}" srcOrd="9" destOrd="0" presId="urn:microsoft.com/office/officeart/2005/8/layout/default"/>
    <dgm:cxn modelId="{AA70F696-4645-4F35-BFDF-645784388B57}" type="presParOf" srcId="{B368E0B7-B232-4398-B625-ABDACAEA01B2}" destId="{F37FAA5C-14D3-4690-A828-2551758B97A8}"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CF24A60-EDFA-44BC-AA43-0A88A6004C8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D3A1D58-3E7D-449A-BD7E-321A5EC62388}">
      <dgm:prSet custT="1"/>
      <dgm:spPr/>
      <dgm:t>
        <a:bodyPr/>
        <a:lstStyle/>
        <a:p>
          <a:pPr>
            <a:lnSpc>
              <a:spcPct val="100000"/>
            </a:lnSpc>
          </a:pPr>
          <a:r>
            <a:rPr lang="en-US" sz="1800" b="1" dirty="0"/>
            <a:t>Think about how to do the task safely prior to engaging in the work. </a:t>
          </a:r>
        </a:p>
      </dgm:t>
    </dgm:pt>
    <dgm:pt modelId="{B8F9D25D-AFDC-4914-A4A6-550B701FCE4D}" type="parTrans" cxnId="{3F96845C-EE01-4B38-8D27-7E83313CEB61}">
      <dgm:prSet/>
      <dgm:spPr/>
      <dgm:t>
        <a:bodyPr/>
        <a:lstStyle/>
        <a:p>
          <a:endParaRPr lang="en-US"/>
        </a:p>
      </dgm:t>
    </dgm:pt>
    <dgm:pt modelId="{5F0A00C6-9FFD-4FF7-B422-D0B32A6A9413}" type="sibTrans" cxnId="{3F96845C-EE01-4B38-8D27-7E83313CEB61}">
      <dgm:prSet/>
      <dgm:spPr/>
      <dgm:t>
        <a:bodyPr/>
        <a:lstStyle/>
        <a:p>
          <a:endParaRPr lang="en-US"/>
        </a:p>
      </dgm:t>
    </dgm:pt>
    <dgm:pt modelId="{82068933-575F-4CFE-8C07-CC670A92C623}">
      <dgm:prSet custT="1"/>
      <dgm:spPr/>
      <dgm:t>
        <a:bodyPr/>
        <a:lstStyle/>
        <a:p>
          <a:pPr>
            <a:lnSpc>
              <a:spcPct val="100000"/>
            </a:lnSpc>
          </a:pPr>
          <a:r>
            <a:rPr lang="en-US" sz="1800" b="1"/>
            <a:t>Ensure that you have all appropriate equipment, tools and material to safely do the job. </a:t>
          </a:r>
        </a:p>
      </dgm:t>
    </dgm:pt>
    <dgm:pt modelId="{887425C8-8105-42C8-AB8B-C281C84D0999}" type="parTrans" cxnId="{05F63213-79AD-406C-AFB3-2CFC948B463E}">
      <dgm:prSet/>
      <dgm:spPr/>
      <dgm:t>
        <a:bodyPr/>
        <a:lstStyle/>
        <a:p>
          <a:endParaRPr lang="en-US"/>
        </a:p>
      </dgm:t>
    </dgm:pt>
    <dgm:pt modelId="{0A83EDBD-DAC9-416F-A0F5-0892B6ED3D47}" type="sibTrans" cxnId="{05F63213-79AD-406C-AFB3-2CFC948B463E}">
      <dgm:prSet/>
      <dgm:spPr/>
      <dgm:t>
        <a:bodyPr/>
        <a:lstStyle/>
        <a:p>
          <a:endParaRPr lang="en-US"/>
        </a:p>
      </dgm:t>
    </dgm:pt>
    <dgm:pt modelId="{61DAD965-7B01-48FA-BD29-33907D28409D}">
      <dgm:prSet custT="1"/>
      <dgm:spPr/>
      <dgm:t>
        <a:bodyPr/>
        <a:lstStyle/>
        <a:p>
          <a:pPr>
            <a:lnSpc>
              <a:spcPct val="100000"/>
            </a:lnSpc>
          </a:pPr>
          <a:r>
            <a:rPr lang="en-US" sz="1800" b="1" dirty="0"/>
            <a:t>Inspect all equipment, tools and material before use. Make certain the item is in good working condition and is appropriate for the task.</a:t>
          </a:r>
        </a:p>
      </dgm:t>
    </dgm:pt>
    <dgm:pt modelId="{9FCD9D5C-28B0-4735-A498-90D9C08D88A3}" type="parTrans" cxnId="{AC19C707-16C4-4BEE-9401-DFA2E4211910}">
      <dgm:prSet/>
      <dgm:spPr/>
      <dgm:t>
        <a:bodyPr/>
        <a:lstStyle/>
        <a:p>
          <a:endParaRPr lang="en-US"/>
        </a:p>
      </dgm:t>
    </dgm:pt>
    <dgm:pt modelId="{3B642A9E-B910-4103-AD12-B6EE3148FC54}" type="sibTrans" cxnId="{AC19C707-16C4-4BEE-9401-DFA2E4211910}">
      <dgm:prSet/>
      <dgm:spPr/>
      <dgm:t>
        <a:bodyPr/>
        <a:lstStyle/>
        <a:p>
          <a:endParaRPr lang="en-US"/>
        </a:p>
      </dgm:t>
    </dgm:pt>
    <dgm:pt modelId="{E3948DAF-72BB-463F-8F4F-56794FBD9EAF}">
      <dgm:prSet custT="1"/>
      <dgm:spPr/>
      <dgm:t>
        <a:bodyPr/>
        <a:lstStyle/>
        <a:p>
          <a:pPr>
            <a:lnSpc>
              <a:spcPct val="100000"/>
            </a:lnSpc>
          </a:pPr>
          <a:r>
            <a:rPr lang="en-US" sz="1800" b="1"/>
            <a:t>Make certain that you have enough space to complete the job. Many injuries are caused because employees didn’t have sufficient room to do a job.</a:t>
          </a:r>
        </a:p>
      </dgm:t>
    </dgm:pt>
    <dgm:pt modelId="{01DAC59F-2B00-42C1-9D62-BD20ADC82580}" type="parTrans" cxnId="{E7657A7E-50B9-4CEA-AFD1-A0A87ED6FE53}">
      <dgm:prSet/>
      <dgm:spPr/>
      <dgm:t>
        <a:bodyPr/>
        <a:lstStyle/>
        <a:p>
          <a:endParaRPr lang="en-US"/>
        </a:p>
      </dgm:t>
    </dgm:pt>
    <dgm:pt modelId="{0FFB6652-0991-45BB-90D5-1D1E0B8F235F}" type="sibTrans" cxnId="{E7657A7E-50B9-4CEA-AFD1-A0A87ED6FE53}">
      <dgm:prSet/>
      <dgm:spPr/>
      <dgm:t>
        <a:bodyPr/>
        <a:lstStyle/>
        <a:p>
          <a:endParaRPr lang="en-US"/>
        </a:p>
      </dgm:t>
    </dgm:pt>
    <dgm:pt modelId="{823B7D52-F9AE-4E50-AB07-C99DF097D179}">
      <dgm:prSet custT="1"/>
      <dgm:spPr/>
      <dgm:t>
        <a:bodyPr/>
        <a:lstStyle/>
        <a:p>
          <a:pPr>
            <a:lnSpc>
              <a:spcPct val="100000"/>
            </a:lnSpc>
          </a:pPr>
          <a:r>
            <a:rPr lang="en-US" sz="1800" b="1"/>
            <a:t>Injuries occur everyday because employees choose not to say anything about known hazards. </a:t>
          </a:r>
        </a:p>
      </dgm:t>
    </dgm:pt>
    <dgm:pt modelId="{4BD6C176-E484-4ADF-B706-346FEF34C94D}" type="parTrans" cxnId="{DE4F80CD-EFD3-48B2-BA2B-DEC259152C8E}">
      <dgm:prSet/>
      <dgm:spPr/>
      <dgm:t>
        <a:bodyPr/>
        <a:lstStyle/>
        <a:p>
          <a:endParaRPr lang="en-US"/>
        </a:p>
      </dgm:t>
    </dgm:pt>
    <dgm:pt modelId="{B4C4C0E3-B08D-47CC-B7DF-7F3581C0279D}" type="sibTrans" cxnId="{DE4F80CD-EFD3-48B2-BA2B-DEC259152C8E}">
      <dgm:prSet/>
      <dgm:spPr/>
      <dgm:t>
        <a:bodyPr/>
        <a:lstStyle/>
        <a:p>
          <a:endParaRPr lang="en-US"/>
        </a:p>
      </dgm:t>
    </dgm:pt>
    <dgm:pt modelId="{4917DCAF-F4B0-46DA-866B-004A466B31C1}">
      <dgm:prSet custT="1"/>
      <dgm:spPr/>
      <dgm:t>
        <a:bodyPr/>
        <a:lstStyle/>
        <a:p>
          <a:pPr>
            <a:lnSpc>
              <a:spcPct val="100000"/>
            </a:lnSpc>
          </a:pPr>
          <a:r>
            <a:rPr lang="en-US" sz="1800" b="1"/>
            <a:t>Employees identifying unsafe conditions should cease their activity and report the condition to their immediate supervisor for corrective action.</a:t>
          </a:r>
        </a:p>
      </dgm:t>
    </dgm:pt>
    <dgm:pt modelId="{A96DAFDD-5BD7-4657-86B9-617894C64D77}" type="parTrans" cxnId="{65B88204-C156-4042-85A2-8EC519678356}">
      <dgm:prSet/>
      <dgm:spPr/>
      <dgm:t>
        <a:bodyPr/>
        <a:lstStyle/>
        <a:p>
          <a:endParaRPr lang="en-US"/>
        </a:p>
      </dgm:t>
    </dgm:pt>
    <dgm:pt modelId="{587B1225-A25D-487C-B06B-9191AC7FC452}" type="sibTrans" cxnId="{65B88204-C156-4042-85A2-8EC519678356}">
      <dgm:prSet/>
      <dgm:spPr/>
      <dgm:t>
        <a:bodyPr/>
        <a:lstStyle/>
        <a:p>
          <a:endParaRPr lang="en-US"/>
        </a:p>
      </dgm:t>
    </dgm:pt>
    <dgm:pt modelId="{C997AE36-6F0A-42DF-94EC-670548E8740F}" type="pres">
      <dgm:prSet presAssocID="{5CF24A60-EDFA-44BC-AA43-0A88A6004C81}" presName="root" presStyleCnt="0">
        <dgm:presLayoutVars>
          <dgm:dir/>
          <dgm:resizeHandles val="exact"/>
        </dgm:presLayoutVars>
      </dgm:prSet>
      <dgm:spPr/>
    </dgm:pt>
    <dgm:pt modelId="{F0AC05F3-0B3B-45C0-B925-B4CA98CE251C}" type="pres">
      <dgm:prSet presAssocID="{4D3A1D58-3E7D-449A-BD7E-321A5EC62388}" presName="compNode" presStyleCnt="0"/>
      <dgm:spPr/>
    </dgm:pt>
    <dgm:pt modelId="{D3DC0EB8-F52B-4A2F-9680-F7F8D39BF9D4}" type="pres">
      <dgm:prSet presAssocID="{4D3A1D58-3E7D-449A-BD7E-321A5EC62388}" presName="bgRect" presStyleLbl="bgShp" presStyleIdx="0" presStyleCnt="6"/>
      <dgm:spPr/>
    </dgm:pt>
    <dgm:pt modelId="{1FC26851-5A18-41BF-8BAB-910B8FED020F}" type="pres">
      <dgm:prSet presAssocID="{4D3A1D58-3E7D-449A-BD7E-321A5EC62388}" presName="iconRect" presStyleLbl="node1" presStyleIdx="0" presStyleCnt="6" custScaleX="12092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044850B8-2504-48AE-A835-33058D8E9A1E}" type="pres">
      <dgm:prSet presAssocID="{4D3A1D58-3E7D-449A-BD7E-321A5EC62388}" presName="spaceRect" presStyleCnt="0"/>
      <dgm:spPr/>
    </dgm:pt>
    <dgm:pt modelId="{50A1AF08-03F4-46A1-B409-3F2235AD009E}" type="pres">
      <dgm:prSet presAssocID="{4D3A1D58-3E7D-449A-BD7E-321A5EC62388}" presName="parTx" presStyleLbl="revTx" presStyleIdx="0" presStyleCnt="6" custScaleX="103667">
        <dgm:presLayoutVars>
          <dgm:chMax val="0"/>
          <dgm:chPref val="0"/>
        </dgm:presLayoutVars>
      </dgm:prSet>
      <dgm:spPr/>
    </dgm:pt>
    <dgm:pt modelId="{219F6656-2491-4E63-B062-964978B85E80}" type="pres">
      <dgm:prSet presAssocID="{5F0A00C6-9FFD-4FF7-B422-D0B32A6A9413}" presName="sibTrans" presStyleCnt="0"/>
      <dgm:spPr/>
    </dgm:pt>
    <dgm:pt modelId="{A271BB2B-3A3F-4CC1-991F-112EB3CFBD6A}" type="pres">
      <dgm:prSet presAssocID="{82068933-575F-4CFE-8C07-CC670A92C623}" presName="compNode" presStyleCnt="0"/>
      <dgm:spPr/>
    </dgm:pt>
    <dgm:pt modelId="{7221CB34-388B-44FE-B66C-82EF3F2F2E14}" type="pres">
      <dgm:prSet presAssocID="{82068933-575F-4CFE-8C07-CC670A92C623}" presName="bgRect" presStyleLbl="bgShp" presStyleIdx="1" presStyleCnt="6"/>
      <dgm:spPr/>
    </dgm:pt>
    <dgm:pt modelId="{E009704E-3BAB-430F-AE42-C1D6AA920239}" type="pres">
      <dgm:prSet presAssocID="{82068933-575F-4CFE-8C07-CC670A92C623}" presName="iconRect" presStyleLbl="node1" presStyleIdx="1" presStyleCnt="6" custScaleX="166301"/>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struction Worker"/>
        </a:ext>
      </dgm:extLst>
    </dgm:pt>
    <dgm:pt modelId="{E268AC76-D1F5-4558-BD80-7AA209B28E84}" type="pres">
      <dgm:prSet presAssocID="{82068933-575F-4CFE-8C07-CC670A92C623}" presName="spaceRect" presStyleCnt="0"/>
      <dgm:spPr/>
    </dgm:pt>
    <dgm:pt modelId="{A015095D-14EC-43C9-A858-2722550B425A}" type="pres">
      <dgm:prSet presAssocID="{82068933-575F-4CFE-8C07-CC670A92C623}" presName="parTx" presStyleLbl="revTx" presStyleIdx="1" presStyleCnt="6" custScaleX="103661">
        <dgm:presLayoutVars>
          <dgm:chMax val="0"/>
          <dgm:chPref val="0"/>
        </dgm:presLayoutVars>
      </dgm:prSet>
      <dgm:spPr/>
    </dgm:pt>
    <dgm:pt modelId="{1900D5F4-9B1F-4AB8-9FA0-C0EC952DCF47}" type="pres">
      <dgm:prSet presAssocID="{0A83EDBD-DAC9-416F-A0F5-0892B6ED3D47}" presName="sibTrans" presStyleCnt="0"/>
      <dgm:spPr/>
    </dgm:pt>
    <dgm:pt modelId="{39337BF3-C02B-4110-9413-109E03BDD151}" type="pres">
      <dgm:prSet presAssocID="{61DAD965-7B01-48FA-BD29-33907D28409D}" presName="compNode" presStyleCnt="0"/>
      <dgm:spPr/>
    </dgm:pt>
    <dgm:pt modelId="{B47E7F36-B30F-4F93-832A-1008C98672AD}" type="pres">
      <dgm:prSet presAssocID="{61DAD965-7B01-48FA-BD29-33907D28409D}" presName="bgRect" presStyleLbl="bgShp" presStyleIdx="2" presStyleCnt="6"/>
      <dgm:spPr/>
    </dgm:pt>
    <dgm:pt modelId="{04C0A13F-AE13-4FE6-9329-8D30D28F98A8}" type="pres">
      <dgm:prSet presAssocID="{61DAD965-7B01-48FA-BD29-33907D28409D}" presName="iconRect" presStyleLbl="node1" presStyleIdx="2" presStyleCnt="6" custScaleX="12092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lder"/>
        </a:ext>
      </dgm:extLst>
    </dgm:pt>
    <dgm:pt modelId="{4E3E6253-4950-4AC4-8E82-C30D73A37C0F}" type="pres">
      <dgm:prSet presAssocID="{61DAD965-7B01-48FA-BD29-33907D28409D}" presName="spaceRect" presStyleCnt="0"/>
      <dgm:spPr/>
    </dgm:pt>
    <dgm:pt modelId="{82DAE392-4D42-44A4-B46B-5AAA69DC707B}" type="pres">
      <dgm:prSet presAssocID="{61DAD965-7B01-48FA-BD29-33907D28409D}" presName="parTx" presStyleLbl="revTx" presStyleIdx="2" presStyleCnt="6" custScaleX="108440">
        <dgm:presLayoutVars>
          <dgm:chMax val="0"/>
          <dgm:chPref val="0"/>
        </dgm:presLayoutVars>
      </dgm:prSet>
      <dgm:spPr/>
    </dgm:pt>
    <dgm:pt modelId="{52A680AB-8F9C-4AC1-8302-1F8E94C4F5EA}" type="pres">
      <dgm:prSet presAssocID="{3B642A9E-B910-4103-AD12-B6EE3148FC54}" presName="sibTrans" presStyleCnt="0"/>
      <dgm:spPr/>
    </dgm:pt>
    <dgm:pt modelId="{F47AADBD-1612-457C-A994-141AE2427B64}" type="pres">
      <dgm:prSet presAssocID="{E3948DAF-72BB-463F-8F4F-56794FBD9EAF}" presName="compNode" presStyleCnt="0"/>
      <dgm:spPr/>
    </dgm:pt>
    <dgm:pt modelId="{C461C8A2-7DBE-4506-9DD2-CE3CD16F8241}" type="pres">
      <dgm:prSet presAssocID="{E3948DAF-72BB-463F-8F4F-56794FBD9EAF}" presName="bgRect" presStyleLbl="bgShp" presStyleIdx="3" presStyleCnt="6"/>
      <dgm:spPr/>
    </dgm:pt>
    <dgm:pt modelId="{24F159E7-0987-442A-8C2B-0A383FEE6769}" type="pres">
      <dgm:prSet presAssocID="{E3948DAF-72BB-463F-8F4F-56794FBD9EAF}" presName="iconRect" presStyleLbl="node1" presStyleIdx="3" presStyleCnt="6" custScaleX="120922"/>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Office Worker"/>
        </a:ext>
      </dgm:extLst>
    </dgm:pt>
    <dgm:pt modelId="{4616FE1A-7D07-4381-B54E-667C8477414A}" type="pres">
      <dgm:prSet presAssocID="{E3948DAF-72BB-463F-8F4F-56794FBD9EAF}" presName="spaceRect" presStyleCnt="0"/>
      <dgm:spPr/>
    </dgm:pt>
    <dgm:pt modelId="{15D55BA2-4FC2-4378-B9AD-C9CB9AEBD0AD}" type="pres">
      <dgm:prSet presAssocID="{E3948DAF-72BB-463F-8F4F-56794FBD9EAF}" presName="parTx" presStyleLbl="revTx" presStyleIdx="3" presStyleCnt="6" custScaleX="103661">
        <dgm:presLayoutVars>
          <dgm:chMax val="0"/>
          <dgm:chPref val="0"/>
        </dgm:presLayoutVars>
      </dgm:prSet>
      <dgm:spPr/>
    </dgm:pt>
    <dgm:pt modelId="{5B40CC3D-35CD-4DB3-85D6-B41070493DB8}" type="pres">
      <dgm:prSet presAssocID="{0FFB6652-0991-45BB-90D5-1D1E0B8F235F}" presName="sibTrans" presStyleCnt="0"/>
      <dgm:spPr/>
    </dgm:pt>
    <dgm:pt modelId="{597DE53A-798C-4B90-B56A-73A24F9A2169}" type="pres">
      <dgm:prSet presAssocID="{823B7D52-F9AE-4E50-AB07-C99DF097D179}" presName="compNode" presStyleCnt="0"/>
      <dgm:spPr/>
    </dgm:pt>
    <dgm:pt modelId="{6D88C204-6676-46A7-BAE3-ADAE47DE5B14}" type="pres">
      <dgm:prSet presAssocID="{823B7D52-F9AE-4E50-AB07-C99DF097D179}" presName="bgRect" presStyleLbl="bgShp" presStyleIdx="4" presStyleCnt="6"/>
      <dgm:spPr/>
    </dgm:pt>
    <dgm:pt modelId="{998A074F-6FC9-4AE5-B0EF-DD635CBFD9BB}" type="pres">
      <dgm:prSet presAssocID="{823B7D52-F9AE-4E50-AB07-C99DF097D179}" presName="iconRect" presStyleLbl="node1" presStyleIdx="4" presStyleCnt="6" custScaleX="120922"/>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Ambulance"/>
        </a:ext>
      </dgm:extLst>
    </dgm:pt>
    <dgm:pt modelId="{6DE1B78C-5A1E-4FB6-BB48-E98A825039D1}" type="pres">
      <dgm:prSet presAssocID="{823B7D52-F9AE-4E50-AB07-C99DF097D179}" presName="spaceRect" presStyleCnt="0"/>
      <dgm:spPr/>
    </dgm:pt>
    <dgm:pt modelId="{4B878D93-D35A-41D5-A469-A69FA03EB811}" type="pres">
      <dgm:prSet presAssocID="{823B7D52-F9AE-4E50-AB07-C99DF097D179}" presName="parTx" presStyleLbl="revTx" presStyleIdx="4" presStyleCnt="6" custScaleX="103661">
        <dgm:presLayoutVars>
          <dgm:chMax val="0"/>
          <dgm:chPref val="0"/>
        </dgm:presLayoutVars>
      </dgm:prSet>
      <dgm:spPr/>
    </dgm:pt>
    <dgm:pt modelId="{9D5E301D-FC34-4410-8872-29A5507C1C9B}" type="pres">
      <dgm:prSet presAssocID="{B4C4C0E3-B08D-47CC-B7DF-7F3581C0279D}" presName="sibTrans" presStyleCnt="0"/>
      <dgm:spPr/>
    </dgm:pt>
    <dgm:pt modelId="{60A09A41-B0F3-4EE9-B201-E2D8BCD258B8}" type="pres">
      <dgm:prSet presAssocID="{4917DCAF-F4B0-46DA-866B-004A466B31C1}" presName="compNode" presStyleCnt="0"/>
      <dgm:spPr/>
    </dgm:pt>
    <dgm:pt modelId="{EBC0DEDC-66DB-4B8E-8896-379C5D6BCD7A}" type="pres">
      <dgm:prSet presAssocID="{4917DCAF-F4B0-46DA-866B-004A466B31C1}" presName="bgRect" presStyleLbl="bgShp" presStyleIdx="5" presStyleCnt="6"/>
      <dgm:spPr/>
    </dgm:pt>
    <dgm:pt modelId="{92B5D668-6F57-40E0-B736-0638732DED09}" type="pres">
      <dgm:prSet presAssocID="{4917DCAF-F4B0-46DA-866B-004A466B31C1}" presName="iconRect" presStyleLbl="node1" presStyleIdx="5" presStyleCnt="6" custScaleX="120922"/>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Irritant"/>
        </a:ext>
      </dgm:extLst>
    </dgm:pt>
    <dgm:pt modelId="{47243515-CFA8-41EC-9A06-795C4A5DF4AC}" type="pres">
      <dgm:prSet presAssocID="{4917DCAF-F4B0-46DA-866B-004A466B31C1}" presName="spaceRect" presStyleCnt="0"/>
      <dgm:spPr/>
    </dgm:pt>
    <dgm:pt modelId="{8C1D3D3B-C9A2-4A47-A5EC-3CF19804E1D3}" type="pres">
      <dgm:prSet presAssocID="{4917DCAF-F4B0-46DA-866B-004A466B31C1}" presName="parTx" presStyleLbl="revTx" presStyleIdx="5" presStyleCnt="6" custScaleX="103661">
        <dgm:presLayoutVars>
          <dgm:chMax val="0"/>
          <dgm:chPref val="0"/>
        </dgm:presLayoutVars>
      </dgm:prSet>
      <dgm:spPr/>
    </dgm:pt>
  </dgm:ptLst>
  <dgm:cxnLst>
    <dgm:cxn modelId="{65B88204-C156-4042-85A2-8EC519678356}" srcId="{5CF24A60-EDFA-44BC-AA43-0A88A6004C81}" destId="{4917DCAF-F4B0-46DA-866B-004A466B31C1}" srcOrd="5" destOrd="0" parTransId="{A96DAFDD-5BD7-4657-86B9-617894C64D77}" sibTransId="{587B1225-A25D-487C-B06B-9191AC7FC452}"/>
    <dgm:cxn modelId="{AC19C707-16C4-4BEE-9401-DFA2E4211910}" srcId="{5CF24A60-EDFA-44BC-AA43-0A88A6004C81}" destId="{61DAD965-7B01-48FA-BD29-33907D28409D}" srcOrd="2" destOrd="0" parTransId="{9FCD9D5C-28B0-4735-A498-90D9C08D88A3}" sibTransId="{3B642A9E-B910-4103-AD12-B6EE3148FC54}"/>
    <dgm:cxn modelId="{05F63213-79AD-406C-AFB3-2CFC948B463E}" srcId="{5CF24A60-EDFA-44BC-AA43-0A88A6004C81}" destId="{82068933-575F-4CFE-8C07-CC670A92C623}" srcOrd="1" destOrd="0" parTransId="{887425C8-8105-42C8-AB8B-C281C84D0999}" sibTransId="{0A83EDBD-DAC9-416F-A0F5-0892B6ED3D47}"/>
    <dgm:cxn modelId="{0FD35722-B3C8-4367-9F37-465BF17D6BBC}" type="presOf" srcId="{82068933-575F-4CFE-8C07-CC670A92C623}" destId="{A015095D-14EC-43C9-A858-2722550B425A}" srcOrd="0" destOrd="0" presId="urn:microsoft.com/office/officeart/2018/2/layout/IconVerticalSolidList"/>
    <dgm:cxn modelId="{541B1927-73ED-4756-8394-4C6B8512B08E}" type="presOf" srcId="{5CF24A60-EDFA-44BC-AA43-0A88A6004C81}" destId="{C997AE36-6F0A-42DF-94EC-670548E8740F}" srcOrd="0" destOrd="0" presId="urn:microsoft.com/office/officeart/2018/2/layout/IconVerticalSolidList"/>
    <dgm:cxn modelId="{3F96845C-EE01-4B38-8D27-7E83313CEB61}" srcId="{5CF24A60-EDFA-44BC-AA43-0A88A6004C81}" destId="{4D3A1D58-3E7D-449A-BD7E-321A5EC62388}" srcOrd="0" destOrd="0" parTransId="{B8F9D25D-AFDC-4914-A4A6-550B701FCE4D}" sibTransId="{5F0A00C6-9FFD-4FF7-B422-D0B32A6A9413}"/>
    <dgm:cxn modelId="{5FAE655D-0794-4370-B14F-DE859C458520}" type="presOf" srcId="{61DAD965-7B01-48FA-BD29-33907D28409D}" destId="{82DAE392-4D42-44A4-B46B-5AAA69DC707B}" srcOrd="0" destOrd="0" presId="urn:microsoft.com/office/officeart/2018/2/layout/IconVerticalSolidList"/>
    <dgm:cxn modelId="{3B94F168-893F-4763-A701-12EEA9A608FF}" type="presOf" srcId="{4917DCAF-F4B0-46DA-866B-004A466B31C1}" destId="{8C1D3D3B-C9A2-4A47-A5EC-3CF19804E1D3}" srcOrd="0" destOrd="0" presId="urn:microsoft.com/office/officeart/2018/2/layout/IconVerticalSolidList"/>
    <dgm:cxn modelId="{9C43246E-0543-4C42-93C5-AA005A586F26}" type="presOf" srcId="{4D3A1D58-3E7D-449A-BD7E-321A5EC62388}" destId="{50A1AF08-03F4-46A1-B409-3F2235AD009E}" srcOrd="0" destOrd="0" presId="urn:microsoft.com/office/officeart/2018/2/layout/IconVerticalSolidList"/>
    <dgm:cxn modelId="{E7657A7E-50B9-4CEA-AFD1-A0A87ED6FE53}" srcId="{5CF24A60-EDFA-44BC-AA43-0A88A6004C81}" destId="{E3948DAF-72BB-463F-8F4F-56794FBD9EAF}" srcOrd="3" destOrd="0" parTransId="{01DAC59F-2B00-42C1-9D62-BD20ADC82580}" sibTransId="{0FFB6652-0991-45BB-90D5-1D1E0B8F235F}"/>
    <dgm:cxn modelId="{AE93B684-32F5-4B58-848C-8CB5E8319AB4}" type="presOf" srcId="{E3948DAF-72BB-463F-8F4F-56794FBD9EAF}" destId="{15D55BA2-4FC2-4378-B9AD-C9CB9AEBD0AD}" srcOrd="0" destOrd="0" presId="urn:microsoft.com/office/officeart/2018/2/layout/IconVerticalSolidList"/>
    <dgm:cxn modelId="{DE4F80CD-EFD3-48B2-BA2B-DEC259152C8E}" srcId="{5CF24A60-EDFA-44BC-AA43-0A88A6004C81}" destId="{823B7D52-F9AE-4E50-AB07-C99DF097D179}" srcOrd="4" destOrd="0" parTransId="{4BD6C176-E484-4ADF-B706-346FEF34C94D}" sibTransId="{B4C4C0E3-B08D-47CC-B7DF-7F3581C0279D}"/>
    <dgm:cxn modelId="{6D32C5CD-8BF7-4F19-A1D1-A4B986E60CFB}" type="presOf" srcId="{823B7D52-F9AE-4E50-AB07-C99DF097D179}" destId="{4B878D93-D35A-41D5-A469-A69FA03EB811}" srcOrd="0" destOrd="0" presId="urn:microsoft.com/office/officeart/2018/2/layout/IconVerticalSolidList"/>
    <dgm:cxn modelId="{ECAB7FA8-D30D-4315-9E9A-E4B846B1C329}" type="presParOf" srcId="{C997AE36-6F0A-42DF-94EC-670548E8740F}" destId="{F0AC05F3-0B3B-45C0-B925-B4CA98CE251C}" srcOrd="0" destOrd="0" presId="urn:microsoft.com/office/officeart/2018/2/layout/IconVerticalSolidList"/>
    <dgm:cxn modelId="{DC291CD4-D4BF-4BCD-9E18-1C4A8225CA5A}" type="presParOf" srcId="{F0AC05F3-0B3B-45C0-B925-B4CA98CE251C}" destId="{D3DC0EB8-F52B-4A2F-9680-F7F8D39BF9D4}" srcOrd="0" destOrd="0" presId="urn:microsoft.com/office/officeart/2018/2/layout/IconVerticalSolidList"/>
    <dgm:cxn modelId="{06CBD66F-21E8-4487-A6B0-6E2EBD4BCEEB}" type="presParOf" srcId="{F0AC05F3-0B3B-45C0-B925-B4CA98CE251C}" destId="{1FC26851-5A18-41BF-8BAB-910B8FED020F}" srcOrd="1" destOrd="0" presId="urn:microsoft.com/office/officeart/2018/2/layout/IconVerticalSolidList"/>
    <dgm:cxn modelId="{41E82233-EAC6-496A-AE58-67A8B1C5405A}" type="presParOf" srcId="{F0AC05F3-0B3B-45C0-B925-B4CA98CE251C}" destId="{044850B8-2504-48AE-A835-33058D8E9A1E}" srcOrd="2" destOrd="0" presId="urn:microsoft.com/office/officeart/2018/2/layout/IconVerticalSolidList"/>
    <dgm:cxn modelId="{DDB0318D-0E22-4B3F-8538-0E80E0C2F731}" type="presParOf" srcId="{F0AC05F3-0B3B-45C0-B925-B4CA98CE251C}" destId="{50A1AF08-03F4-46A1-B409-3F2235AD009E}" srcOrd="3" destOrd="0" presId="urn:microsoft.com/office/officeart/2018/2/layout/IconVerticalSolidList"/>
    <dgm:cxn modelId="{B5BFD6C6-8BD3-4962-8C59-F7CA75A22E28}" type="presParOf" srcId="{C997AE36-6F0A-42DF-94EC-670548E8740F}" destId="{219F6656-2491-4E63-B062-964978B85E80}" srcOrd="1" destOrd="0" presId="urn:microsoft.com/office/officeart/2018/2/layout/IconVerticalSolidList"/>
    <dgm:cxn modelId="{4FAD5F86-5860-4FD8-8567-3A94AD6FA8AB}" type="presParOf" srcId="{C997AE36-6F0A-42DF-94EC-670548E8740F}" destId="{A271BB2B-3A3F-4CC1-991F-112EB3CFBD6A}" srcOrd="2" destOrd="0" presId="urn:microsoft.com/office/officeart/2018/2/layout/IconVerticalSolidList"/>
    <dgm:cxn modelId="{7E51EE74-DF09-4A6B-9A11-0EC23C68C0DB}" type="presParOf" srcId="{A271BB2B-3A3F-4CC1-991F-112EB3CFBD6A}" destId="{7221CB34-388B-44FE-B66C-82EF3F2F2E14}" srcOrd="0" destOrd="0" presId="urn:microsoft.com/office/officeart/2018/2/layout/IconVerticalSolidList"/>
    <dgm:cxn modelId="{438137C6-00E1-468C-85CF-57F87DD8B06E}" type="presParOf" srcId="{A271BB2B-3A3F-4CC1-991F-112EB3CFBD6A}" destId="{E009704E-3BAB-430F-AE42-C1D6AA920239}" srcOrd="1" destOrd="0" presId="urn:microsoft.com/office/officeart/2018/2/layout/IconVerticalSolidList"/>
    <dgm:cxn modelId="{8DA730FF-4B5E-41E2-B1EF-DC98EB7ED2A5}" type="presParOf" srcId="{A271BB2B-3A3F-4CC1-991F-112EB3CFBD6A}" destId="{E268AC76-D1F5-4558-BD80-7AA209B28E84}" srcOrd="2" destOrd="0" presId="urn:microsoft.com/office/officeart/2018/2/layout/IconVerticalSolidList"/>
    <dgm:cxn modelId="{4E4CF345-0D2C-408A-84B1-F00785A59BD2}" type="presParOf" srcId="{A271BB2B-3A3F-4CC1-991F-112EB3CFBD6A}" destId="{A015095D-14EC-43C9-A858-2722550B425A}" srcOrd="3" destOrd="0" presId="urn:microsoft.com/office/officeart/2018/2/layout/IconVerticalSolidList"/>
    <dgm:cxn modelId="{50E0CC7C-E1A7-4DD1-91AA-42297FEE3FD2}" type="presParOf" srcId="{C997AE36-6F0A-42DF-94EC-670548E8740F}" destId="{1900D5F4-9B1F-4AB8-9FA0-C0EC952DCF47}" srcOrd="3" destOrd="0" presId="urn:microsoft.com/office/officeart/2018/2/layout/IconVerticalSolidList"/>
    <dgm:cxn modelId="{4A4730FE-0D12-481A-A09C-13CBE6424563}" type="presParOf" srcId="{C997AE36-6F0A-42DF-94EC-670548E8740F}" destId="{39337BF3-C02B-4110-9413-109E03BDD151}" srcOrd="4" destOrd="0" presId="urn:microsoft.com/office/officeart/2018/2/layout/IconVerticalSolidList"/>
    <dgm:cxn modelId="{DB444EB5-8F5E-42B1-87F6-B232FF3BEEFE}" type="presParOf" srcId="{39337BF3-C02B-4110-9413-109E03BDD151}" destId="{B47E7F36-B30F-4F93-832A-1008C98672AD}" srcOrd="0" destOrd="0" presId="urn:microsoft.com/office/officeart/2018/2/layout/IconVerticalSolidList"/>
    <dgm:cxn modelId="{138E0657-29D9-4C31-BD83-53DCC4C9E085}" type="presParOf" srcId="{39337BF3-C02B-4110-9413-109E03BDD151}" destId="{04C0A13F-AE13-4FE6-9329-8D30D28F98A8}" srcOrd="1" destOrd="0" presId="urn:microsoft.com/office/officeart/2018/2/layout/IconVerticalSolidList"/>
    <dgm:cxn modelId="{7911BE70-76DE-4547-BEEA-6803AC2FD8C0}" type="presParOf" srcId="{39337BF3-C02B-4110-9413-109E03BDD151}" destId="{4E3E6253-4950-4AC4-8E82-C30D73A37C0F}" srcOrd="2" destOrd="0" presId="urn:microsoft.com/office/officeart/2018/2/layout/IconVerticalSolidList"/>
    <dgm:cxn modelId="{F35BE906-EBFE-4F5F-AD6A-607C7B343A7D}" type="presParOf" srcId="{39337BF3-C02B-4110-9413-109E03BDD151}" destId="{82DAE392-4D42-44A4-B46B-5AAA69DC707B}" srcOrd="3" destOrd="0" presId="urn:microsoft.com/office/officeart/2018/2/layout/IconVerticalSolidList"/>
    <dgm:cxn modelId="{FBD1309C-FD19-4525-BC68-B512F73879A6}" type="presParOf" srcId="{C997AE36-6F0A-42DF-94EC-670548E8740F}" destId="{52A680AB-8F9C-4AC1-8302-1F8E94C4F5EA}" srcOrd="5" destOrd="0" presId="urn:microsoft.com/office/officeart/2018/2/layout/IconVerticalSolidList"/>
    <dgm:cxn modelId="{3CD4A345-E452-4D87-A531-ADCC7395467F}" type="presParOf" srcId="{C997AE36-6F0A-42DF-94EC-670548E8740F}" destId="{F47AADBD-1612-457C-A994-141AE2427B64}" srcOrd="6" destOrd="0" presId="urn:microsoft.com/office/officeart/2018/2/layout/IconVerticalSolidList"/>
    <dgm:cxn modelId="{3BA4B827-B8BC-47A0-AD58-F02B3FB446B7}" type="presParOf" srcId="{F47AADBD-1612-457C-A994-141AE2427B64}" destId="{C461C8A2-7DBE-4506-9DD2-CE3CD16F8241}" srcOrd="0" destOrd="0" presId="urn:microsoft.com/office/officeart/2018/2/layout/IconVerticalSolidList"/>
    <dgm:cxn modelId="{6AE5F0D0-8633-4274-AD55-C11C771EB3C9}" type="presParOf" srcId="{F47AADBD-1612-457C-A994-141AE2427B64}" destId="{24F159E7-0987-442A-8C2B-0A383FEE6769}" srcOrd="1" destOrd="0" presId="urn:microsoft.com/office/officeart/2018/2/layout/IconVerticalSolidList"/>
    <dgm:cxn modelId="{7B19C65F-5238-4CFE-BC28-82854E828B6A}" type="presParOf" srcId="{F47AADBD-1612-457C-A994-141AE2427B64}" destId="{4616FE1A-7D07-4381-B54E-667C8477414A}" srcOrd="2" destOrd="0" presId="urn:microsoft.com/office/officeart/2018/2/layout/IconVerticalSolidList"/>
    <dgm:cxn modelId="{E7C4FDFF-E7CD-4C5B-A9F2-8614E4439C74}" type="presParOf" srcId="{F47AADBD-1612-457C-A994-141AE2427B64}" destId="{15D55BA2-4FC2-4378-B9AD-C9CB9AEBD0AD}" srcOrd="3" destOrd="0" presId="urn:microsoft.com/office/officeart/2018/2/layout/IconVerticalSolidList"/>
    <dgm:cxn modelId="{8EC30988-18AA-4115-825C-A65A75AF355C}" type="presParOf" srcId="{C997AE36-6F0A-42DF-94EC-670548E8740F}" destId="{5B40CC3D-35CD-4DB3-85D6-B41070493DB8}" srcOrd="7" destOrd="0" presId="urn:microsoft.com/office/officeart/2018/2/layout/IconVerticalSolidList"/>
    <dgm:cxn modelId="{3384D386-F785-454B-B4D8-C43D809F6089}" type="presParOf" srcId="{C997AE36-6F0A-42DF-94EC-670548E8740F}" destId="{597DE53A-798C-4B90-B56A-73A24F9A2169}" srcOrd="8" destOrd="0" presId="urn:microsoft.com/office/officeart/2018/2/layout/IconVerticalSolidList"/>
    <dgm:cxn modelId="{51518D17-F907-43A5-912C-908B078A96E2}" type="presParOf" srcId="{597DE53A-798C-4B90-B56A-73A24F9A2169}" destId="{6D88C204-6676-46A7-BAE3-ADAE47DE5B14}" srcOrd="0" destOrd="0" presId="urn:microsoft.com/office/officeart/2018/2/layout/IconVerticalSolidList"/>
    <dgm:cxn modelId="{1BBF0806-A8BE-467A-B629-08E2819BC202}" type="presParOf" srcId="{597DE53A-798C-4B90-B56A-73A24F9A2169}" destId="{998A074F-6FC9-4AE5-B0EF-DD635CBFD9BB}" srcOrd="1" destOrd="0" presId="urn:microsoft.com/office/officeart/2018/2/layout/IconVerticalSolidList"/>
    <dgm:cxn modelId="{8CD293BF-566B-4E8A-9593-E14F0C848323}" type="presParOf" srcId="{597DE53A-798C-4B90-B56A-73A24F9A2169}" destId="{6DE1B78C-5A1E-4FB6-BB48-E98A825039D1}" srcOrd="2" destOrd="0" presId="urn:microsoft.com/office/officeart/2018/2/layout/IconVerticalSolidList"/>
    <dgm:cxn modelId="{629E6738-0EEE-403F-9F4F-52B93A701EF7}" type="presParOf" srcId="{597DE53A-798C-4B90-B56A-73A24F9A2169}" destId="{4B878D93-D35A-41D5-A469-A69FA03EB811}" srcOrd="3" destOrd="0" presId="urn:microsoft.com/office/officeart/2018/2/layout/IconVerticalSolidList"/>
    <dgm:cxn modelId="{E8452A75-F452-49A7-88D5-E49DD83248CE}" type="presParOf" srcId="{C997AE36-6F0A-42DF-94EC-670548E8740F}" destId="{9D5E301D-FC34-4410-8872-29A5507C1C9B}" srcOrd="9" destOrd="0" presId="urn:microsoft.com/office/officeart/2018/2/layout/IconVerticalSolidList"/>
    <dgm:cxn modelId="{B11844E2-FBDF-4FDC-822E-08BA2BDD4761}" type="presParOf" srcId="{C997AE36-6F0A-42DF-94EC-670548E8740F}" destId="{60A09A41-B0F3-4EE9-B201-E2D8BCD258B8}" srcOrd="10" destOrd="0" presId="urn:microsoft.com/office/officeart/2018/2/layout/IconVerticalSolidList"/>
    <dgm:cxn modelId="{A9982C8F-2475-4C9E-A8FB-E22AFFCF9392}" type="presParOf" srcId="{60A09A41-B0F3-4EE9-B201-E2D8BCD258B8}" destId="{EBC0DEDC-66DB-4B8E-8896-379C5D6BCD7A}" srcOrd="0" destOrd="0" presId="urn:microsoft.com/office/officeart/2018/2/layout/IconVerticalSolidList"/>
    <dgm:cxn modelId="{8566AF39-DFEE-45B1-B877-1D6071C17AE2}" type="presParOf" srcId="{60A09A41-B0F3-4EE9-B201-E2D8BCD258B8}" destId="{92B5D668-6F57-40E0-B736-0638732DED09}" srcOrd="1" destOrd="0" presId="urn:microsoft.com/office/officeart/2018/2/layout/IconVerticalSolidList"/>
    <dgm:cxn modelId="{A2A0691E-B210-4759-8DAE-7C23FABC3DED}" type="presParOf" srcId="{60A09A41-B0F3-4EE9-B201-E2D8BCD258B8}" destId="{47243515-CFA8-41EC-9A06-795C4A5DF4AC}" srcOrd="2" destOrd="0" presId="urn:microsoft.com/office/officeart/2018/2/layout/IconVerticalSolidList"/>
    <dgm:cxn modelId="{1CFA4FB6-7AA7-41CB-81E1-0549C1C6E88A}" type="presParOf" srcId="{60A09A41-B0F3-4EE9-B201-E2D8BCD258B8}" destId="{8C1D3D3B-C9A2-4A47-A5EC-3CF19804E1D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3C2ED01-B346-43AF-812C-E11355459033}" type="doc">
      <dgm:prSet loTypeId="urn:microsoft.com/office/officeart/2016/7/layout/RepeatingBendingProcessNew" loCatId="process" qsTypeId="urn:microsoft.com/office/officeart/2005/8/quickstyle/simple5" qsCatId="simple" csTypeId="urn:microsoft.com/office/officeart/2005/8/colors/accent0_3" csCatId="mainScheme" phldr="1"/>
      <dgm:spPr/>
      <dgm:t>
        <a:bodyPr/>
        <a:lstStyle/>
        <a:p>
          <a:endParaRPr lang="en-US"/>
        </a:p>
      </dgm:t>
    </dgm:pt>
    <dgm:pt modelId="{A26C55DC-47BB-41FE-91C4-7460D0FB3426}">
      <dgm:prSet custT="1"/>
      <dgm:spPr/>
      <dgm:t>
        <a:bodyPr/>
        <a:lstStyle/>
        <a:p>
          <a:r>
            <a:rPr lang="en-GB" sz="2000" b="0" i="0" baseline="0"/>
            <a:t>Lifting equipment</a:t>
          </a:r>
          <a:endParaRPr lang="en-US" sz="2000"/>
        </a:p>
      </dgm:t>
    </dgm:pt>
    <dgm:pt modelId="{9FC2341A-394A-4852-8F78-D48AC5BF1FFF}" type="parTrans" cxnId="{7E6B6B2A-566B-4B45-95F9-336FFC815075}">
      <dgm:prSet/>
      <dgm:spPr/>
      <dgm:t>
        <a:bodyPr/>
        <a:lstStyle/>
        <a:p>
          <a:endParaRPr lang="en-US"/>
        </a:p>
      </dgm:t>
    </dgm:pt>
    <dgm:pt modelId="{5E97DFF2-7255-427A-B64F-AB8D96173B71}" type="sibTrans" cxnId="{7E6B6B2A-566B-4B45-95F9-336FFC815075}">
      <dgm:prSet custT="1"/>
      <dgm:spPr/>
      <dgm:t>
        <a:bodyPr/>
        <a:lstStyle/>
        <a:p>
          <a:endParaRPr lang="en-US" sz="2000"/>
        </a:p>
      </dgm:t>
    </dgm:pt>
    <dgm:pt modelId="{ABE6770D-8D15-4FF6-8D9E-C3BBC9470DCC}">
      <dgm:prSet custT="1"/>
      <dgm:spPr/>
      <dgm:t>
        <a:bodyPr/>
        <a:lstStyle/>
        <a:p>
          <a:r>
            <a:rPr lang="en-GB" sz="2000" b="0" i="0" baseline="0" dirty="0"/>
            <a:t>Pressure systems</a:t>
          </a:r>
          <a:endParaRPr lang="en-US" sz="2000" dirty="0"/>
        </a:p>
      </dgm:t>
    </dgm:pt>
    <dgm:pt modelId="{832A781A-C1DC-48C9-8B3B-49DA151B8BE8}" type="parTrans" cxnId="{7FC049B4-34CD-4A37-8FE6-D8E056086CA8}">
      <dgm:prSet/>
      <dgm:spPr/>
      <dgm:t>
        <a:bodyPr/>
        <a:lstStyle/>
        <a:p>
          <a:endParaRPr lang="en-US"/>
        </a:p>
      </dgm:t>
    </dgm:pt>
    <dgm:pt modelId="{9843C74C-020E-478C-8751-FEC2D4797C10}" type="sibTrans" cxnId="{7FC049B4-34CD-4A37-8FE6-D8E056086CA8}">
      <dgm:prSet custT="1"/>
      <dgm:spPr/>
      <dgm:t>
        <a:bodyPr/>
        <a:lstStyle/>
        <a:p>
          <a:endParaRPr lang="en-US" sz="2000"/>
        </a:p>
      </dgm:t>
    </dgm:pt>
    <dgm:pt modelId="{A8F8D436-FF73-4EED-B8C7-6182E91024C6}">
      <dgm:prSet custT="1"/>
      <dgm:spPr/>
      <dgm:t>
        <a:bodyPr/>
        <a:lstStyle/>
        <a:p>
          <a:r>
            <a:rPr lang="en-GB" sz="2000" b="0" i="0" baseline="0" dirty="0"/>
            <a:t>Overhead electric lines</a:t>
          </a:r>
          <a:endParaRPr lang="en-US" sz="2000" dirty="0"/>
        </a:p>
      </dgm:t>
    </dgm:pt>
    <dgm:pt modelId="{CE899E66-97EF-484B-87F7-B8F20A4E604E}" type="parTrans" cxnId="{473D5400-DADD-4C9D-B86D-9ED3FCB2E8C1}">
      <dgm:prSet/>
      <dgm:spPr/>
      <dgm:t>
        <a:bodyPr/>
        <a:lstStyle/>
        <a:p>
          <a:endParaRPr lang="en-US"/>
        </a:p>
      </dgm:t>
    </dgm:pt>
    <dgm:pt modelId="{BEAE48B7-F4E6-41CF-8660-FDB33174F8D0}" type="sibTrans" cxnId="{473D5400-DADD-4C9D-B86D-9ED3FCB2E8C1}">
      <dgm:prSet custT="1"/>
      <dgm:spPr/>
      <dgm:t>
        <a:bodyPr/>
        <a:lstStyle/>
        <a:p>
          <a:endParaRPr lang="en-US" sz="2000"/>
        </a:p>
      </dgm:t>
    </dgm:pt>
    <dgm:pt modelId="{4B428859-BB5A-4C89-8CAE-400B6DAB8B5F}">
      <dgm:prSet custT="1"/>
      <dgm:spPr/>
      <dgm:t>
        <a:bodyPr/>
        <a:lstStyle/>
        <a:p>
          <a:r>
            <a:rPr lang="en-GB" sz="2000" b="0" i="0" baseline="0" dirty="0"/>
            <a:t>Electrical incidents causing explosion or fire</a:t>
          </a:r>
          <a:endParaRPr lang="en-US" sz="2000" dirty="0"/>
        </a:p>
      </dgm:t>
    </dgm:pt>
    <dgm:pt modelId="{883BD69E-72A0-468C-83D1-8125F1503DE3}" type="parTrans" cxnId="{4A8B7CA9-10B5-4DAD-8DE5-3176B58280A1}">
      <dgm:prSet/>
      <dgm:spPr/>
      <dgm:t>
        <a:bodyPr/>
        <a:lstStyle/>
        <a:p>
          <a:endParaRPr lang="en-US"/>
        </a:p>
      </dgm:t>
    </dgm:pt>
    <dgm:pt modelId="{17387D2B-B0E1-49C7-B497-8B7C0603245F}" type="sibTrans" cxnId="{4A8B7CA9-10B5-4DAD-8DE5-3176B58280A1}">
      <dgm:prSet custT="1"/>
      <dgm:spPr/>
      <dgm:t>
        <a:bodyPr/>
        <a:lstStyle/>
        <a:p>
          <a:endParaRPr lang="en-US" sz="2000"/>
        </a:p>
      </dgm:t>
    </dgm:pt>
    <dgm:pt modelId="{438D1FCC-6760-42C6-BFE4-055A5CD421F9}">
      <dgm:prSet custT="1"/>
      <dgm:spPr/>
      <dgm:t>
        <a:bodyPr/>
        <a:lstStyle/>
        <a:p>
          <a:r>
            <a:rPr lang="en-GB" sz="2000" b="0" i="0" baseline="0" dirty="0"/>
            <a:t> Explosions, biological agents</a:t>
          </a:r>
          <a:endParaRPr lang="en-US" sz="2000" dirty="0"/>
        </a:p>
      </dgm:t>
    </dgm:pt>
    <dgm:pt modelId="{54CE5C47-03E9-4D06-8EFC-A6DFF32BBCCE}" type="parTrans" cxnId="{8DC75797-8A6B-452F-AED3-490E9ED23146}">
      <dgm:prSet/>
      <dgm:spPr/>
      <dgm:t>
        <a:bodyPr/>
        <a:lstStyle/>
        <a:p>
          <a:endParaRPr lang="en-US"/>
        </a:p>
      </dgm:t>
    </dgm:pt>
    <dgm:pt modelId="{1370076A-0B9A-48AB-9159-793BCEBDD732}" type="sibTrans" cxnId="{8DC75797-8A6B-452F-AED3-490E9ED23146}">
      <dgm:prSet custT="1"/>
      <dgm:spPr/>
      <dgm:t>
        <a:bodyPr/>
        <a:lstStyle/>
        <a:p>
          <a:endParaRPr lang="en-US" sz="2000"/>
        </a:p>
      </dgm:t>
    </dgm:pt>
    <dgm:pt modelId="{BDCC79F7-B3BD-48D9-8D50-5598150562D5}">
      <dgm:prSet custT="1"/>
      <dgm:spPr/>
      <dgm:t>
        <a:bodyPr/>
        <a:lstStyle/>
        <a:p>
          <a:r>
            <a:rPr lang="en-GB" sz="2000" b="0" i="0" baseline="0" dirty="0"/>
            <a:t>Radiation generators and radiography</a:t>
          </a:r>
          <a:endParaRPr lang="en-US" sz="2000" dirty="0"/>
        </a:p>
      </dgm:t>
    </dgm:pt>
    <dgm:pt modelId="{6353D4F2-3AAB-46FA-933F-4BFA79536163}" type="parTrans" cxnId="{53DC0B87-5C76-4519-A917-C475EB122517}">
      <dgm:prSet/>
      <dgm:spPr/>
      <dgm:t>
        <a:bodyPr/>
        <a:lstStyle/>
        <a:p>
          <a:endParaRPr lang="en-US"/>
        </a:p>
      </dgm:t>
    </dgm:pt>
    <dgm:pt modelId="{8F532611-2D15-4724-915E-4ED0F7B14574}" type="sibTrans" cxnId="{53DC0B87-5C76-4519-A917-C475EB122517}">
      <dgm:prSet custT="1"/>
      <dgm:spPr/>
      <dgm:t>
        <a:bodyPr/>
        <a:lstStyle/>
        <a:p>
          <a:endParaRPr lang="en-US" sz="2000"/>
        </a:p>
      </dgm:t>
    </dgm:pt>
    <dgm:pt modelId="{E7DA6CE9-C1C0-44E7-A37B-A74B00A18862}">
      <dgm:prSet custT="1"/>
      <dgm:spPr/>
      <dgm:t>
        <a:bodyPr/>
        <a:lstStyle/>
        <a:p>
          <a:r>
            <a:rPr lang="en-GB" sz="2000" b="0" i="0" baseline="0" dirty="0"/>
            <a:t>Breathing apparatus</a:t>
          </a:r>
          <a:endParaRPr lang="en-US" sz="2000" dirty="0"/>
        </a:p>
      </dgm:t>
    </dgm:pt>
    <dgm:pt modelId="{42C130BF-6FBE-4F6A-BF97-0EC6F5B0C9A8}" type="parTrans" cxnId="{2459E2C7-0EF9-442A-8367-EEFE25AF5FB2}">
      <dgm:prSet/>
      <dgm:spPr/>
      <dgm:t>
        <a:bodyPr/>
        <a:lstStyle/>
        <a:p>
          <a:endParaRPr lang="en-US"/>
        </a:p>
      </dgm:t>
    </dgm:pt>
    <dgm:pt modelId="{AAD2924E-CF68-4E58-BD4A-ED47CFE17A88}" type="sibTrans" cxnId="{2459E2C7-0EF9-442A-8367-EEFE25AF5FB2}">
      <dgm:prSet custT="1"/>
      <dgm:spPr/>
      <dgm:t>
        <a:bodyPr/>
        <a:lstStyle/>
        <a:p>
          <a:endParaRPr lang="en-US" sz="2000"/>
        </a:p>
      </dgm:t>
    </dgm:pt>
    <dgm:pt modelId="{289ED650-9057-4FD1-A8F2-AD65C47B6A65}">
      <dgm:prSet custT="1"/>
      <dgm:spPr/>
      <dgm:t>
        <a:bodyPr/>
        <a:lstStyle/>
        <a:p>
          <a:r>
            <a:rPr lang="en-GB" sz="2000" b="0" i="0" baseline="0" dirty="0"/>
            <a:t> Diving operations</a:t>
          </a:r>
          <a:endParaRPr lang="en-US" sz="2000" dirty="0"/>
        </a:p>
      </dgm:t>
    </dgm:pt>
    <dgm:pt modelId="{C8333488-08CB-46B9-BEB2-9CBB90F44AF0}" type="parTrans" cxnId="{C0D2F063-5D69-4E34-8EF5-BA53D6C017EF}">
      <dgm:prSet/>
      <dgm:spPr/>
      <dgm:t>
        <a:bodyPr/>
        <a:lstStyle/>
        <a:p>
          <a:endParaRPr lang="en-US"/>
        </a:p>
      </dgm:t>
    </dgm:pt>
    <dgm:pt modelId="{73D232FE-DD38-441E-9926-AB258360591A}" type="sibTrans" cxnId="{C0D2F063-5D69-4E34-8EF5-BA53D6C017EF}">
      <dgm:prSet custT="1"/>
      <dgm:spPr/>
      <dgm:t>
        <a:bodyPr/>
        <a:lstStyle/>
        <a:p>
          <a:endParaRPr lang="en-US" sz="2000"/>
        </a:p>
      </dgm:t>
    </dgm:pt>
    <dgm:pt modelId="{E37FFD6E-A5D9-4026-BC55-505263EB7F2C}">
      <dgm:prSet custT="1"/>
      <dgm:spPr/>
      <dgm:t>
        <a:bodyPr/>
        <a:lstStyle/>
        <a:p>
          <a:r>
            <a:rPr lang="en-GB" sz="2000" b="0" i="0" baseline="0" dirty="0"/>
            <a:t>Collapse of scaffolding</a:t>
          </a:r>
          <a:endParaRPr lang="en-US" sz="2000" dirty="0"/>
        </a:p>
      </dgm:t>
    </dgm:pt>
    <dgm:pt modelId="{C0D1F1A9-A01D-4003-B9F5-494698D8B08C}" type="parTrans" cxnId="{91D5B541-3CC8-453A-B620-DBC954314C2E}">
      <dgm:prSet/>
      <dgm:spPr/>
      <dgm:t>
        <a:bodyPr/>
        <a:lstStyle/>
        <a:p>
          <a:endParaRPr lang="en-US"/>
        </a:p>
      </dgm:t>
    </dgm:pt>
    <dgm:pt modelId="{222BF4AE-4D80-439D-B398-9A10E855203B}" type="sibTrans" cxnId="{91D5B541-3CC8-453A-B620-DBC954314C2E}">
      <dgm:prSet custT="1"/>
      <dgm:spPr/>
      <dgm:t>
        <a:bodyPr/>
        <a:lstStyle/>
        <a:p>
          <a:endParaRPr lang="en-US" sz="2000"/>
        </a:p>
      </dgm:t>
    </dgm:pt>
    <dgm:pt modelId="{491B46E9-6FA3-4478-9B5F-62961BCE0D2A}">
      <dgm:prSet custT="1"/>
      <dgm:spPr/>
      <dgm:t>
        <a:bodyPr/>
        <a:lstStyle/>
        <a:p>
          <a:r>
            <a:rPr lang="en-GB" sz="2000" b="0" i="0" baseline="0" dirty="0"/>
            <a:t> Train collisions</a:t>
          </a:r>
          <a:endParaRPr lang="en-US" sz="2000" dirty="0"/>
        </a:p>
      </dgm:t>
    </dgm:pt>
    <dgm:pt modelId="{2006B20C-1DCA-4535-9F48-9235A6F97734}" type="parTrans" cxnId="{23AF6BCA-CD30-4061-9722-89A3ABEC48C0}">
      <dgm:prSet/>
      <dgm:spPr/>
      <dgm:t>
        <a:bodyPr/>
        <a:lstStyle/>
        <a:p>
          <a:endParaRPr lang="en-US"/>
        </a:p>
      </dgm:t>
    </dgm:pt>
    <dgm:pt modelId="{F3844F41-5806-4CDF-83ED-14986672D5B3}" type="sibTrans" cxnId="{23AF6BCA-CD30-4061-9722-89A3ABEC48C0}">
      <dgm:prSet custT="1"/>
      <dgm:spPr/>
      <dgm:t>
        <a:bodyPr/>
        <a:lstStyle/>
        <a:p>
          <a:endParaRPr lang="en-US" sz="2000"/>
        </a:p>
      </dgm:t>
    </dgm:pt>
    <dgm:pt modelId="{249B870D-F7BC-44A7-BBE5-BF77D81C6C6B}">
      <dgm:prSet custT="1"/>
      <dgm:spPr/>
      <dgm:t>
        <a:bodyPr/>
        <a:lstStyle/>
        <a:p>
          <a:r>
            <a:rPr lang="en-GB" sz="2000" b="0" i="0" baseline="0" dirty="0"/>
            <a:t> Wells</a:t>
          </a:r>
          <a:endParaRPr lang="en-US" sz="2000" dirty="0"/>
        </a:p>
      </dgm:t>
    </dgm:pt>
    <dgm:pt modelId="{E4A297C7-B1C3-4104-9513-41410AD570D6}" type="parTrans" cxnId="{1AF08C34-DB6B-45CA-A499-68E2C0FA812B}">
      <dgm:prSet/>
      <dgm:spPr/>
      <dgm:t>
        <a:bodyPr/>
        <a:lstStyle/>
        <a:p>
          <a:endParaRPr lang="en-US"/>
        </a:p>
      </dgm:t>
    </dgm:pt>
    <dgm:pt modelId="{603B606C-F2B3-4A5F-8ED4-B890BFFC89BD}" type="sibTrans" cxnId="{1AF08C34-DB6B-45CA-A499-68E2C0FA812B}">
      <dgm:prSet custT="1"/>
      <dgm:spPr/>
      <dgm:t>
        <a:bodyPr/>
        <a:lstStyle/>
        <a:p>
          <a:endParaRPr lang="en-US" sz="2000"/>
        </a:p>
      </dgm:t>
    </dgm:pt>
    <dgm:pt modelId="{5C04B897-4174-41BE-B7BE-05659F774CC6}">
      <dgm:prSet custT="1"/>
      <dgm:spPr/>
      <dgm:t>
        <a:bodyPr/>
        <a:lstStyle/>
        <a:p>
          <a:r>
            <a:rPr lang="en-GB" sz="2000" b="0" i="0" baseline="0" dirty="0"/>
            <a:t> Pipelines or pipeline works</a:t>
          </a:r>
          <a:endParaRPr lang="en-US" sz="2000" dirty="0"/>
        </a:p>
      </dgm:t>
    </dgm:pt>
    <dgm:pt modelId="{76B716A6-638A-445C-9796-1F529F640633}" type="parTrans" cxnId="{8D0EE4B5-2D50-4A31-91C5-51886199BB5E}">
      <dgm:prSet/>
      <dgm:spPr/>
      <dgm:t>
        <a:bodyPr/>
        <a:lstStyle/>
        <a:p>
          <a:endParaRPr lang="en-US"/>
        </a:p>
      </dgm:t>
    </dgm:pt>
    <dgm:pt modelId="{BA931123-E27A-4FFC-B022-5C2191391A89}" type="sibTrans" cxnId="{8D0EE4B5-2D50-4A31-91C5-51886199BB5E}">
      <dgm:prSet/>
      <dgm:spPr/>
      <dgm:t>
        <a:bodyPr/>
        <a:lstStyle/>
        <a:p>
          <a:endParaRPr lang="en-US"/>
        </a:p>
      </dgm:t>
    </dgm:pt>
    <dgm:pt modelId="{F52A5EAA-D2A7-487E-ABBA-71BAA7CDF1B4}" type="pres">
      <dgm:prSet presAssocID="{33C2ED01-B346-43AF-812C-E11355459033}" presName="Name0" presStyleCnt="0">
        <dgm:presLayoutVars>
          <dgm:dir/>
          <dgm:resizeHandles val="exact"/>
        </dgm:presLayoutVars>
      </dgm:prSet>
      <dgm:spPr/>
    </dgm:pt>
    <dgm:pt modelId="{606524E9-F0EC-4164-8A17-7A7510EFEDC8}" type="pres">
      <dgm:prSet presAssocID="{A26C55DC-47BB-41FE-91C4-7460D0FB3426}" presName="node" presStyleLbl="node1" presStyleIdx="0" presStyleCnt="12">
        <dgm:presLayoutVars>
          <dgm:bulletEnabled val="1"/>
        </dgm:presLayoutVars>
      </dgm:prSet>
      <dgm:spPr/>
    </dgm:pt>
    <dgm:pt modelId="{6ECC92E5-D450-4EE9-B2FF-15E73CD86C82}" type="pres">
      <dgm:prSet presAssocID="{5E97DFF2-7255-427A-B64F-AB8D96173B71}" presName="sibTrans" presStyleLbl="sibTrans1D1" presStyleIdx="0" presStyleCnt="11"/>
      <dgm:spPr/>
    </dgm:pt>
    <dgm:pt modelId="{958670C8-0569-4F63-9D97-5A3B31BAAA34}" type="pres">
      <dgm:prSet presAssocID="{5E97DFF2-7255-427A-B64F-AB8D96173B71}" presName="connectorText" presStyleLbl="sibTrans1D1" presStyleIdx="0" presStyleCnt="11"/>
      <dgm:spPr/>
    </dgm:pt>
    <dgm:pt modelId="{03ECDCFA-572D-41B3-82B4-D5BFA19C932F}" type="pres">
      <dgm:prSet presAssocID="{ABE6770D-8D15-4FF6-8D9E-C3BBC9470DCC}" presName="node" presStyleLbl="node1" presStyleIdx="1" presStyleCnt="12">
        <dgm:presLayoutVars>
          <dgm:bulletEnabled val="1"/>
        </dgm:presLayoutVars>
      </dgm:prSet>
      <dgm:spPr/>
    </dgm:pt>
    <dgm:pt modelId="{C6A7A5FD-FA59-4107-9596-975CB6B73577}" type="pres">
      <dgm:prSet presAssocID="{9843C74C-020E-478C-8751-FEC2D4797C10}" presName="sibTrans" presStyleLbl="sibTrans1D1" presStyleIdx="1" presStyleCnt="11"/>
      <dgm:spPr/>
    </dgm:pt>
    <dgm:pt modelId="{0D68C6CE-5375-4878-BE47-BD707457E110}" type="pres">
      <dgm:prSet presAssocID="{9843C74C-020E-478C-8751-FEC2D4797C10}" presName="connectorText" presStyleLbl="sibTrans1D1" presStyleIdx="1" presStyleCnt="11"/>
      <dgm:spPr/>
    </dgm:pt>
    <dgm:pt modelId="{94A7FC68-DC47-4B3A-B788-77BEA982059E}" type="pres">
      <dgm:prSet presAssocID="{A8F8D436-FF73-4EED-B8C7-6182E91024C6}" presName="node" presStyleLbl="node1" presStyleIdx="2" presStyleCnt="12">
        <dgm:presLayoutVars>
          <dgm:bulletEnabled val="1"/>
        </dgm:presLayoutVars>
      </dgm:prSet>
      <dgm:spPr/>
    </dgm:pt>
    <dgm:pt modelId="{8084F37B-8046-49E0-A334-1A8D07488100}" type="pres">
      <dgm:prSet presAssocID="{BEAE48B7-F4E6-41CF-8660-FDB33174F8D0}" presName="sibTrans" presStyleLbl="sibTrans1D1" presStyleIdx="2" presStyleCnt="11"/>
      <dgm:spPr/>
    </dgm:pt>
    <dgm:pt modelId="{9CD4786E-7F40-46D7-934C-456A9309CC20}" type="pres">
      <dgm:prSet presAssocID="{BEAE48B7-F4E6-41CF-8660-FDB33174F8D0}" presName="connectorText" presStyleLbl="sibTrans1D1" presStyleIdx="2" presStyleCnt="11"/>
      <dgm:spPr/>
    </dgm:pt>
    <dgm:pt modelId="{88DA12AD-10D3-4708-BF98-966F2A78F589}" type="pres">
      <dgm:prSet presAssocID="{4B428859-BB5A-4C89-8CAE-400B6DAB8B5F}" presName="node" presStyleLbl="node1" presStyleIdx="3" presStyleCnt="12">
        <dgm:presLayoutVars>
          <dgm:bulletEnabled val="1"/>
        </dgm:presLayoutVars>
      </dgm:prSet>
      <dgm:spPr/>
    </dgm:pt>
    <dgm:pt modelId="{047254BA-0BF4-4B1E-BE0D-A97AF341CF5D}" type="pres">
      <dgm:prSet presAssocID="{17387D2B-B0E1-49C7-B497-8B7C0603245F}" presName="sibTrans" presStyleLbl="sibTrans1D1" presStyleIdx="3" presStyleCnt="11"/>
      <dgm:spPr/>
    </dgm:pt>
    <dgm:pt modelId="{22B5A972-A9E6-4577-891F-5521879BABCA}" type="pres">
      <dgm:prSet presAssocID="{17387D2B-B0E1-49C7-B497-8B7C0603245F}" presName="connectorText" presStyleLbl="sibTrans1D1" presStyleIdx="3" presStyleCnt="11"/>
      <dgm:spPr/>
    </dgm:pt>
    <dgm:pt modelId="{F8B39FD4-9247-4468-8176-DA55251EA892}" type="pres">
      <dgm:prSet presAssocID="{438D1FCC-6760-42C6-BFE4-055A5CD421F9}" presName="node" presStyleLbl="node1" presStyleIdx="4" presStyleCnt="12">
        <dgm:presLayoutVars>
          <dgm:bulletEnabled val="1"/>
        </dgm:presLayoutVars>
      </dgm:prSet>
      <dgm:spPr/>
    </dgm:pt>
    <dgm:pt modelId="{1432E7D9-A1AD-4A25-A937-9ED319B77DF5}" type="pres">
      <dgm:prSet presAssocID="{1370076A-0B9A-48AB-9159-793BCEBDD732}" presName="sibTrans" presStyleLbl="sibTrans1D1" presStyleIdx="4" presStyleCnt="11"/>
      <dgm:spPr/>
    </dgm:pt>
    <dgm:pt modelId="{55C2C082-0580-4D53-9406-BA4D646B6758}" type="pres">
      <dgm:prSet presAssocID="{1370076A-0B9A-48AB-9159-793BCEBDD732}" presName="connectorText" presStyleLbl="sibTrans1D1" presStyleIdx="4" presStyleCnt="11"/>
      <dgm:spPr/>
    </dgm:pt>
    <dgm:pt modelId="{A69A8C1C-5669-4EAA-B703-4425D4EC93DA}" type="pres">
      <dgm:prSet presAssocID="{BDCC79F7-B3BD-48D9-8D50-5598150562D5}" presName="node" presStyleLbl="node1" presStyleIdx="5" presStyleCnt="12">
        <dgm:presLayoutVars>
          <dgm:bulletEnabled val="1"/>
        </dgm:presLayoutVars>
      </dgm:prSet>
      <dgm:spPr/>
    </dgm:pt>
    <dgm:pt modelId="{CD6168E2-E249-458C-B944-160AD497037C}" type="pres">
      <dgm:prSet presAssocID="{8F532611-2D15-4724-915E-4ED0F7B14574}" presName="sibTrans" presStyleLbl="sibTrans1D1" presStyleIdx="5" presStyleCnt="11"/>
      <dgm:spPr/>
    </dgm:pt>
    <dgm:pt modelId="{72B8AFB1-A2B7-4689-956E-64A91CD0FE1E}" type="pres">
      <dgm:prSet presAssocID="{8F532611-2D15-4724-915E-4ED0F7B14574}" presName="connectorText" presStyleLbl="sibTrans1D1" presStyleIdx="5" presStyleCnt="11"/>
      <dgm:spPr/>
    </dgm:pt>
    <dgm:pt modelId="{7FC66571-00E5-402C-A278-00769527B05C}" type="pres">
      <dgm:prSet presAssocID="{E7DA6CE9-C1C0-44E7-A37B-A74B00A18862}" presName="node" presStyleLbl="node1" presStyleIdx="6" presStyleCnt="12">
        <dgm:presLayoutVars>
          <dgm:bulletEnabled val="1"/>
        </dgm:presLayoutVars>
      </dgm:prSet>
      <dgm:spPr/>
    </dgm:pt>
    <dgm:pt modelId="{B4B9A708-911A-4E1F-A106-8DA26A5B9FB1}" type="pres">
      <dgm:prSet presAssocID="{AAD2924E-CF68-4E58-BD4A-ED47CFE17A88}" presName="sibTrans" presStyleLbl="sibTrans1D1" presStyleIdx="6" presStyleCnt="11"/>
      <dgm:spPr/>
    </dgm:pt>
    <dgm:pt modelId="{D2848DD3-24F7-4CF2-B7C6-5A0CB60E3DBA}" type="pres">
      <dgm:prSet presAssocID="{AAD2924E-CF68-4E58-BD4A-ED47CFE17A88}" presName="connectorText" presStyleLbl="sibTrans1D1" presStyleIdx="6" presStyleCnt="11"/>
      <dgm:spPr/>
    </dgm:pt>
    <dgm:pt modelId="{F46B8D85-2DE6-4331-A787-2619FBB3F71E}" type="pres">
      <dgm:prSet presAssocID="{289ED650-9057-4FD1-A8F2-AD65C47B6A65}" presName="node" presStyleLbl="node1" presStyleIdx="7" presStyleCnt="12">
        <dgm:presLayoutVars>
          <dgm:bulletEnabled val="1"/>
        </dgm:presLayoutVars>
      </dgm:prSet>
      <dgm:spPr/>
    </dgm:pt>
    <dgm:pt modelId="{9E64879A-BE7B-459A-BDE3-F71CACE84686}" type="pres">
      <dgm:prSet presAssocID="{73D232FE-DD38-441E-9926-AB258360591A}" presName="sibTrans" presStyleLbl="sibTrans1D1" presStyleIdx="7" presStyleCnt="11"/>
      <dgm:spPr/>
    </dgm:pt>
    <dgm:pt modelId="{3919BA4E-3E20-4FD8-AB22-3FBA04AC6A00}" type="pres">
      <dgm:prSet presAssocID="{73D232FE-DD38-441E-9926-AB258360591A}" presName="connectorText" presStyleLbl="sibTrans1D1" presStyleIdx="7" presStyleCnt="11"/>
      <dgm:spPr/>
    </dgm:pt>
    <dgm:pt modelId="{B3ECCD28-BDE3-4C5E-92DE-5C8239ADA4F1}" type="pres">
      <dgm:prSet presAssocID="{E37FFD6E-A5D9-4026-BC55-505263EB7F2C}" presName="node" presStyleLbl="node1" presStyleIdx="8" presStyleCnt="12">
        <dgm:presLayoutVars>
          <dgm:bulletEnabled val="1"/>
        </dgm:presLayoutVars>
      </dgm:prSet>
      <dgm:spPr/>
    </dgm:pt>
    <dgm:pt modelId="{5E1F432E-EBDF-45E7-BF01-F39AC5C297BB}" type="pres">
      <dgm:prSet presAssocID="{222BF4AE-4D80-439D-B398-9A10E855203B}" presName="sibTrans" presStyleLbl="sibTrans1D1" presStyleIdx="8" presStyleCnt="11"/>
      <dgm:spPr/>
    </dgm:pt>
    <dgm:pt modelId="{F7BD6478-10B0-4FAB-8BFE-171FF4155A63}" type="pres">
      <dgm:prSet presAssocID="{222BF4AE-4D80-439D-B398-9A10E855203B}" presName="connectorText" presStyleLbl="sibTrans1D1" presStyleIdx="8" presStyleCnt="11"/>
      <dgm:spPr/>
    </dgm:pt>
    <dgm:pt modelId="{4F57E20C-D086-414E-AABB-D76D455881FA}" type="pres">
      <dgm:prSet presAssocID="{491B46E9-6FA3-4478-9B5F-62961BCE0D2A}" presName="node" presStyleLbl="node1" presStyleIdx="9" presStyleCnt="12">
        <dgm:presLayoutVars>
          <dgm:bulletEnabled val="1"/>
        </dgm:presLayoutVars>
      </dgm:prSet>
      <dgm:spPr/>
    </dgm:pt>
    <dgm:pt modelId="{2C6F9E9D-E018-4F34-857C-213A89B00744}" type="pres">
      <dgm:prSet presAssocID="{F3844F41-5806-4CDF-83ED-14986672D5B3}" presName="sibTrans" presStyleLbl="sibTrans1D1" presStyleIdx="9" presStyleCnt="11"/>
      <dgm:spPr/>
    </dgm:pt>
    <dgm:pt modelId="{1C398D9F-E57F-4162-9451-886F7BDC6263}" type="pres">
      <dgm:prSet presAssocID="{F3844F41-5806-4CDF-83ED-14986672D5B3}" presName="connectorText" presStyleLbl="sibTrans1D1" presStyleIdx="9" presStyleCnt="11"/>
      <dgm:spPr/>
    </dgm:pt>
    <dgm:pt modelId="{E6233184-BC49-48E8-BA58-57A9A662C8EB}" type="pres">
      <dgm:prSet presAssocID="{249B870D-F7BC-44A7-BBE5-BF77D81C6C6B}" presName="node" presStyleLbl="node1" presStyleIdx="10" presStyleCnt="12">
        <dgm:presLayoutVars>
          <dgm:bulletEnabled val="1"/>
        </dgm:presLayoutVars>
      </dgm:prSet>
      <dgm:spPr/>
    </dgm:pt>
    <dgm:pt modelId="{AE2D40FB-94F7-45A0-A40B-F7272D68889F}" type="pres">
      <dgm:prSet presAssocID="{603B606C-F2B3-4A5F-8ED4-B890BFFC89BD}" presName="sibTrans" presStyleLbl="sibTrans1D1" presStyleIdx="10" presStyleCnt="11"/>
      <dgm:spPr/>
    </dgm:pt>
    <dgm:pt modelId="{FA00BD5D-4F8B-44D3-B09D-CBDCBFAA2F25}" type="pres">
      <dgm:prSet presAssocID="{603B606C-F2B3-4A5F-8ED4-B890BFFC89BD}" presName="connectorText" presStyleLbl="sibTrans1D1" presStyleIdx="10" presStyleCnt="11"/>
      <dgm:spPr/>
    </dgm:pt>
    <dgm:pt modelId="{8E7E32F6-CE7F-4D33-8E0C-2FC877CC3F62}" type="pres">
      <dgm:prSet presAssocID="{5C04B897-4174-41BE-B7BE-05659F774CC6}" presName="node" presStyleLbl="node1" presStyleIdx="11" presStyleCnt="12">
        <dgm:presLayoutVars>
          <dgm:bulletEnabled val="1"/>
        </dgm:presLayoutVars>
      </dgm:prSet>
      <dgm:spPr/>
    </dgm:pt>
  </dgm:ptLst>
  <dgm:cxnLst>
    <dgm:cxn modelId="{473D5400-DADD-4C9D-B86D-9ED3FCB2E8C1}" srcId="{33C2ED01-B346-43AF-812C-E11355459033}" destId="{A8F8D436-FF73-4EED-B8C7-6182E91024C6}" srcOrd="2" destOrd="0" parTransId="{CE899E66-97EF-484B-87F7-B8F20A4E604E}" sibTransId="{BEAE48B7-F4E6-41CF-8660-FDB33174F8D0}"/>
    <dgm:cxn modelId="{E0F88613-4044-44A6-829B-2D316474E708}" type="presOf" srcId="{73D232FE-DD38-441E-9926-AB258360591A}" destId="{9E64879A-BE7B-459A-BDE3-F71CACE84686}" srcOrd="0" destOrd="0" presId="urn:microsoft.com/office/officeart/2016/7/layout/RepeatingBendingProcessNew"/>
    <dgm:cxn modelId="{D5BCAD16-C7F4-40E8-BCF5-A636927DB77C}" type="presOf" srcId="{AAD2924E-CF68-4E58-BD4A-ED47CFE17A88}" destId="{D2848DD3-24F7-4CF2-B7C6-5A0CB60E3DBA}" srcOrd="1" destOrd="0" presId="urn:microsoft.com/office/officeart/2016/7/layout/RepeatingBendingProcessNew"/>
    <dgm:cxn modelId="{DCD9CC1D-8CA6-42F4-A0B9-617C54C485B4}" type="presOf" srcId="{5E97DFF2-7255-427A-B64F-AB8D96173B71}" destId="{958670C8-0569-4F63-9D97-5A3B31BAAA34}" srcOrd="1" destOrd="0" presId="urn:microsoft.com/office/officeart/2016/7/layout/RepeatingBendingProcessNew"/>
    <dgm:cxn modelId="{1FF41D1E-5140-4CEA-B0D5-5E978CA9346A}" type="presOf" srcId="{BEAE48B7-F4E6-41CF-8660-FDB33174F8D0}" destId="{8084F37B-8046-49E0-A334-1A8D07488100}" srcOrd="0" destOrd="0" presId="urn:microsoft.com/office/officeart/2016/7/layout/RepeatingBendingProcessNew"/>
    <dgm:cxn modelId="{7E6B6B2A-566B-4B45-95F9-336FFC815075}" srcId="{33C2ED01-B346-43AF-812C-E11355459033}" destId="{A26C55DC-47BB-41FE-91C4-7460D0FB3426}" srcOrd="0" destOrd="0" parTransId="{9FC2341A-394A-4852-8F78-D48AC5BF1FFF}" sibTransId="{5E97DFF2-7255-427A-B64F-AB8D96173B71}"/>
    <dgm:cxn modelId="{7CE7C233-3A4F-4553-9362-FEFC5E6A883A}" type="presOf" srcId="{1370076A-0B9A-48AB-9159-793BCEBDD732}" destId="{55C2C082-0580-4D53-9406-BA4D646B6758}" srcOrd="1" destOrd="0" presId="urn:microsoft.com/office/officeart/2016/7/layout/RepeatingBendingProcessNew"/>
    <dgm:cxn modelId="{1AF08C34-DB6B-45CA-A499-68E2C0FA812B}" srcId="{33C2ED01-B346-43AF-812C-E11355459033}" destId="{249B870D-F7BC-44A7-BBE5-BF77D81C6C6B}" srcOrd="10" destOrd="0" parTransId="{E4A297C7-B1C3-4104-9513-41410AD570D6}" sibTransId="{603B606C-F2B3-4A5F-8ED4-B890BFFC89BD}"/>
    <dgm:cxn modelId="{D3774835-1A70-4558-ADAE-53CCDA154EDA}" type="presOf" srcId="{9843C74C-020E-478C-8751-FEC2D4797C10}" destId="{0D68C6CE-5375-4878-BE47-BD707457E110}" srcOrd="1" destOrd="0" presId="urn:microsoft.com/office/officeart/2016/7/layout/RepeatingBendingProcessNew"/>
    <dgm:cxn modelId="{505BD935-DAD4-43C9-8CBD-A6DD593BDE30}" type="presOf" srcId="{249B870D-F7BC-44A7-BBE5-BF77D81C6C6B}" destId="{E6233184-BC49-48E8-BA58-57A9A662C8EB}" srcOrd="0" destOrd="0" presId="urn:microsoft.com/office/officeart/2016/7/layout/RepeatingBendingProcessNew"/>
    <dgm:cxn modelId="{3A4CBC3A-FA03-4838-9EDD-7034C55E8995}" type="presOf" srcId="{8F532611-2D15-4724-915E-4ED0F7B14574}" destId="{CD6168E2-E249-458C-B944-160AD497037C}" srcOrd="0" destOrd="0" presId="urn:microsoft.com/office/officeart/2016/7/layout/RepeatingBendingProcessNew"/>
    <dgm:cxn modelId="{C8A0725E-ABE5-4352-9E55-BD4DCBA809F1}" type="presOf" srcId="{33C2ED01-B346-43AF-812C-E11355459033}" destId="{F52A5EAA-D2A7-487E-ABBA-71BAA7CDF1B4}" srcOrd="0" destOrd="0" presId="urn:microsoft.com/office/officeart/2016/7/layout/RepeatingBendingProcessNew"/>
    <dgm:cxn modelId="{91D5B541-3CC8-453A-B620-DBC954314C2E}" srcId="{33C2ED01-B346-43AF-812C-E11355459033}" destId="{E37FFD6E-A5D9-4026-BC55-505263EB7F2C}" srcOrd="8" destOrd="0" parTransId="{C0D1F1A9-A01D-4003-B9F5-494698D8B08C}" sibTransId="{222BF4AE-4D80-439D-B398-9A10E855203B}"/>
    <dgm:cxn modelId="{C0D2F063-5D69-4E34-8EF5-BA53D6C017EF}" srcId="{33C2ED01-B346-43AF-812C-E11355459033}" destId="{289ED650-9057-4FD1-A8F2-AD65C47B6A65}" srcOrd="7" destOrd="0" parTransId="{C8333488-08CB-46B9-BEB2-9CBB90F44AF0}" sibTransId="{73D232FE-DD38-441E-9926-AB258360591A}"/>
    <dgm:cxn modelId="{711A554A-F4BC-4251-BB97-BAA8C3647AEF}" type="presOf" srcId="{603B606C-F2B3-4A5F-8ED4-B890BFFC89BD}" destId="{FA00BD5D-4F8B-44D3-B09D-CBDCBFAA2F25}" srcOrd="1" destOrd="0" presId="urn:microsoft.com/office/officeart/2016/7/layout/RepeatingBendingProcessNew"/>
    <dgm:cxn modelId="{2717F74B-299A-4456-AAB5-23DD736AF84E}" type="presOf" srcId="{ABE6770D-8D15-4FF6-8D9E-C3BBC9470DCC}" destId="{03ECDCFA-572D-41B3-82B4-D5BFA19C932F}" srcOrd="0" destOrd="0" presId="urn:microsoft.com/office/officeart/2016/7/layout/RepeatingBendingProcessNew"/>
    <dgm:cxn modelId="{688C034C-F7EE-4155-8E6F-EFE27B8983BE}" type="presOf" srcId="{A8F8D436-FF73-4EED-B8C7-6182E91024C6}" destId="{94A7FC68-DC47-4B3A-B788-77BEA982059E}" srcOrd="0" destOrd="0" presId="urn:microsoft.com/office/officeart/2016/7/layout/RepeatingBendingProcessNew"/>
    <dgm:cxn modelId="{541A216C-2E93-4A83-89E8-3DDB2AFBFFF3}" type="presOf" srcId="{E37FFD6E-A5D9-4026-BC55-505263EB7F2C}" destId="{B3ECCD28-BDE3-4C5E-92DE-5C8239ADA4F1}" srcOrd="0" destOrd="0" presId="urn:microsoft.com/office/officeart/2016/7/layout/RepeatingBendingProcessNew"/>
    <dgm:cxn modelId="{2E69B06E-0283-4DE5-BEF4-C26A44E8C5E8}" type="presOf" srcId="{603B606C-F2B3-4A5F-8ED4-B890BFFC89BD}" destId="{AE2D40FB-94F7-45A0-A40B-F7272D68889F}" srcOrd="0" destOrd="0" presId="urn:microsoft.com/office/officeart/2016/7/layout/RepeatingBendingProcessNew"/>
    <dgm:cxn modelId="{D78EFE4E-BB0E-45E3-A182-E43821BC1B89}" type="presOf" srcId="{F3844F41-5806-4CDF-83ED-14986672D5B3}" destId="{2C6F9E9D-E018-4F34-857C-213A89B00744}" srcOrd="0" destOrd="0" presId="urn:microsoft.com/office/officeart/2016/7/layout/RepeatingBendingProcessNew"/>
    <dgm:cxn modelId="{87875652-C148-46C1-BA12-560BB9C47271}" type="presOf" srcId="{17387D2B-B0E1-49C7-B497-8B7C0603245F}" destId="{047254BA-0BF4-4B1E-BE0D-A97AF341CF5D}" srcOrd="0" destOrd="0" presId="urn:microsoft.com/office/officeart/2016/7/layout/RepeatingBendingProcessNew"/>
    <dgm:cxn modelId="{897EA453-170F-4643-A564-CB7B62FC3505}" type="presOf" srcId="{289ED650-9057-4FD1-A8F2-AD65C47B6A65}" destId="{F46B8D85-2DE6-4331-A787-2619FBB3F71E}" srcOrd="0" destOrd="0" presId="urn:microsoft.com/office/officeart/2016/7/layout/RepeatingBendingProcessNew"/>
    <dgm:cxn modelId="{D8514455-DAA4-4DA5-8AE0-C3844E901BA0}" type="presOf" srcId="{AAD2924E-CF68-4E58-BD4A-ED47CFE17A88}" destId="{B4B9A708-911A-4E1F-A106-8DA26A5B9FB1}" srcOrd="0" destOrd="0" presId="urn:microsoft.com/office/officeart/2016/7/layout/RepeatingBendingProcessNew"/>
    <dgm:cxn modelId="{9D764F75-F59E-462D-912F-9174DDA084A3}" type="presOf" srcId="{491B46E9-6FA3-4478-9B5F-62961BCE0D2A}" destId="{4F57E20C-D086-414E-AABB-D76D455881FA}" srcOrd="0" destOrd="0" presId="urn:microsoft.com/office/officeart/2016/7/layout/RepeatingBendingProcessNew"/>
    <dgm:cxn modelId="{9886577B-72F1-4096-8143-3DABF1277FE4}" type="presOf" srcId="{222BF4AE-4D80-439D-B398-9A10E855203B}" destId="{F7BD6478-10B0-4FAB-8BFE-171FF4155A63}" srcOrd="1" destOrd="0" presId="urn:microsoft.com/office/officeart/2016/7/layout/RepeatingBendingProcessNew"/>
    <dgm:cxn modelId="{5DA55B82-0BAF-4C51-9A90-7CD3D2986F2C}" type="presOf" srcId="{5E97DFF2-7255-427A-B64F-AB8D96173B71}" destId="{6ECC92E5-D450-4EE9-B2FF-15E73CD86C82}" srcOrd="0" destOrd="0" presId="urn:microsoft.com/office/officeart/2016/7/layout/RepeatingBendingProcessNew"/>
    <dgm:cxn modelId="{EA773384-ED58-4B73-B131-C10874347FE7}" type="presOf" srcId="{73D232FE-DD38-441E-9926-AB258360591A}" destId="{3919BA4E-3E20-4FD8-AB22-3FBA04AC6A00}" srcOrd="1" destOrd="0" presId="urn:microsoft.com/office/officeart/2016/7/layout/RepeatingBendingProcessNew"/>
    <dgm:cxn modelId="{53DC0B87-5C76-4519-A917-C475EB122517}" srcId="{33C2ED01-B346-43AF-812C-E11355459033}" destId="{BDCC79F7-B3BD-48D9-8D50-5598150562D5}" srcOrd="5" destOrd="0" parTransId="{6353D4F2-3AAB-46FA-933F-4BFA79536163}" sibTransId="{8F532611-2D15-4724-915E-4ED0F7B14574}"/>
    <dgm:cxn modelId="{043E468B-FABE-4E54-9E0C-67C3C06BE46E}" type="presOf" srcId="{E7DA6CE9-C1C0-44E7-A37B-A74B00A18862}" destId="{7FC66571-00E5-402C-A278-00769527B05C}" srcOrd="0" destOrd="0" presId="urn:microsoft.com/office/officeart/2016/7/layout/RepeatingBendingProcessNew"/>
    <dgm:cxn modelId="{C39ACC8D-0D46-40AC-9065-A09C23FA360D}" type="presOf" srcId="{9843C74C-020E-478C-8751-FEC2D4797C10}" destId="{C6A7A5FD-FA59-4107-9596-975CB6B73577}" srcOrd="0" destOrd="0" presId="urn:microsoft.com/office/officeart/2016/7/layout/RepeatingBendingProcessNew"/>
    <dgm:cxn modelId="{020F1D94-C1D8-4FB1-BEEE-2A83DA0C06F9}" type="presOf" srcId="{5C04B897-4174-41BE-B7BE-05659F774CC6}" destId="{8E7E32F6-CE7F-4D33-8E0C-2FC877CC3F62}" srcOrd="0" destOrd="0" presId="urn:microsoft.com/office/officeart/2016/7/layout/RepeatingBendingProcessNew"/>
    <dgm:cxn modelId="{8DC75797-8A6B-452F-AED3-490E9ED23146}" srcId="{33C2ED01-B346-43AF-812C-E11355459033}" destId="{438D1FCC-6760-42C6-BFE4-055A5CD421F9}" srcOrd="4" destOrd="0" parTransId="{54CE5C47-03E9-4D06-8EFC-A6DFF32BBCCE}" sibTransId="{1370076A-0B9A-48AB-9159-793BCEBDD732}"/>
    <dgm:cxn modelId="{635035A7-AFDC-4E8F-945F-2CDCC22680B3}" type="presOf" srcId="{A26C55DC-47BB-41FE-91C4-7460D0FB3426}" destId="{606524E9-F0EC-4164-8A17-7A7510EFEDC8}" srcOrd="0" destOrd="0" presId="urn:microsoft.com/office/officeart/2016/7/layout/RepeatingBendingProcessNew"/>
    <dgm:cxn modelId="{4A8B7CA9-10B5-4DAD-8DE5-3176B58280A1}" srcId="{33C2ED01-B346-43AF-812C-E11355459033}" destId="{4B428859-BB5A-4C89-8CAE-400B6DAB8B5F}" srcOrd="3" destOrd="0" parTransId="{883BD69E-72A0-468C-83D1-8125F1503DE3}" sibTransId="{17387D2B-B0E1-49C7-B497-8B7C0603245F}"/>
    <dgm:cxn modelId="{586187AC-BD7F-48AA-AC01-A3A2E01C6A16}" type="presOf" srcId="{17387D2B-B0E1-49C7-B497-8B7C0603245F}" destId="{22B5A972-A9E6-4577-891F-5521879BABCA}" srcOrd="1" destOrd="0" presId="urn:microsoft.com/office/officeart/2016/7/layout/RepeatingBendingProcessNew"/>
    <dgm:cxn modelId="{DC757AAF-026D-4EE3-B324-EFF1E77FA4C6}" type="presOf" srcId="{4B428859-BB5A-4C89-8CAE-400B6DAB8B5F}" destId="{88DA12AD-10D3-4708-BF98-966F2A78F589}" srcOrd="0" destOrd="0" presId="urn:microsoft.com/office/officeart/2016/7/layout/RepeatingBendingProcessNew"/>
    <dgm:cxn modelId="{63F77AAF-1D26-4AE5-B128-FB8FDBB3E55B}" type="presOf" srcId="{BEAE48B7-F4E6-41CF-8660-FDB33174F8D0}" destId="{9CD4786E-7F40-46D7-934C-456A9309CC20}" srcOrd="1" destOrd="0" presId="urn:microsoft.com/office/officeart/2016/7/layout/RepeatingBendingProcessNew"/>
    <dgm:cxn modelId="{7FC049B4-34CD-4A37-8FE6-D8E056086CA8}" srcId="{33C2ED01-B346-43AF-812C-E11355459033}" destId="{ABE6770D-8D15-4FF6-8D9E-C3BBC9470DCC}" srcOrd="1" destOrd="0" parTransId="{832A781A-C1DC-48C9-8B3B-49DA151B8BE8}" sibTransId="{9843C74C-020E-478C-8751-FEC2D4797C10}"/>
    <dgm:cxn modelId="{8D0EE4B5-2D50-4A31-91C5-51886199BB5E}" srcId="{33C2ED01-B346-43AF-812C-E11355459033}" destId="{5C04B897-4174-41BE-B7BE-05659F774CC6}" srcOrd="11" destOrd="0" parTransId="{76B716A6-638A-445C-9796-1F529F640633}" sibTransId="{BA931123-E27A-4FFC-B022-5C2191391A89}"/>
    <dgm:cxn modelId="{A73C66B6-78F6-49C9-8F69-99DEB299EF48}" type="presOf" srcId="{F3844F41-5806-4CDF-83ED-14986672D5B3}" destId="{1C398D9F-E57F-4162-9451-886F7BDC6263}" srcOrd="1" destOrd="0" presId="urn:microsoft.com/office/officeart/2016/7/layout/RepeatingBendingProcessNew"/>
    <dgm:cxn modelId="{2459E2C7-0EF9-442A-8367-EEFE25AF5FB2}" srcId="{33C2ED01-B346-43AF-812C-E11355459033}" destId="{E7DA6CE9-C1C0-44E7-A37B-A74B00A18862}" srcOrd="6" destOrd="0" parTransId="{42C130BF-6FBE-4F6A-BF97-0EC6F5B0C9A8}" sibTransId="{AAD2924E-CF68-4E58-BD4A-ED47CFE17A88}"/>
    <dgm:cxn modelId="{14E823CA-83DF-4889-88EE-349056989D6B}" type="presOf" srcId="{222BF4AE-4D80-439D-B398-9A10E855203B}" destId="{5E1F432E-EBDF-45E7-BF01-F39AC5C297BB}" srcOrd="0" destOrd="0" presId="urn:microsoft.com/office/officeart/2016/7/layout/RepeatingBendingProcessNew"/>
    <dgm:cxn modelId="{23AF6BCA-CD30-4061-9722-89A3ABEC48C0}" srcId="{33C2ED01-B346-43AF-812C-E11355459033}" destId="{491B46E9-6FA3-4478-9B5F-62961BCE0D2A}" srcOrd="9" destOrd="0" parTransId="{2006B20C-1DCA-4535-9F48-9235A6F97734}" sibTransId="{F3844F41-5806-4CDF-83ED-14986672D5B3}"/>
    <dgm:cxn modelId="{17DF73DC-D5E5-434D-A7AF-D4F735F34459}" type="presOf" srcId="{8F532611-2D15-4724-915E-4ED0F7B14574}" destId="{72B8AFB1-A2B7-4689-956E-64A91CD0FE1E}" srcOrd="1" destOrd="0" presId="urn:microsoft.com/office/officeart/2016/7/layout/RepeatingBendingProcessNew"/>
    <dgm:cxn modelId="{CD623CDE-AD34-45EB-9E44-AA289DD8DE49}" type="presOf" srcId="{BDCC79F7-B3BD-48D9-8D50-5598150562D5}" destId="{A69A8C1C-5669-4EAA-B703-4425D4EC93DA}" srcOrd="0" destOrd="0" presId="urn:microsoft.com/office/officeart/2016/7/layout/RepeatingBendingProcessNew"/>
    <dgm:cxn modelId="{D7FBC4E0-84D0-44D5-B4CF-21D4FDA9B251}" type="presOf" srcId="{1370076A-0B9A-48AB-9159-793BCEBDD732}" destId="{1432E7D9-A1AD-4A25-A937-9ED319B77DF5}" srcOrd="0" destOrd="0" presId="urn:microsoft.com/office/officeart/2016/7/layout/RepeatingBendingProcessNew"/>
    <dgm:cxn modelId="{90A89CE1-884C-4208-B5D6-297DA432CB00}" type="presOf" srcId="{438D1FCC-6760-42C6-BFE4-055A5CD421F9}" destId="{F8B39FD4-9247-4468-8176-DA55251EA892}" srcOrd="0" destOrd="0" presId="urn:microsoft.com/office/officeart/2016/7/layout/RepeatingBendingProcessNew"/>
    <dgm:cxn modelId="{C7936120-4EF4-4722-AD36-E5BD0E425042}" type="presParOf" srcId="{F52A5EAA-D2A7-487E-ABBA-71BAA7CDF1B4}" destId="{606524E9-F0EC-4164-8A17-7A7510EFEDC8}" srcOrd="0" destOrd="0" presId="urn:microsoft.com/office/officeart/2016/7/layout/RepeatingBendingProcessNew"/>
    <dgm:cxn modelId="{916C85D3-C9F9-41BC-8F5D-73613E1BFFB4}" type="presParOf" srcId="{F52A5EAA-D2A7-487E-ABBA-71BAA7CDF1B4}" destId="{6ECC92E5-D450-4EE9-B2FF-15E73CD86C82}" srcOrd="1" destOrd="0" presId="urn:microsoft.com/office/officeart/2016/7/layout/RepeatingBendingProcessNew"/>
    <dgm:cxn modelId="{AE32DFA3-4C8A-4CEB-9AD6-217AEE4136B1}" type="presParOf" srcId="{6ECC92E5-D450-4EE9-B2FF-15E73CD86C82}" destId="{958670C8-0569-4F63-9D97-5A3B31BAAA34}" srcOrd="0" destOrd="0" presId="urn:microsoft.com/office/officeart/2016/7/layout/RepeatingBendingProcessNew"/>
    <dgm:cxn modelId="{31128AE5-196F-4F67-A354-D8B005669010}" type="presParOf" srcId="{F52A5EAA-D2A7-487E-ABBA-71BAA7CDF1B4}" destId="{03ECDCFA-572D-41B3-82B4-D5BFA19C932F}" srcOrd="2" destOrd="0" presId="urn:microsoft.com/office/officeart/2016/7/layout/RepeatingBendingProcessNew"/>
    <dgm:cxn modelId="{8DD93519-C775-40F0-A54D-3E76CEEA995A}" type="presParOf" srcId="{F52A5EAA-D2A7-487E-ABBA-71BAA7CDF1B4}" destId="{C6A7A5FD-FA59-4107-9596-975CB6B73577}" srcOrd="3" destOrd="0" presId="urn:microsoft.com/office/officeart/2016/7/layout/RepeatingBendingProcessNew"/>
    <dgm:cxn modelId="{6A8A901B-F44D-43D5-A658-845516579538}" type="presParOf" srcId="{C6A7A5FD-FA59-4107-9596-975CB6B73577}" destId="{0D68C6CE-5375-4878-BE47-BD707457E110}" srcOrd="0" destOrd="0" presId="urn:microsoft.com/office/officeart/2016/7/layout/RepeatingBendingProcessNew"/>
    <dgm:cxn modelId="{90A186B1-AA04-4AEC-A97B-1DC37FE60B95}" type="presParOf" srcId="{F52A5EAA-D2A7-487E-ABBA-71BAA7CDF1B4}" destId="{94A7FC68-DC47-4B3A-B788-77BEA982059E}" srcOrd="4" destOrd="0" presId="urn:microsoft.com/office/officeart/2016/7/layout/RepeatingBendingProcessNew"/>
    <dgm:cxn modelId="{7482F8C1-A664-4CDA-B7D1-E5B40FA3333F}" type="presParOf" srcId="{F52A5EAA-D2A7-487E-ABBA-71BAA7CDF1B4}" destId="{8084F37B-8046-49E0-A334-1A8D07488100}" srcOrd="5" destOrd="0" presId="urn:microsoft.com/office/officeart/2016/7/layout/RepeatingBendingProcessNew"/>
    <dgm:cxn modelId="{95085671-89C0-414D-A0FC-AAC9060B267C}" type="presParOf" srcId="{8084F37B-8046-49E0-A334-1A8D07488100}" destId="{9CD4786E-7F40-46D7-934C-456A9309CC20}" srcOrd="0" destOrd="0" presId="urn:microsoft.com/office/officeart/2016/7/layout/RepeatingBendingProcessNew"/>
    <dgm:cxn modelId="{E00654FD-DBE3-4284-AC6C-1E4D7893357E}" type="presParOf" srcId="{F52A5EAA-D2A7-487E-ABBA-71BAA7CDF1B4}" destId="{88DA12AD-10D3-4708-BF98-966F2A78F589}" srcOrd="6" destOrd="0" presId="urn:microsoft.com/office/officeart/2016/7/layout/RepeatingBendingProcessNew"/>
    <dgm:cxn modelId="{22A87ADB-F837-41B0-8B18-FB9FF17D1046}" type="presParOf" srcId="{F52A5EAA-D2A7-487E-ABBA-71BAA7CDF1B4}" destId="{047254BA-0BF4-4B1E-BE0D-A97AF341CF5D}" srcOrd="7" destOrd="0" presId="urn:microsoft.com/office/officeart/2016/7/layout/RepeatingBendingProcessNew"/>
    <dgm:cxn modelId="{D5915941-3F32-4471-A7E2-8A33B2388211}" type="presParOf" srcId="{047254BA-0BF4-4B1E-BE0D-A97AF341CF5D}" destId="{22B5A972-A9E6-4577-891F-5521879BABCA}" srcOrd="0" destOrd="0" presId="urn:microsoft.com/office/officeart/2016/7/layout/RepeatingBendingProcessNew"/>
    <dgm:cxn modelId="{97515384-5F14-410C-B2A0-AB821494B646}" type="presParOf" srcId="{F52A5EAA-D2A7-487E-ABBA-71BAA7CDF1B4}" destId="{F8B39FD4-9247-4468-8176-DA55251EA892}" srcOrd="8" destOrd="0" presId="urn:microsoft.com/office/officeart/2016/7/layout/RepeatingBendingProcessNew"/>
    <dgm:cxn modelId="{E20E39CD-880B-4CCC-A857-7C9B773CAC11}" type="presParOf" srcId="{F52A5EAA-D2A7-487E-ABBA-71BAA7CDF1B4}" destId="{1432E7D9-A1AD-4A25-A937-9ED319B77DF5}" srcOrd="9" destOrd="0" presId="urn:microsoft.com/office/officeart/2016/7/layout/RepeatingBendingProcessNew"/>
    <dgm:cxn modelId="{6C5EC840-2636-453A-8B70-27CA3C1E09C9}" type="presParOf" srcId="{1432E7D9-A1AD-4A25-A937-9ED319B77DF5}" destId="{55C2C082-0580-4D53-9406-BA4D646B6758}" srcOrd="0" destOrd="0" presId="urn:microsoft.com/office/officeart/2016/7/layout/RepeatingBendingProcessNew"/>
    <dgm:cxn modelId="{0D52188A-7D3D-48D7-9E96-D08E2EDCD343}" type="presParOf" srcId="{F52A5EAA-D2A7-487E-ABBA-71BAA7CDF1B4}" destId="{A69A8C1C-5669-4EAA-B703-4425D4EC93DA}" srcOrd="10" destOrd="0" presId="urn:microsoft.com/office/officeart/2016/7/layout/RepeatingBendingProcessNew"/>
    <dgm:cxn modelId="{1B4F7E6C-22AB-4BC1-904B-15321D74B339}" type="presParOf" srcId="{F52A5EAA-D2A7-487E-ABBA-71BAA7CDF1B4}" destId="{CD6168E2-E249-458C-B944-160AD497037C}" srcOrd="11" destOrd="0" presId="urn:microsoft.com/office/officeart/2016/7/layout/RepeatingBendingProcessNew"/>
    <dgm:cxn modelId="{F94A8501-4DAF-49F3-AB0A-82E78CD467C3}" type="presParOf" srcId="{CD6168E2-E249-458C-B944-160AD497037C}" destId="{72B8AFB1-A2B7-4689-956E-64A91CD0FE1E}" srcOrd="0" destOrd="0" presId="urn:microsoft.com/office/officeart/2016/7/layout/RepeatingBendingProcessNew"/>
    <dgm:cxn modelId="{FA4B5069-3810-4D5B-B5D4-86B521F510EC}" type="presParOf" srcId="{F52A5EAA-D2A7-487E-ABBA-71BAA7CDF1B4}" destId="{7FC66571-00E5-402C-A278-00769527B05C}" srcOrd="12" destOrd="0" presId="urn:microsoft.com/office/officeart/2016/7/layout/RepeatingBendingProcessNew"/>
    <dgm:cxn modelId="{72BF3B5A-EB18-47E2-9970-367F68A54319}" type="presParOf" srcId="{F52A5EAA-D2A7-487E-ABBA-71BAA7CDF1B4}" destId="{B4B9A708-911A-4E1F-A106-8DA26A5B9FB1}" srcOrd="13" destOrd="0" presId="urn:microsoft.com/office/officeart/2016/7/layout/RepeatingBendingProcessNew"/>
    <dgm:cxn modelId="{5A616A33-8C5B-47E3-984C-7E6F94836FEC}" type="presParOf" srcId="{B4B9A708-911A-4E1F-A106-8DA26A5B9FB1}" destId="{D2848DD3-24F7-4CF2-B7C6-5A0CB60E3DBA}" srcOrd="0" destOrd="0" presId="urn:microsoft.com/office/officeart/2016/7/layout/RepeatingBendingProcessNew"/>
    <dgm:cxn modelId="{7CCA99E1-CF76-4879-A208-B9DC9DA94B61}" type="presParOf" srcId="{F52A5EAA-D2A7-487E-ABBA-71BAA7CDF1B4}" destId="{F46B8D85-2DE6-4331-A787-2619FBB3F71E}" srcOrd="14" destOrd="0" presId="urn:microsoft.com/office/officeart/2016/7/layout/RepeatingBendingProcessNew"/>
    <dgm:cxn modelId="{1CB7BFC9-FABF-4B1C-A51E-467FBB7304EF}" type="presParOf" srcId="{F52A5EAA-D2A7-487E-ABBA-71BAA7CDF1B4}" destId="{9E64879A-BE7B-459A-BDE3-F71CACE84686}" srcOrd="15" destOrd="0" presId="urn:microsoft.com/office/officeart/2016/7/layout/RepeatingBendingProcessNew"/>
    <dgm:cxn modelId="{C16804D3-F102-4585-A4B5-CC77B1404259}" type="presParOf" srcId="{9E64879A-BE7B-459A-BDE3-F71CACE84686}" destId="{3919BA4E-3E20-4FD8-AB22-3FBA04AC6A00}" srcOrd="0" destOrd="0" presId="urn:microsoft.com/office/officeart/2016/7/layout/RepeatingBendingProcessNew"/>
    <dgm:cxn modelId="{36085C8D-26D8-431E-8944-95F0D9F76346}" type="presParOf" srcId="{F52A5EAA-D2A7-487E-ABBA-71BAA7CDF1B4}" destId="{B3ECCD28-BDE3-4C5E-92DE-5C8239ADA4F1}" srcOrd="16" destOrd="0" presId="urn:microsoft.com/office/officeart/2016/7/layout/RepeatingBendingProcessNew"/>
    <dgm:cxn modelId="{8A688C20-77BD-46E3-AE00-32A613DF4C2B}" type="presParOf" srcId="{F52A5EAA-D2A7-487E-ABBA-71BAA7CDF1B4}" destId="{5E1F432E-EBDF-45E7-BF01-F39AC5C297BB}" srcOrd="17" destOrd="0" presId="urn:microsoft.com/office/officeart/2016/7/layout/RepeatingBendingProcessNew"/>
    <dgm:cxn modelId="{F682C473-C60D-44D2-B74B-2B3B76A6A511}" type="presParOf" srcId="{5E1F432E-EBDF-45E7-BF01-F39AC5C297BB}" destId="{F7BD6478-10B0-4FAB-8BFE-171FF4155A63}" srcOrd="0" destOrd="0" presId="urn:microsoft.com/office/officeart/2016/7/layout/RepeatingBendingProcessNew"/>
    <dgm:cxn modelId="{E856A54C-92AD-4DFB-92B9-44DD0B51A37D}" type="presParOf" srcId="{F52A5EAA-D2A7-487E-ABBA-71BAA7CDF1B4}" destId="{4F57E20C-D086-414E-AABB-D76D455881FA}" srcOrd="18" destOrd="0" presId="urn:microsoft.com/office/officeart/2016/7/layout/RepeatingBendingProcessNew"/>
    <dgm:cxn modelId="{B43FFCC2-E604-4639-938E-D71AF28B350C}" type="presParOf" srcId="{F52A5EAA-D2A7-487E-ABBA-71BAA7CDF1B4}" destId="{2C6F9E9D-E018-4F34-857C-213A89B00744}" srcOrd="19" destOrd="0" presId="urn:microsoft.com/office/officeart/2016/7/layout/RepeatingBendingProcessNew"/>
    <dgm:cxn modelId="{752A2B80-B28F-4094-8818-0CD2056A0AB0}" type="presParOf" srcId="{2C6F9E9D-E018-4F34-857C-213A89B00744}" destId="{1C398D9F-E57F-4162-9451-886F7BDC6263}" srcOrd="0" destOrd="0" presId="urn:microsoft.com/office/officeart/2016/7/layout/RepeatingBendingProcessNew"/>
    <dgm:cxn modelId="{E14A8B45-ED19-4829-B6BB-FDE8DB3FC47A}" type="presParOf" srcId="{F52A5EAA-D2A7-487E-ABBA-71BAA7CDF1B4}" destId="{E6233184-BC49-48E8-BA58-57A9A662C8EB}" srcOrd="20" destOrd="0" presId="urn:microsoft.com/office/officeart/2016/7/layout/RepeatingBendingProcessNew"/>
    <dgm:cxn modelId="{A7447334-C31C-4F10-898C-E64CEDE7F827}" type="presParOf" srcId="{F52A5EAA-D2A7-487E-ABBA-71BAA7CDF1B4}" destId="{AE2D40FB-94F7-45A0-A40B-F7272D68889F}" srcOrd="21" destOrd="0" presId="urn:microsoft.com/office/officeart/2016/7/layout/RepeatingBendingProcessNew"/>
    <dgm:cxn modelId="{2CA54380-D7FB-42A0-A8EC-6DE94DE9F53D}" type="presParOf" srcId="{AE2D40FB-94F7-45A0-A40B-F7272D68889F}" destId="{FA00BD5D-4F8B-44D3-B09D-CBDCBFAA2F25}" srcOrd="0" destOrd="0" presId="urn:microsoft.com/office/officeart/2016/7/layout/RepeatingBendingProcessNew"/>
    <dgm:cxn modelId="{F0031E9F-40AA-4882-910B-89D0F94E4C6E}" type="presParOf" srcId="{F52A5EAA-D2A7-487E-ABBA-71BAA7CDF1B4}" destId="{8E7E32F6-CE7F-4D33-8E0C-2FC877CC3F62}" srcOrd="2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8D96DA3-D48E-4E12-8A9E-CADC4B72B4BF}" type="doc">
      <dgm:prSet loTypeId="urn:microsoft.com/office/officeart/2008/layout/LinedList" loCatId="list" qsTypeId="urn:microsoft.com/office/officeart/2005/8/quickstyle/simple4" qsCatId="simple" csTypeId="urn:microsoft.com/office/officeart/2005/8/colors/accent6_2" csCatId="accent6"/>
      <dgm:spPr/>
      <dgm:t>
        <a:bodyPr/>
        <a:lstStyle/>
        <a:p>
          <a:endParaRPr lang="en-US"/>
        </a:p>
      </dgm:t>
    </dgm:pt>
    <dgm:pt modelId="{B69355C0-E6E2-4FA5-9929-2A644424B436}">
      <dgm:prSet/>
      <dgm:spPr/>
      <dgm:t>
        <a:bodyPr/>
        <a:lstStyle/>
        <a:p>
          <a:r>
            <a:rPr lang="en-US"/>
            <a:t>It includes the category of accidents which is little complicated than of minor accidents.</a:t>
          </a:r>
        </a:p>
      </dgm:t>
    </dgm:pt>
    <dgm:pt modelId="{37D509B0-FD3C-451E-9576-248B594BE793}" type="parTrans" cxnId="{342F3D90-DE6A-40BD-8174-550CDBE9070C}">
      <dgm:prSet/>
      <dgm:spPr/>
      <dgm:t>
        <a:bodyPr/>
        <a:lstStyle/>
        <a:p>
          <a:endParaRPr lang="en-US"/>
        </a:p>
      </dgm:t>
    </dgm:pt>
    <dgm:pt modelId="{FF9CE9F7-74D4-40E7-8C68-1A92B8F6227E}" type="sibTrans" cxnId="{342F3D90-DE6A-40BD-8174-550CDBE9070C}">
      <dgm:prSet/>
      <dgm:spPr/>
      <dgm:t>
        <a:bodyPr/>
        <a:lstStyle/>
        <a:p>
          <a:endParaRPr lang="en-US"/>
        </a:p>
      </dgm:t>
    </dgm:pt>
    <dgm:pt modelId="{96B36C82-1676-4D57-A1A6-D147E02D6940}">
      <dgm:prSet/>
      <dgm:spPr/>
      <dgm:t>
        <a:bodyPr/>
        <a:lstStyle/>
        <a:p>
          <a:r>
            <a:rPr lang="en-US"/>
            <a:t>Here the  injuries caused to the worker prevent him from working for the period of 48 hours or more.</a:t>
          </a:r>
        </a:p>
      </dgm:t>
    </dgm:pt>
    <dgm:pt modelId="{DDCB9EDC-586E-41EC-AD1F-FB6CA81B17F5}" type="parTrans" cxnId="{B6885634-A95B-4CF3-8877-20F80C96EE9E}">
      <dgm:prSet/>
      <dgm:spPr/>
      <dgm:t>
        <a:bodyPr/>
        <a:lstStyle/>
        <a:p>
          <a:endParaRPr lang="en-US"/>
        </a:p>
      </dgm:t>
    </dgm:pt>
    <dgm:pt modelId="{5425C6E7-BA80-4125-9955-C7AA04D58E29}" type="sibTrans" cxnId="{B6885634-A95B-4CF3-8877-20F80C96EE9E}">
      <dgm:prSet/>
      <dgm:spPr/>
      <dgm:t>
        <a:bodyPr/>
        <a:lstStyle/>
        <a:p>
          <a:endParaRPr lang="en-US"/>
        </a:p>
      </dgm:t>
    </dgm:pt>
    <dgm:pt modelId="{32B899D5-6F54-4CAA-BA50-8FE256862BD7}">
      <dgm:prSet/>
      <dgm:spPr/>
      <dgm:t>
        <a:bodyPr/>
        <a:lstStyle/>
        <a:p>
          <a:r>
            <a:rPr lang="en-US"/>
            <a:t>Here supervisor is responsible to report to the higher management and arrange another worker so that the production could not be affected.</a:t>
          </a:r>
        </a:p>
      </dgm:t>
    </dgm:pt>
    <dgm:pt modelId="{6DF65358-84A9-43D4-AA10-DB9A2ED38B98}" type="parTrans" cxnId="{E4C3D727-4568-4DA9-84FB-383E3FE94747}">
      <dgm:prSet/>
      <dgm:spPr/>
      <dgm:t>
        <a:bodyPr/>
        <a:lstStyle/>
        <a:p>
          <a:endParaRPr lang="en-US"/>
        </a:p>
      </dgm:t>
    </dgm:pt>
    <dgm:pt modelId="{87E432C9-032A-4B6F-89A2-6AF28DA34B28}" type="sibTrans" cxnId="{E4C3D727-4568-4DA9-84FB-383E3FE94747}">
      <dgm:prSet/>
      <dgm:spPr/>
      <dgm:t>
        <a:bodyPr/>
        <a:lstStyle/>
        <a:p>
          <a:endParaRPr lang="en-US"/>
        </a:p>
      </dgm:t>
    </dgm:pt>
    <dgm:pt modelId="{8E577621-3462-4BC8-A113-E9D6408FBCBD}" type="pres">
      <dgm:prSet presAssocID="{A8D96DA3-D48E-4E12-8A9E-CADC4B72B4BF}" presName="vert0" presStyleCnt="0">
        <dgm:presLayoutVars>
          <dgm:dir/>
          <dgm:animOne val="branch"/>
          <dgm:animLvl val="lvl"/>
        </dgm:presLayoutVars>
      </dgm:prSet>
      <dgm:spPr/>
    </dgm:pt>
    <dgm:pt modelId="{F8C5DAB9-2FDC-4D4F-BE6D-4A2DC8334877}" type="pres">
      <dgm:prSet presAssocID="{B69355C0-E6E2-4FA5-9929-2A644424B436}" presName="thickLine" presStyleLbl="alignNode1" presStyleIdx="0" presStyleCnt="3"/>
      <dgm:spPr/>
    </dgm:pt>
    <dgm:pt modelId="{140473A4-69FE-4C78-9D4C-38018E6BC91E}" type="pres">
      <dgm:prSet presAssocID="{B69355C0-E6E2-4FA5-9929-2A644424B436}" presName="horz1" presStyleCnt="0"/>
      <dgm:spPr/>
    </dgm:pt>
    <dgm:pt modelId="{47203C18-41E3-4029-B38D-2CF791AD13E9}" type="pres">
      <dgm:prSet presAssocID="{B69355C0-E6E2-4FA5-9929-2A644424B436}" presName="tx1" presStyleLbl="revTx" presStyleIdx="0" presStyleCnt="3"/>
      <dgm:spPr/>
    </dgm:pt>
    <dgm:pt modelId="{36FD9D0F-C82D-4AA4-816F-58ECE43425D8}" type="pres">
      <dgm:prSet presAssocID="{B69355C0-E6E2-4FA5-9929-2A644424B436}" presName="vert1" presStyleCnt="0"/>
      <dgm:spPr/>
    </dgm:pt>
    <dgm:pt modelId="{FEED9E6C-0EE6-4818-A45A-9A7271ED00CE}" type="pres">
      <dgm:prSet presAssocID="{96B36C82-1676-4D57-A1A6-D147E02D6940}" presName="thickLine" presStyleLbl="alignNode1" presStyleIdx="1" presStyleCnt="3"/>
      <dgm:spPr/>
    </dgm:pt>
    <dgm:pt modelId="{0240F7CF-3202-48C2-8E50-0082835562F8}" type="pres">
      <dgm:prSet presAssocID="{96B36C82-1676-4D57-A1A6-D147E02D6940}" presName="horz1" presStyleCnt="0"/>
      <dgm:spPr/>
    </dgm:pt>
    <dgm:pt modelId="{73EC525B-8309-41DF-8C1F-79C0D4377735}" type="pres">
      <dgm:prSet presAssocID="{96B36C82-1676-4D57-A1A6-D147E02D6940}" presName="tx1" presStyleLbl="revTx" presStyleIdx="1" presStyleCnt="3"/>
      <dgm:spPr/>
    </dgm:pt>
    <dgm:pt modelId="{3E99CAD2-4592-49D5-A3C1-86238B0547CC}" type="pres">
      <dgm:prSet presAssocID="{96B36C82-1676-4D57-A1A6-D147E02D6940}" presName="vert1" presStyleCnt="0"/>
      <dgm:spPr/>
    </dgm:pt>
    <dgm:pt modelId="{19CD6B5F-741A-43BD-B5C3-869E1719FA2A}" type="pres">
      <dgm:prSet presAssocID="{32B899D5-6F54-4CAA-BA50-8FE256862BD7}" presName="thickLine" presStyleLbl="alignNode1" presStyleIdx="2" presStyleCnt="3"/>
      <dgm:spPr/>
    </dgm:pt>
    <dgm:pt modelId="{42136EAC-F8B3-4BB9-B06E-246FA95D7CBA}" type="pres">
      <dgm:prSet presAssocID="{32B899D5-6F54-4CAA-BA50-8FE256862BD7}" presName="horz1" presStyleCnt="0"/>
      <dgm:spPr/>
    </dgm:pt>
    <dgm:pt modelId="{DBE5A994-189B-48A6-BB73-86AC0AA6025C}" type="pres">
      <dgm:prSet presAssocID="{32B899D5-6F54-4CAA-BA50-8FE256862BD7}" presName="tx1" presStyleLbl="revTx" presStyleIdx="2" presStyleCnt="3"/>
      <dgm:spPr/>
    </dgm:pt>
    <dgm:pt modelId="{A5FF289D-FBD8-4EE3-823D-62AFDC16A77A}" type="pres">
      <dgm:prSet presAssocID="{32B899D5-6F54-4CAA-BA50-8FE256862BD7}" presName="vert1" presStyleCnt="0"/>
      <dgm:spPr/>
    </dgm:pt>
  </dgm:ptLst>
  <dgm:cxnLst>
    <dgm:cxn modelId="{E4C3D727-4568-4DA9-84FB-383E3FE94747}" srcId="{A8D96DA3-D48E-4E12-8A9E-CADC4B72B4BF}" destId="{32B899D5-6F54-4CAA-BA50-8FE256862BD7}" srcOrd="2" destOrd="0" parTransId="{6DF65358-84A9-43D4-AA10-DB9A2ED38B98}" sibTransId="{87E432C9-032A-4B6F-89A2-6AF28DA34B28}"/>
    <dgm:cxn modelId="{B6885634-A95B-4CF3-8877-20F80C96EE9E}" srcId="{A8D96DA3-D48E-4E12-8A9E-CADC4B72B4BF}" destId="{96B36C82-1676-4D57-A1A6-D147E02D6940}" srcOrd="1" destOrd="0" parTransId="{DDCB9EDC-586E-41EC-AD1F-FB6CA81B17F5}" sibTransId="{5425C6E7-BA80-4125-9955-C7AA04D58E29}"/>
    <dgm:cxn modelId="{D90A6C87-7F68-421D-984E-DAB60607A2BF}" type="presOf" srcId="{B69355C0-E6E2-4FA5-9929-2A644424B436}" destId="{47203C18-41E3-4029-B38D-2CF791AD13E9}" srcOrd="0" destOrd="0" presId="urn:microsoft.com/office/officeart/2008/layout/LinedList"/>
    <dgm:cxn modelId="{342F3D90-DE6A-40BD-8174-550CDBE9070C}" srcId="{A8D96DA3-D48E-4E12-8A9E-CADC4B72B4BF}" destId="{B69355C0-E6E2-4FA5-9929-2A644424B436}" srcOrd="0" destOrd="0" parTransId="{37D509B0-FD3C-451E-9576-248B594BE793}" sibTransId="{FF9CE9F7-74D4-40E7-8C68-1A92B8F6227E}"/>
    <dgm:cxn modelId="{0E9C12BF-EBA0-4864-BE7E-EC07549945E1}" type="presOf" srcId="{A8D96DA3-D48E-4E12-8A9E-CADC4B72B4BF}" destId="{8E577621-3462-4BC8-A113-E9D6408FBCBD}" srcOrd="0" destOrd="0" presId="urn:microsoft.com/office/officeart/2008/layout/LinedList"/>
    <dgm:cxn modelId="{06B65CCE-7593-4904-8833-23C6D158977E}" type="presOf" srcId="{32B899D5-6F54-4CAA-BA50-8FE256862BD7}" destId="{DBE5A994-189B-48A6-BB73-86AC0AA6025C}" srcOrd="0" destOrd="0" presId="urn:microsoft.com/office/officeart/2008/layout/LinedList"/>
    <dgm:cxn modelId="{FB739ED9-2F6B-4B7D-B8DF-61464029781D}" type="presOf" srcId="{96B36C82-1676-4D57-A1A6-D147E02D6940}" destId="{73EC525B-8309-41DF-8C1F-79C0D4377735}" srcOrd="0" destOrd="0" presId="urn:microsoft.com/office/officeart/2008/layout/LinedList"/>
    <dgm:cxn modelId="{2006B6D3-2875-4471-AFF9-2137F02BAE31}" type="presParOf" srcId="{8E577621-3462-4BC8-A113-E9D6408FBCBD}" destId="{F8C5DAB9-2FDC-4D4F-BE6D-4A2DC8334877}" srcOrd="0" destOrd="0" presId="urn:microsoft.com/office/officeart/2008/layout/LinedList"/>
    <dgm:cxn modelId="{5A151DA8-420D-44BC-8F17-2DEF920C020E}" type="presParOf" srcId="{8E577621-3462-4BC8-A113-E9D6408FBCBD}" destId="{140473A4-69FE-4C78-9D4C-38018E6BC91E}" srcOrd="1" destOrd="0" presId="urn:microsoft.com/office/officeart/2008/layout/LinedList"/>
    <dgm:cxn modelId="{69F8B069-22DD-4579-9B2D-F5D3CF54A7E7}" type="presParOf" srcId="{140473A4-69FE-4C78-9D4C-38018E6BC91E}" destId="{47203C18-41E3-4029-B38D-2CF791AD13E9}" srcOrd="0" destOrd="0" presId="urn:microsoft.com/office/officeart/2008/layout/LinedList"/>
    <dgm:cxn modelId="{4E745EB8-0F58-4F44-A94B-3506E3E154F0}" type="presParOf" srcId="{140473A4-69FE-4C78-9D4C-38018E6BC91E}" destId="{36FD9D0F-C82D-4AA4-816F-58ECE43425D8}" srcOrd="1" destOrd="0" presId="urn:microsoft.com/office/officeart/2008/layout/LinedList"/>
    <dgm:cxn modelId="{B4D6CBA2-BDAD-4DA9-92F0-B7577B6607C6}" type="presParOf" srcId="{8E577621-3462-4BC8-A113-E9D6408FBCBD}" destId="{FEED9E6C-0EE6-4818-A45A-9A7271ED00CE}" srcOrd="2" destOrd="0" presId="urn:microsoft.com/office/officeart/2008/layout/LinedList"/>
    <dgm:cxn modelId="{6AFA61B7-FBEB-4E82-958A-A55E1111729A}" type="presParOf" srcId="{8E577621-3462-4BC8-A113-E9D6408FBCBD}" destId="{0240F7CF-3202-48C2-8E50-0082835562F8}" srcOrd="3" destOrd="0" presId="urn:microsoft.com/office/officeart/2008/layout/LinedList"/>
    <dgm:cxn modelId="{D1ED8DC6-6C10-4B35-90D3-40C683B3F2DD}" type="presParOf" srcId="{0240F7CF-3202-48C2-8E50-0082835562F8}" destId="{73EC525B-8309-41DF-8C1F-79C0D4377735}" srcOrd="0" destOrd="0" presId="urn:microsoft.com/office/officeart/2008/layout/LinedList"/>
    <dgm:cxn modelId="{D6889EF3-7A0F-41B9-913D-2B98D1DAEB34}" type="presParOf" srcId="{0240F7CF-3202-48C2-8E50-0082835562F8}" destId="{3E99CAD2-4592-49D5-A3C1-86238B0547CC}" srcOrd="1" destOrd="0" presId="urn:microsoft.com/office/officeart/2008/layout/LinedList"/>
    <dgm:cxn modelId="{1F96D318-F6EF-4DD6-945D-9E523A05A836}" type="presParOf" srcId="{8E577621-3462-4BC8-A113-E9D6408FBCBD}" destId="{19CD6B5F-741A-43BD-B5C3-869E1719FA2A}" srcOrd="4" destOrd="0" presId="urn:microsoft.com/office/officeart/2008/layout/LinedList"/>
    <dgm:cxn modelId="{1848181C-05BB-40AD-9F42-EEE576968802}" type="presParOf" srcId="{8E577621-3462-4BC8-A113-E9D6408FBCBD}" destId="{42136EAC-F8B3-4BB9-B06E-246FA95D7CBA}" srcOrd="5" destOrd="0" presId="urn:microsoft.com/office/officeart/2008/layout/LinedList"/>
    <dgm:cxn modelId="{D17E6320-E8FB-49EA-A7DC-A378D492D242}" type="presParOf" srcId="{42136EAC-F8B3-4BB9-B06E-246FA95D7CBA}" destId="{DBE5A994-189B-48A6-BB73-86AC0AA6025C}" srcOrd="0" destOrd="0" presId="urn:microsoft.com/office/officeart/2008/layout/LinedList"/>
    <dgm:cxn modelId="{0C6C08C7-3531-484A-B645-E59FB19D03F9}" type="presParOf" srcId="{42136EAC-F8B3-4BB9-B06E-246FA95D7CBA}" destId="{A5FF289D-FBD8-4EE3-823D-62AFDC16A77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6961350-1E44-4EFA-95A2-4C95EE4B584C}"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1105523-0806-4D63-9F20-1AF5343F994A}">
      <dgm:prSet custT="1"/>
      <dgm:spPr/>
      <dgm:t>
        <a:bodyPr/>
        <a:lstStyle/>
        <a:p>
          <a:r>
            <a:rPr lang="en-US" sz="2000" dirty="0"/>
            <a:t>Management does not establish a comprehensive safety policy.</a:t>
          </a:r>
        </a:p>
      </dgm:t>
    </dgm:pt>
    <dgm:pt modelId="{1ED0893D-24DC-4390-9A94-A2C43DA4B6FA}" type="parTrans" cxnId="{97ECFB3F-06D7-48E9-838E-65558CFD9247}">
      <dgm:prSet/>
      <dgm:spPr/>
      <dgm:t>
        <a:bodyPr/>
        <a:lstStyle/>
        <a:p>
          <a:endParaRPr lang="en-US"/>
        </a:p>
      </dgm:t>
    </dgm:pt>
    <dgm:pt modelId="{3A11AC01-FA9A-45D6-9A89-FE09520FD976}" type="sibTrans" cxnId="{97ECFB3F-06D7-48E9-838E-65558CFD9247}">
      <dgm:prSet/>
      <dgm:spPr/>
      <dgm:t>
        <a:bodyPr/>
        <a:lstStyle/>
        <a:p>
          <a:endParaRPr lang="en-US"/>
        </a:p>
      </dgm:t>
    </dgm:pt>
    <dgm:pt modelId="{3ACD1AB1-41E2-4556-ABA1-19D55397A4FB}">
      <dgm:prSet custT="1"/>
      <dgm:spPr/>
      <dgm:t>
        <a:bodyPr/>
        <a:lstStyle/>
        <a:p>
          <a:r>
            <a:rPr lang="en-US" sz="2000" dirty="0"/>
            <a:t>Responsibility and authority with regard to safety are not clearly defined.</a:t>
          </a:r>
        </a:p>
      </dgm:t>
    </dgm:pt>
    <dgm:pt modelId="{2D68D7FE-49E2-4937-AE85-F6E2255BE461}" type="parTrans" cxnId="{57199258-D3B4-4594-B22B-7F4AD4A8950B}">
      <dgm:prSet/>
      <dgm:spPr/>
      <dgm:t>
        <a:bodyPr/>
        <a:lstStyle/>
        <a:p>
          <a:endParaRPr lang="en-US"/>
        </a:p>
      </dgm:t>
    </dgm:pt>
    <dgm:pt modelId="{0D71A969-69D9-4A30-B6D6-4A1012A7C222}" type="sibTrans" cxnId="{57199258-D3B4-4594-B22B-7F4AD4A8950B}">
      <dgm:prSet/>
      <dgm:spPr/>
      <dgm:t>
        <a:bodyPr/>
        <a:lstStyle/>
        <a:p>
          <a:endParaRPr lang="en-US"/>
        </a:p>
      </dgm:t>
    </dgm:pt>
    <dgm:pt modelId="{81BABC4D-B67D-43C2-B91F-4443BDF193E7}">
      <dgm:prSet custT="1"/>
      <dgm:spPr/>
      <dgm:t>
        <a:bodyPr/>
        <a:lstStyle/>
        <a:p>
          <a:r>
            <a:rPr lang="en-US" sz="2000" dirty="0"/>
            <a:t>Safety procedures such as measurement, inspection, correction and investigation are ignored or given insufficient attention.</a:t>
          </a:r>
        </a:p>
      </dgm:t>
    </dgm:pt>
    <dgm:pt modelId="{E9931417-5937-4AD5-9568-08A9D8C1B463}" type="parTrans" cxnId="{8F461C19-5D15-4251-BEE7-121890A0B3D9}">
      <dgm:prSet/>
      <dgm:spPr/>
      <dgm:t>
        <a:bodyPr/>
        <a:lstStyle/>
        <a:p>
          <a:endParaRPr lang="en-US"/>
        </a:p>
      </dgm:t>
    </dgm:pt>
    <dgm:pt modelId="{C1303AB4-F159-427C-A19E-4AA1399F86D1}" type="sibTrans" cxnId="{8F461C19-5D15-4251-BEE7-121890A0B3D9}">
      <dgm:prSet/>
      <dgm:spPr/>
      <dgm:t>
        <a:bodyPr/>
        <a:lstStyle/>
        <a:p>
          <a:endParaRPr lang="en-US"/>
        </a:p>
      </dgm:t>
    </dgm:pt>
    <dgm:pt modelId="{ED4E92AF-6F0F-4625-BDE9-28EF1FB204A1}">
      <dgm:prSet custT="1"/>
      <dgm:spPr/>
      <dgm:t>
        <a:bodyPr/>
        <a:lstStyle/>
        <a:p>
          <a:r>
            <a:rPr lang="en-US" sz="2000" dirty="0"/>
            <a:t>Employees do not receive proper orientation.</a:t>
          </a:r>
        </a:p>
      </dgm:t>
    </dgm:pt>
    <dgm:pt modelId="{CCBAE470-403A-45A9-B9A2-AF8A9FC3B756}" type="parTrans" cxnId="{35350CBA-62C5-479A-AE0D-E7800A26987C}">
      <dgm:prSet/>
      <dgm:spPr/>
      <dgm:t>
        <a:bodyPr/>
        <a:lstStyle/>
        <a:p>
          <a:endParaRPr lang="en-US"/>
        </a:p>
      </dgm:t>
    </dgm:pt>
    <dgm:pt modelId="{3E68D39F-B1A1-49B2-AC73-37CAE559C73E}" type="sibTrans" cxnId="{35350CBA-62C5-479A-AE0D-E7800A26987C}">
      <dgm:prSet/>
      <dgm:spPr/>
      <dgm:t>
        <a:bodyPr/>
        <a:lstStyle/>
        <a:p>
          <a:endParaRPr lang="en-US"/>
        </a:p>
      </dgm:t>
    </dgm:pt>
    <dgm:pt modelId="{873A42E1-E2C0-4919-B79F-065A0B40D2AC}">
      <dgm:prSet custT="1"/>
      <dgm:spPr/>
      <dgm:t>
        <a:bodyPr/>
        <a:lstStyle/>
        <a:p>
          <a:r>
            <a:rPr lang="en-US" sz="2000" dirty="0"/>
            <a:t>Employees are not given sufficient safety training.</a:t>
          </a:r>
        </a:p>
      </dgm:t>
    </dgm:pt>
    <dgm:pt modelId="{A61779FC-E057-418E-ABA2-5FF4A41E38D1}" type="parTrans" cxnId="{DA0CFDDB-0971-4D98-B332-F2F779F5F523}">
      <dgm:prSet/>
      <dgm:spPr/>
      <dgm:t>
        <a:bodyPr/>
        <a:lstStyle/>
        <a:p>
          <a:endParaRPr lang="en-US"/>
        </a:p>
      </dgm:t>
    </dgm:pt>
    <dgm:pt modelId="{BAACDCE8-3A8C-4F99-A6DF-701E2F40E100}" type="sibTrans" cxnId="{DA0CFDDB-0971-4D98-B332-F2F779F5F523}">
      <dgm:prSet/>
      <dgm:spPr/>
      <dgm:t>
        <a:bodyPr/>
        <a:lstStyle/>
        <a:p>
          <a:endParaRPr lang="en-US"/>
        </a:p>
      </dgm:t>
    </dgm:pt>
    <dgm:pt modelId="{2332EF49-CC9F-4B2A-A97E-95D6BC51B32E}" type="pres">
      <dgm:prSet presAssocID="{46961350-1E44-4EFA-95A2-4C95EE4B584C}" presName="root" presStyleCnt="0">
        <dgm:presLayoutVars>
          <dgm:dir/>
          <dgm:resizeHandles val="exact"/>
        </dgm:presLayoutVars>
      </dgm:prSet>
      <dgm:spPr/>
    </dgm:pt>
    <dgm:pt modelId="{DA386DA3-63A5-4637-8E34-E0476DBE4A17}" type="pres">
      <dgm:prSet presAssocID="{46961350-1E44-4EFA-95A2-4C95EE4B584C}" presName="container" presStyleCnt="0">
        <dgm:presLayoutVars>
          <dgm:dir/>
          <dgm:resizeHandles val="exact"/>
        </dgm:presLayoutVars>
      </dgm:prSet>
      <dgm:spPr/>
    </dgm:pt>
    <dgm:pt modelId="{C99DEBDE-5B8F-446D-935B-429A3C27B944}" type="pres">
      <dgm:prSet presAssocID="{51105523-0806-4D63-9F20-1AF5343F994A}" presName="compNode" presStyleCnt="0"/>
      <dgm:spPr/>
    </dgm:pt>
    <dgm:pt modelId="{E367C4FF-ECA4-4D40-AD43-657FA07B9B3B}" type="pres">
      <dgm:prSet presAssocID="{51105523-0806-4D63-9F20-1AF5343F994A}" presName="iconBgRect" presStyleLbl="bgShp" presStyleIdx="0" presStyleCnt="5" custScaleX="132277" custLinFactX="-30672" custLinFactNeighborX="-100000" custLinFactNeighborY="3715"/>
      <dgm:spPr/>
    </dgm:pt>
    <dgm:pt modelId="{E6FB3AD9-5B75-429A-AC6A-BD8E050DF574}" type="pres">
      <dgm:prSet presAssocID="{51105523-0806-4D63-9F20-1AF5343F994A}" presName="iconRect" presStyleLbl="node1" presStyleIdx="0" presStyleCnt="5" custScaleX="132277" custLinFactX="-100000" custLinFactNeighborX="-124679"/>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81701341-916F-49B1-B069-0105F61A4189}" type="pres">
      <dgm:prSet presAssocID="{51105523-0806-4D63-9F20-1AF5343F994A}" presName="spaceRect" presStyleCnt="0"/>
      <dgm:spPr/>
    </dgm:pt>
    <dgm:pt modelId="{D6256884-917E-4AB9-B71C-9384000985E2}" type="pres">
      <dgm:prSet presAssocID="{51105523-0806-4D63-9F20-1AF5343F994A}" presName="textRect" presStyleLbl="revTx" presStyleIdx="0" presStyleCnt="5" custScaleX="137151" custLinFactNeighborX="-27171" custLinFactNeighborY="3715">
        <dgm:presLayoutVars>
          <dgm:chMax val="1"/>
          <dgm:chPref val="1"/>
        </dgm:presLayoutVars>
      </dgm:prSet>
      <dgm:spPr/>
    </dgm:pt>
    <dgm:pt modelId="{50A73A5D-91DD-4EF8-BA92-7E9B67EA164C}" type="pres">
      <dgm:prSet presAssocID="{3A11AC01-FA9A-45D6-9A89-FE09520FD976}" presName="sibTrans" presStyleLbl="sibTrans2D1" presStyleIdx="0" presStyleCnt="0"/>
      <dgm:spPr/>
    </dgm:pt>
    <dgm:pt modelId="{670D5C34-40FB-4A48-994E-0AB9AB4DB827}" type="pres">
      <dgm:prSet presAssocID="{3ACD1AB1-41E2-4556-ABA1-19D55397A4FB}" presName="compNode" presStyleCnt="0"/>
      <dgm:spPr/>
    </dgm:pt>
    <dgm:pt modelId="{86D3F5C3-A26C-4A2F-A579-EB1171431A2E}" type="pres">
      <dgm:prSet presAssocID="{3ACD1AB1-41E2-4556-ABA1-19D55397A4FB}" presName="iconBgRect" presStyleLbl="bgShp" presStyleIdx="1" presStyleCnt="5" custScaleX="132277"/>
      <dgm:spPr/>
    </dgm:pt>
    <dgm:pt modelId="{D242D134-FBDC-4A8F-9291-FE35BB376BA0}" type="pres">
      <dgm:prSet presAssocID="{3ACD1AB1-41E2-4556-ABA1-19D55397A4FB}" presName="iconRect" presStyleLbl="node1" presStyleIdx="1" presStyleCnt="5" custScaleX="13227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udge"/>
        </a:ext>
      </dgm:extLst>
    </dgm:pt>
    <dgm:pt modelId="{AB868818-5A9F-463D-99E3-4ADEB51EBF22}" type="pres">
      <dgm:prSet presAssocID="{3ACD1AB1-41E2-4556-ABA1-19D55397A4FB}" presName="spaceRect" presStyleCnt="0"/>
      <dgm:spPr/>
    </dgm:pt>
    <dgm:pt modelId="{8294ACE0-D6D4-4A67-9E3C-89DD288BD367}" type="pres">
      <dgm:prSet presAssocID="{3ACD1AB1-41E2-4556-ABA1-19D55397A4FB}" presName="textRect" presStyleLbl="revTx" presStyleIdx="1" presStyleCnt="5" custScaleX="132277" custLinFactNeighborX="35439" custLinFactNeighborY="29445">
        <dgm:presLayoutVars>
          <dgm:chMax val="1"/>
          <dgm:chPref val="1"/>
        </dgm:presLayoutVars>
      </dgm:prSet>
      <dgm:spPr/>
    </dgm:pt>
    <dgm:pt modelId="{3232D999-D54D-4EDD-AE63-DA149C24459C}" type="pres">
      <dgm:prSet presAssocID="{0D71A969-69D9-4A30-B6D6-4A1012A7C222}" presName="sibTrans" presStyleLbl="sibTrans2D1" presStyleIdx="0" presStyleCnt="0"/>
      <dgm:spPr/>
    </dgm:pt>
    <dgm:pt modelId="{6E093B1C-987F-49C4-B955-BBB04406AD98}" type="pres">
      <dgm:prSet presAssocID="{81BABC4D-B67D-43C2-B91F-4443BDF193E7}" presName="compNode" presStyleCnt="0"/>
      <dgm:spPr/>
    </dgm:pt>
    <dgm:pt modelId="{986BA8EF-3A5C-4F01-A326-75A904AE1226}" type="pres">
      <dgm:prSet presAssocID="{81BABC4D-B67D-43C2-B91F-4443BDF193E7}" presName="iconBgRect" presStyleLbl="bgShp" presStyleIdx="2" presStyleCnt="5" custScaleX="132277" custLinFactX="-16948" custLinFactNeighborX="-100000" custLinFactNeighborY="2823"/>
      <dgm:spPr/>
    </dgm:pt>
    <dgm:pt modelId="{7B64DE5B-96AC-4D82-BBEC-18D9A091CA1F}" type="pres">
      <dgm:prSet presAssocID="{81BABC4D-B67D-43C2-B91F-4443BDF193E7}" presName="iconRect" presStyleLbl="node1" presStyleIdx="2" presStyleCnt="5" custScaleX="132277" custLinFactX="-77404" custLinFactNeighborX="-100000" custLinFactNeighborY="-849"/>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8F6AA68F-9124-4B86-A3B4-7D985218329F}" type="pres">
      <dgm:prSet presAssocID="{81BABC4D-B67D-43C2-B91F-4443BDF193E7}" presName="spaceRect" presStyleCnt="0"/>
      <dgm:spPr/>
    </dgm:pt>
    <dgm:pt modelId="{8B966F64-6DFC-45F3-BB7F-0949F4F0D846}" type="pres">
      <dgm:prSet presAssocID="{81BABC4D-B67D-43C2-B91F-4443BDF193E7}" presName="textRect" presStyleLbl="revTx" presStyleIdx="2" presStyleCnt="5" custScaleX="187602">
        <dgm:presLayoutVars>
          <dgm:chMax val="1"/>
          <dgm:chPref val="1"/>
        </dgm:presLayoutVars>
      </dgm:prSet>
      <dgm:spPr/>
    </dgm:pt>
    <dgm:pt modelId="{28465178-4330-439C-AE31-EA404A1E742F}" type="pres">
      <dgm:prSet presAssocID="{C1303AB4-F159-427C-A19E-4AA1399F86D1}" presName="sibTrans" presStyleLbl="sibTrans2D1" presStyleIdx="0" presStyleCnt="0"/>
      <dgm:spPr/>
    </dgm:pt>
    <dgm:pt modelId="{1A836EE6-7B71-44A7-B2AF-438DB98D9353}" type="pres">
      <dgm:prSet presAssocID="{ED4E92AF-6F0F-4625-BDE9-28EF1FB204A1}" presName="compNode" presStyleCnt="0"/>
      <dgm:spPr/>
    </dgm:pt>
    <dgm:pt modelId="{FB4ABB91-3B37-42B5-8067-FDE2F19CAABA}" type="pres">
      <dgm:prSet presAssocID="{ED4E92AF-6F0F-4625-BDE9-28EF1FB204A1}" presName="iconBgRect" presStyleLbl="bgShp" presStyleIdx="3" presStyleCnt="5" custScaleX="132277" custLinFactNeighborX="76852" custLinFactNeighborY="-493"/>
      <dgm:spPr/>
    </dgm:pt>
    <dgm:pt modelId="{6679DAAB-A89D-4B4C-A9CE-F31B612CB922}" type="pres">
      <dgm:prSet presAssocID="{ED4E92AF-6F0F-4625-BDE9-28EF1FB204A1}" presName="iconRect" presStyleLbl="node1" presStyleIdx="3" presStyleCnt="5" custScaleX="132277" custLinFactX="35383" custLinFactNeighborX="100000" custLinFactNeighborY="-849"/>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oup"/>
        </a:ext>
      </dgm:extLst>
    </dgm:pt>
    <dgm:pt modelId="{07B1EBBD-BE6F-4C3A-98CF-5FC333DBF9CA}" type="pres">
      <dgm:prSet presAssocID="{ED4E92AF-6F0F-4625-BDE9-28EF1FB204A1}" presName="spaceRect" presStyleCnt="0"/>
      <dgm:spPr/>
    </dgm:pt>
    <dgm:pt modelId="{C5D52C85-895C-4C0F-B832-FA06B3883A6F}" type="pres">
      <dgm:prSet presAssocID="{ED4E92AF-6F0F-4625-BDE9-28EF1FB204A1}" presName="textRect" presStyleLbl="revTx" presStyleIdx="3" presStyleCnt="5" custScaleX="132277" custLinFactNeighborX="72968" custLinFactNeighborY="-11029">
        <dgm:presLayoutVars>
          <dgm:chMax val="1"/>
          <dgm:chPref val="1"/>
        </dgm:presLayoutVars>
      </dgm:prSet>
      <dgm:spPr/>
    </dgm:pt>
    <dgm:pt modelId="{2460FA30-FAA1-4229-B78E-8755900FD2A2}" type="pres">
      <dgm:prSet presAssocID="{3E68D39F-B1A1-49B2-AC73-37CAE559C73E}" presName="sibTrans" presStyleLbl="sibTrans2D1" presStyleIdx="0" presStyleCnt="0"/>
      <dgm:spPr/>
    </dgm:pt>
    <dgm:pt modelId="{AC83E44C-41D8-461B-ACD3-D5327E5CC88B}" type="pres">
      <dgm:prSet presAssocID="{873A42E1-E2C0-4919-B79F-065A0B40D2AC}" presName="compNode" presStyleCnt="0"/>
      <dgm:spPr/>
    </dgm:pt>
    <dgm:pt modelId="{05011F91-9E39-4416-A5D2-6CB24490E25A}" type="pres">
      <dgm:prSet presAssocID="{873A42E1-E2C0-4919-B79F-065A0B40D2AC}" presName="iconBgRect" presStyleLbl="bgShp" presStyleIdx="4" presStyleCnt="5" custScaleX="132277"/>
      <dgm:spPr/>
    </dgm:pt>
    <dgm:pt modelId="{485E44F3-AA81-4D4D-9272-4949C3DAE7F4}" type="pres">
      <dgm:prSet presAssocID="{873A42E1-E2C0-4919-B79F-065A0B40D2AC}" presName="iconRect" presStyleLbl="node1" presStyleIdx="4" presStyleCnt="5" custScaleX="13227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struction Worker"/>
        </a:ext>
      </dgm:extLst>
    </dgm:pt>
    <dgm:pt modelId="{716C5D13-36E8-4747-BEB0-B17578140738}" type="pres">
      <dgm:prSet presAssocID="{873A42E1-E2C0-4919-B79F-065A0B40D2AC}" presName="spaceRect" presStyleCnt="0"/>
      <dgm:spPr/>
    </dgm:pt>
    <dgm:pt modelId="{57251D67-8DB2-4FBC-BD43-8AC8C339C375}" type="pres">
      <dgm:prSet presAssocID="{873A42E1-E2C0-4919-B79F-065A0B40D2AC}" presName="textRect" presStyleLbl="revTx" presStyleIdx="4" presStyleCnt="5" custScaleX="132277" custLinFactNeighborX="22543" custLinFactNeighborY="11714">
        <dgm:presLayoutVars>
          <dgm:chMax val="1"/>
          <dgm:chPref val="1"/>
        </dgm:presLayoutVars>
      </dgm:prSet>
      <dgm:spPr/>
    </dgm:pt>
  </dgm:ptLst>
  <dgm:cxnLst>
    <dgm:cxn modelId="{82CD750D-EAB7-4918-8776-067F18D0265E}" type="presOf" srcId="{3ACD1AB1-41E2-4556-ABA1-19D55397A4FB}" destId="{8294ACE0-D6D4-4A67-9E3C-89DD288BD367}" srcOrd="0" destOrd="0" presId="urn:microsoft.com/office/officeart/2018/2/layout/IconCircleList"/>
    <dgm:cxn modelId="{FE91C618-69D1-4BBD-95FE-25D16F143956}" type="presOf" srcId="{873A42E1-E2C0-4919-B79F-065A0B40D2AC}" destId="{57251D67-8DB2-4FBC-BD43-8AC8C339C375}" srcOrd="0" destOrd="0" presId="urn:microsoft.com/office/officeart/2018/2/layout/IconCircleList"/>
    <dgm:cxn modelId="{8F461C19-5D15-4251-BEE7-121890A0B3D9}" srcId="{46961350-1E44-4EFA-95A2-4C95EE4B584C}" destId="{81BABC4D-B67D-43C2-B91F-4443BDF193E7}" srcOrd="2" destOrd="0" parTransId="{E9931417-5937-4AD5-9568-08A9D8C1B463}" sibTransId="{C1303AB4-F159-427C-A19E-4AA1399F86D1}"/>
    <dgm:cxn modelId="{13A4EE31-3259-4316-8B43-9A2859AA711A}" type="presOf" srcId="{46961350-1E44-4EFA-95A2-4C95EE4B584C}" destId="{2332EF49-CC9F-4B2A-A97E-95D6BC51B32E}" srcOrd="0" destOrd="0" presId="urn:microsoft.com/office/officeart/2018/2/layout/IconCircleList"/>
    <dgm:cxn modelId="{97ECFB3F-06D7-48E9-838E-65558CFD9247}" srcId="{46961350-1E44-4EFA-95A2-4C95EE4B584C}" destId="{51105523-0806-4D63-9F20-1AF5343F994A}" srcOrd="0" destOrd="0" parTransId="{1ED0893D-24DC-4390-9A94-A2C43DA4B6FA}" sibTransId="{3A11AC01-FA9A-45D6-9A89-FE09520FD976}"/>
    <dgm:cxn modelId="{A65F4E4C-3430-4D9A-B1CF-249EC04EF3FA}" type="presOf" srcId="{3A11AC01-FA9A-45D6-9A89-FE09520FD976}" destId="{50A73A5D-91DD-4EF8-BA92-7E9B67EA164C}" srcOrd="0" destOrd="0" presId="urn:microsoft.com/office/officeart/2018/2/layout/IconCircleList"/>
    <dgm:cxn modelId="{0744FF71-C8CE-4947-8185-CC630951A88D}" type="presOf" srcId="{C1303AB4-F159-427C-A19E-4AA1399F86D1}" destId="{28465178-4330-439C-AE31-EA404A1E742F}" srcOrd="0" destOrd="0" presId="urn:microsoft.com/office/officeart/2018/2/layout/IconCircleList"/>
    <dgm:cxn modelId="{57199258-D3B4-4594-B22B-7F4AD4A8950B}" srcId="{46961350-1E44-4EFA-95A2-4C95EE4B584C}" destId="{3ACD1AB1-41E2-4556-ABA1-19D55397A4FB}" srcOrd="1" destOrd="0" parTransId="{2D68D7FE-49E2-4937-AE85-F6E2255BE461}" sibTransId="{0D71A969-69D9-4A30-B6D6-4A1012A7C222}"/>
    <dgm:cxn modelId="{35350CBA-62C5-479A-AE0D-E7800A26987C}" srcId="{46961350-1E44-4EFA-95A2-4C95EE4B584C}" destId="{ED4E92AF-6F0F-4625-BDE9-28EF1FB204A1}" srcOrd="3" destOrd="0" parTransId="{CCBAE470-403A-45A9-B9A2-AF8A9FC3B756}" sibTransId="{3E68D39F-B1A1-49B2-AC73-37CAE559C73E}"/>
    <dgm:cxn modelId="{F2C879C2-22BA-408C-90DC-CE205C9E11AE}" type="presOf" srcId="{ED4E92AF-6F0F-4625-BDE9-28EF1FB204A1}" destId="{C5D52C85-895C-4C0F-B832-FA06B3883A6F}" srcOrd="0" destOrd="0" presId="urn:microsoft.com/office/officeart/2018/2/layout/IconCircleList"/>
    <dgm:cxn modelId="{248357CE-BAC7-460E-B63E-787044F4A909}" type="presOf" srcId="{81BABC4D-B67D-43C2-B91F-4443BDF193E7}" destId="{8B966F64-6DFC-45F3-BB7F-0949F4F0D846}" srcOrd="0" destOrd="0" presId="urn:microsoft.com/office/officeart/2018/2/layout/IconCircleList"/>
    <dgm:cxn modelId="{DA0CFDDB-0971-4D98-B332-F2F779F5F523}" srcId="{46961350-1E44-4EFA-95A2-4C95EE4B584C}" destId="{873A42E1-E2C0-4919-B79F-065A0B40D2AC}" srcOrd="4" destOrd="0" parTransId="{A61779FC-E057-418E-ABA2-5FF4A41E38D1}" sibTransId="{BAACDCE8-3A8C-4F99-A6DF-701E2F40E100}"/>
    <dgm:cxn modelId="{5A64F2E2-3667-434F-91A3-4FC9394DE68E}" type="presOf" srcId="{3E68D39F-B1A1-49B2-AC73-37CAE559C73E}" destId="{2460FA30-FAA1-4229-B78E-8755900FD2A2}" srcOrd="0" destOrd="0" presId="urn:microsoft.com/office/officeart/2018/2/layout/IconCircleList"/>
    <dgm:cxn modelId="{8991ACE9-1B0F-4372-8D97-750951F331A5}" type="presOf" srcId="{0D71A969-69D9-4A30-B6D6-4A1012A7C222}" destId="{3232D999-D54D-4EDD-AE63-DA149C24459C}" srcOrd="0" destOrd="0" presId="urn:microsoft.com/office/officeart/2018/2/layout/IconCircleList"/>
    <dgm:cxn modelId="{5E7305F4-7DB3-4F37-923C-741263FCAF40}" type="presOf" srcId="{51105523-0806-4D63-9F20-1AF5343F994A}" destId="{D6256884-917E-4AB9-B71C-9384000985E2}" srcOrd="0" destOrd="0" presId="urn:microsoft.com/office/officeart/2018/2/layout/IconCircleList"/>
    <dgm:cxn modelId="{7D3B4D73-2A7B-4389-8E73-2388786AC881}" type="presParOf" srcId="{2332EF49-CC9F-4B2A-A97E-95D6BC51B32E}" destId="{DA386DA3-63A5-4637-8E34-E0476DBE4A17}" srcOrd="0" destOrd="0" presId="urn:microsoft.com/office/officeart/2018/2/layout/IconCircleList"/>
    <dgm:cxn modelId="{ABD0FA7C-812A-40BC-B9E8-B8E93C7C64B5}" type="presParOf" srcId="{DA386DA3-63A5-4637-8E34-E0476DBE4A17}" destId="{C99DEBDE-5B8F-446D-935B-429A3C27B944}" srcOrd="0" destOrd="0" presId="urn:microsoft.com/office/officeart/2018/2/layout/IconCircleList"/>
    <dgm:cxn modelId="{F2F26AD3-F002-4410-BF41-C15290BA0E31}" type="presParOf" srcId="{C99DEBDE-5B8F-446D-935B-429A3C27B944}" destId="{E367C4FF-ECA4-4D40-AD43-657FA07B9B3B}" srcOrd="0" destOrd="0" presId="urn:microsoft.com/office/officeart/2018/2/layout/IconCircleList"/>
    <dgm:cxn modelId="{234A693E-0056-4C85-B79F-876FC86EB27F}" type="presParOf" srcId="{C99DEBDE-5B8F-446D-935B-429A3C27B944}" destId="{E6FB3AD9-5B75-429A-AC6A-BD8E050DF574}" srcOrd="1" destOrd="0" presId="urn:microsoft.com/office/officeart/2018/2/layout/IconCircleList"/>
    <dgm:cxn modelId="{F8C83E87-21D4-4A41-8942-3F6E17055969}" type="presParOf" srcId="{C99DEBDE-5B8F-446D-935B-429A3C27B944}" destId="{81701341-916F-49B1-B069-0105F61A4189}" srcOrd="2" destOrd="0" presId="urn:microsoft.com/office/officeart/2018/2/layout/IconCircleList"/>
    <dgm:cxn modelId="{12DEA9BB-885E-457A-A379-2DD7570E5727}" type="presParOf" srcId="{C99DEBDE-5B8F-446D-935B-429A3C27B944}" destId="{D6256884-917E-4AB9-B71C-9384000985E2}" srcOrd="3" destOrd="0" presId="urn:microsoft.com/office/officeart/2018/2/layout/IconCircleList"/>
    <dgm:cxn modelId="{B07E3CFC-8F3D-4B37-BE76-A5CC5A322867}" type="presParOf" srcId="{DA386DA3-63A5-4637-8E34-E0476DBE4A17}" destId="{50A73A5D-91DD-4EF8-BA92-7E9B67EA164C}" srcOrd="1" destOrd="0" presId="urn:microsoft.com/office/officeart/2018/2/layout/IconCircleList"/>
    <dgm:cxn modelId="{6A40AE88-1A5A-4B0A-9F6C-5508EE2C8824}" type="presParOf" srcId="{DA386DA3-63A5-4637-8E34-E0476DBE4A17}" destId="{670D5C34-40FB-4A48-994E-0AB9AB4DB827}" srcOrd="2" destOrd="0" presId="urn:microsoft.com/office/officeart/2018/2/layout/IconCircleList"/>
    <dgm:cxn modelId="{3E95FD8D-6FC2-4C5D-8076-3D1421FD3A47}" type="presParOf" srcId="{670D5C34-40FB-4A48-994E-0AB9AB4DB827}" destId="{86D3F5C3-A26C-4A2F-A579-EB1171431A2E}" srcOrd="0" destOrd="0" presId="urn:microsoft.com/office/officeart/2018/2/layout/IconCircleList"/>
    <dgm:cxn modelId="{DA954163-C17E-4D77-B933-AD061D7820C1}" type="presParOf" srcId="{670D5C34-40FB-4A48-994E-0AB9AB4DB827}" destId="{D242D134-FBDC-4A8F-9291-FE35BB376BA0}" srcOrd="1" destOrd="0" presId="urn:microsoft.com/office/officeart/2018/2/layout/IconCircleList"/>
    <dgm:cxn modelId="{AEF9454E-828E-4B13-93E4-C8D527745D30}" type="presParOf" srcId="{670D5C34-40FB-4A48-994E-0AB9AB4DB827}" destId="{AB868818-5A9F-463D-99E3-4ADEB51EBF22}" srcOrd="2" destOrd="0" presId="urn:microsoft.com/office/officeart/2018/2/layout/IconCircleList"/>
    <dgm:cxn modelId="{A3354B26-898B-46A7-B70C-80A5ED737EE1}" type="presParOf" srcId="{670D5C34-40FB-4A48-994E-0AB9AB4DB827}" destId="{8294ACE0-D6D4-4A67-9E3C-89DD288BD367}" srcOrd="3" destOrd="0" presId="urn:microsoft.com/office/officeart/2018/2/layout/IconCircleList"/>
    <dgm:cxn modelId="{84BB844E-F64D-42CB-AEA8-A192E2B9EE6C}" type="presParOf" srcId="{DA386DA3-63A5-4637-8E34-E0476DBE4A17}" destId="{3232D999-D54D-4EDD-AE63-DA149C24459C}" srcOrd="3" destOrd="0" presId="urn:microsoft.com/office/officeart/2018/2/layout/IconCircleList"/>
    <dgm:cxn modelId="{D3A62D05-7A50-47A9-BC4E-36A927D4EB58}" type="presParOf" srcId="{DA386DA3-63A5-4637-8E34-E0476DBE4A17}" destId="{6E093B1C-987F-49C4-B955-BBB04406AD98}" srcOrd="4" destOrd="0" presId="urn:microsoft.com/office/officeart/2018/2/layout/IconCircleList"/>
    <dgm:cxn modelId="{53B6B8E5-059B-4F61-A411-AEADB98E2C51}" type="presParOf" srcId="{6E093B1C-987F-49C4-B955-BBB04406AD98}" destId="{986BA8EF-3A5C-4F01-A326-75A904AE1226}" srcOrd="0" destOrd="0" presId="urn:microsoft.com/office/officeart/2018/2/layout/IconCircleList"/>
    <dgm:cxn modelId="{408125E2-36BB-4C01-8F7A-05BFCB6E92B0}" type="presParOf" srcId="{6E093B1C-987F-49C4-B955-BBB04406AD98}" destId="{7B64DE5B-96AC-4D82-BBEC-18D9A091CA1F}" srcOrd="1" destOrd="0" presId="urn:microsoft.com/office/officeart/2018/2/layout/IconCircleList"/>
    <dgm:cxn modelId="{34D6CDCA-92F1-457B-93D5-87719DBD66D9}" type="presParOf" srcId="{6E093B1C-987F-49C4-B955-BBB04406AD98}" destId="{8F6AA68F-9124-4B86-A3B4-7D985218329F}" srcOrd="2" destOrd="0" presId="urn:microsoft.com/office/officeart/2018/2/layout/IconCircleList"/>
    <dgm:cxn modelId="{99CFCCFF-EA8E-4E10-B961-C35B3C730A52}" type="presParOf" srcId="{6E093B1C-987F-49C4-B955-BBB04406AD98}" destId="{8B966F64-6DFC-45F3-BB7F-0949F4F0D846}" srcOrd="3" destOrd="0" presId="urn:microsoft.com/office/officeart/2018/2/layout/IconCircleList"/>
    <dgm:cxn modelId="{9648CD71-3E10-4633-AF0C-FA7584AD1782}" type="presParOf" srcId="{DA386DA3-63A5-4637-8E34-E0476DBE4A17}" destId="{28465178-4330-439C-AE31-EA404A1E742F}" srcOrd="5" destOrd="0" presId="urn:microsoft.com/office/officeart/2018/2/layout/IconCircleList"/>
    <dgm:cxn modelId="{636FEF67-EA95-4462-90C2-05C504F23BFC}" type="presParOf" srcId="{DA386DA3-63A5-4637-8E34-E0476DBE4A17}" destId="{1A836EE6-7B71-44A7-B2AF-438DB98D9353}" srcOrd="6" destOrd="0" presId="urn:microsoft.com/office/officeart/2018/2/layout/IconCircleList"/>
    <dgm:cxn modelId="{800575FF-3F45-488E-A93C-17468C0A9F8E}" type="presParOf" srcId="{1A836EE6-7B71-44A7-B2AF-438DB98D9353}" destId="{FB4ABB91-3B37-42B5-8067-FDE2F19CAABA}" srcOrd="0" destOrd="0" presId="urn:microsoft.com/office/officeart/2018/2/layout/IconCircleList"/>
    <dgm:cxn modelId="{E4296764-9BEB-4338-932B-944D87F4D61F}" type="presParOf" srcId="{1A836EE6-7B71-44A7-B2AF-438DB98D9353}" destId="{6679DAAB-A89D-4B4C-A9CE-F31B612CB922}" srcOrd="1" destOrd="0" presId="urn:microsoft.com/office/officeart/2018/2/layout/IconCircleList"/>
    <dgm:cxn modelId="{E8F1A6E6-4662-43E2-8131-387838E023BE}" type="presParOf" srcId="{1A836EE6-7B71-44A7-B2AF-438DB98D9353}" destId="{07B1EBBD-BE6F-4C3A-98CF-5FC333DBF9CA}" srcOrd="2" destOrd="0" presId="urn:microsoft.com/office/officeart/2018/2/layout/IconCircleList"/>
    <dgm:cxn modelId="{FF542B0E-6693-43D7-8CAB-CE8116599ECB}" type="presParOf" srcId="{1A836EE6-7B71-44A7-B2AF-438DB98D9353}" destId="{C5D52C85-895C-4C0F-B832-FA06B3883A6F}" srcOrd="3" destOrd="0" presId="urn:microsoft.com/office/officeart/2018/2/layout/IconCircleList"/>
    <dgm:cxn modelId="{EB48056E-AA5A-4A6E-A524-05916FC3E7BF}" type="presParOf" srcId="{DA386DA3-63A5-4637-8E34-E0476DBE4A17}" destId="{2460FA30-FAA1-4229-B78E-8755900FD2A2}" srcOrd="7" destOrd="0" presId="urn:microsoft.com/office/officeart/2018/2/layout/IconCircleList"/>
    <dgm:cxn modelId="{B3585381-C809-429D-8A1D-077C31E9EF63}" type="presParOf" srcId="{DA386DA3-63A5-4637-8E34-E0476DBE4A17}" destId="{AC83E44C-41D8-461B-ACD3-D5327E5CC88B}" srcOrd="8" destOrd="0" presId="urn:microsoft.com/office/officeart/2018/2/layout/IconCircleList"/>
    <dgm:cxn modelId="{3149EFC1-0E7B-4E43-BB08-E690278025D9}" type="presParOf" srcId="{AC83E44C-41D8-461B-ACD3-D5327E5CC88B}" destId="{05011F91-9E39-4416-A5D2-6CB24490E25A}" srcOrd="0" destOrd="0" presId="urn:microsoft.com/office/officeart/2018/2/layout/IconCircleList"/>
    <dgm:cxn modelId="{0BCA9785-E40E-4C72-AC07-DAAF73824E2A}" type="presParOf" srcId="{AC83E44C-41D8-461B-ACD3-D5327E5CC88B}" destId="{485E44F3-AA81-4D4D-9272-4949C3DAE7F4}" srcOrd="1" destOrd="0" presId="urn:microsoft.com/office/officeart/2018/2/layout/IconCircleList"/>
    <dgm:cxn modelId="{02F96ABD-033B-42BD-94DE-83B6CF878E29}" type="presParOf" srcId="{AC83E44C-41D8-461B-ACD3-D5327E5CC88B}" destId="{716C5D13-36E8-4747-BEB0-B17578140738}" srcOrd="2" destOrd="0" presId="urn:microsoft.com/office/officeart/2018/2/layout/IconCircleList"/>
    <dgm:cxn modelId="{452FEFA2-A4AA-49F0-AF79-2940CCB6D7A9}" type="presParOf" srcId="{AC83E44C-41D8-461B-ACD3-D5327E5CC88B}" destId="{57251D67-8DB2-4FBC-BD43-8AC8C339C37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B847109-1C71-4EC5-BC48-FB76C7A1114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D98EA08-4EC8-49BB-9A3E-1FEFAD1660E6}">
      <dgm:prSet/>
      <dgm:spPr/>
      <dgm:t>
        <a:bodyPr/>
        <a:lstStyle/>
        <a:p>
          <a:r>
            <a:rPr lang="en-GB" b="1" dirty="0">
              <a:solidFill>
                <a:schemeClr val="tx1"/>
              </a:solidFill>
            </a:rPr>
            <a:t>AGENT : Hazardous conditions, actions, exposures ( </a:t>
          </a:r>
          <a:r>
            <a:rPr lang="en-GB" b="1" dirty="0" err="1">
              <a:solidFill>
                <a:schemeClr val="tx1"/>
              </a:solidFill>
            </a:rPr>
            <a:t>eg</a:t>
          </a:r>
          <a:r>
            <a:rPr lang="en-GB" b="1" dirty="0">
              <a:solidFill>
                <a:schemeClr val="tx1"/>
              </a:solidFill>
            </a:rPr>
            <a:t>: chemicals)</a:t>
          </a:r>
          <a:endParaRPr lang="en-US" b="1" dirty="0">
            <a:solidFill>
              <a:schemeClr val="tx1"/>
            </a:solidFill>
          </a:endParaRPr>
        </a:p>
      </dgm:t>
    </dgm:pt>
    <dgm:pt modelId="{9B3565FC-6FBD-4F83-B397-D4A1A92690BD}" type="parTrans" cxnId="{C30BD8B7-A944-434A-9D88-A97764CD9F97}">
      <dgm:prSet/>
      <dgm:spPr/>
      <dgm:t>
        <a:bodyPr/>
        <a:lstStyle/>
        <a:p>
          <a:endParaRPr lang="en-US"/>
        </a:p>
      </dgm:t>
    </dgm:pt>
    <dgm:pt modelId="{D2875DFD-5E2C-45BF-838C-62F9EDCBB018}" type="sibTrans" cxnId="{C30BD8B7-A944-434A-9D88-A97764CD9F97}">
      <dgm:prSet/>
      <dgm:spPr/>
      <dgm:t>
        <a:bodyPr/>
        <a:lstStyle/>
        <a:p>
          <a:endParaRPr lang="en-US"/>
        </a:p>
      </dgm:t>
    </dgm:pt>
    <dgm:pt modelId="{0EBB6754-FDAA-40EB-9B28-6CC3F952486A}">
      <dgm:prSet/>
      <dgm:spPr/>
      <dgm:t>
        <a:bodyPr/>
        <a:lstStyle/>
        <a:p>
          <a:r>
            <a:rPr lang="en-GB" b="1">
              <a:solidFill>
                <a:schemeClr val="tx1"/>
              </a:solidFill>
            </a:rPr>
            <a:t>HOST : workers, more or less susceptible to injury due to individual factors (training, experience, health)</a:t>
          </a:r>
          <a:endParaRPr lang="en-US" b="1">
            <a:solidFill>
              <a:schemeClr val="tx1"/>
            </a:solidFill>
          </a:endParaRPr>
        </a:p>
      </dgm:t>
    </dgm:pt>
    <dgm:pt modelId="{FE34A59E-C94B-4253-B9C7-68AE6B3FF767}" type="parTrans" cxnId="{A152EC34-598F-4E09-8AB2-C572961445FC}">
      <dgm:prSet/>
      <dgm:spPr/>
      <dgm:t>
        <a:bodyPr/>
        <a:lstStyle/>
        <a:p>
          <a:endParaRPr lang="en-US"/>
        </a:p>
      </dgm:t>
    </dgm:pt>
    <dgm:pt modelId="{86C27FF1-B3E7-4CC6-85D3-2D6BC86F242B}" type="sibTrans" cxnId="{A152EC34-598F-4E09-8AB2-C572961445FC}">
      <dgm:prSet/>
      <dgm:spPr/>
      <dgm:t>
        <a:bodyPr/>
        <a:lstStyle/>
        <a:p>
          <a:endParaRPr lang="en-US"/>
        </a:p>
      </dgm:t>
    </dgm:pt>
    <dgm:pt modelId="{F41EB04A-FD9B-44CC-B0C0-C64BF34E78A9}">
      <dgm:prSet/>
      <dgm:spPr/>
      <dgm:t>
        <a:bodyPr/>
        <a:lstStyle/>
        <a:p>
          <a:r>
            <a:rPr lang="en-GB" b="1">
              <a:solidFill>
                <a:schemeClr val="tx1"/>
              </a:solidFill>
            </a:rPr>
            <a:t>ENVIRONMENT : workplace conditions, including physical, social</a:t>
          </a:r>
          <a:endParaRPr lang="en-US" b="1">
            <a:solidFill>
              <a:schemeClr val="tx1"/>
            </a:solidFill>
          </a:endParaRPr>
        </a:p>
      </dgm:t>
    </dgm:pt>
    <dgm:pt modelId="{0763A1E6-1B0C-4062-BAFE-D2C07D464CB6}" type="parTrans" cxnId="{1BC1008B-B0E9-4AF4-AA81-18974F718B37}">
      <dgm:prSet/>
      <dgm:spPr/>
      <dgm:t>
        <a:bodyPr/>
        <a:lstStyle/>
        <a:p>
          <a:endParaRPr lang="en-US"/>
        </a:p>
      </dgm:t>
    </dgm:pt>
    <dgm:pt modelId="{D8F9810C-5846-455E-A27F-2DF9BA020291}" type="sibTrans" cxnId="{1BC1008B-B0E9-4AF4-AA81-18974F718B37}">
      <dgm:prSet/>
      <dgm:spPr/>
      <dgm:t>
        <a:bodyPr/>
        <a:lstStyle/>
        <a:p>
          <a:endParaRPr lang="en-US"/>
        </a:p>
      </dgm:t>
    </dgm:pt>
    <dgm:pt modelId="{D749AF4A-46E6-456F-B40A-416146D104FD}">
      <dgm:prSet/>
      <dgm:spPr/>
      <dgm:t>
        <a:bodyPr/>
        <a:lstStyle/>
        <a:p>
          <a:r>
            <a:rPr lang="en-GB" b="1">
              <a:solidFill>
                <a:schemeClr val="tx1"/>
              </a:solidFill>
            </a:rPr>
            <a:t>VECTOR: pathways or mechanism by which agents interact with hosts (equipment, processes, procedures)</a:t>
          </a:r>
          <a:endParaRPr lang="en-US" b="1">
            <a:solidFill>
              <a:schemeClr val="tx1"/>
            </a:solidFill>
          </a:endParaRPr>
        </a:p>
      </dgm:t>
    </dgm:pt>
    <dgm:pt modelId="{AA45A516-7071-4BAB-BC77-D9B232BB3626}" type="parTrans" cxnId="{66264940-DB9B-4940-9442-D5477D187702}">
      <dgm:prSet/>
      <dgm:spPr/>
      <dgm:t>
        <a:bodyPr/>
        <a:lstStyle/>
        <a:p>
          <a:endParaRPr lang="en-US"/>
        </a:p>
      </dgm:t>
    </dgm:pt>
    <dgm:pt modelId="{05F02978-D700-47CD-A7C5-43ABB86D5DAE}" type="sibTrans" cxnId="{66264940-DB9B-4940-9442-D5477D187702}">
      <dgm:prSet/>
      <dgm:spPr/>
      <dgm:t>
        <a:bodyPr/>
        <a:lstStyle/>
        <a:p>
          <a:endParaRPr lang="en-US"/>
        </a:p>
      </dgm:t>
    </dgm:pt>
    <dgm:pt modelId="{91639681-C912-47D4-97A6-AA1367D9BF92}" type="pres">
      <dgm:prSet presAssocID="{5B847109-1C71-4EC5-BC48-FB76C7A11145}" presName="linear" presStyleCnt="0">
        <dgm:presLayoutVars>
          <dgm:animLvl val="lvl"/>
          <dgm:resizeHandles val="exact"/>
        </dgm:presLayoutVars>
      </dgm:prSet>
      <dgm:spPr/>
    </dgm:pt>
    <dgm:pt modelId="{324A8EA8-3106-41F8-9D7E-F5B23E29569A}" type="pres">
      <dgm:prSet presAssocID="{ED98EA08-4EC8-49BB-9A3E-1FEFAD1660E6}" presName="parentText" presStyleLbl="node1" presStyleIdx="0" presStyleCnt="4">
        <dgm:presLayoutVars>
          <dgm:chMax val="0"/>
          <dgm:bulletEnabled val="1"/>
        </dgm:presLayoutVars>
      </dgm:prSet>
      <dgm:spPr/>
    </dgm:pt>
    <dgm:pt modelId="{F623939A-CAD7-412D-A349-1B7A2BB52F15}" type="pres">
      <dgm:prSet presAssocID="{D2875DFD-5E2C-45BF-838C-62F9EDCBB018}" presName="spacer" presStyleCnt="0"/>
      <dgm:spPr/>
    </dgm:pt>
    <dgm:pt modelId="{ED876506-B9F4-4F2D-B768-54FF9BE5813E}" type="pres">
      <dgm:prSet presAssocID="{0EBB6754-FDAA-40EB-9B28-6CC3F952486A}" presName="parentText" presStyleLbl="node1" presStyleIdx="1" presStyleCnt="4">
        <dgm:presLayoutVars>
          <dgm:chMax val="0"/>
          <dgm:bulletEnabled val="1"/>
        </dgm:presLayoutVars>
      </dgm:prSet>
      <dgm:spPr/>
    </dgm:pt>
    <dgm:pt modelId="{00C628A0-2EEF-47BA-99C0-1F64AECE6DCC}" type="pres">
      <dgm:prSet presAssocID="{86C27FF1-B3E7-4CC6-85D3-2D6BC86F242B}" presName="spacer" presStyleCnt="0"/>
      <dgm:spPr/>
    </dgm:pt>
    <dgm:pt modelId="{53387F92-1957-4106-AE87-C8D6CC41AF09}" type="pres">
      <dgm:prSet presAssocID="{F41EB04A-FD9B-44CC-B0C0-C64BF34E78A9}" presName="parentText" presStyleLbl="node1" presStyleIdx="2" presStyleCnt="4">
        <dgm:presLayoutVars>
          <dgm:chMax val="0"/>
          <dgm:bulletEnabled val="1"/>
        </dgm:presLayoutVars>
      </dgm:prSet>
      <dgm:spPr/>
    </dgm:pt>
    <dgm:pt modelId="{0B31B275-D037-4878-853C-EEB3E47574B2}" type="pres">
      <dgm:prSet presAssocID="{D8F9810C-5846-455E-A27F-2DF9BA020291}" presName="spacer" presStyleCnt="0"/>
      <dgm:spPr/>
    </dgm:pt>
    <dgm:pt modelId="{D094BED9-6595-4220-A913-4B80683D5D88}" type="pres">
      <dgm:prSet presAssocID="{D749AF4A-46E6-456F-B40A-416146D104FD}" presName="parentText" presStyleLbl="node1" presStyleIdx="3" presStyleCnt="4">
        <dgm:presLayoutVars>
          <dgm:chMax val="0"/>
          <dgm:bulletEnabled val="1"/>
        </dgm:presLayoutVars>
      </dgm:prSet>
      <dgm:spPr/>
    </dgm:pt>
  </dgm:ptLst>
  <dgm:cxnLst>
    <dgm:cxn modelId="{E4E65926-B3C0-42BC-B9D6-3A781ABD9532}" type="presOf" srcId="{0EBB6754-FDAA-40EB-9B28-6CC3F952486A}" destId="{ED876506-B9F4-4F2D-B768-54FF9BE5813E}" srcOrd="0" destOrd="0" presId="urn:microsoft.com/office/officeart/2005/8/layout/vList2"/>
    <dgm:cxn modelId="{A152EC34-598F-4E09-8AB2-C572961445FC}" srcId="{5B847109-1C71-4EC5-BC48-FB76C7A11145}" destId="{0EBB6754-FDAA-40EB-9B28-6CC3F952486A}" srcOrd="1" destOrd="0" parTransId="{FE34A59E-C94B-4253-B9C7-68AE6B3FF767}" sibTransId="{86C27FF1-B3E7-4CC6-85D3-2D6BC86F242B}"/>
    <dgm:cxn modelId="{66264940-DB9B-4940-9442-D5477D187702}" srcId="{5B847109-1C71-4EC5-BC48-FB76C7A11145}" destId="{D749AF4A-46E6-456F-B40A-416146D104FD}" srcOrd="3" destOrd="0" parTransId="{AA45A516-7071-4BAB-BC77-D9B232BB3626}" sibTransId="{05F02978-D700-47CD-A7C5-43ABB86D5DAE}"/>
    <dgm:cxn modelId="{914AEA61-2619-45FA-BB71-40677F1E97AC}" type="presOf" srcId="{5B847109-1C71-4EC5-BC48-FB76C7A11145}" destId="{91639681-C912-47D4-97A6-AA1367D9BF92}" srcOrd="0" destOrd="0" presId="urn:microsoft.com/office/officeart/2005/8/layout/vList2"/>
    <dgm:cxn modelId="{1BC1008B-B0E9-4AF4-AA81-18974F718B37}" srcId="{5B847109-1C71-4EC5-BC48-FB76C7A11145}" destId="{F41EB04A-FD9B-44CC-B0C0-C64BF34E78A9}" srcOrd="2" destOrd="0" parTransId="{0763A1E6-1B0C-4062-BAFE-D2C07D464CB6}" sibTransId="{D8F9810C-5846-455E-A27F-2DF9BA020291}"/>
    <dgm:cxn modelId="{8445BB9A-D05C-46F4-99EC-4D93B965E274}" type="presOf" srcId="{ED98EA08-4EC8-49BB-9A3E-1FEFAD1660E6}" destId="{324A8EA8-3106-41F8-9D7E-F5B23E29569A}" srcOrd="0" destOrd="0" presId="urn:microsoft.com/office/officeart/2005/8/layout/vList2"/>
    <dgm:cxn modelId="{5BB4FBA0-6A95-4454-9D52-668AB2359D7E}" type="presOf" srcId="{F41EB04A-FD9B-44CC-B0C0-C64BF34E78A9}" destId="{53387F92-1957-4106-AE87-C8D6CC41AF09}" srcOrd="0" destOrd="0" presId="urn:microsoft.com/office/officeart/2005/8/layout/vList2"/>
    <dgm:cxn modelId="{C30BD8B7-A944-434A-9D88-A97764CD9F97}" srcId="{5B847109-1C71-4EC5-BC48-FB76C7A11145}" destId="{ED98EA08-4EC8-49BB-9A3E-1FEFAD1660E6}" srcOrd="0" destOrd="0" parTransId="{9B3565FC-6FBD-4F83-B397-D4A1A92690BD}" sibTransId="{D2875DFD-5E2C-45BF-838C-62F9EDCBB018}"/>
    <dgm:cxn modelId="{4689A0CC-2CDA-4286-959C-B88EA665C787}" type="presOf" srcId="{D749AF4A-46E6-456F-B40A-416146D104FD}" destId="{D094BED9-6595-4220-A913-4B80683D5D88}" srcOrd="0" destOrd="0" presId="urn:microsoft.com/office/officeart/2005/8/layout/vList2"/>
    <dgm:cxn modelId="{C2A66DE9-7C15-4532-BEFF-9C9DB48FFBBD}" type="presParOf" srcId="{91639681-C912-47D4-97A6-AA1367D9BF92}" destId="{324A8EA8-3106-41F8-9D7E-F5B23E29569A}" srcOrd="0" destOrd="0" presId="urn:microsoft.com/office/officeart/2005/8/layout/vList2"/>
    <dgm:cxn modelId="{B0BEEB77-E07E-42E0-AC91-78F4E0F04E1F}" type="presParOf" srcId="{91639681-C912-47D4-97A6-AA1367D9BF92}" destId="{F623939A-CAD7-412D-A349-1B7A2BB52F15}" srcOrd="1" destOrd="0" presId="urn:microsoft.com/office/officeart/2005/8/layout/vList2"/>
    <dgm:cxn modelId="{13F728A0-F652-47D8-AF52-F1EA0CF393D7}" type="presParOf" srcId="{91639681-C912-47D4-97A6-AA1367D9BF92}" destId="{ED876506-B9F4-4F2D-B768-54FF9BE5813E}" srcOrd="2" destOrd="0" presId="urn:microsoft.com/office/officeart/2005/8/layout/vList2"/>
    <dgm:cxn modelId="{40051C4B-B051-4AED-B38D-35B330C489E4}" type="presParOf" srcId="{91639681-C912-47D4-97A6-AA1367D9BF92}" destId="{00C628A0-2EEF-47BA-99C0-1F64AECE6DCC}" srcOrd="3" destOrd="0" presId="urn:microsoft.com/office/officeart/2005/8/layout/vList2"/>
    <dgm:cxn modelId="{D1A4A504-8A81-40DC-AA75-81D5EA80B5C9}" type="presParOf" srcId="{91639681-C912-47D4-97A6-AA1367D9BF92}" destId="{53387F92-1957-4106-AE87-C8D6CC41AF09}" srcOrd="4" destOrd="0" presId="urn:microsoft.com/office/officeart/2005/8/layout/vList2"/>
    <dgm:cxn modelId="{35836F26-81F7-4096-A5E5-875E19F3319E}" type="presParOf" srcId="{91639681-C912-47D4-97A6-AA1367D9BF92}" destId="{0B31B275-D037-4878-853C-EEB3E47574B2}" srcOrd="5" destOrd="0" presId="urn:microsoft.com/office/officeart/2005/8/layout/vList2"/>
    <dgm:cxn modelId="{1838D0C9-BAE1-412A-8FB3-6F4FC27D4206}" type="presParOf" srcId="{91639681-C912-47D4-97A6-AA1367D9BF92}" destId="{D094BED9-6595-4220-A913-4B80683D5D8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E3772B5-F22B-4FCA-AFB1-FD9326A6CCB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015D114-7634-4A89-98E1-88E3A71B6040}">
      <dgm:prSet custT="1"/>
      <dgm:spPr/>
      <dgm:t>
        <a:bodyPr/>
        <a:lstStyle/>
        <a:p>
          <a:pPr algn="just">
            <a:lnSpc>
              <a:spcPct val="100000"/>
            </a:lnSpc>
          </a:pPr>
          <a:r>
            <a:rPr lang="en-US" sz="2400"/>
            <a:t>The key components are </a:t>
          </a:r>
          <a:r>
            <a:rPr lang="en-US" sz="2400" b="1"/>
            <a:t>pre-dispositional characteristics </a:t>
          </a:r>
          <a:r>
            <a:rPr lang="en-US" sz="2400"/>
            <a:t>and </a:t>
          </a:r>
          <a:r>
            <a:rPr lang="en-US" sz="2400" b="1"/>
            <a:t>situational characteristics</a:t>
          </a:r>
          <a:r>
            <a:rPr lang="en-US" sz="2400"/>
            <a:t>. </a:t>
          </a:r>
        </a:p>
      </dgm:t>
    </dgm:pt>
    <dgm:pt modelId="{A228368E-0064-434D-896C-A11265EB57FA}" type="parTrans" cxnId="{180A839A-E799-4C13-85DE-56BA69640AA7}">
      <dgm:prSet/>
      <dgm:spPr/>
      <dgm:t>
        <a:bodyPr/>
        <a:lstStyle/>
        <a:p>
          <a:endParaRPr lang="en-US"/>
        </a:p>
      </dgm:t>
    </dgm:pt>
    <dgm:pt modelId="{A477FC2D-88FA-471A-8889-DEABA710B698}" type="sibTrans" cxnId="{180A839A-E799-4C13-85DE-56BA69640AA7}">
      <dgm:prSet/>
      <dgm:spPr/>
      <dgm:t>
        <a:bodyPr/>
        <a:lstStyle/>
        <a:p>
          <a:endParaRPr lang="en-US"/>
        </a:p>
      </dgm:t>
    </dgm:pt>
    <dgm:pt modelId="{6FB1B6D8-A7CE-4561-8BBC-08EAEEAE3EA5}">
      <dgm:prSet custT="1"/>
      <dgm:spPr/>
      <dgm:t>
        <a:bodyPr/>
        <a:lstStyle/>
        <a:p>
          <a:pPr algn="just">
            <a:lnSpc>
              <a:spcPct val="100000"/>
            </a:lnSpc>
          </a:pPr>
          <a:r>
            <a:rPr lang="en-US" sz="2400" dirty="0"/>
            <a:t>These characteristics, taken together, can either result in or prevent conditions that may result in an accident. </a:t>
          </a:r>
        </a:p>
      </dgm:t>
    </dgm:pt>
    <dgm:pt modelId="{A82096F8-3733-4A0B-B907-70E842E8379E}" type="parTrans" cxnId="{C216AA12-E052-400C-AFF5-56BBA7D3F140}">
      <dgm:prSet/>
      <dgm:spPr/>
      <dgm:t>
        <a:bodyPr/>
        <a:lstStyle/>
        <a:p>
          <a:endParaRPr lang="en-US"/>
        </a:p>
      </dgm:t>
    </dgm:pt>
    <dgm:pt modelId="{915D0F8F-C6F5-4E24-A45F-E097B097A25D}" type="sibTrans" cxnId="{C216AA12-E052-400C-AFF5-56BBA7D3F140}">
      <dgm:prSet/>
      <dgm:spPr/>
      <dgm:t>
        <a:bodyPr/>
        <a:lstStyle/>
        <a:p>
          <a:endParaRPr lang="en-US"/>
        </a:p>
      </dgm:t>
    </dgm:pt>
    <dgm:pt modelId="{B16BED7A-781E-4C40-A13D-85B25B2BFFE3}">
      <dgm:prSet custT="1"/>
      <dgm:spPr/>
      <dgm:t>
        <a:bodyPr/>
        <a:lstStyle/>
        <a:p>
          <a:pPr algn="just">
            <a:lnSpc>
              <a:spcPct val="100000"/>
            </a:lnSpc>
          </a:pPr>
          <a:r>
            <a:rPr lang="en-US" sz="2400"/>
            <a:t>For example, if an employee who is particularly </a:t>
          </a:r>
          <a:r>
            <a:rPr lang="en-US" sz="2400" b="1"/>
            <a:t>susceptible to peer pressure</a:t>
          </a:r>
          <a:r>
            <a:rPr lang="en-US" sz="2400"/>
            <a:t> (pre-dispositional characteristic) is </a:t>
          </a:r>
          <a:r>
            <a:rPr lang="en-US" sz="2400" b="1"/>
            <a:t>pressured by his coworkers</a:t>
          </a:r>
          <a:r>
            <a:rPr lang="en-US" sz="2400"/>
            <a:t> (situational characteristic) to speed up his operation, the result will be an increased probability of an accident.</a:t>
          </a:r>
        </a:p>
      </dgm:t>
    </dgm:pt>
    <dgm:pt modelId="{8D3C3640-3122-45AB-9CF1-EC3069BFF9B2}" type="parTrans" cxnId="{D66C152A-7480-4268-B84B-DE3D59D1BB13}">
      <dgm:prSet/>
      <dgm:spPr/>
      <dgm:t>
        <a:bodyPr/>
        <a:lstStyle/>
        <a:p>
          <a:endParaRPr lang="en-US"/>
        </a:p>
      </dgm:t>
    </dgm:pt>
    <dgm:pt modelId="{11486956-3F44-40C2-98E3-6DD136D032FF}" type="sibTrans" cxnId="{D66C152A-7480-4268-B84B-DE3D59D1BB13}">
      <dgm:prSet/>
      <dgm:spPr/>
      <dgm:t>
        <a:bodyPr/>
        <a:lstStyle/>
        <a:p>
          <a:endParaRPr lang="en-US"/>
        </a:p>
      </dgm:t>
    </dgm:pt>
    <dgm:pt modelId="{E9471AA7-709D-4411-AEA4-81438A449109}" type="pres">
      <dgm:prSet presAssocID="{BE3772B5-F22B-4FCA-AFB1-FD9326A6CCB8}" presName="root" presStyleCnt="0">
        <dgm:presLayoutVars>
          <dgm:dir/>
          <dgm:resizeHandles val="exact"/>
        </dgm:presLayoutVars>
      </dgm:prSet>
      <dgm:spPr/>
    </dgm:pt>
    <dgm:pt modelId="{C1D77558-2761-4FB5-AB90-B9DE95EC6DCA}" type="pres">
      <dgm:prSet presAssocID="{8015D114-7634-4A89-98E1-88E3A71B6040}" presName="compNode" presStyleCnt="0"/>
      <dgm:spPr/>
    </dgm:pt>
    <dgm:pt modelId="{50A0CF55-93EF-4684-851D-7C05D9606FEF}" type="pres">
      <dgm:prSet presAssocID="{8015D114-7634-4A89-98E1-88E3A71B6040}" presName="bgRect" presStyleLbl="bgShp" presStyleIdx="0" presStyleCnt="3"/>
      <dgm:spPr/>
    </dgm:pt>
    <dgm:pt modelId="{432C836C-05C5-4B89-B62A-057E508FC1FB}" type="pres">
      <dgm:prSet presAssocID="{8015D114-7634-4A89-98E1-88E3A71B604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Key"/>
        </a:ext>
      </dgm:extLst>
    </dgm:pt>
    <dgm:pt modelId="{F6E5D7BA-0187-47A9-BF2E-B04898552DEE}" type="pres">
      <dgm:prSet presAssocID="{8015D114-7634-4A89-98E1-88E3A71B6040}" presName="spaceRect" presStyleCnt="0"/>
      <dgm:spPr/>
    </dgm:pt>
    <dgm:pt modelId="{11CA7DAA-B13E-4439-A477-4E3A12DB4601}" type="pres">
      <dgm:prSet presAssocID="{8015D114-7634-4A89-98E1-88E3A71B6040}" presName="parTx" presStyleLbl="revTx" presStyleIdx="0" presStyleCnt="3">
        <dgm:presLayoutVars>
          <dgm:chMax val="0"/>
          <dgm:chPref val="0"/>
        </dgm:presLayoutVars>
      </dgm:prSet>
      <dgm:spPr/>
    </dgm:pt>
    <dgm:pt modelId="{7C0EBA3A-441C-4D2C-9AE3-0EE206573675}" type="pres">
      <dgm:prSet presAssocID="{A477FC2D-88FA-471A-8889-DEABA710B698}" presName="sibTrans" presStyleCnt="0"/>
      <dgm:spPr/>
    </dgm:pt>
    <dgm:pt modelId="{D73BF950-5540-4B63-AAFA-B98525A858F6}" type="pres">
      <dgm:prSet presAssocID="{6FB1B6D8-A7CE-4561-8BBC-08EAEEAE3EA5}" presName="compNode" presStyleCnt="0"/>
      <dgm:spPr/>
    </dgm:pt>
    <dgm:pt modelId="{4C7B1684-62D7-4AE0-AC5D-3AE109F9F5E1}" type="pres">
      <dgm:prSet presAssocID="{6FB1B6D8-A7CE-4561-8BBC-08EAEEAE3EA5}" presName="bgRect" presStyleLbl="bgShp" presStyleIdx="1" presStyleCnt="3"/>
      <dgm:spPr/>
    </dgm:pt>
    <dgm:pt modelId="{2A641955-B181-44E6-9D5C-8632D625407F}" type="pres">
      <dgm:prSet presAssocID="{6FB1B6D8-A7CE-4561-8BBC-08EAEEAE3EA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nger"/>
        </a:ext>
      </dgm:extLst>
    </dgm:pt>
    <dgm:pt modelId="{760DFCDC-EEBA-47BB-AC83-3107253171CE}" type="pres">
      <dgm:prSet presAssocID="{6FB1B6D8-A7CE-4561-8BBC-08EAEEAE3EA5}" presName="spaceRect" presStyleCnt="0"/>
      <dgm:spPr/>
    </dgm:pt>
    <dgm:pt modelId="{41FBF01C-7953-4427-8136-818F94A7D599}" type="pres">
      <dgm:prSet presAssocID="{6FB1B6D8-A7CE-4561-8BBC-08EAEEAE3EA5}" presName="parTx" presStyleLbl="revTx" presStyleIdx="1" presStyleCnt="3">
        <dgm:presLayoutVars>
          <dgm:chMax val="0"/>
          <dgm:chPref val="0"/>
        </dgm:presLayoutVars>
      </dgm:prSet>
      <dgm:spPr/>
    </dgm:pt>
    <dgm:pt modelId="{DE34DB03-3ADC-484F-88A1-8422D1B797D6}" type="pres">
      <dgm:prSet presAssocID="{915D0F8F-C6F5-4E24-A45F-E097B097A25D}" presName="sibTrans" presStyleCnt="0"/>
      <dgm:spPr/>
    </dgm:pt>
    <dgm:pt modelId="{78B7D0B1-E9CA-4DB3-977D-DD720719148B}" type="pres">
      <dgm:prSet presAssocID="{B16BED7A-781E-4C40-A13D-85B25B2BFFE3}" presName="compNode" presStyleCnt="0"/>
      <dgm:spPr/>
    </dgm:pt>
    <dgm:pt modelId="{D83F4ADF-10E5-4FB7-A74B-A19882415620}" type="pres">
      <dgm:prSet presAssocID="{B16BED7A-781E-4C40-A13D-85B25B2BFFE3}" presName="bgRect" presStyleLbl="bgShp" presStyleIdx="2" presStyleCnt="3"/>
      <dgm:spPr/>
    </dgm:pt>
    <dgm:pt modelId="{A828001C-2F71-4A7E-A8E9-638323D01B16}" type="pres">
      <dgm:prSet presAssocID="{B16BED7A-781E-4C40-A13D-85B25B2BFF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rritant"/>
        </a:ext>
      </dgm:extLst>
    </dgm:pt>
    <dgm:pt modelId="{AC5BB78E-58E6-47A1-A0ED-2FF08F590887}" type="pres">
      <dgm:prSet presAssocID="{B16BED7A-781E-4C40-A13D-85B25B2BFFE3}" presName="spaceRect" presStyleCnt="0"/>
      <dgm:spPr/>
    </dgm:pt>
    <dgm:pt modelId="{7D1B527B-9D2F-4FC9-AF9D-0B7EC67A77F7}" type="pres">
      <dgm:prSet presAssocID="{B16BED7A-781E-4C40-A13D-85B25B2BFFE3}" presName="parTx" presStyleLbl="revTx" presStyleIdx="2" presStyleCnt="3">
        <dgm:presLayoutVars>
          <dgm:chMax val="0"/>
          <dgm:chPref val="0"/>
        </dgm:presLayoutVars>
      </dgm:prSet>
      <dgm:spPr/>
    </dgm:pt>
  </dgm:ptLst>
  <dgm:cxnLst>
    <dgm:cxn modelId="{F15AB204-E06C-46D8-8479-AAD19216350C}" type="presOf" srcId="{B16BED7A-781E-4C40-A13D-85B25B2BFFE3}" destId="{7D1B527B-9D2F-4FC9-AF9D-0B7EC67A77F7}" srcOrd="0" destOrd="0" presId="urn:microsoft.com/office/officeart/2018/2/layout/IconVerticalSolidList"/>
    <dgm:cxn modelId="{C216AA12-E052-400C-AFF5-56BBA7D3F140}" srcId="{BE3772B5-F22B-4FCA-AFB1-FD9326A6CCB8}" destId="{6FB1B6D8-A7CE-4561-8BBC-08EAEEAE3EA5}" srcOrd="1" destOrd="0" parTransId="{A82096F8-3733-4A0B-B907-70E842E8379E}" sibTransId="{915D0F8F-C6F5-4E24-A45F-E097B097A25D}"/>
    <dgm:cxn modelId="{D66C152A-7480-4268-B84B-DE3D59D1BB13}" srcId="{BE3772B5-F22B-4FCA-AFB1-FD9326A6CCB8}" destId="{B16BED7A-781E-4C40-A13D-85B25B2BFFE3}" srcOrd="2" destOrd="0" parTransId="{8D3C3640-3122-45AB-9CF1-EC3069BFF9B2}" sibTransId="{11486956-3F44-40C2-98E3-6DD136D032FF}"/>
    <dgm:cxn modelId="{594E728B-3093-43E2-8C96-EDAF6FBEC6F6}" type="presOf" srcId="{BE3772B5-F22B-4FCA-AFB1-FD9326A6CCB8}" destId="{E9471AA7-709D-4411-AEA4-81438A449109}" srcOrd="0" destOrd="0" presId="urn:microsoft.com/office/officeart/2018/2/layout/IconVerticalSolidList"/>
    <dgm:cxn modelId="{5B3A2591-8D5A-49B4-9DAD-4DA77E4E1B91}" type="presOf" srcId="{8015D114-7634-4A89-98E1-88E3A71B6040}" destId="{11CA7DAA-B13E-4439-A477-4E3A12DB4601}" srcOrd="0" destOrd="0" presId="urn:microsoft.com/office/officeart/2018/2/layout/IconVerticalSolidList"/>
    <dgm:cxn modelId="{180A839A-E799-4C13-85DE-56BA69640AA7}" srcId="{BE3772B5-F22B-4FCA-AFB1-FD9326A6CCB8}" destId="{8015D114-7634-4A89-98E1-88E3A71B6040}" srcOrd="0" destOrd="0" parTransId="{A228368E-0064-434D-896C-A11265EB57FA}" sibTransId="{A477FC2D-88FA-471A-8889-DEABA710B698}"/>
    <dgm:cxn modelId="{63BA62DD-DF94-4BEF-B741-BDC4D5A5A4F9}" type="presOf" srcId="{6FB1B6D8-A7CE-4561-8BBC-08EAEEAE3EA5}" destId="{41FBF01C-7953-4427-8136-818F94A7D599}" srcOrd="0" destOrd="0" presId="urn:microsoft.com/office/officeart/2018/2/layout/IconVerticalSolidList"/>
    <dgm:cxn modelId="{507DACDA-C999-46FA-8A06-FD6D084F244D}" type="presParOf" srcId="{E9471AA7-709D-4411-AEA4-81438A449109}" destId="{C1D77558-2761-4FB5-AB90-B9DE95EC6DCA}" srcOrd="0" destOrd="0" presId="urn:microsoft.com/office/officeart/2018/2/layout/IconVerticalSolidList"/>
    <dgm:cxn modelId="{9BC2891B-F5EE-44B5-8A1A-001DB7ACF89B}" type="presParOf" srcId="{C1D77558-2761-4FB5-AB90-B9DE95EC6DCA}" destId="{50A0CF55-93EF-4684-851D-7C05D9606FEF}" srcOrd="0" destOrd="0" presId="urn:microsoft.com/office/officeart/2018/2/layout/IconVerticalSolidList"/>
    <dgm:cxn modelId="{2E9B059C-1CC1-4659-B667-C2B0F77F8001}" type="presParOf" srcId="{C1D77558-2761-4FB5-AB90-B9DE95EC6DCA}" destId="{432C836C-05C5-4B89-B62A-057E508FC1FB}" srcOrd="1" destOrd="0" presId="urn:microsoft.com/office/officeart/2018/2/layout/IconVerticalSolidList"/>
    <dgm:cxn modelId="{7E23340A-3E67-47B3-B519-E2A6B95AF8E2}" type="presParOf" srcId="{C1D77558-2761-4FB5-AB90-B9DE95EC6DCA}" destId="{F6E5D7BA-0187-47A9-BF2E-B04898552DEE}" srcOrd="2" destOrd="0" presId="urn:microsoft.com/office/officeart/2018/2/layout/IconVerticalSolidList"/>
    <dgm:cxn modelId="{8F5A596B-EBB0-4FA1-9F85-0340FC4025AA}" type="presParOf" srcId="{C1D77558-2761-4FB5-AB90-B9DE95EC6DCA}" destId="{11CA7DAA-B13E-4439-A477-4E3A12DB4601}" srcOrd="3" destOrd="0" presId="urn:microsoft.com/office/officeart/2018/2/layout/IconVerticalSolidList"/>
    <dgm:cxn modelId="{CDE5037F-4DE9-4E10-B632-47DE840897D8}" type="presParOf" srcId="{E9471AA7-709D-4411-AEA4-81438A449109}" destId="{7C0EBA3A-441C-4D2C-9AE3-0EE206573675}" srcOrd="1" destOrd="0" presId="urn:microsoft.com/office/officeart/2018/2/layout/IconVerticalSolidList"/>
    <dgm:cxn modelId="{42D63C96-7041-45A3-9826-0B3AD06BEDEC}" type="presParOf" srcId="{E9471AA7-709D-4411-AEA4-81438A449109}" destId="{D73BF950-5540-4B63-AAFA-B98525A858F6}" srcOrd="2" destOrd="0" presId="urn:microsoft.com/office/officeart/2018/2/layout/IconVerticalSolidList"/>
    <dgm:cxn modelId="{677AD111-436C-4B70-8999-5D55EF58D56A}" type="presParOf" srcId="{D73BF950-5540-4B63-AAFA-B98525A858F6}" destId="{4C7B1684-62D7-4AE0-AC5D-3AE109F9F5E1}" srcOrd="0" destOrd="0" presId="urn:microsoft.com/office/officeart/2018/2/layout/IconVerticalSolidList"/>
    <dgm:cxn modelId="{9F6DC651-E119-4CF9-B7CF-2D6306F6CBDA}" type="presParOf" srcId="{D73BF950-5540-4B63-AAFA-B98525A858F6}" destId="{2A641955-B181-44E6-9D5C-8632D625407F}" srcOrd="1" destOrd="0" presId="urn:microsoft.com/office/officeart/2018/2/layout/IconVerticalSolidList"/>
    <dgm:cxn modelId="{CA53DB13-CF73-4E2D-A0EC-B2CE15BDE962}" type="presParOf" srcId="{D73BF950-5540-4B63-AAFA-B98525A858F6}" destId="{760DFCDC-EEBA-47BB-AC83-3107253171CE}" srcOrd="2" destOrd="0" presId="urn:microsoft.com/office/officeart/2018/2/layout/IconVerticalSolidList"/>
    <dgm:cxn modelId="{E2C10126-9910-477B-996A-BE22BD97EC4D}" type="presParOf" srcId="{D73BF950-5540-4B63-AAFA-B98525A858F6}" destId="{41FBF01C-7953-4427-8136-818F94A7D599}" srcOrd="3" destOrd="0" presId="urn:microsoft.com/office/officeart/2018/2/layout/IconVerticalSolidList"/>
    <dgm:cxn modelId="{289AA83B-CFE2-4674-80A3-360FB93775D0}" type="presParOf" srcId="{E9471AA7-709D-4411-AEA4-81438A449109}" destId="{DE34DB03-3ADC-484F-88A1-8422D1B797D6}" srcOrd="3" destOrd="0" presId="urn:microsoft.com/office/officeart/2018/2/layout/IconVerticalSolidList"/>
    <dgm:cxn modelId="{5D05D424-1301-42DD-BA17-EE92F0DBCEB3}" type="presParOf" srcId="{E9471AA7-709D-4411-AEA4-81438A449109}" destId="{78B7D0B1-E9CA-4DB3-977D-DD720719148B}" srcOrd="4" destOrd="0" presId="urn:microsoft.com/office/officeart/2018/2/layout/IconVerticalSolidList"/>
    <dgm:cxn modelId="{BC79A4F5-201A-48D3-8E8E-90F657664434}" type="presParOf" srcId="{78B7D0B1-E9CA-4DB3-977D-DD720719148B}" destId="{D83F4ADF-10E5-4FB7-A74B-A19882415620}" srcOrd="0" destOrd="0" presId="urn:microsoft.com/office/officeart/2018/2/layout/IconVerticalSolidList"/>
    <dgm:cxn modelId="{C2E37BB3-266D-47D1-A32E-5BD9E9B62DD9}" type="presParOf" srcId="{78B7D0B1-E9CA-4DB3-977D-DD720719148B}" destId="{A828001C-2F71-4A7E-A8E9-638323D01B16}" srcOrd="1" destOrd="0" presId="urn:microsoft.com/office/officeart/2018/2/layout/IconVerticalSolidList"/>
    <dgm:cxn modelId="{0F506A0F-4892-48A3-BD97-4218A7DB1478}" type="presParOf" srcId="{78B7D0B1-E9CA-4DB3-977D-DD720719148B}" destId="{AC5BB78E-58E6-47A1-A0ED-2FF08F590887}" srcOrd="2" destOrd="0" presId="urn:microsoft.com/office/officeart/2018/2/layout/IconVerticalSolidList"/>
    <dgm:cxn modelId="{AD816AF8-F4C6-46DB-8B9B-C4337FDD1562}" type="presParOf" srcId="{78B7D0B1-E9CA-4DB3-977D-DD720719148B}" destId="{7D1B527B-9D2F-4FC9-AF9D-0B7EC67A77F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7C4884E5-D02E-45E0-B2C3-524BA6EE60FD}"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91DECC6E-3861-4C1D-BAD3-00E2879E5B9B}">
      <dgm:prSet/>
      <dgm:spPr/>
      <dgm:t>
        <a:bodyPr/>
        <a:lstStyle/>
        <a:p>
          <a:r>
            <a:rPr lang="en-GB" b="1" dirty="0">
              <a:solidFill>
                <a:schemeClr val="bg2"/>
              </a:solidFill>
            </a:rPr>
            <a:t>PREVENTION: MEASURES TO PREVENT ACCIDENTS</a:t>
          </a:r>
          <a:endParaRPr lang="en-US" b="1" dirty="0">
            <a:solidFill>
              <a:schemeClr val="bg2"/>
            </a:solidFill>
          </a:endParaRPr>
        </a:p>
      </dgm:t>
    </dgm:pt>
    <dgm:pt modelId="{7362ACFB-6999-4687-82EA-98861E8A8EC2}" type="parTrans" cxnId="{561654C9-0856-460B-9A6F-C5ED5DA0CB7F}">
      <dgm:prSet/>
      <dgm:spPr/>
      <dgm:t>
        <a:bodyPr/>
        <a:lstStyle/>
        <a:p>
          <a:endParaRPr lang="en-US"/>
        </a:p>
      </dgm:t>
    </dgm:pt>
    <dgm:pt modelId="{1CBF63D2-528C-45A3-BB0F-19DC1E79999D}" type="sibTrans" cxnId="{561654C9-0856-460B-9A6F-C5ED5DA0CB7F}">
      <dgm:prSet/>
      <dgm:spPr/>
      <dgm:t>
        <a:bodyPr/>
        <a:lstStyle/>
        <a:p>
          <a:endParaRPr lang="en-US"/>
        </a:p>
      </dgm:t>
    </dgm:pt>
    <dgm:pt modelId="{D375F4E2-26C7-4BD0-B900-B0251906C573}">
      <dgm:prSet/>
      <dgm:spPr/>
      <dgm:t>
        <a:bodyPr/>
        <a:lstStyle/>
        <a:p>
          <a:r>
            <a:rPr lang="en-GB" b="1">
              <a:solidFill>
                <a:schemeClr val="bg2"/>
              </a:solidFill>
            </a:rPr>
            <a:t>RISK ASSESSMENT : Systematic evaluation of hazards and risks</a:t>
          </a:r>
          <a:endParaRPr lang="en-US" b="1">
            <a:solidFill>
              <a:schemeClr val="bg2"/>
            </a:solidFill>
          </a:endParaRPr>
        </a:p>
      </dgm:t>
    </dgm:pt>
    <dgm:pt modelId="{C1CA8451-6046-4863-90B4-5265BF6AE3FC}" type="parTrans" cxnId="{17FABF7F-06F3-4601-9EAF-E06860E2243E}">
      <dgm:prSet/>
      <dgm:spPr/>
      <dgm:t>
        <a:bodyPr/>
        <a:lstStyle/>
        <a:p>
          <a:endParaRPr lang="en-US"/>
        </a:p>
      </dgm:t>
    </dgm:pt>
    <dgm:pt modelId="{46C56C71-93DF-4BC5-8CFB-5498A4EFCB6B}" type="sibTrans" cxnId="{17FABF7F-06F3-4601-9EAF-E06860E2243E}">
      <dgm:prSet/>
      <dgm:spPr/>
      <dgm:t>
        <a:bodyPr/>
        <a:lstStyle/>
        <a:p>
          <a:endParaRPr lang="en-US"/>
        </a:p>
      </dgm:t>
    </dgm:pt>
    <dgm:pt modelId="{11DCEF93-D5DC-4EC7-AC58-B43FF3279574}">
      <dgm:prSet/>
      <dgm:spPr/>
      <dgm:t>
        <a:bodyPr/>
        <a:lstStyle/>
        <a:p>
          <a:r>
            <a:rPr lang="en-GB" b="1">
              <a:solidFill>
                <a:schemeClr val="bg2"/>
              </a:solidFill>
            </a:rPr>
            <a:t>CONTROL MEASURES: Engineering, administrative, PPE</a:t>
          </a:r>
          <a:endParaRPr lang="en-US" b="1">
            <a:solidFill>
              <a:schemeClr val="bg2"/>
            </a:solidFill>
          </a:endParaRPr>
        </a:p>
      </dgm:t>
    </dgm:pt>
    <dgm:pt modelId="{6D7D5A5A-B694-41AA-BB54-C4B59DF953C8}" type="parTrans" cxnId="{7EE51C33-D413-4CAF-A871-713B2CAF5244}">
      <dgm:prSet/>
      <dgm:spPr/>
      <dgm:t>
        <a:bodyPr/>
        <a:lstStyle/>
        <a:p>
          <a:endParaRPr lang="en-US"/>
        </a:p>
      </dgm:t>
    </dgm:pt>
    <dgm:pt modelId="{22EF4BA4-0BC6-45ED-AFA7-AF6D8552736A}" type="sibTrans" cxnId="{7EE51C33-D413-4CAF-A871-713B2CAF5244}">
      <dgm:prSet/>
      <dgm:spPr/>
      <dgm:t>
        <a:bodyPr/>
        <a:lstStyle/>
        <a:p>
          <a:endParaRPr lang="en-US"/>
        </a:p>
      </dgm:t>
    </dgm:pt>
    <dgm:pt modelId="{86CD3520-C2A7-440D-BA7F-4FA71F033116}">
      <dgm:prSet/>
      <dgm:spPr/>
      <dgm:t>
        <a:bodyPr/>
        <a:lstStyle/>
        <a:p>
          <a:r>
            <a:rPr lang="en-GB" b="1">
              <a:solidFill>
                <a:schemeClr val="bg2"/>
              </a:solidFill>
            </a:rPr>
            <a:t>SURVEILLANCE: Monitoring the ongoing safety performance</a:t>
          </a:r>
          <a:endParaRPr lang="en-US" b="1">
            <a:solidFill>
              <a:schemeClr val="bg2"/>
            </a:solidFill>
          </a:endParaRPr>
        </a:p>
      </dgm:t>
    </dgm:pt>
    <dgm:pt modelId="{8BD79A4F-44C6-4335-B9AA-13D2A23B068A}" type="parTrans" cxnId="{E695CF7A-424D-46FB-93E6-D3E3CE11B243}">
      <dgm:prSet/>
      <dgm:spPr/>
      <dgm:t>
        <a:bodyPr/>
        <a:lstStyle/>
        <a:p>
          <a:endParaRPr lang="en-US"/>
        </a:p>
      </dgm:t>
    </dgm:pt>
    <dgm:pt modelId="{039CC00C-1A04-4CA1-AE83-812CE847BBEF}" type="sibTrans" cxnId="{E695CF7A-424D-46FB-93E6-D3E3CE11B243}">
      <dgm:prSet/>
      <dgm:spPr/>
      <dgm:t>
        <a:bodyPr/>
        <a:lstStyle/>
        <a:p>
          <a:endParaRPr lang="en-US"/>
        </a:p>
      </dgm:t>
    </dgm:pt>
    <dgm:pt modelId="{6A3E0D46-0852-4BF7-8DB3-4DAC8875E625}" type="pres">
      <dgm:prSet presAssocID="{7C4884E5-D02E-45E0-B2C3-524BA6EE60FD}" presName="Name0" presStyleCnt="0">
        <dgm:presLayoutVars>
          <dgm:dir/>
          <dgm:animLvl val="lvl"/>
          <dgm:resizeHandles val="exact"/>
        </dgm:presLayoutVars>
      </dgm:prSet>
      <dgm:spPr/>
    </dgm:pt>
    <dgm:pt modelId="{9AAC545D-9822-47FA-88B9-4C9B0CBDC63B}" type="pres">
      <dgm:prSet presAssocID="{91DECC6E-3861-4C1D-BAD3-00E2879E5B9B}" presName="linNode" presStyleCnt="0"/>
      <dgm:spPr/>
    </dgm:pt>
    <dgm:pt modelId="{6E43B2E9-094D-45CD-A605-E6CD37A3989D}" type="pres">
      <dgm:prSet presAssocID="{91DECC6E-3861-4C1D-BAD3-00E2879E5B9B}" presName="parentText" presStyleLbl="node1" presStyleIdx="0" presStyleCnt="4">
        <dgm:presLayoutVars>
          <dgm:chMax val="1"/>
          <dgm:bulletEnabled val="1"/>
        </dgm:presLayoutVars>
      </dgm:prSet>
      <dgm:spPr/>
    </dgm:pt>
    <dgm:pt modelId="{74235854-3A3E-44B9-9F9C-FAB07043480C}" type="pres">
      <dgm:prSet presAssocID="{1CBF63D2-528C-45A3-BB0F-19DC1E79999D}" presName="sp" presStyleCnt="0"/>
      <dgm:spPr/>
    </dgm:pt>
    <dgm:pt modelId="{A9765B31-27BD-4A72-A645-5F37F7BC9F45}" type="pres">
      <dgm:prSet presAssocID="{D375F4E2-26C7-4BD0-B900-B0251906C573}" presName="linNode" presStyleCnt="0"/>
      <dgm:spPr/>
    </dgm:pt>
    <dgm:pt modelId="{4DEAF370-D1E7-42A9-BC7A-961C5826BFB0}" type="pres">
      <dgm:prSet presAssocID="{D375F4E2-26C7-4BD0-B900-B0251906C573}" presName="parentText" presStyleLbl="node1" presStyleIdx="1" presStyleCnt="4">
        <dgm:presLayoutVars>
          <dgm:chMax val="1"/>
          <dgm:bulletEnabled val="1"/>
        </dgm:presLayoutVars>
      </dgm:prSet>
      <dgm:spPr/>
    </dgm:pt>
    <dgm:pt modelId="{545CEF9D-7F70-4F27-9CEF-AF8B33E25F45}" type="pres">
      <dgm:prSet presAssocID="{46C56C71-93DF-4BC5-8CFB-5498A4EFCB6B}" presName="sp" presStyleCnt="0"/>
      <dgm:spPr/>
    </dgm:pt>
    <dgm:pt modelId="{D4C47E1E-828E-458F-A787-5A4F2EF17321}" type="pres">
      <dgm:prSet presAssocID="{11DCEF93-D5DC-4EC7-AC58-B43FF3279574}" presName="linNode" presStyleCnt="0"/>
      <dgm:spPr/>
    </dgm:pt>
    <dgm:pt modelId="{FFE5BB79-9867-4747-9317-41DA21A22DB5}" type="pres">
      <dgm:prSet presAssocID="{11DCEF93-D5DC-4EC7-AC58-B43FF3279574}" presName="parentText" presStyleLbl="node1" presStyleIdx="2" presStyleCnt="4">
        <dgm:presLayoutVars>
          <dgm:chMax val="1"/>
          <dgm:bulletEnabled val="1"/>
        </dgm:presLayoutVars>
      </dgm:prSet>
      <dgm:spPr/>
    </dgm:pt>
    <dgm:pt modelId="{D31B06AD-757D-4834-A96E-E4FD2CA74651}" type="pres">
      <dgm:prSet presAssocID="{22EF4BA4-0BC6-45ED-AFA7-AF6D8552736A}" presName="sp" presStyleCnt="0"/>
      <dgm:spPr/>
    </dgm:pt>
    <dgm:pt modelId="{FEA55488-63C1-44F6-926A-FB5778DE2AD5}" type="pres">
      <dgm:prSet presAssocID="{86CD3520-C2A7-440D-BA7F-4FA71F033116}" presName="linNode" presStyleCnt="0"/>
      <dgm:spPr/>
    </dgm:pt>
    <dgm:pt modelId="{C4E9561F-5102-4B5E-9BAD-99EBD7B2A1BF}" type="pres">
      <dgm:prSet presAssocID="{86CD3520-C2A7-440D-BA7F-4FA71F033116}" presName="parentText" presStyleLbl="node1" presStyleIdx="3" presStyleCnt="4">
        <dgm:presLayoutVars>
          <dgm:chMax val="1"/>
          <dgm:bulletEnabled val="1"/>
        </dgm:presLayoutVars>
      </dgm:prSet>
      <dgm:spPr/>
    </dgm:pt>
  </dgm:ptLst>
  <dgm:cxnLst>
    <dgm:cxn modelId="{42202C0C-0FF9-4D8F-857C-6D4D5FC01CA4}" type="presOf" srcId="{D375F4E2-26C7-4BD0-B900-B0251906C573}" destId="{4DEAF370-D1E7-42A9-BC7A-961C5826BFB0}" srcOrd="0" destOrd="0" presId="urn:microsoft.com/office/officeart/2005/8/layout/vList5"/>
    <dgm:cxn modelId="{F53BC915-C9FF-4FA6-9860-2A0D283B5EC0}" type="presOf" srcId="{11DCEF93-D5DC-4EC7-AC58-B43FF3279574}" destId="{FFE5BB79-9867-4747-9317-41DA21A22DB5}" srcOrd="0" destOrd="0" presId="urn:microsoft.com/office/officeart/2005/8/layout/vList5"/>
    <dgm:cxn modelId="{7EE51C33-D413-4CAF-A871-713B2CAF5244}" srcId="{7C4884E5-D02E-45E0-B2C3-524BA6EE60FD}" destId="{11DCEF93-D5DC-4EC7-AC58-B43FF3279574}" srcOrd="2" destOrd="0" parTransId="{6D7D5A5A-B694-41AA-BB54-C4B59DF953C8}" sibTransId="{22EF4BA4-0BC6-45ED-AFA7-AF6D8552736A}"/>
    <dgm:cxn modelId="{E695CF7A-424D-46FB-93E6-D3E3CE11B243}" srcId="{7C4884E5-D02E-45E0-B2C3-524BA6EE60FD}" destId="{86CD3520-C2A7-440D-BA7F-4FA71F033116}" srcOrd="3" destOrd="0" parTransId="{8BD79A4F-44C6-4335-B9AA-13D2A23B068A}" sibTransId="{039CC00C-1A04-4CA1-AE83-812CE847BBEF}"/>
    <dgm:cxn modelId="{17FABF7F-06F3-4601-9EAF-E06860E2243E}" srcId="{7C4884E5-D02E-45E0-B2C3-524BA6EE60FD}" destId="{D375F4E2-26C7-4BD0-B900-B0251906C573}" srcOrd="1" destOrd="0" parTransId="{C1CA8451-6046-4863-90B4-5265BF6AE3FC}" sibTransId="{46C56C71-93DF-4BC5-8CFB-5498A4EFCB6B}"/>
    <dgm:cxn modelId="{A8F8309E-27CC-458B-9DDB-62D969E510BA}" type="presOf" srcId="{7C4884E5-D02E-45E0-B2C3-524BA6EE60FD}" destId="{6A3E0D46-0852-4BF7-8DB3-4DAC8875E625}" srcOrd="0" destOrd="0" presId="urn:microsoft.com/office/officeart/2005/8/layout/vList5"/>
    <dgm:cxn modelId="{40B8D3C2-2323-450A-8E44-821AEC058E8C}" type="presOf" srcId="{91DECC6E-3861-4C1D-BAD3-00E2879E5B9B}" destId="{6E43B2E9-094D-45CD-A605-E6CD37A3989D}" srcOrd="0" destOrd="0" presId="urn:microsoft.com/office/officeart/2005/8/layout/vList5"/>
    <dgm:cxn modelId="{561654C9-0856-460B-9A6F-C5ED5DA0CB7F}" srcId="{7C4884E5-D02E-45E0-B2C3-524BA6EE60FD}" destId="{91DECC6E-3861-4C1D-BAD3-00E2879E5B9B}" srcOrd="0" destOrd="0" parTransId="{7362ACFB-6999-4687-82EA-98861E8A8EC2}" sibTransId="{1CBF63D2-528C-45A3-BB0F-19DC1E79999D}"/>
    <dgm:cxn modelId="{8C8CA6C9-19BE-467D-BA42-7736CFDDF653}" type="presOf" srcId="{86CD3520-C2A7-440D-BA7F-4FA71F033116}" destId="{C4E9561F-5102-4B5E-9BAD-99EBD7B2A1BF}" srcOrd="0" destOrd="0" presId="urn:microsoft.com/office/officeart/2005/8/layout/vList5"/>
    <dgm:cxn modelId="{5ECAFBF0-1D93-4546-B477-292A3D309D35}" type="presParOf" srcId="{6A3E0D46-0852-4BF7-8DB3-4DAC8875E625}" destId="{9AAC545D-9822-47FA-88B9-4C9B0CBDC63B}" srcOrd="0" destOrd="0" presId="urn:microsoft.com/office/officeart/2005/8/layout/vList5"/>
    <dgm:cxn modelId="{EF7EB864-EC85-4FE7-A3DC-9AB4AD94B2EF}" type="presParOf" srcId="{9AAC545D-9822-47FA-88B9-4C9B0CBDC63B}" destId="{6E43B2E9-094D-45CD-A605-E6CD37A3989D}" srcOrd="0" destOrd="0" presId="urn:microsoft.com/office/officeart/2005/8/layout/vList5"/>
    <dgm:cxn modelId="{C6A5C3A5-9C40-4C7B-910A-BE743EA255D7}" type="presParOf" srcId="{6A3E0D46-0852-4BF7-8DB3-4DAC8875E625}" destId="{74235854-3A3E-44B9-9F9C-FAB07043480C}" srcOrd="1" destOrd="0" presId="urn:microsoft.com/office/officeart/2005/8/layout/vList5"/>
    <dgm:cxn modelId="{C328276C-5D4E-4B71-A006-61DE6B896D84}" type="presParOf" srcId="{6A3E0D46-0852-4BF7-8DB3-4DAC8875E625}" destId="{A9765B31-27BD-4A72-A645-5F37F7BC9F45}" srcOrd="2" destOrd="0" presId="urn:microsoft.com/office/officeart/2005/8/layout/vList5"/>
    <dgm:cxn modelId="{342657A9-4657-4FB3-9BBC-5B985173006C}" type="presParOf" srcId="{A9765B31-27BD-4A72-A645-5F37F7BC9F45}" destId="{4DEAF370-D1E7-42A9-BC7A-961C5826BFB0}" srcOrd="0" destOrd="0" presId="urn:microsoft.com/office/officeart/2005/8/layout/vList5"/>
    <dgm:cxn modelId="{8B77C217-5656-428B-9B9F-CBE5B12C1B31}" type="presParOf" srcId="{6A3E0D46-0852-4BF7-8DB3-4DAC8875E625}" destId="{545CEF9D-7F70-4F27-9CEF-AF8B33E25F45}" srcOrd="3" destOrd="0" presId="urn:microsoft.com/office/officeart/2005/8/layout/vList5"/>
    <dgm:cxn modelId="{12CECA5A-5785-4D9D-BF23-FFE738D43DC1}" type="presParOf" srcId="{6A3E0D46-0852-4BF7-8DB3-4DAC8875E625}" destId="{D4C47E1E-828E-458F-A787-5A4F2EF17321}" srcOrd="4" destOrd="0" presId="urn:microsoft.com/office/officeart/2005/8/layout/vList5"/>
    <dgm:cxn modelId="{97E44ACA-E6AC-4101-A6CA-C7855863B75F}" type="presParOf" srcId="{D4C47E1E-828E-458F-A787-5A4F2EF17321}" destId="{FFE5BB79-9867-4747-9317-41DA21A22DB5}" srcOrd="0" destOrd="0" presId="urn:microsoft.com/office/officeart/2005/8/layout/vList5"/>
    <dgm:cxn modelId="{13552CC9-329A-4D74-BB0F-4103779D5E4F}" type="presParOf" srcId="{6A3E0D46-0852-4BF7-8DB3-4DAC8875E625}" destId="{D31B06AD-757D-4834-A96E-E4FD2CA74651}" srcOrd="5" destOrd="0" presId="urn:microsoft.com/office/officeart/2005/8/layout/vList5"/>
    <dgm:cxn modelId="{C7E7680F-635E-4F15-B557-A8320BC3DDE4}" type="presParOf" srcId="{6A3E0D46-0852-4BF7-8DB3-4DAC8875E625}" destId="{FEA55488-63C1-44F6-926A-FB5778DE2AD5}" srcOrd="6" destOrd="0" presId="urn:microsoft.com/office/officeart/2005/8/layout/vList5"/>
    <dgm:cxn modelId="{B93A2535-04D6-42BE-B35E-A1BB6E2324C5}" type="presParOf" srcId="{FEA55488-63C1-44F6-926A-FB5778DE2AD5}" destId="{C4E9561F-5102-4B5E-9BAD-99EBD7B2A1BF}"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00A5FA7-CED8-4F80-82D7-B12D1D75077F}" type="doc">
      <dgm:prSet loTypeId="urn:microsoft.com/office/officeart/2005/8/layout/process5" loCatId="process" qsTypeId="urn:microsoft.com/office/officeart/2005/8/quickstyle/simple3" qsCatId="simple" csTypeId="urn:microsoft.com/office/officeart/2005/8/colors/colorful1" csCatId="colorful"/>
      <dgm:spPr/>
      <dgm:t>
        <a:bodyPr/>
        <a:lstStyle/>
        <a:p>
          <a:endParaRPr lang="en-US"/>
        </a:p>
      </dgm:t>
    </dgm:pt>
    <dgm:pt modelId="{CCD50BE4-5ABD-4853-AEAD-B79B416F252D}">
      <dgm:prSet custT="1"/>
      <dgm:spPr/>
      <dgm:t>
        <a:bodyPr/>
        <a:lstStyle/>
        <a:p>
          <a:r>
            <a:rPr lang="en-US" sz="1600" b="1"/>
            <a:t>For example, an experienced employee who operates a complex machining center in a shop environment may take a two-week vacation. </a:t>
          </a:r>
          <a:endParaRPr lang="en-US" sz="1600"/>
        </a:p>
      </dgm:t>
    </dgm:pt>
    <dgm:pt modelId="{F4A74FA0-4C6C-4929-B3A8-7C3B3FCD2714}" type="parTrans" cxnId="{7AFADC00-B282-4D78-922F-481AEA0D1612}">
      <dgm:prSet/>
      <dgm:spPr/>
      <dgm:t>
        <a:bodyPr/>
        <a:lstStyle/>
        <a:p>
          <a:endParaRPr lang="en-US"/>
        </a:p>
      </dgm:t>
    </dgm:pt>
    <dgm:pt modelId="{905B323C-C950-4707-8937-FD5B9F61C140}" type="sibTrans" cxnId="{7AFADC00-B282-4D78-922F-481AEA0D1612}">
      <dgm:prSet custT="1"/>
      <dgm:spPr/>
      <dgm:t>
        <a:bodyPr/>
        <a:lstStyle/>
        <a:p>
          <a:endParaRPr lang="en-US" sz="1600">
            <a:solidFill>
              <a:schemeClr val="tx2"/>
            </a:solidFill>
          </a:endParaRPr>
        </a:p>
      </dgm:t>
    </dgm:pt>
    <dgm:pt modelId="{0399030D-7BD9-4D73-9A00-EF1ECB208E4C}">
      <dgm:prSet custT="1"/>
      <dgm:spPr/>
      <dgm:t>
        <a:bodyPr/>
        <a:lstStyle/>
        <a:p>
          <a:r>
            <a:rPr lang="en-US" sz="1600" b="1"/>
            <a:t>Her temporary replacement may be less experienced. </a:t>
          </a:r>
          <a:endParaRPr lang="en-US" sz="1600"/>
        </a:p>
      </dgm:t>
    </dgm:pt>
    <dgm:pt modelId="{B4DA9D58-9DB2-4167-97B1-10D5D0C7A9FF}" type="parTrans" cxnId="{01A5A4F5-AE89-4F90-B025-BEC280B2F5D4}">
      <dgm:prSet/>
      <dgm:spPr/>
      <dgm:t>
        <a:bodyPr/>
        <a:lstStyle/>
        <a:p>
          <a:endParaRPr lang="en-US"/>
        </a:p>
      </dgm:t>
    </dgm:pt>
    <dgm:pt modelId="{310B6C2B-5901-4C71-A083-ECEB4639CC7F}" type="sibTrans" cxnId="{01A5A4F5-AE89-4F90-B025-BEC280B2F5D4}">
      <dgm:prSet custT="1"/>
      <dgm:spPr/>
      <dgm:t>
        <a:bodyPr/>
        <a:lstStyle/>
        <a:p>
          <a:endParaRPr lang="en-US" sz="1600">
            <a:solidFill>
              <a:schemeClr val="tx2"/>
            </a:solidFill>
          </a:endParaRPr>
        </a:p>
      </dgm:t>
    </dgm:pt>
    <dgm:pt modelId="{EE65E075-B51B-4E1D-B2F2-D9676DFC4774}">
      <dgm:prSet custT="1"/>
      <dgm:spPr/>
      <dgm:t>
        <a:bodyPr/>
        <a:lstStyle/>
        <a:p>
          <a:r>
            <a:rPr lang="en-US" sz="1600" b="1"/>
            <a:t>This change in one component of the system (person/host) increases the probability of an accident.</a:t>
          </a:r>
          <a:endParaRPr lang="en-US" sz="1600"/>
        </a:p>
      </dgm:t>
    </dgm:pt>
    <dgm:pt modelId="{44926EA2-595E-4A8F-BF2B-49D907207B94}" type="parTrans" cxnId="{9A693B80-9C94-40E8-87EA-FCB1A47EFC9C}">
      <dgm:prSet/>
      <dgm:spPr/>
      <dgm:t>
        <a:bodyPr/>
        <a:lstStyle/>
        <a:p>
          <a:endParaRPr lang="en-US"/>
        </a:p>
      </dgm:t>
    </dgm:pt>
    <dgm:pt modelId="{038AD988-42CD-4F26-8890-D465D1E3E5D0}" type="sibTrans" cxnId="{9A693B80-9C94-40E8-87EA-FCB1A47EFC9C}">
      <dgm:prSet/>
      <dgm:spPr/>
      <dgm:t>
        <a:bodyPr/>
        <a:lstStyle/>
        <a:p>
          <a:endParaRPr lang="en-US"/>
        </a:p>
      </dgm:t>
    </dgm:pt>
    <dgm:pt modelId="{6DCAB5C7-7183-46F0-8AC1-23D6131B59CF}" type="pres">
      <dgm:prSet presAssocID="{F00A5FA7-CED8-4F80-82D7-B12D1D75077F}" presName="diagram" presStyleCnt="0">
        <dgm:presLayoutVars>
          <dgm:dir/>
          <dgm:resizeHandles val="exact"/>
        </dgm:presLayoutVars>
      </dgm:prSet>
      <dgm:spPr/>
    </dgm:pt>
    <dgm:pt modelId="{4B0689C4-6DAD-4DE5-9E26-A562AA27DF15}" type="pres">
      <dgm:prSet presAssocID="{CCD50BE4-5ABD-4853-AEAD-B79B416F252D}" presName="node" presStyleLbl="node1" presStyleIdx="0" presStyleCnt="3">
        <dgm:presLayoutVars>
          <dgm:bulletEnabled val="1"/>
        </dgm:presLayoutVars>
      </dgm:prSet>
      <dgm:spPr/>
    </dgm:pt>
    <dgm:pt modelId="{1FEF9314-D815-4E64-9478-1D0D7195AE41}" type="pres">
      <dgm:prSet presAssocID="{905B323C-C950-4707-8937-FD5B9F61C140}" presName="sibTrans" presStyleLbl="sibTrans2D1" presStyleIdx="0" presStyleCnt="2"/>
      <dgm:spPr/>
    </dgm:pt>
    <dgm:pt modelId="{EB334F41-49FC-4598-8A8A-057946DA261A}" type="pres">
      <dgm:prSet presAssocID="{905B323C-C950-4707-8937-FD5B9F61C140}" presName="connectorText" presStyleLbl="sibTrans2D1" presStyleIdx="0" presStyleCnt="2"/>
      <dgm:spPr/>
    </dgm:pt>
    <dgm:pt modelId="{6C5F872C-E6E3-48A2-800F-A84C53E78382}" type="pres">
      <dgm:prSet presAssocID="{0399030D-7BD9-4D73-9A00-EF1ECB208E4C}" presName="node" presStyleLbl="node1" presStyleIdx="1" presStyleCnt="3">
        <dgm:presLayoutVars>
          <dgm:bulletEnabled val="1"/>
        </dgm:presLayoutVars>
      </dgm:prSet>
      <dgm:spPr/>
    </dgm:pt>
    <dgm:pt modelId="{80FA40DE-B911-49AD-9A9B-5B31297B9EF4}" type="pres">
      <dgm:prSet presAssocID="{310B6C2B-5901-4C71-A083-ECEB4639CC7F}" presName="sibTrans" presStyleLbl="sibTrans2D1" presStyleIdx="1" presStyleCnt="2"/>
      <dgm:spPr/>
    </dgm:pt>
    <dgm:pt modelId="{5E48EAE7-B440-459C-AD49-B1F2A5D3D60E}" type="pres">
      <dgm:prSet presAssocID="{310B6C2B-5901-4C71-A083-ECEB4639CC7F}" presName="connectorText" presStyleLbl="sibTrans2D1" presStyleIdx="1" presStyleCnt="2"/>
      <dgm:spPr/>
    </dgm:pt>
    <dgm:pt modelId="{A25C2D64-EA43-46C2-9C11-0FC637183CBE}" type="pres">
      <dgm:prSet presAssocID="{EE65E075-B51B-4E1D-B2F2-D9676DFC4774}" presName="node" presStyleLbl="node1" presStyleIdx="2" presStyleCnt="3">
        <dgm:presLayoutVars>
          <dgm:bulletEnabled val="1"/>
        </dgm:presLayoutVars>
      </dgm:prSet>
      <dgm:spPr/>
    </dgm:pt>
  </dgm:ptLst>
  <dgm:cxnLst>
    <dgm:cxn modelId="{7AFADC00-B282-4D78-922F-481AEA0D1612}" srcId="{F00A5FA7-CED8-4F80-82D7-B12D1D75077F}" destId="{CCD50BE4-5ABD-4853-AEAD-B79B416F252D}" srcOrd="0" destOrd="0" parTransId="{F4A74FA0-4C6C-4929-B3A8-7C3B3FCD2714}" sibTransId="{905B323C-C950-4707-8937-FD5B9F61C140}"/>
    <dgm:cxn modelId="{9979D40D-7E71-44BC-BE36-7FFE6F4288B9}" type="presOf" srcId="{EE65E075-B51B-4E1D-B2F2-D9676DFC4774}" destId="{A25C2D64-EA43-46C2-9C11-0FC637183CBE}" srcOrd="0" destOrd="0" presId="urn:microsoft.com/office/officeart/2005/8/layout/process5"/>
    <dgm:cxn modelId="{A21FE244-CCF4-4081-A712-3333665605D6}" type="presOf" srcId="{CCD50BE4-5ABD-4853-AEAD-B79B416F252D}" destId="{4B0689C4-6DAD-4DE5-9E26-A562AA27DF15}" srcOrd="0" destOrd="0" presId="urn:microsoft.com/office/officeart/2005/8/layout/process5"/>
    <dgm:cxn modelId="{8D750973-78F4-4E5C-92AE-ED0988877B51}" type="presOf" srcId="{310B6C2B-5901-4C71-A083-ECEB4639CC7F}" destId="{80FA40DE-B911-49AD-9A9B-5B31297B9EF4}" srcOrd="0" destOrd="0" presId="urn:microsoft.com/office/officeart/2005/8/layout/process5"/>
    <dgm:cxn modelId="{9A693B80-9C94-40E8-87EA-FCB1A47EFC9C}" srcId="{F00A5FA7-CED8-4F80-82D7-B12D1D75077F}" destId="{EE65E075-B51B-4E1D-B2F2-D9676DFC4774}" srcOrd="2" destOrd="0" parTransId="{44926EA2-595E-4A8F-BF2B-49D907207B94}" sibTransId="{038AD988-42CD-4F26-8890-D465D1E3E5D0}"/>
    <dgm:cxn modelId="{9CF7B898-5C0F-4FB9-84B9-3F66A30B8C8F}" type="presOf" srcId="{905B323C-C950-4707-8937-FD5B9F61C140}" destId="{EB334F41-49FC-4598-8A8A-057946DA261A}" srcOrd="1" destOrd="0" presId="urn:microsoft.com/office/officeart/2005/8/layout/process5"/>
    <dgm:cxn modelId="{F8B1F898-9AA5-4925-8623-95747C3E39B7}" type="presOf" srcId="{310B6C2B-5901-4C71-A083-ECEB4639CC7F}" destId="{5E48EAE7-B440-459C-AD49-B1F2A5D3D60E}" srcOrd="1" destOrd="0" presId="urn:microsoft.com/office/officeart/2005/8/layout/process5"/>
    <dgm:cxn modelId="{1E8C6F9C-0A9A-4B4B-8EF9-01D6FF7A9D8B}" type="presOf" srcId="{F00A5FA7-CED8-4F80-82D7-B12D1D75077F}" destId="{6DCAB5C7-7183-46F0-8AC1-23D6131B59CF}" srcOrd="0" destOrd="0" presId="urn:microsoft.com/office/officeart/2005/8/layout/process5"/>
    <dgm:cxn modelId="{E33457D2-80C4-4B14-9BD2-63AB3DA4E0F7}" type="presOf" srcId="{905B323C-C950-4707-8937-FD5B9F61C140}" destId="{1FEF9314-D815-4E64-9478-1D0D7195AE41}" srcOrd="0" destOrd="0" presId="urn:microsoft.com/office/officeart/2005/8/layout/process5"/>
    <dgm:cxn modelId="{730169DF-334D-4253-92E9-D2EA8DE2D456}" type="presOf" srcId="{0399030D-7BD9-4D73-9A00-EF1ECB208E4C}" destId="{6C5F872C-E6E3-48A2-800F-A84C53E78382}" srcOrd="0" destOrd="0" presId="urn:microsoft.com/office/officeart/2005/8/layout/process5"/>
    <dgm:cxn modelId="{01A5A4F5-AE89-4F90-B025-BEC280B2F5D4}" srcId="{F00A5FA7-CED8-4F80-82D7-B12D1D75077F}" destId="{0399030D-7BD9-4D73-9A00-EF1ECB208E4C}" srcOrd="1" destOrd="0" parTransId="{B4DA9D58-9DB2-4167-97B1-10D5D0C7A9FF}" sibTransId="{310B6C2B-5901-4C71-A083-ECEB4639CC7F}"/>
    <dgm:cxn modelId="{FC2E1AEF-755E-4200-A60F-87D3D85D1FB9}" type="presParOf" srcId="{6DCAB5C7-7183-46F0-8AC1-23D6131B59CF}" destId="{4B0689C4-6DAD-4DE5-9E26-A562AA27DF15}" srcOrd="0" destOrd="0" presId="urn:microsoft.com/office/officeart/2005/8/layout/process5"/>
    <dgm:cxn modelId="{83247748-CAD9-4B6E-BEBB-A0DB4E3836DC}" type="presParOf" srcId="{6DCAB5C7-7183-46F0-8AC1-23D6131B59CF}" destId="{1FEF9314-D815-4E64-9478-1D0D7195AE41}" srcOrd="1" destOrd="0" presId="urn:microsoft.com/office/officeart/2005/8/layout/process5"/>
    <dgm:cxn modelId="{67C6643D-9552-4F8F-BB3C-748E82B7B3D6}" type="presParOf" srcId="{1FEF9314-D815-4E64-9478-1D0D7195AE41}" destId="{EB334F41-49FC-4598-8A8A-057946DA261A}" srcOrd="0" destOrd="0" presId="urn:microsoft.com/office/officeart/2005/8/layout/process5"/>
    <dgm:cxn modelId="{AE415B84-3A68-4CE6-84AE-FB17757E1990}" type="presParOf" srcId="{6DCAB5C7-7183-46F0-8AC1-23D6131B59CF}" destId="{6C5F872C-E6E3-48A2-800F-A84C53E78382}" srcOrd="2" destOrd="0" presId="urn:microsoft.com/office/officeart/2005/8/layout/process5"/>
    <dgm:cxn modelId="{558073EC-C7A8-466A-BEBB-A8B18CDEA0D2}" type="presParOf" srcId="{6DCAB5C7-7183-46F0-8AC1-23D6131B59CF}" destId="{80FA40DE-B911-49AD-9A9B-5B31297B9EF4}" srcOrd="3" destOrd="0" presId="urn:microsoft.com/office/officeart/2005/8/layout/process5"/>
    <dgm:cxn modelId="{7823F172-A38C-4B5C-8CE1-63FE4701F930}" type="presParOf" srcId="{80FA40DE-B911-49AD-9A9B-5B31297B9EF4}" destId="{5E48EAE7-B440-459C-AD49-B1F2A5D3D60E}" srcOrd="0" destOrd="0" presId="urn:microsoft.com/office/officeart/2005/8/layout/process5"/>
    <dgm:cxn modelId="{D7A36932-F439-4380-9F79-B945A3B3CE1A}" type="presParOf" srcId="{6DCAB5C7-7183-46F0-8AC1-23D6131B59CF}" destId="{A25C2D64-EA43-46C2-9C11-0FC637183CBE}"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76ADAD2F-ED7E-4E7C-94A7-32F587449E4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363FD5F-4D5F-4CD6-BC97-F7496AF3F105}">
      <dgm:prSet custT="1"/>
      <dgm:spPr/>
      <dgm:t>
        <a:bodyPr/>
        <a:lstStyle/>
        <a:p>
          <a:pPr algn="just">
            <a:lnSpc>
              <a:spcPct val="100000"/>
            </a:lnSpc>
          </a:pPr>
          <a:r>
            <a:rPr lang="en-US" sz="2000" b="1"/>
            <a:t>As the model shows, even as a person interacts with a machine within an environment, three activities take place between the system and the task to be performed. </a:t>
          </a:r>
        </a:p>
      </dgm:t>
    </dgm:pt>
    <dgm:pt modelId="{8FE6D8B8-5BFA-49E7-AFAD-AF4B8061BE67}" type="parTrans" cxnId="{D5A1691B-179E-41D8-92E9-851F96FFA724}">
      <dgm:prSet/>
      <dgm:spPr/>
      <dgm:t>
        <a:bodyPr/>
        <a:lstStyle/>
        <a:p>
          <a:endParaRPr lang="en-US"/>
        </a:p>
      </dgm:t>
    </dgm:pt>
    <dgm:pt modelId="{5F97B725-91FD-43F8-9F4A-E97BEBD99E76}" type="sibTrans" cxnId="{D5A1691B-179E-41D8-92E9-851F96FFA724}">
      <dgm:prSet/>
      <dgm:spPr/>
      <dgm:t>
        <a:bodyPr/>
        <a:lstStyle/>
        <a:p>
          <a:endParaRPr lang="en-US"/>
        </a:p>
      </dgm:t>
    </dgm:pt>
    <dgm:pt modelId="{831C6291-DA1C-4C26-B2B9-0CC326135306}">
      <dgm:prSet custT="1"/>
      <dgm:spPr/>
      <dgm:t>
        <a:bodyPr/>
        <a:lstStyle/>
        <a:p>
          <a:pPr algn="just">
            <a:lnSpc>
              <a:spcPct val="100000"/>
            </a:lnSpc>
          </a:pPr>
          <a:r>
            <a:rPr lang="en-US" sz="2000" b="1"/>
            <a:t>Every time a task must be performed, there is the risk that an accident may occur. </a:t>
          </a:r>
        </a:p>
      </dgm:t>
    </dgm:pt>
    <dgm:pt modelId="{DA940143-EAF0-4527-AAB6-171AC39C2B49}" type="parTrans" cxnId="{0D729E4E-A2FA-4DB6-A5A6-8F982E1D553D}">
      <dgm:prSet/>
      <dgm:spPr/>
      <dgm:t>
        <a:bodyPr/>
        <a:lstStyle/>
        <a:p>
          <a:endParaRPr lang="en-US"/>
        </a:p>
      </dgm:t>
    </dgm:pt>
    <dgm:pt modelId="{325F15EE-F6A1-4A12-9074-5F60DBC60256}" type="sibTrans" cxnId="{0D729E4E-A2FA-4DB6-A5A6-8F982E1D553D}">
      <dgm:prSet/>
      <dgm:spPr/>
      <dgm:t>
        <a:bodyPr/>
        <a:lstStyle/>
        <a:p>
          <a:endParaRPr lang="en-US"/>
        </a:p>
      </dgm:t>
    </dgm:pt>
    <dgm:pt modelId="{7B93A8C5-7F95-4037-ACCD-0C21EBA3FEF0}">
      <dgm:prSet custT="1"/>
      <dgm:spPr/>
      <dgm:t>
        <a:bodyPr/>
        <a:lstStyle/>
        <a:p>
          <a:pPr algn="just">
            <a:lnSpc>
              <a:spcPct val="100000"/>
            </a:lnSpc>
          </a:pPr>
          <a:r>
            <a:rPr lang="en-US" sz="2000" b="1"/>
            <a:t>Sometimes the risks are great; at other times, they are small. </a:t>
          </a:r>
        </a:p>
      </dgm:t>
    </dgm:pt>
    <dgm:pt modelId="{4A75E41E-5083-4CA2-B469-24B14F7ECFD0}" type="parTrans" cxnId="{1EA52639-88EE-4ECA-BB6A-CF7B867FDA5A}">
      <dgm:prSet/>
      <dgm:spPr/>
      <dgm:t>
        <a:bodyPr/>
        <a:lstStyle/>
        <a:p>
          <a:endParaRPr lang="en-US"/>
        </a:p>
      </dgm:t>
    </dgm:pt>
    <dgm:pt modelId="{1D009FC9-22EB-4240-A66D-9669D9BD8AB2}" type="sibTrans" cxnId="{1EA52639-88EE-4ECA-BB6A-CF7B867FDA5A}">
      <dgm:prSet/>
      <dgm:spPr/>
      <dgm:t>
        <a:bodyPr/>
        <a:lstStyle/>
        <a:p>
          <a:endParaRPr lang="en-US"/>
        </a:p>
      </dgm:t>
    </dgm:pt>
    <dgm:pt modelId="{8A42DD54-77CC-4CD1-99F7-97224B7302C8}">
      <dgm:prSet custT="1"/>
      <dgm:spPr/>
      <dgm:t>
        <a:bodyPr/>
        <a:lstStyle/>
        <a:p>
          <a:pPr algn="just">
            <a:lnSpc>
              <a:spcPct val="100000"/>
            </a:lnSpc>
          </a:pPr>
          <a:r>
            <a:rPr lang="en-US" sz="2000" b="1"/>
            <a:t>This is where information collection and decision making come in.</a:t>
          </a:r>
        </a:p>
      </dgm:t>
    </dgm:pt>
    <dgm:pt modelId="{CC394D8A-A8C3-48F3-A0D1-9602282020D7}" type="parTrans" cxnId="{CA6D78B6-BA2A-454D-B5F4-31A22901E9BE}">
      <dgm:prSet/>
      <dgm:spPr/>
      <dgm:t>
        <a:bodyPr/>
        <a:lstStyle/>
        <a:p>
          <a:endParaRPr lang="en-US"/>
        </a:p>
      </dgm:t>
    </dgm:pt>
    <dgm:pt modelId="{0B00665F-C0F8-4697-84AC-FD48F2CA1A7F}" type="sibTrans" cxnId="{CA6D78B6-BA2A-454D-B5F4-31A22901E9BE}">
      <dgm:prSet/>
      <dgm:spPr/>
      <dgm:t>
        <a:bodyPr/>
        <a:lstStyle/>
        <a:p>
          <a:endParaRPr lang="en-US"/>
        </a:p>
      </dgm:t>
    </dgm:pt>
    <dgm:pt modelId="{9CD698C7-468A-4644-A8D5-20DACEA1A42E}">
      <dgm:prSet custT="1"/>
      <dgm:spPr/>
      <dgm:t>
        <a:bodyPr/>
        <a:lstStyle/>
        <a:p>
          <a:pPr algn="just">
            <a:lnSpc>
              <a:spcPct val="100000"/>
            </a:lnSpc>
          </a:pPr>
          <a:r>
            <a:rPr lang="en-US" sz="2000" b="1"/>
            <a:t>Based on the information that has been collected by observing and mentally noting the current circumstances, the person weighs the risks and decides whether to perform the task under existing circumstances.</a:t>
          </a:r>
        </a:p>
      </dgm:t>
    </dgm:pt>
    <dgm:pt modelId="{D6D9B08F-8FD1-4880-8B4C-7D04340610B2}" type="parTrans" cxnId="{1C76ACF6-3911-49A7-9CC0-595EF960AEA6}">
      <dgm:prSet/>
      <dgm:spPr/>
      <dgm:t>
        <a:bodyPr/>
        <a:lstStyle/>
        <a:p>
          <a:endParaRPr lang="en-US"/>
        </a:p>
      </dgm:t>
    </dgm:pt>
    <dgm:pt modelId="{732E98DF-8FCD-4811-898B-7A13E5271443}" type="sibTrans" cxnId="{1C76ACF6-3911-49A7-9CC0-595EF960AEA6}">
      <dgm:prSet/>
      <dgm:spPr/>
      <dgm:t>
        <a:bodyPr/>
        <a:lstStyle/>
        <a:p>
          <a:endParaRPr lang="en-US"/>
        </a:p>
      </dgm:t>
    </dgm:pt>
    <dgm:pt modelId="{51E4FAA8-2455-41E9-9AAC-7DF4FACA3627}" type="pres">
      <dgm:prSet presAssocID="{76ADAD2F-ED7E-4E7C-94A7-32F587449E42}" presName="root" presStyleCnt="0">
        <dgm:presLayoutVars>
          <dgm:dir/>
          <dgm:resizeHandles val="exact"/>
        </dgm:presLayoutVars>
      </dgm:prSet>
      <dgm:spPr/>
    </dgm:pt>
    <dgm:pt modelId="{2599DE58-C003-43A2-B373-FAC6FF857783}" type="pres">
      <dgm:prSet presAssocID="{6363FD5F-4D5F-4CD6-BC97-F7496AF3F105}" presName="compNode" presStyleCnt="0"/>
      <dgm:spPr/>
    </dgm:pt>
    <dgm:pt modelId="{E68A3DA9-0C6E-4B36-AB12-974CE7BB1E5D}" type="pres">
      <dgm:prSet presAssocID="{6363FD5F-4D5F-4CD6-BC97-F7496AF3F105}" presName="bgRect" presStyleLbl="bgShp" presStyleIdx="0" presStyleCnt="5"/>
      <dgm:spPr/>
    </dgm:pt>
    <dgm:pt modelId="{CE97ABCA-8D4E-4B2B-B61C-98A5BF44BA2D}" type="pres">
      <dgm:prSet presAssocID="{6363FD5F-4D5F-4CD6-BC97-F7496AF3F10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174F0547-E2BF-484C-A2EB-53D9621CFA5C}" type="pres">
      <dgm:prSet presAssocID="{6363FD5F-4D5F-4CD6-BC97-F7496AF3F105}" presName="spaceRect" presStyleCnt="0"/>
      <dgm:spPr/>
    </dgm:pt>
    <dgm:pt modelId="{B1ACA130-8558-4397-B1CD-09CE35CF150D}" type="pres">
      <dgm:prSet presAssocID="{6363FD5F-4D5F-4CD6-BC97-F7496AF3F105}" presName="parTx" presStyleLbl="revTx" presStyleIdx="0" presStyleCnt="5">
        <dgm:presLayoutVars>
          <dgm:chMax val="0"/>
          <dgm:chPref val="0"/>
        </dgm:presLayoutVars>
      </dgm:prSet>
      <dgm:spPr/>
    </dgm:pt>
    <dgm:pt modelId="{0DEF42E5-68BE-4400-AD80-3709F542695B}" type="pres">
      <dgm:prSet presAssocID="{5F97B725-91FD-43F8-9F4A-E97BEBD99E76}" presName="sibTrans" presStyleCnt="0"/>
      <dgm:spPr/>
    </dgm:pt>
    <dgm:pt modelId="{10780838-B97A-4E43-BED1-C334A9B08C92}" type="pres">
      <dgm:prSet presAssocID="{831C6291-DA1C-4C26-B2B9-0CC326135306}" presName="compNode" presStyleCnt="0"/>
      <dgm:spPr/>
    </dgm:pt>
    <dgm:pt modelId="{2C646EF0-601B-42D1-BFDA-C7A0F4C874B1}" type="pres">
      <dgm:prSet presAssocID="{831C6291-DA1C-4C26-B2B9-0CC326135306}" presName="bgRect" presStyleLbl="bgShp" presStyleIdx="1" presStyleCnt="5"/>
      <dgm:spPr/>
    </dgm:pt>
    <dgm:pt modelId="{AC100C04-2758-43FA-B69D-1FFF03EB120C}" type="pres">
      <dgm:prSet presAssocID="{831C6291-DA1C-4C26-B2B9-0CC32613530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eed Bump"/>
        </a:ext>
      </dgm:extLst>
    </dgm:pt>
    <dgm:pt modelId="{4CBEA1B6-5669-4FC6-9D6E-58E31E9EE3FF}" type="pres">
      <dgm:prSet presAssocID="{831C6291-DA1C-4C26-B2B9-0CC326135306}" presName="spaceRect" presStyleCnt="0"/>
      <dgm:spPr/>
    </dgm:pt>
    <dgm:pt modelId="{7490B705-3666-405B-95D3-A1EC7E380365}" type="pres">
      <dgm:prSet presAssocID="{831C6291-DA1C-4C26-B2B9-0CC326135306}" presName="parTx" presStyleLbl="revTx" presStyleIdx="1" presStyleCnt="5">
        <dgm:presLayoutVars>
          <dgm:chMax val="0"/>
          <dgm:chPref val="0"/>
        </dgm:presLayoutVars>
      </dgm:prSet>
      <dgm:spPr/>
    </dgm:pt>
    <dgm:pt modelId="{A8263AF7-C736-4E89-BD0B-4AB5B3383820}" type="pres">
      <dgm:prSet presAssocID="{325F15EE-F6A1-4A12-9074-5F60DBC60256}" presName="sibTrans" presStyleCnt="0"/>
      <dgm:spPr/>
    </dgm:pt>
    <dgm:pt modelId="{37494A9C-D687-4FDE-896F-1BF4D4B27D1D}" type="pres">
      <dgm:prSet presAssocID="{7B93A8C5-7F95-4037-ACCD-0C21EBA3FEF0}" presName="compNode" presStyleCnt="0"/>
      <dgm:spPr/>
    </dgm:pt>
    <dgm:pt modelId="{82B8B090-476D-4D81-B389-52EF071BD8D7}" type="pres">
      <dgm:prSet presAssocID="{7B93A8C5-7F95-4037-ACCD-0C21EBA3FEF0}" presName="bgRect" presStyleLbl="bgShp" presStyleIdx="2" presStyleCnt="5"/>
      <dgm:spPr/>
    </dgm:pt>
    <dgm:pt modelId="{2175E44A-5D54-4D3D-9801-E5565DFF4C0A}" type="pres">
      <dgm:prSet presAssocID="{7B93A8C5-7F95-4037-ACCD-0C21EBA3FEF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evil Face Outline"/>
        </a:ext>
      </dgm:extLst>
    </dgm:pt>
    <dgm:pt modelId="{4804971E-634F-490F-9019-F0FAC125EA1E}" type="pres">
      <dgm:prSet presAssocID="{7B93A8C5-7F95-4037-ACCD-0C21EBA3FEF0}" presName="spaceRect" presStyleCnt="0"/>
      <dgm:spPr/>
    </dgm:pt>
    <dgm:pt modelId="{E487DEFD-AC23-44C7-80BC-6ED90F428A66}" type="pres">
      <dgm:prSet presAssocID="{7B93A8C5-7F95-4037-ACCD-0C21EBA3FEF0}" presName="parTx" presStyleLbl="revTx" presStyleIdx="2" presStyleCnt="5">
        <dgm:presLayoutVars>
          <dgm:chMax val="0"/>
          <dgm:chPref val="0"/>
        </dgm:presLayoutVars>
      </dgm:prSet>
      <dgm:spPr/>
    </dgm:pt>
    <dgm:pt modelId="{2C11610D-16F0-42D4-BAC5-34D15B2D485E}" type="pres">
      <dgm:prSet presAssocID="{1D009FC9-22EB-4240-A66D-9669D9BD8AB2}" presName="sibTrans" presStyleCnt="0"/>
      <dgm:spPr/>
    </dgm:pt>
    <dgm:pt modelId="{5AA1A18B-902E-49D9-B75D-B7CB10B3ADBE}" type="pres">
      <dgm:prSet presAssocID="{8A42DD54-77CC-4CD1-99F7-97224B7302C8}" presName="compNode" presStyleCnt="0"/>
      <dgm:spPr/>
    </dgm:pt>
    <dgm:pt modelId="{CDACBC71-6C2A-41FA-A66B-8B7CF6EB1918}" type="pres">
      <dgm:prSet presAssocID="{8A42DD54-77CC-4CD1-99F7-97224B7302C8}" presName="bgRect" presStyleLbl="bgShp" presStyleIdx="3" presStyleCnt="5"/>
      <dgm:spPr/>
    </dgm:pt>
    <dgm:pt modelId="{4342561C-74EB-40CA-BE5A-5D6698B43AD2}" type="pres">
      <dgm:prSet presAssocID="{8A42DD54-77CC-4CD1-99F7-97224B7302C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33E90719-DD29-40E0-A22B-14D3D2D0C94F}" type="pres">
      <dgm:prSet presAssocID="{8A42DD54-77CC-4CD1-99F7-97224B7302C8}" presName="spaceRect" presStyleCnt="0"/>
      <dgm:spPr/>
    </dgm:pt>
    <dgm:pt modelId="{284B83FF-F4DA-4BA7-B829-34F910DAB5A6}" type="pres">
      <dgm:prSet presAssocID="{8A42DD54-77CC-4CD1-99F7-97224B7302C8}" presName="parTx" presStyleLbl="revTx" presStyleIdx="3" presStyleCnt="5">
        <dgm:presLayoutVars>
          <dgm:chMax val="0"/>
          <dgm:chPref val="0"/>
        </dgm:presLayoutVars>
      </dgm:prSet>
      <dgm:spPr/>
    </dgm:pt>
    <dgm:pt modelId="{AD0BD14E-9BF4-479D-ADBC-B56E37D2956C}" type="pres">
      <dgm:prSet presAssocID="{0B00665F-C0F8-4697-84AC-FD48F2CA1A7F}" presName="sibTrans" presStyleCnt="0"/>
      <dgm:spPr/>
    </dgm:pt>
    <dgm:pt modelId="{B1982B98-832E-4151-8627-23C039B77856}" type="pres">
      <dgm:prSet presAssocID="{9CD698C7-468A-4644-A8D5-20DACEA1A42E}" presName="compNode" presStyleCnt="0"/>
      <dgm:spPr/>
    </dgm:pt>
    <dgm:pt modelId="{C9BBA76A-62AE-4786-98A5-DAF9776260BC}" type="pres">
      <dgm:prSet presAssocID="{9CD698C7-468A-4644-A8D5-20DACEA1A42E}" presName="bgRect" presStyleLbl="bgShp" presStyleIdx="4" presStyleCnt="5"/>
      <dgm:spPr/>
    </dgm:pt>
    <dgm:pt modelId="{CB948A12-EF9B-43BD-AB1A-A1EB77AD62DE}" type="pres">
      <dgm:prSet presAssocID="{9CD698C7-468A-4644-A8D5-20DACEA1A42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Irritant"/>
        </a:ext>
      </dgm:extLst>
    </dgm:pt>
    <dgm:pt modelId="{F5390D2A-8EEC-451D-8CBD-146BFCB7AB6E}" type="pres">
      <dgm:prSet presAssocID="{9CD698C7-468A-4644-A8D5-20DACEA1A42E}" presName="spaceRect" presStyleCnt="0"/>
      <dgm:spPr/>
    </dgm:pt>
    <dgm:pt modelId="{69F653E2-9603-4AB4-9115-FE3D7B602A70}" type="pres">
      <dgm:prSet presAssocID="{9CD698C7-468A-4644-A8D5-20DACEA1A42E}" presName="parTx" presStyleLbl="revTx" presStyleIdx="4" presStyleCnt="5">
        <dgm:presLayoutVars>
          <dgm:chMax val="0"/>
          <dgm:chPref val="0"/>
        </dgm:presLayoutVars>
      </dgm:prSet>
      <dgm:spPr/>
    </dgm:pt>
  </dgm:ptLst>
  <dgm:cxnLst>
    <dgm:cxn modelId="{D5A1691B-179E-41D8-92E9-851F96FFA724}" srcId="{76ADAD2F-ED7E-4E7C-94A7-32F587449E42}" destId="{6363FD5F-4D5F-4CD6-BC97-F7496AF3F105}" srcOrd="0" destOrd="0" parTransId="{8FE6D8B8-5BFA-49E7-AFAD-AF4B8061BE67}" sibTransId="{5F97B725-91FD-43F8-9F4A-E97BEBD99E76}"/>
    <dgm:cxn modelId="{DCE43E25-C7DC-43B7-8FB4-FACE45BF4C57}" type="presOf" srcId="{76ADAD2F-ED7E-4E7C-94A7-32F587449E42}" destId="{51E4FAA8-2455-41E9-9AAC-7DF4FACA3627}" srcOrd="0" destOrd="0" presId="urn:microsoft.com/office/officeart/2018/2/layout/IconVerticalSolidList"/>
    <dgm:cxn modelId="{1EA52639-88EE-4ECA-BB6A-CF7B867FDA5A}" srcId="{76ADAD2F-ED7E-4E7C-94A7-32F587449E42}" destId="{7B93A8C5-7F95-4037-ACCD-0C21EBA3FEF0}" srcOrd="2" destOrd="0" parTransId="{4A75E41E-5083-4CA2-B469-24B14F7ECFD0}" sibTransId="{1D009FC9-22EB-4240-A66D-9669D9BD8AB2}"/>
    <dgm:cxn modelId="{99AF5148-10C9-4DBB-B082-891DE8FA2185}" type="presOf" srcId="{9CD698C7-468A-4644-A8D5-20DACEA1A42E}" destId="{69F653E2-9603-4AB4-9115-FE3D7B602A70}" srcOrd="0" destOrd="0" presId="urn:microsoft.com/office/officeart/2018/2/layout/IconVerticalSolidList"/>
    <dgm:cxn modelId="{0D729E4E-A2FA-4DB6-A5A6-8F982E1D553D}" srcId="{76ADAD2F-ED7E-4E7C-94A7-32F587449E42}" destId="{831C6291-DA1C-4C26-B2B9-0CC326135306}" srcOrd="1" destOrd="0" parTransId="{DA940143-EAF0-4527-AAB6-171AC39C2B49}" sibTransId="{325F15EE-F6A1-4A12-9074-5F60DBC60256}"/>
    <dgm:cxn modelId="{386E385A-44B3-4BD8-B9D8-B7D70CFE26A2}" type="presOf" srcId="{7B93A8C5-7F95-4037-ACCD-0C21EBA3FEF0}" destId="{E487DEFD-AC23-44C7-80BC-6ED90F428A66}" srcOrd="0" destOrd="0" presId="urn:microsoft.com/office/officeart/2018/2/layout/IconVerticalSolidList"/>
    <dgm:cxn modelId="{1CB4A39F-C9DA-4F64-89EC-7CA0BF892934}" type="presOf" srcId="{831C6291-DA1C-4C26-B2B9-0CC326135306}" destId="{7490B705-3666-405B-95D3-A1EC7E380365}" srcOrd="0" destOrd="0" presId="urn:microsoft.com/office/officeart/2018/2/layout/IconVerticalSolidList"/>
    <dgm:cxn modelId="{F3AFCAAA-59F4-4D82-AC2E-CDF3ED606CBC}" type="presOf" srcId="{6363FD5F-4D5F-4CD6-BC97-F7496AF3F105}" destId="{B1ACA130-8558-4397-B1CD-09CE35CF150D}" srcOrd="0" destOrd="0" presId="urn:microsoft.com/office/officeart/2018/2/layout/IconVerticalSolidList"/>
    <dgm:cxn modelId="{CA6D78B6-BA2A-454D-B5F4-31A22901E9BE}" srcId="{76ADAD2F-ED7E-4E7C-94A7-32F587449E42}" destId="{8A42DD54-77CC-4CD1-99F7-97224B7302C8}" srcOrd="3" destOrd="0" parTransId="{CC394D8A-A8C3-48F3-A0D1-9602282020D7}" sibTransId="{0B00665F-C0F8-4697-84AC-FD48F2CA1A7F}"/>
    <dgm:cxn modelId="{E16A08EF-E810-408A-8A35-650A7727C6F6}" type="presOf" srcId="{8A42DD54-77CC-4CD1-99F7-97224B7302C8}" destId="{284B83FF-F4DA-4BA7-B829-34F910DAB5A6}" srcOrd="0" destOrd="0" presId="urn:microsoft.com/office/officeart/2018/2/layout/IconVerticalSolidList"/>
    <dgm:cxn modelId="{1C76ACF6-3911-49A7-9CC0-595EF960AEA6}" srcId="{76ADAD2F-ED7E-4E7C-94A7-32F587449E42}" destId="{9CD698C7-468A-4644-A8D5-20DACEA1A42E}" srcOrd="4" destOrd="0" parTransId="{D6D9B08F-8FD1-4880-8B4C-7D04340610B2}" sibTransId="{732E98DF-8FCD-4811-898B-7A13E5271443}"/>
    <dgm:cxn modelId="{12EB7123-1973-4E12-BB02-71E52909EABE}" type="presParOf" srcId="{51E4FAA8-2455-41E9-9AAC-7DF4FACA3627}" destId="{2599DE58-C003-43A2-B373-FAC6FF857783}" srcOrd="0" destOrd="0" presId="urn:microsoft.com/office/officeart/2018/2/layout/IconVerticalSolidList"/>
    <dgm:cxn modelId="{136049C1-DFC2-4BB8-93BC-2A847C3BF5AB}" type="presParOf" srcId="{2599DE58-C003-43A2-B373-FAC6FF857783}" destId="{E68A3DA9-0C6E-4B36-AB12-974CE7BB1E5D}" srcOrd="0" destOrd="0" presId="urn:microsoft.com/office/officeart/2018/2/layout/IconVerticalSolidList"/>
    <dgm:cxn modelId="{F2DD8AA5-9C61-4A69-B800-C59BB0CE3609}" type="presParOf" srcId="{2599DE58-C003-43A2-B373-FAC6FF857783}" destId="{CE97ABCA-8D4E-4B2B-B61C-98A5BF44BA2D}" srcOrd="1" destOrd="0" presId="urn:microsoft.com/office/officeart/2018/2/layout/IconVerticalSolidList"/>
    <dgm:cxn modelId="{59B795FB-FE4D-4E9E-9CA4-3A6FC12F001B}" type="presParOf" srcId="{2599DE58-C003-43A2-B373-FAC6FF857783}" destId="{174F0547-E2BF-484C-A2EB-53D9621CFA5C}" srcOrd="2" destOrd="0" presId="urn:microsoft.com/office/officeart/2018/2/layout/IconVerticalSolidList"/>
    <dgm:cxn modelId="{38E54723-3DB2-4235-8E71-EA2E29C823D9}" type="presParOf" srcId="{2599DE58-C003-43A2-B373-FAC6FF857783}" destId="{B1ACA130-8558-4397-B1CD-09CE35CF150D}" srcOrd="3" destOrd="0" presId="urn:microsoft.com/office/officeart/2018/2/layout/IconVerticalSolidList"/>
    <dgm:cxn modelId="{1C06C7E9-3C77-4EDA-8427-EDA1B63DB1A2}" type="presParOf" srcId="{51E4FAA8-2455-41E9-9AAC-7DF4FACA3627}" destId="{0DEF42E5-68BE-4400-AD80-3709F542695B}" srcOrd="1" destOrd="0" presId="urn:microsoft.com/office/officeart/2018/2/layout/IconVerticalSolidList"/>
    <dgm:cxn modelId="{40FA251E-F502-4AF0-9FD8-EAEEE130EEB5}" type="presParOf" srcId="{51E4FAA8-2455-41E9-9AAC-7DF4FACA3627}" destId="{10780838-B97A-4E43-BED1-C334A9B08C92}" srcOrd="2" destOrd="0" presId="urn:microsoft.com/office/officeart/2018/2/layout/IconVerticalSolidList"/>
    <dgm:cxn modelId="{0F965688-FE07-40C2-A9E2-93E01B48EADE}" type="presParOf" srcId="{10780838-B97A-4E43-BED1-C334A9B08C92}" destId="{2C646EF0-601B-42D1-BFDA-C7A0F4C874B1}" srcOrd="0" destOrd="0" presId="urn:microsoft.com/office/officeart/2018/2/layout/IconVerticalSolidList"/>
    <dgm:cxn modelId="{09B57786-9D25-49B0-BFBD-15FAA8E56D9D}" type="presParOf" srcId="{10780838-B97A-4E43-BED1-C334A9B08C92}" destId="{AC100C04-2758-43FA-B69D-1FFF03EB120C}" srcOrd="1" destOrd="0" presId="urn:microsoft.com/office/officeart/2018/2/layout/IconVerticalSolidList"/>
    <dgm:cxn modelId="{193EFD56-6707-4FEC-886B-1FFFCB270A92}" type="presParOf" srcId="{10780838-B97A-4E43-BED1-C334A9B08C92}" destId="{4CBEA1B6-5669-4FC6-9D6E-58E31E9EE3FF}" srcOrd="2" destOrd="0" presId="urn:microsoft.com/office/officeart/2018/2/layout/IconVerticalSolidList"/>
    <dgm:cxn modelId="{198513BD-F632-4526-A253-025174D53D1C}" type="presParOf" srcId="{10780838-B97A-4E43-BED1-C334A9B08C92}" destId="{7490B705-3666-405B-95D3-A1EC7E380365}" srcOrd="3" destOrd="0" presId="urn:microsoft.com/office/officeart/2018/2/layout/IconVerticalSolidList"/>
    <dgm:cxn modelId="{938AAEF0-AB5F-4795-B269-10BFBD8742C5}" type="presParOf" srcId="{51E4FAA8-2455-41E9-9AAC-7DF4FACA3627}" destId="{A8263AF7-C736-4E89-BD0B-4AB5B3383820}" srcOrd="3" destOrd="0" presId="urn:microsoft.com/office/officeart/2018/2/layout/IconVerticalSolidList"/>
    <dgm:cxn modelId="{10F54C0E-2F47-401D-A364-56C04D3A67D4}" type="presParOf" srcId="{51E4FAA8-2455-41E9-9AAC-7DF4FACA3627}" destId="{37494A9C-D687-4FDE-896F-1BF4D4B27D1D}" srcOrd="4" destOrd="0" presId="urn:microsoft.com/office/officeart/2018/2/layout/IconVerticalSolidList"/>
    <dgm:cxn modelId="{6165A726-12F6-4BF1-89FB-6DD7A279F8AC}" type="presParOf" srcId="{37494A9C-D687-4FDE-896F-1BF4D4B27D1D}" destId="{82B8B090-476D-4D81-B389-52EF071BD8D7}" srcOrd="0" destOrd="0" presId="urn:microsoft.com/office/officeart/2018/2/layout/IconVerticalSolidList"/>
    <dgm:cxn modelId="{45803DFC-3619-4284-9951-F77C33DE6E82}" type="presParOf" srcId="{37494A9C-D687-4FDE-896F-1BF4D4B27D1D}" destId="{2175E44A-5D54-4D3D-9801-E5565DFF4C0A}" srcOrd="1" destOrd="0" presId="urn:microsoft.com/office/officeart/2018/2/layout/IconVerticalSolidList"/>
    <dgm:cxn modelId="{45120334-BB2B-4783-8F8C-3C5BDAF8AE3B}" type="presParOf" srcId="{37494A9C-D687-4FDE-896F-1BF4D4B27D1D}" destId="{4804971E-634F-490F-9019-F0FAC125EA1E}" srcOrd="2" destOrd="0" presId="urn:microsoft.com/office/officeart/2018/2/layout/IconVerticalSolidList"/>
    <dgm:cxn modelId="{8A259455-F06F-4608-8D3E-681A38C04983}" type="presParOf" srcId="{37494A9C-D687-4FDE-896F-1BF4D4B27D1D}" destId="{E487DEFD-AC23-44C7-80BC-6ED90F428A66}" srcOrd="3" destOrd="0" presId="urn:microsoft.com/office/officeart/2018/2/layout/IconVerticalSolidList"/>
    <dgm:cxn modelId="{8065D994-4D38-41A1-8949-93C96217C322}" type="presParOf" srcId="{51E4FAA8-2455-41E9-9AAC-7DF4FACA3627}" destId="{2C11610D-16F0-42D4-BAC5-34D15B2D485E}" srcOrd="5" destOrd="0" presId="urn:microsoft.com/office/officeart/2018/2/layout/IconVerticalSolidList"/>
    <dgm:cxn modelId="{941AF03A-84B3-4E76-B4EC-E4957934EAC8}" type="presParOf" srcId="{51E4FAA8-2455-41E9-9AAC-7DF4FACA3627}" destId="{5AA1A18B-902E-49D9-B75D-B7CB10B3ADBE}" srcOrd="6" destOrd="0" presId="urn:microsoft.com/office/officeart/2018/2/layout/IconVerticalSolidList"/>
    <dgm:cxn modelId="{284D3C9F-14C1-4AE7-B723-FAAF9AA1B0E8}" type="presParOf" srcId="{5AA1A18B-902E-49D9-B75D-B7CB10B3ADBE}" destId="{CDACBC71-6C2A-41FA-A66B-8B7CF6EB1918}" srcOrd="0" destOrd="0" presId="urn:microsoft.com/office/officeart/2018/2/layout/IconVerticalSolidList"/>
    <dgm:cxn modelId="{F2AB0E92-EDBC-43D2-944B-AC7615FE6CB4}" type="presParOf" srcId="{5AA1A18B-902E-49D9-B75D-B7CB10B3ADBE}" destId="{4342561C-74EB-40CA-BE5A-5D6698B43AD2}" srcOrd="1" destOrd="0" presId="urn:microsoft.com/office/officeart/2018/2/layout/IconVerticalSolidList"/>
    <dgm:cxn modelId="{E2E4110C-72BB-4C03-BC2E-C4CEF88C1B67}" type="presParOf" srcId="{5AA1A18B-902E-49D9-B75D-B7CB10B3ADBE}" destId="{33E90719-DD29-40E0-A22B-14D3D2D0C94F}" srcOrd="2" destOrd="0" presId="urn:microsoft.com/office/officeart/2018/2/layout/IconVerticalSolidList"/>
    <dgm:cxn modelId="{3CB80962-D55D-4F0D-8265-93650A77A6AA}" type="presParOf" srcId="{5AA1A18B-902E-49D9-B75D-B7CB10B3ADBE}" destId="{284B83FF-F4DA-4BA7-B829-34F910DAB5A6}" srcOrd="3" destOrd="0" presId="urn:microsoft.com/office/officeart/2018/2/layout/IconVerticalSolidList"/>
    <dgm:cxn modelId="{91093566-0D39-480F-B072-A4549426D936}" type="presParOf" srcId="{51E4FAA8-2455-41E9-9AAC-7DF4FACA3627}" destId="{AD0BD14E-9BF4-479D-ADBC-B56E37D2956C}" srcOrd="7" destOrd="0" presId="urn:microsoft.com/office/officeart/2018/2/layout/IconVerticalSolidList"/>
    <dgm:cxn modelId="{42CCCAF2-B587-4D94-81D8-74E515DACC6D}" type="presParOf" srcId="{51E4FAA8-2455-41E9-9AAC-7DF4FACA3627}" destId="{B1982B98-832E-4151-8627-23C039B77856}" srcOrd="8" destOrd="0" presId="urn:microsoft.com/office/officeart/2018/2/layout/IconVerticalSolidList"/>
    <dgm:cxn modelId="{E1797894-E36D-45EC-AAE0-22784D64C518}" type="presParOf" srcId="{B1982B98-832E-4151-8627-23C039B77856}" destId="{C9BBA76A-62AE-4786-98A5-DAF9776260BC}" srcOrd="0" destOrd="0" presId="urn:microsoft.com/office/officeart/2018/2/layout/IconVerticalSolidList"/>
    <dgm:cxn modelId="{F65F0FBE-9104-4B39-A01F-50670EF2B844}" type="presParOf" srcId="{B1982B98-832E-4151-8627-23C039B77856}" destId="{CB948A12-EF9B-43BD-AB1A-A1EB77AD62DE}" srcOrd="1" destOrd="0" presId="urn:microsoft.com/office/officeart/2018/2/layout/IconVerticalSolidList"/>
    <dgm:cxn modelId="{045DAC47-EA6E-4F10-AB9B-B2269759FB0A}" type="presParOf" srcId="{B1982B98-832E-4151-8627-23C039B77856}" destId="{F5390D2A-8EEC-451D-8CBD-146BFCB7AB6E}" srcOrd="2" destOrd="0" presId="urn:microsoft.com/office/officeart/2018/2/layout/IconVerticalSolidList"/>
    <dgm:cxn modelId="{8159AEAD-638F-45D8-900A-7A8E363BAFFC}" type="presParOf" srcId="{B1982B98-832E-4151-8627-23C039B77856}" destId="{69F653E2-9603-4AB4-9115-FE3D7B602A7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4874130-E81D-46D2-B98B-D37161D6CB7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E6BFCEE-A242-4795-9035-6DF20169B682}">
      <dgm:prSet custT="1"/>
      <dgm:spPr/>
      <dgm:t>
        <a:bodyPr/>
        <a:lstStyle/>
        <a:p>
          <a:pPr>
            <a:lnSpc>
              <a:spcPct val="100000"/>
            </a:lnSpc>
          </a:pPr>
          <a:r>
            <a:rPr lang="en-GB" sz="2400" b="1"/>
            <a:t>Thermal energy : fires, explosions or burs</a:t>
          </a:r>
          <a:endParaRPr lang="en-US" sz="2400" b="1"/>
        </a:p>
      </dgm:t>
    </dgm:pt>
    <dgm:pt modelId="{D876742B-187B-445E-82B9-EAAF676650CE}" type="parTrans" cxnId="{309AA610-221D-4AB2-9436-F941F8D2206B}">
      <dgm:prSet/>
      <dgm:spPr/>
      <dgm:t>
        <a:bodyPr/>
        <a:lstStyle/>
        <a:p>
          <a:endParaRPr lang="en-US"/>
        </a:p>
      </dgm:t>
    </dgm:pt>
    <dgm:pt modelId="{ED91F12B-9950-47E3-A771-D3F9D662BE97}" type="sibTrans" cxnId="{309AA610-221D-4AB2-9436-F941F8D2206B}">
      <dgm:prSet/>
      <dgm:spPr/>
      <dgm:t>
        <a:bodyPr/>
        <a:lstStyle/>
        <a:p>
          <a:endParaRPr lang="en-US"/>
        </a:p>
      </dgm:t>
    </dgm:pt>
    <dgm:pt modelId="{5E49DBA6-8BEF-4030-8FB9-0C98CAC5D4FF}">
      <dgm:prSet custT="1"/>
      <dgm:spPr/>
      <dgm:t>
        <a:bodyPr/>
        <a:lstStyle/>
        <a:p>
          <a:pPr>
            <a:lnSpc>
              <a:spcPct val="100000"/>
            </a:lnSpc>
          </a:pPr>
          <a:r>
            <a:rPr lang="en-GB" sz="2400" b="1"/>
            <a:t>Mechanical energy: moving parts, falling objects, crushing forces</a:t>
          </a:r>
          <a:endParaRPr lang="en-US" sz="2400" b="1"/>
        </a:p>
      </dgm:t>
    </dgm:pt>
    <dgm:pt modelId="{B0D86C7B-447F-45AA-A001-179A5C1B16B4}" type="parTrans" cxnId="{E55E666F-CEC8-4E2F-9A14-257233166835}">
      <dgm:prSet/>
      <dgm:spPr/>
      <dgm:t>
        <a:bodyPr/>
        <a:lstStyle/>
        <a:p>
          <a:endParaRPr lang="en-US"/>
        </a:p>
      </dgm:t>
    </dgm:pt>
    <dgm:pt modelId="{85C5EA1A-41B6-4508-B752-EEE5EF5B242A}" type="sibTrans" cxnId="{E55E666F-CEC8-4E2F-9A14-257233166835}">
      <dgm:prSet/>
      <dgm:spPr/>
      <dgm:t>
        <a:bodyPr/>
        <a:lstStyle/>
        <a:p>
          <a:endParaRPr lang="en-US"/>
        </a:p>
      </dgm:t>
    </dgm:pt>
    <dgm:pt modelId="{7014CE01-BE3D-46B3-B45F-2CD618850F24}">
      <dgm:prSet custT="1"/>
      <dgm:spPr/>
      <dgm:t>
        <a:bodyPr/>
        <a:lstStyle/>
        <a:p>
          <a:pPr>
            <a:lnSpc>
              <a:spcPct val="100000"/>
            </a:lnSpc>
          </a:pPr>
          <a:r>
            <a:rPr lang="en-GB" sz="2400" b="1"/>
            <a:t>Electrical energy: shock, arc flash, electrical explosion</a:t>
          </a:r>
          <a:endParaRPr lang="en-US" sz="2400" b="1"/>
        </a:p>
      </dgm:t>
    </dgm:pt>
    <dgm:pt modelId="{CC9B4B4E-BC9B-45F9-98EF-4E70BC6A9DD2}" type="parTrans" cxnId="{D87E062B-7697-4391-ABB1-B09D4A8137BF}">
      <dgm:prSet/>
      <dgm:spPr/>
      <dgm:t>
        <a:bodyPr/>
        <a:lstStyle/>
        <a:p>
          <a:endParaRPr lang="en-US"/>
        </a:p>
      </dgm:t>
    </dgm:pt>
    <dgm:pt modelId="{9AC4A8CF-5F65-4A76-9DF0-AD3692796B16}" type="sibTrans" cxnId="{D87E062B-7697-4391-ABB1-B09D4A8137BF}">
      <dgm:prSet/>
      <dgm:spPr/>
      <dgm:t>
        <a:bodyPr/>
        <a:lstStyle/>
        <a:p>
          <a:endParaRPr lang="en-US"/>
        </a:p>
      </dgm:t>
    </dgm:pt>
    <dgm:pt modelId="{A8471B2C-978B-4C26-AA45-8D56466C4788}">
      <dgm:prSet custT="1"/>
      <dgm:spPr/>
      <dgm:t>
        <a:bodyPr/>
        <a:lstStyle/>
        <a:p>
          <a:pPr>
            <a:lnSpc>
              <a:spcPct val="100000"/>
            </a:lnSpc>
          </a:pPr>
          <a:r>
            <a:rPr lang="en-GB" sz="2400" b="1"/>
            <a:t>Chemical energy : toxic releases, spills, or reactions</a:t>
          </a:r>
          <a:endParaRPr lang="en-US" sz="2400" b="1"/>
        </a:p>
      </dgm:t>
    </dgm:pt>
    <dgm:pt modelId="{4CF01BE7-BFC2-41DC-A5C3-8F92B3F9C7E6}" type="parTrans" cxnId="{4365E346-660F-4988-A5D5-97EC63B9B6FE}">
      <dgm:prSet/>
      <dgm:spPr/>
      <dgm:t>
        <a:bodyPr/>
        <a:lstStyle/>
        <a:p>
          <a:endParaRPr lang="en-US"/>
        </a:p>
      </dgm:t>
    </dgm:pt>
    <dgm:pt modelId="{B7BF0AEA-038E-468F-BB45-AC1B8BCC2293}" type="sibTrans" cxnId="{4365E346-660F-4988-A5D5-97EC63B9B6FE}">
      <dgm:prSet/>
      <dgm:spPr/>
      <dgm:t>
        <a:bodyPr/>
        <a:lstStyle/>
        <a:p>
          <a:endParaRPr lang="en-US"/>
        </a:p>
      </dgm:t>
    </dgm:pt>
    <dgm:pt modelId="{11874392-4496-47E7-BE7B-76F8D42F9221}">
      <dgm:prSet custT="1"/>
      <dgm:spPr/>
      <dgm:t>
        <a:bodyPr/>
        <a:lstStyle/>
        <a:p>
          <a:pPr>
            <a:lnSpc>
              <a:spcPct val="100000"/>
            </a:lnSpc>
          </a:pPr>
          <a:r>
            <a:rPr lang="en-GB" sz="2400" b="1"/>
            <a:t>Kinetic energy:; moving vehicles falling object, projectiles</a:t>
          </a:r>
          <a:endParaRPr lang="en-US" sz="2400" b="1"/>
        </a:p>
      </dgm:t>
    </dgm:pt>
    <dgm:pt modelId="{A69A4B0D-E686-4A3A-A117-66D656333091}" type="parTrans" cxnId="{E11233CA-CA95-4DFD-9081-A54DCE4EF396}">
      <dgm:prSet/>
      <dgm:spPr/>
      <dgm:t>
        <a:bodyPr/>
        <a:lstStyle/>
        <a:p>
          <a:endParaRPr lang="en-US"/>
        </a:p>
      </dgm:t>
    </dgm:pt>
    <dgm:pt modelId="{6E54E3BB-01EB-4980-9666-D1BAE627EBFB}" type="sibTrans" cxnId="{E11233CA-CA95-4DFD-9081-A54DCE4EF396}">
      <dgm:prSet/>
      <dgm:spPr/>
      <dgm:t>
        <a:bodyPr/>
        <a:lstStyle/>
        <a:p>
          <a:endParaRPr lang="en-US"/>
        </a:p>
      </dgm:t>
    </dgm:pt>
    <dgm:pt modelId="{539CE347-906A-41A5-8842-129B8E513A7A}" type="pres">
      <dgm:prSet presAssocID="{E4874130-E81D-46D2-B98B-D37161D6CB70}" presName="root" presStyleCnt="0">
        <dgm:presLayoutVars>
          <dgm:dir/>
          <dgm:resizeHandles val="exact"/>
        </dgm:presLayoutVars>
      </dgm:prSet>
      <dgm:spPr/>
    </dgm:pt>
    <dgm:pt modelId="{BEF5B025-F052-4235-8A14-C445CA8D8B94}" type="pres">
      <dgm:prSet presAssocID="{2E6BFCEE-A242-4795-9035-6DF20169B682}" presName="compNode" presStyleCnt="0"/>
      <dgm:spPr/>
    </dgm:pt>
    <dgm:pt modelId="{E62C5161-0806-4F94-9ADD-677D9E74C1A7}" type="pres">
      <dgm:prSet presAssocID="{2E6BFCEE-A242-4795-9035-6DF20169B682}" presName="bgRect" presStyleLbl="bgShp" presStyleIdx="0" presStyleCnt="5"/>
      <dgm:spPr/>
    </dgm:pt>
    <dgm:pt modelId="{162CBBF6-4E7D-4840-A159-D44FF3CF5255}" type="pres">
      <dgm:prSet presAssocID="{2E6BFCEE-A242-4795-9035-6DF20169B68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re"/>
        </a:ext>
      </dgm:extLst>
    </dgm:pt>
    <dgm:pt modelId="{63B40342-E7C5-4D99-955E-1AC90044C010}" type="pres">
      <dgm:prSet presAssocID="{2E6BFCEE-A242-4795-9035-6DF20169B682}" presName="spaceRect" presStyleCnt="0"/>
      <dgm:spPr/>
    </dgm:pt>
    <dgm:pt modelId="{6C0D96F0-E1F6-46FC-9AC6-0FCFDCAC8BC6}" type="pres">
      <dgm:prSet presAssocID="{2E6BFCEE-A242-4795-9035-6DF20169B682}" presName="parTx" presStyleLbl="revTx" presStyleIdx="0" presStyleCnt="5">
        <dgm:presLayoutVars>
          <dgm:chMax val="0"/>
          <dgm:chPref val="0"/>
        </dgm:presLayoutVars>
      </dgm:prSet>
      <dgm:spPr/>
    </dgm:pt>
    <dgm:pt modelId="{136388D9-20CA-4CC7-B504-743901D9E09B}" type="pres">
      <dgm:prSet presAssocID="{ED91F12B-9950-47E3-A771-D3F9D662BE97}" presName="sibTrans" presStyleCnt="0"/>
      <dgm:spPr/>
    </dgm:pt>
    <dgm:pt modelId="{A90FD46C-CC29-4159-ABD9-440C34CB98CC}" type="pres">
      <dgm:prSet presAssocID="{5E49DBA6-8BEF-4030-8FB9-0C98CAC5D4FF}" presName="compNode" presStyleCnt="0"/>
      <dgm:spPr/>
    </dgm:pt>
    <dgm:pt modelId="{31C8DEFD-DB4A-4D14-958B-24856951C22D}" type="pres">
      <dgm:prSet presAssocID="{5E49DBA6-8BEF-4030-8FB9-0C98CAC5D4FF}" presName="bgRect" presStyleLbl="bgShp" presStyleIdx="1" presStyleCnt="5"/>
      <dgm:spPr/>
    </dgm:pt>
    <dgm:pt modelId="{F1E3D120-982F-4634-A40E-0AD3FE7B023E}" type="pres">
      <dgm:prSet presAssocID="{5E49DBA6-8BEF-4030-8FB9-0C98CAC5D4F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B64AF511-5B34-4FE4-A88C-F0173A393B92}" type="pres">
      <dgm:prSet presAssocID="{5E49DBA6-8BEF-4030-8FB9-0C98CAC5D4FF}" presName="spaceRect" presStyleCnt="0"/>
      <dgm:spPr/>
    </dgm:pt>
    <dgm:pt modelId="{E11FD441-1BCA-4A26-A314-BA23D49A2ED9}" type="pres">
      <dgm:prSet presAssocID="{5E49DBA6-8BEF-4030-8FB9-0C98CAC5D4FF}" presName="parTx" presStyleLbl="revTx" presStyleIdx="1" presStyleCnt="5">
        <dgm:presLayoutVars>
          <dgm:chMax val="0"/>
          <dgm:chPref val="0"/>
        </dgm:presLayoutVars>
      </dgm:prSet>
      <dgm:spPr/>
    </dgm:pt>
    <dgm:pt modelId="{698413F9-1A24-473F-8EF1-2A7FCD2A5119}" type="pres">
      <dgm:prSet presAssocID="{85C5EA1A-41B6-4508-B752-EEE5EF5B242A}" presName="sibTrans" presStyleCnt="0"/>
      <dgm:spPr/>
    </dgm:pt>
    <dgm:pt modelId="{F3798C82-F915-431F-9C2B-E6C754FE07ED}" type="pres">
      <dgm:prSet presAssocID="{7014CE01-BE3D-46B3-B45F-2CD618850F24}" presName="compNode" presStyleCnt="0"/>
      <dgm:spPr/>
    </dgm:pt>
    <dgm:pt modelId="{C102284D-FA97-4761-988F-47C485CA8FB7}" type="pres">
      <dgm:prSet presAssocID="{7014CE01-BE3D-46B3-B45F-2CD618850F24}" presName="bgRect" presStyleLbl="bgShp" presStyleIdx="2" presStyleCnt="5"/>
      <dgm:spPr/>
    </dgm:pt>
    <dgm:pt modelId="{8168D0E1-52AE-49ED-B72E-FB302091CC50}" type="pres">
      <dgm:prSet presAssocID="{7014CE01-BE3D-46B3-B45F-2CD618850F2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xplosion"/>
        </a:ext>
      </dgm:extLst>
    </dgm:pt>
    <dgm:pt modelId="{A03DD163-587C-4E17-B909-0E5C6EF2CA8B}" type="pres">
      <dgm:prSet presAssocID="{7014CE01-BE3D-46B3-B45F-2CD618850F24}" presName="spaceRect" presStyleCnt="0"/>
      <dgm:spPr/>
    </dgm:pt>
    <dgm:pt modelId="{1069675C-2476-4D5E-A30C-07292E6CBBBA}" type="pres">
      <dgm:prSet presAssocID="{7014CE01-BE3D-46B3-B45F-2CD618850F24}" presName="parTx" presStyleLbl="revTx" presStyleIdx="2" presStyleCnt="5">
        <dgm:presLayoutVars>
          <dgm:chMax val="0"/>
          <dgm:chPref val="0"/>
        </dgm:presLayoutVars>
      </dgm:prSet>
      <dgm:spPr/>
    </dgm:pt>
    <dgm:pt modelId="{2DD24B84-3262-438C-BF79-3CB948437235}" type="pres">
      <dgm:prSet presAssocID="{9AC4A8CF-5F65-4A76-9DF0-AD3692796B16}" presName="sibTrans" presStyleCnt="0"/>
      <dgm:spPr/>
    </dgm:pt>
    <dgm:pt modelId="{AA8FF794-80DC-4978-B685-3C84F4229529}" type="pres">
      <dgm:prSet presAssocID="{A8471B2C-978B-4C26-AA45-8D56466C4788}" presName="compNode" presStyleCnt="0"/>
      <dgm:spPr/>
    </dgm:pt>
    <dgm:pt modelId="{BAA012CE-712B-4576-A017-21EE27B13D3A}" type="pres">
      <dgm:prSet presAssocID="{A8471B2C-978B-4C26-AA45-8D56466C4788}" presName="bgRect" presStyleLbl="bgShp" presStyleIdx="3" presStyleCnt="5"/>
      <dgm:spPr/>
    </dgm:pt>
    <dgm:pt modelId="{7D11ECD8-BA1F-4C37-9E63-355570238646}" type="pres">
      <dgm:prSet presAssocID="{A8471B2C-978B-4C26-AA45-8D56466C478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adioactive Sign"/>
        </a:ext>
      </dgm:extLst>
    </dgm:pt>
    <dgm:pt modelId="{1803AE22-C46B-4ACE-B701-4C06C3D08359}" type="pres">
      <dgm:prSet presAssocID="{A8471B2C-978B-4C26-AA45-8D56466C4788}" presName="spaceRect" presStyleCnt="0"/>
      <dgm:spPr/>
    </dgm:pt>
    <dgm:pt modelId="{7E3CAD2F-0324-4B7B-85DD-8050F35767F8}" type="pres">
      <dgm:prSet presAssocID="{A8471B2C-978B-4C26-AA45-8D56466C4788}" presName="parTx" presStyleLbl="revTx" presStyleIdx="3" presStyleCnt="5">
        <dgm:presLayoutVars>
          <dgm:chMax val="0"/>
          <dgm:chPref val="0"/>
        </dgm:presLayoutVars>
      </dgm:prSet>
      <dgm:spPr/>
    </dgm:pt>
    <dgm:pt modelId="{D6FE7224-ECF6-48D9-9ECB-BFB54F683281}" type="pres">
      <dgm:prSet presAssocID="{B7BF0AEA-038E-468F-BB45-AC1B8BCC2293}" presName="sibTrans" presStyleCnt="0"/>
      <dgm:spPr/>
    </dgm:pt>
    <dgm:pt modelId="{99DEB2B3-F3C7-4E01-849C-50A1829BCE26}" type="pres">
      <dgm:prSet presAssocID="{11874392-4496-47E7-BE7B-76F8D42F9221}" presName="compNode" presStyleCnt="0"/>
      <dgm:spPr/>
    </dgm:pt>
    <dgm:pt modelId="{79624A69-9A7D-4A26-A09D-3B48326179CC}" type="pres">
      <dgm:prSet presAssocID="{11874392-4496-47E7-BE7B-76F8D42F9221}" presName="bgRect" presStyleLbl="bgShp" presStyleIdx="4" presStyleCnt="5"/>
      <dgm:spPr/>
    </dgm:pt>
    <dgm:pt modelId="{6360A3E4-0F2E-4C46-B337-25BAA46E9157}" type="pres">
      <dgm:prSet presAssocID="{11874392-4496-47E7-BE7B-76F8D42F922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met"/>
        </a:ext>
      </dgm:extLst>
    </dgm:pt>
    <dgm:pt modelId="{F6604199-8ECC-4340-8E84-8F514299DF81}" type="pres">
      <dgm:prSet presAssocID="{11874392-4496-47E7-BE7B-76F8D42F9221}" presName="spaceRect" presStyleCnt="0"/>
      <dgm:spPr/>
    </dgm:pt>
    <dgm:pt modelId="{9BA2B3F4-79F6-4F78-9E25-C0C8A8B1CED2}" type="pres">
      <dgm:prSet presAssocID="{11874392-4496-47E7-BE7B-76F8D42F9221}" presName="parTx" presStyleLbl="revTx" presStyleIdx="4" presStyleCnt="5">
        <dgm:presLayoutVars>
          <dgm:chMax val="0"/>
          <dgm:chPref val="0"/>
        </dgm:presLayoutVars>
      </dgm:prSet>
      <dgm:spPr/>
    </dgm:pt>
  </dgm:ptLst>
  <dgm:cxnLst>
    <dgm:cxn modelId="{309AA610-221D-4AB2-9436-F941F8D2206B}" srcId="{E4874130-E81D-46D2-B98B-D37161D6CB70}" destId="{2E6BFCEE-A242-4795-9035-6DF20169B682}" srcOrd="0" destOrd="0" parTransId="{D876742B-187B-445E-82B9-EAAF676650CE}" sibTransId="{ED91F12B-9950-47E3-A771-D3F9D662BE97}"/>
    <dgm:cxn modelId="{50A09C27-AADE-44C2-AE55-5A902E629DB5}" type="presOf" srcId="{5E49DBA6-8BEF-4030-8FB9-0C98CAC5D4FF}" destId="{E11FD441-1BCA-4A26-A314-BA23D49A2ED9}" srcOrd="0" destOrd="0" presId="urn:microsoft.com/office/officeart/2018/2/layout/IconVerticalSolidList"/>
    <dgm:cxn modelId="{D87E062B-7697-4391-ABB1-B09D4A8137BF}" srcId="{E4874130-E81D-46D2-B98B-D37161D6CB70}" destId="{7014CE01-BE3D-46B3-B45F-2CD618850F24}" srcOrd="2" destOrd="0" parTransId="{CC9B4B4E-BC9B-45F9-98EF-4E70BC6A9DD2}" sibTransId="{9AC4A8CF-5F65-4A76-9DF0-AD3692796B16}"/>
    <dgm:cxn modelId="{6DFE6D2F-1AF3-461B-9B85-EA297098A42F}" type="presOf" srcId="{E4874130-E81D-46D2-B98B-D37161D6CB70}" destId="{539CE347-906A-41A5-8842-129B8E513A7A}" srcOrd="0" destOrd="0" presId="urn:microsoft.com/office/officeart/2018/2/layout/IconVerticalSolidList"/>
    <dgm:cxn modelId="{4365E346-660F-4988-A5D5-97EC63B9B6FE}" srcId="{E4874130-E81D-46D2-B98B-D37161D6CB70}" destId="{A8471B2C-978B-4C26-AA45-8D56466C4788}" srcOrd="3" destOrd="0" parTransId="{4CF01BE7-BFC2-41DC-A5C3-8F92B3F9C7E6}" sibTransId="{B7BF0AEA-038E-468F-BB45-AC1B8BCC2293}"/>
    <dgm:cxn modelId="{E55E666F-CEC8-4E2F-9A14-257233166835}" srcId="{E4874130-E81D-46D2-B98B-D37161D6CB70}" destId="{5E49DBA6-8BEF-4030-8FB9-0C98CAC5D4FF}" srcOrd="1" destOrd="0" parTransId="{B0D86C7B-447F-45AA-A001-179A5C1B16B4}" sibTransId="{85C5EA1A-41B6-4508-B752-EEE5EF5B242A}"/>
    <dgm:cxn modelId="{E75E25A8-0F4E-490E-9366-D2989E512479}" type="presOf" srcId="{A8471B2C-978B-4C26-AA45-8D56466C4788}" destId="{7E3CAD2F-0324-4B7B-85DD-8050F35767F8}" srcOrd="0" destOrd="0" presId="urn:microsoft.com/office/officeart/2018/2/layout/IconVerticalSolidList"/>
    <dgm:cxn modelId="{E11233CA-CA95-4DFD-9081-A54DCE4EF396}" srcId="{E4874130-E81D-46D2-B98B-D37161D6CB70}" destId="{11874392-4496-47E7-BE7B-76F8D42F9221}" srcOrd="4" destOrd="0" parTransId="{A69A4B0D-E686-4A3A-A117-66D656333091}" sibTransId="{6E54E3BB-01EB-4980-9666-D1BAE627EBFB}"/>
    <dgm:cxn modelId="{7736B7CA-7010-41C4-B731-BDE502FDFC6E}" type="presOf" srcId="{7014CE01-BE3D-46B3-B45F-2CD618850F24}" destId="{1069675C-2476-4D5E-A30C-07292E6CBBBA}" srcOrd="0" destOrd="0" presId="urn:microsoft.com/office/officeart/2018/2/layout/IconVerticalSolidList"/>
    <dgm:cxn modelId="{D84691D6-B4DB-4C11-BEA2-C504ED5BA043}" type="presOf" srcId="{11874392-4496-47E7-BE7B-76F8D42F9221}" destId="{9BA2B3F4-79F6-4F78-9E25-C0C8A8B1CED2}" srcOrd="0" destOrd="0" presId="urn:microsoft.com/office/officeart/2018/2/layout/IconVerticalSolidList"/>
    <dgm:cxn modelId="{239278F2-FF96-46E8-ACA5-C3ABB63DFDD2}" type="presOf" srcId="{2E6BFCEE-A242-4795-9035-6DF20169B682}" destId="{6C0D96F0-E1F6-46FC-9AC6-0FCFDCAC8BC6}" srcOrd="0" destOrd="0" presId="urn:microsoft.com/office/officeart/2018/2/layout/IconVerticalSolidList"/>
    <dgm:cxn modelId="{AC9CD753-5D31-4E9F-ADD2-A8BFD792DEE8}" type="presParOf" srcId="{539CE347-906A-41A5-8842-129B8E513A7A}" destId="{BEF5B025-F052-4235-8A14-C445CA8D8B94}" srcOrd="0" destOrd="0" presId="urn:microsoft.com/office/officeart/2018/2/layout/IconVerticalSolidList"/>
    <dgm:cxn modelId="{69BCA78C-2711-4ECE-BE51-F7B13A6482E6}" type="presParOf" srcId="{BEF5B025-F052-4235-8A14-C445CA8D8B94}" destId="{E62C5161-0806-4F94-9ADD-677D9E74C1A7}" srcOrd="0" destOrd="0" presId="urn:microsoft.com/office/officeart/2018/2/layout/IconVerticalSolidList"/>
    <dgm:cxn modelId="{311C08A8-1E96-4BB1-84D9-5EB4A3AD6DD4}" type="presParOf" srcId="{BEF5B025-F052-4235-8A14-C445CA8D8B94}" destId="{162CBBF6-4E7D-4840-A159-D44FF3CF5255}" srcOrd="1" destOrd="0" presId="urn:microsoft.com/office/officeart/2018/2/layout/IconVerticalSolidList"/>
    <dgm:cxn modelId="{72696F3C-9327-42AC-8AD9-44A0F09E4C53}" type="presParOf" srcId="{BEF5B025-F052-4235-8A14-C445CA8D8B94}" destId="{63B40342-E7C5-4D99-955E-1AC90044C010}" srcOrd="2" destOrd="0" presId="urn:microsoft.com/office/officeart/2018/2/layout/IconVerticalSolidList"/>
    <dgm:cxn modelId="{FE57D885-61A2-4661-B821-64923EFA0371}" type="presParOf" srcId="{BEF5B025-F052-4235-8A14-C445CA8D8B94}" destId="{6C0D96F0-E1F6-46FC-9AC6-0FCFDCAC8BC6}" srcOrd="3" destOrd="0" presId="urn:microsoft.com/office/officeart/2018/2/layout/IconVerticalSolidList"/>
    <dgm:cxn modelId="{BDDDF8AB-216A-4ED1-98D1-B9DB55141F21}" type="presParOf" srcId="{539CE347-906A-41A5-8842-129B8E513A7A}" destId="{136388D9-20CA-4CC7-B504-743901D9E09B}" srcOrd="1" destOrd="0" presId="urn:microsoft.com/office/officeart/2018/2/layout/IconVerticalSolidList"/>
    <dgm:cxn modelId="{DD3EEFE3-34B0-41EB-B5CD-D35B761356B8}" type="presParOf" srcId="{539CE347-906A-41A5-8842-129B8E513A7A}" destId="{A90FD46C-CC29-4159-ABD9-440C34CB98CC}" srcOrd="2" destOrd="0" presId="urn:microsoft.com/office/officeart/2018/2/layout/IconVerticalSolidList"/>
    <dgm:cxn modelId="{4AB018CB-9536-4EAC-B51D-88BB3F12C6BC}" type="presParOf" srcId="{A90FD46C-CC29-4159-ABD9-440C34CB98CC}" destId="{31C8DEFD-DB4A-4D14-958B-24856951C22D}" srcOrd="0" destOrd="0" presId="urn:microsoft.com/office/officeart/2018/2/layout/IconVerticalSolidList"/>
    <dgm:cxn modelId="{DFFA9A89-C87C-4D6F-A31A-AD0AABC02FFB}" type="presParOf" srcId="{A90FD46C-CC29-4159-ABD9-440C34CB98CC}" destId="{F1E3D120-982F-4634-A40E-0AD3FE7B023E}" srcOrd="1" destOrd="0" presId="urn:microsoft.com/office/officeart/2018/2/layout/IconVerticalSolidList"/>
    <dgm:cxn modelId="{8296D759-C643-4CA5-96A0-F594B7890C2C}" type="presParOf" srcId="{A90FD46C-CC29-4159-ABD9-440C34CB98CC}" destId="{B64AF511-5B34-4FE4-A88C-F0173A393B92}" srcOrd="2" destOrd="0" presId="urn:microsoft.com/office/officeart/2018/2/layout/IconVerticalSolidList"/>
    <dgm:cxn modelId="{F5392E36-39A2-4289-A804-1FCB746BF717}" type="presParOf" srcId="{A90FD46C-CC29-4159-ABD9-440C34CB98CC}" destId="{E11FD441-1BCA-4A26-A314-BA23D49A2ED9}" srcOrd="3" destOrd="0" presId="urn:microsoft.com/office/officeart/2018/2/layout/IconVerticalSolidList"/>
    <dgm:cxn modelId="{0B41FFF5-EAC6-458D-B68A-CD0C91F0FE05}" type="presParOf" srcId="{539CE347-906A-41A5-8842-129B8E513A7A}" destId="{698413F9-1A24-473F-8EF1-2A7FCD2A5119}" srcOrd="3" destOrd="0" presId="urn:microsoft.com/office/officeart/2018/2/layout/IconVerticalSolidList"/>
    <dgm:cxn modelId="{26EA3C13-16F2-4E2F-A744-B507BF0C8771}" type="presParOf" srcId="{539CE347-906A-41A5-8842-129B8E513A7A}" destId="{F3798C82-F915-431F-9C2B-E6C754FE07ED}" srcOrd="4" destOrd="0" presId="urn:microsoft.com/office/officeart/2018/2/layout/IconVerticalSolidList"/>
    <dgm:cxn modelId="{0F0CEEDA-9610-4D6E-A5D3-99F089D90D39}" type="presParOf" srcId="{F3798C82-F915-431F-9C2B-E6C754FE07ED}" destId="{C102284D-FA97-4761-988F-47C485CA8FB7}" srcOrd="0" destOrd="0" presId="urn:microsoft.com/office/officeart/2018/2/layout/IconVerticalSolidList"/>
    <dgm:cxn modelId="{6C67F4C8-38D9-4D33-B6EB-4F81F6B72423}" type="presParOf" srcId="{F3798C82-F915-431F-9C2B-E6C754FE07ED}" destId="{8168D0E1-52AE-49ED-B72E-FB302091CC50}" srcOrd="1" destOrd="0" presId="urn:microsoft.com/office/officeart/2018/2/layout/IconVerticalSolidList"/>
    <dgm:cxn modelId="{A317DBAA-A502-4EB0-9088-C2E73988EB2C}" type="presParOf" srcId="{F3798C82-F915-431F-9C2B-E6C754FE07ED}" destId="{A03DD163-587C-4E17-B909-0E5C6EF2CA8B}" srcOrd="2" destOrd="0" presId="urn:microsoft.com/office/officeart/2018/2/layout/IconVerticalSolidList"/>
    <dgm:cxn modelId="{6285440B-90AF-4B7D-82D4-06C7D8C18AF6}" type="presParOf" srcId="{F3798C82-F915-431F-9C2B-E6C754FE07ED}" destId="{1069675C-2476-4D5E-A30C-07292E6CBBBA}" srcOrd="3" destOrd="0" presId="urn:microsoft.com/office/officeart/2018/2/layout/IconVerticalSolidList"/>
    <dgm:cxn modelId="{89350A0E-81D5-476E-8874-AE1A71F04584}" type="presParOf" srcId="{539CE347-906A-41A5-8842-129B8E513A7A}" destId="{2DD24B84-3262-438C-BF79-3CB948437235}" srcOrd="5" destOrd="0" presId="urn:microsoft.com/office/officeart/2018/2/layout/IconVerticalSolidList"/>
    <dgm:cxn modelId="{FD6E2104-E531-4BB6-A076-9CDBB82B2B07}" type="presParOf" srcId="{539CE347-906A-41A5-8842-129B8E513A7A}" destId="{AA8FF794-80DC-4978-B685-3C84F4229529}" srcOrd="6" destOrd="0" presId="urn:microsoft.com/office/officeart/2018/2/layout/IconVerticalSolidList"/>
    <dgm:cxn modelId="{CDEB4592-CF8E-4FFE-A1D1-2C04FDDAAC6F}" type="presParOf" srcId="{AA8FF794-80DC-4978-B685-3C84F4229529}" destId="{BAA012CE-712B-4576-A017-21EE27B13D3A}" srcOrd="0" destOrd="0" presId="urn:microsoft.com/office/officeart/2018/2/layout/IconVerticalSolidList"/>
    <dgm:cxn modelId="{78A1888A-6084-4A5B-9C8D-2E6795B66630}" type="presParOf" srcId="{AA8FF794-80DC-4978-B685-3C84F4229529}" destId="{7D11ECD8-BA1F-4C37-9E63-355570238646}" srcOrd="1" destOrd="0" presId="urn:microsoft.com/office/officeart/2018/2/layout/IconVerticalSolidList"/>
    <dgm:cxn modelId="{572243FF-4225-4246-A7FB-048864007955}" type="presParOf" srcId="{AA8FF794-80DC-4978-B685-3C84F4229529}" destId="{1803AE22-C46B-4ACE-B701-4C06C3D08359}" srcOrd="2" destOrd="0" presId="urn:microsoft.com/office/officeart/2018/2/layout/IconVerticalSolidList"/>
    <dgm:cxn modelId="{90D56348-A1EF-4A7D-8E3B-4E453AEDE965}" type="presParOf" srcId="{AA8FF794-80DC-4978-B685-3C84F4229529}" destId="{7E3CAD2F-0324-4B7B-85DD-8050F35767F8}" srcOrd="3" destOrd="0" presId="urn:microsoft.com/office/officeart/2018/2/layout/IconVerticalSolidList"/>
    <dgm:cxn modelId="{52A7C893-1D19-46DF-AF1D-A965663460F0}" type="presParOf" srcId="{539CE347-906A-41A5-8842-129B8E513A7A}" destId="{D6FE7224-ECF6-48D9-9ECB-BFB54F683281}" srcOrd="7" destOrd="0" presId="urn:microsoft.com/office/officeart/2018/2/layout/IconVerticalSolidList"/>
    <dgm:cxn modelId="{62989603-CB11-41C5-A338-648CA4F5BBF6}" type="presParOf" srcId="{539CE347-906A-41A5-8842-129B8E513A7A}" destId="{99DEB2B3-F3C7-4E01-849C-50A1829BCE26}" srcOrd="8" destOrd="0" presId="urn:microsoft.com/office/officeart/2018/2/layout/IconVerticalSolidList"/>
    <dgm:cxn modelId="{5CAFB24A-2411-4C16-96BE-2E59117F02F7}" type="presParOf" srcId="{99DEB2B3-F3C7-4E01-849C-50A1829BCE26}" destId="{79624A69-9A7D-4A26-A09D-3B48326179CC}" srcOrd="0" destOrd="0" presId="urn:microsoft.com/office/officeart/2018/2/layout/IconVerticalSolidList"/>
    <dgm:cxn modelId="{25025F82-6336-4E25-882A-BE4378E0FD79}" type="presParOf" srcId="{99DEB2B3-F3C7-4E01-849C-50A1829BCE26}" destId="{6360A3E4-0F2E-4C46-B337-25BAA46E9157}" srcOrd="1" destOrd="0" presId="urn:microsoft.com/office/officeart/2018/2/layout/IconVerticalSolidList"/>
    <dgm:cxn modelId="{320BCE22-36A6-484F-933D-885EE5BB675B}" type="presParOf" srcId="{99DEB2B3-F3C7-4E01-849C-50A1829BCE26}" destId="{F6604199-8ECC-4340-8E84-8F514299DF81}" srcOrd="2" destOrd="0" presId="urn:microsoft.com/office/officeart/2018/2/layout/IconVerticalSolidList"/>
    <dgm:cxn modelId="{68E76FAA-3C27-437C-9507-F68EADB15444}" type="presParOf" srcId="{99DEB2B3-F3C7-4E01-849C-50A1829BCE26}" destId="{9BA2B3F4-79F6-4F78-9E25-C0C8A8B1CED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71ACBA4-B0A8-457C-8761-92A3049B1D2C}"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E0D315B-52A0-404C-BDBF-DCD5B2FF085F}">
      <dgm:prSet custT="1"/>
      <dgm:spPr/>
      <dgm:t>
        <a:bodyPr/>
        <a:lstStyle/>
        <a:p>
          <a:pPr>
            <a:lnSpc>
              <a:spcPct val="100000"/>
            </a:lnSpc>
          </a:pPr>
          <a:r>
            <a:rPr lang="en-GB" sz="2400" b="1" i="0" baseline="0" dirty="0" err="1"/>
            <a:t>Willam</a:t>
          </a:r>
          <a:r>
            <a:rPr lang="en-GB" sz="2400" b="1" i="0" baseline="0" dirty="0"/>
            <a:t> Haddon a medical doctor and the </a:t>
          </a:r>
          <a:r>
            <a:rPr lang="en-GB" sz="2400" b="1" i="0" baseline="0" dirty="0" err="1"/>
            <a:t>adminstrator</a:t>
          </a:r>
          <a:r>
            <a:rPr lang="en-GB" sz="2400" b="1" i="0" baseline="0" dirty="0"/>
            <a:t> of NHTSA at one point in time, in 1966 helped to impose the following regulations for new cars:</a:t>
          </a:r>
          <a:endParaRPr lang="en-US" sz="2400" b="1" dirty="0"/>
        </a:p>
      </dgm:t>
    </dgm:pt>
    <dgm:pt modelId="{41C0DA86-1A9D-46E3-B68D-C7626BEA71B6}" type="parTrans" cxnId="{4B3BC899-DFAD-4E61-A180-AABD0BB11B70}">
      <dgm:prSet/>
      <dgm:spPr/>
      <dgm:t>
        <a:bodyPr/>
        <a:lstStyle/>
        <a:p>
          <a:endParaRPr lang="en-US"/>
        </a:p>
      </dgm:t>
    </dgm:pt>
    <dgm:pt modelId="{072C6543-E548-4762-9313-098E2B0FA042}" type="sibTrans" cxnId="{4B3BC899-DFAD-4E61-A180-AABD0BB11B70}">
      <dgm:prSet/>
      <dgm:spPr/>
      <dgm:t>
        <a:bodyPr/>
        <a:lstStyle/>
        <a:p>
          <a:pPr>
            <a:lnSpc>
              <a:spcPct val="100000"/>
            </a:lnSpc>
          </a:pPr>
          <a:endParaRPr lang="en-US"/>
        </a:p>
      </dgm:t>
    </dgm:pt>
    <dgm:pt modelId="{C3D9894E-88AF-4CC9-8602-5C7AB1EED5A5}">
      <dgm:prSet custT="1"/>
      <dgm:spPr/>
      <dgm:t>
        <a:bodyPr/>
        <a:lstStyle/>
        <a:p>
          <a:pPr>
            <a:lnSpc>
              <a:spcPct val="100000"/>
            </a:lnSpc>
          </a:pPr>
          <a:r>
            <a:rPr lang="en-GB" sz="2400" b="1" i="0" baseline="0" dirty="0"/>
            <a:t>1. Seat belts for all occupants</a:t>
          </a:r>
          <a:endParaRPr lang="en-US" sz="2400" b="1" dirty="0"/>
        </a:p>
      </dgm:t>
    </dgm:pt>
    <dgm:pt modelId="{06959F6A-731C-496A-ABBC-6C32D283AA75}" type="parTrans" cxnId="{7DD8E4C1-6E7D-4A9A-B8A5-9A19B6F92314}">
      <dgm:prSet/>
      <dgm:spPr/>
      <dgm:t>
        <a:bodyPr/>
        <a:lstStyle/>
        <a:p>
          <a:endParaRPr lang="en-US"/>
        </a:p>
      </dgm:t>
    </dgm:pt>
    <dgm:pt modelId="{62E15D32-68CC-47FD-B0A2-EC452FC8932C}" type="sibTrans" cxnId="{7DD8E4C1-6E7D-4A9A-B8A5-9A19B6F92314}">
      <dgm:prSet/>
      <dgm:spPr/>
      <dgm:t>
        <a:bodyPr/>
        <a:lstStyle/>
        <a:p>
          <a:pPr>
            <a:lnSpc>
              <a:spcPct val="100000"/>
            </a:lnSpc>
          </a:pPr>
          <a:endParaRPr lang="en-US"/>
        </a:p>
      </dgm:t>
    </dgm:pt>
    <dgm:pt modelId="{45213AAB-F282-47C9-A53B-60B125C8CE9A}">
      <dgm:prSet custT="1"/>
      <dgm:spPr/>
      <dgm:t>
        <a:bodyPr/>
        <a:lstStyle/>
        <a:p>
          <a:pPr>
            <a:lnSpc>
              <a:spcPct val="100000"/>
            </a:lnSpc>
          </a:pPr>
          <a:r>
            <a:rPr lang="en-GB" sz="2400" b="1" i="0" baseline="0" dirty="0"/>
            <a:t>2. Energy-absorbing steering column</a:t>
          </a:r>
          <a:endParaRPr lang="en-US" sz="2400" b="1" dirty="0"/>
        </a:p>
      </dgm:t>
    </dgm:pt>
    <dgm:pt modelId="{3DE0095A-01F5-4181-B872-BAAAB1F4792E}" type="parTrans" cxnId="{94102140-C132-4F0E-8AE0-6A756BA1FFE6}">
      <dgm:prSet/>
      <dgm:spPr/>
      <dgm:t>
        <a:bodyPr/>
        <a:lstStyle/>
        <a:p>
          <a:endParaRPr lang="en-US"/>
        </a:p>
      </dgm:t>
    </dgm:pt>
    <dgm:pt modelId="{15956B23-69ED-4B2C-84AF-FC45F628D348}" type="sibTrans" cxnId="{94102140-C132-4F0E-8AE0-6A756BA1FFE6}">
      <dgm:prSet/>
      <dgm:spPr/>
      <dgm:t>
        <a:bodyPr/>
        <a:lstStyle/>
        <a:p>
          <a:pPr>
            <a:lnSpc>
              <a:spcPct val="100000"/>
            </a:lnSpc>
          </a:pPr>
          <a:endParaRPr lang="en-US"/>
        </a:p>
      </dgm:t>
    </dgm:pt>
    <dgm:pt modelId="{FC4739FD-D2E6-4F6F-866C-1720ABF8D642}">
      <dgm:prSet custT="1"/>
      <dgm:spPr/>
      <dgm:t>
        <a:bodyPr/>
        <a:lstStyle/>
        <a:p>
          <a:pPr>
            <a:lnSpc>
              <a:spcPct val="100000"/>
            </a:lnSpc>
          </a:pPr>
          <a:r>
            <a:rPr lang="en-GB" sz="2400" b="1" i="0" baseline="0"/>
            <a:t>3. Penetration-resistant windshield</a:t>
          </a:r>
          <a:endParaRPr lang="en-US" sz="2400" b="1"/>
        </a:p>
      </dgm:t>
    </dgm:pt>
    <dgm:pt modelId="{46D3515D-7769-41C0-A3A6-A92159825C71}" type="parTrans" cxnId="{943860F9-D75F-4DA5-B8C2-C9E9B8603972}">
      <dgm:prSet/>
      <dgm:spPr/>
      <dgm:t>
        <a:bodyPr/>
        <a:lstStyle/>
        <a:p>
          <a:endParaRPr lang="en-US"/>
        </a:p>
      </dgm:t>
    </dgm:pt>
    <dgm:pt modelId="{C0457B03-E817-4691-BCB7-06D536C203D1}" type="sibTrans" cxnId="{943860F9-D75F-4DA5-B8C2-C9E9B8603972}">
      <dgm:prSet/>
      <dgm:spPr/>
      <dgm:t>
        <a:bodyPr/>
        <a:lstStyle/>
        <a:p>
          <a:pPr>
            <a:lnSpc>
              <a:spcPct val="100000"/>
            </a:lnSpc>
          </a:pPr>
          <a:endParaRPr lang="en-US"/>
        </a:p>
      </dgm:t>
    </dgm:pt>
    <dgm:pt modelId="{0E5F91C1-3F5E-4D15-8676-402A26CB6537}">
      <dgm:prSet custT="1"/>
      <dgm:spPr/>
      <dgm:t>
        <a:bodyPr/>
        <a:lstStyle/>
        <a:p>
          <a:pPr>
            <a:lnSpc>
              <a:spcPct val="100000"/>
            </a:lnSpc>
          </a:pPr>
          <a:r>
            <a:rPr lang="en-GB" sz="2400" b="1" i="0" baseline="0"/>
            <a:t>4. Dual braking systems</a:t>
          </a:r>
          <a:endParaRPr lang="en-US" sz="2400" b="1"/>
        </a:p>
      </dgm:t>
    </dgm:pt>
    <dgm:pt modelId="{33885962-FA59-411C-8E8F-25A9D5730E23}" type="parTrans" cxnId="{2AA080C6-69BA-4762-9348-5CBEC6793B0F}">
      <dgm:prSet/>
      <dgm:spPr/>
      <dgm:t>
        <a:bodyPr/>
        <a:lstStyle/>
        <a:p>
          <a:endParaRPr lang="en-US"/>
        </a:p>
      </dgm:t>
    </dgm:pt>
    <dgm:pt modelId="{3279AD72-C6DE-4432-BD1A-8F9E183813DE}" type="sibTrans" cxnId="{2AA080C6-69BA-4762-9348-5CBEC6793B0F}">
      <dgm:prSet/>
      <dgm:spPr/>
      <dgm:t>
        <a:bodyPr/>
        <a:lstStyle/>
        <a:p>
          <a:pPr>
            <a:lnSpc>
              <a:spcPct val="100000"/>
            </a:lnSpc>
          </a:pPr>
          <a:endParaRPr lang="en-US"/>
        </a:p>
      </dgm:t>
    </dgm:pt>
    <dgm:pt modelId="{8C67DB27-F22D-4C9E-BF32-2275CAF43C30}">
      <dgm:prSet custT="1"/>
      <dgm:spPr/>
      <dgm:t>
        <a:bodyPr/>
        <a:lstStyle/>
        <a:p>
          <a:pPr>
            <a:lnSpc>
              <a:spcPct val="100000"/>
            </a:lnSpc>
          </a:pPr>
          <a:r>
            <a:rPr lang="en-GB" sz="2400" b="1" i="0" baseline="0"/>
            <a:t>5. Padded instrument panel</a:t>
          </a:r>
          <a:endParaRPr lang="en-US" sz="2400" b="1"/>
        </a:p>
      </dgm:t>
    </dgm:pt>
    <dgm:pt modelId="{6726F8E1-7D2F-4D92-AA68-956631DAC25A}" type="parTrans" cxnId="{6BEBA26A-4F5E-4694-AE4F-F3395EADF593}">
      <dgm:prSet/>
      <dgm:spPr/>
      <dgm:t>
        <a:bodyPr/>
        <a:lstStyle/>
        <a:p>
          <a:endParaRPr lang="en-US"/>
        </a:p>
      </dgm:t>
    </dgm:pt>
    <dgm:pt modelId="{1BE94B6F-CA18-42B4-9546-0F9253B70A02}" type="sibTrans" cxnId="{6BEBA26A-4F5E-4694-AE4F-F3395EADF593}">
      <dgm:prSet/>
      <dgm:spPr/>
      <dgm:t>
        <a:bodyPr/>
        <a:lstStyle/>
        <a:p>
          <a:pPr>
            <a:lnSpc>
              <a:spcPct val="100000"/>
            </a:lnSpc>
          </a:pPr>
          <a:endParaRPr lang="en-US"/>
        </a:p>
      </dgm:t>
    </dgm:pt>
    <dgm:pt modelId="{F14B3A24-7956-4B44-BBD7-635A2D27C700}">
      <dgm:prSet custT="1"/>
      <dgm:spPr/>
      <dgm:t>
        <a:bodyPr/>
        <a:lstStyle/>
        <a:p>
          <a:pPr>
            <a:lnSpc>
              <a:spcPct val="100000"/>
            </a:lnSpc>
          </a:pPr>
          <a:r>
            <a:rPr lang="en-GB" sz="2400" b="1" i="0" baseline="0"/>
            <a:t>6. All measures correspond with the energy and barrier concept</a:t>
          </a:r>
          <a:endParaRPr lang="en-US" sz="2400" b="1"/>
        </a:p>
      </dgm:t>
    </dgm:pt>
    <dgm:pt modelId="{972A9D93-9FCA-4386-AA34-59A1690EBC0F}" type="parTrans" cxnId="{48EC1B29-6EB7-440C-940A-983ACFFAD76A}">
      <dgm:prSet/>
      <dgm:spPr/>
      <dgm:t>
        <a:bodyPr/>
        <a:lstStyle/>
        <a:p>
          <a:endParaRPr lang="en-US"/>
        </a:p>
      </dgm:t>
    </dgm:pt>
    <dgm:pt modelId="{C38B9DD9-FF37-4965-9B11-5180C756C6DF}" type="sibTrans" cxnId="{48EC1B29-6EB7-440C-940A-983ACFFAD76A}">
      <dgm:prSet/>
      <dgm:spPr/>
      <dgm:t>
        <a:bodyPr/>
        <a:lstStyle/>
        <a:p>
          <a:endParaRPr lang="en-US"/>
        </a:p>
      </dgm:t>
    </dgm:pt>
    <dgm:pt modelId="{A40BF295-6E21-421E-8608-D7171BEEF85D}" type="pres">
      <dgm:prSet presAssocID="{F71ACBA4-B0A8-457C-8761-92A3049B1D2C}" presName="root" presStyleCnt="0">
        <dgm:presLayoutVars>
          <dgm:dir/>
          <dgm:resizeHandles val="exact"/>
        </dgm:presLayoutVars>
      </dgm:prSet>
      <dgm:spPr/>
    </dgm:pt>
    <dgm:pt modelId="{D65A1F43-3DAA-445E-8325-B03307A3DA87}" type="pres">
      <dgm:prSet presAssocID="{F71ACBA4-B0A8-457C-8761-92A3049B1D2C}" presName="container" presStyleCnt="0">
        <dgm:presLayoutVars>
          <dgm:dir/>
          <dgm:resizeHandles val="exact"/>
        </dgm:presLayoutVars>
      </dgm:prSet>
      <dgm:spPr/>
    </dgm:pt>
    <dgm:pt modelId="{2760A265-C02D-4D7E-8287-976C5342F8FB}" type="pres">
      <dgm:prSet presAssocID="{AE0D315B-52A0-404C-BDBF-DCD5B2FF085F}" presName="compNode" presStyleCnt="0"/>
      <dgm:spPr/>
    </dgm:pt>
    <dgm:pt modelId="{63D919AD-E40B-488C-A7F0-964F120B3DCD}" type="pres">
      <dgm:prSet presAssocID="{AE0D315B-52A0-404C-BDBF-DCD5B2FF085F}" presName="iconBgRect" presStyleLbl="bgShp" presStyleIdx="0" presStyleCnt="7"/>
      <dgm:spPr/>
    </dgm:pt>
    <dgm:pt modelId="{648E3B8E-3E69-4FF3-9642-2650FBC917FB}" type="pres">
      <dgm:prSet presAssocID="{AE0D315B-52A0-404C-BDBF-DCD5B2FF085F}"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mbulance"/>
        </a:ext>
      </dgm:extLst>
    </dgm:pt>
    <dgm:pt modelId="{16778D84-B091-4377-8501-23EF0EF06091}" type="pres">
      <dgm:prSet presAssocID="{AE0D315B-52A0-404C-BDBF-DCD5B2FF085F}" presName="spaceRect" presStyleCnt="0"/>
      <dgm:spPr/>
    </dgm:pt>
    <dgm:pt modelId="{032AAA9C-A035-4E8C-84E6-DB03B0270C46}" type="pres">
      <dgm:prSet presAssocID="{AE0D315B-52A0-404C-BDBF-DCD5B2FF085F}" presName="textRect" presStyleLbl="revTx" presStyleIdx="0" presStyleCnt="7" custScaleX="238101" custLinFactNeighborX="70621" custLinFactNeighborY="24664">
        <dgm:presLayoutVars>
          <dgm:chMax val="1"/>
          <dgm:chPref val="1"/>
        </dgm:presLayoutVars>
      </dgm:prSet>
      <dgm:spPr/>
    </dgm:pt>
    <dgm:pt modelId="{B56AC3A1-5111-450B-926F-A721E6C0599C}" type="pres">
      <dgm:prSet presAssocID="{072C6543-E548-4762-9313-098E2B0FA042}" presName="sibTrans" presStyleLbl="sibTrans2D1" presStyleIdx="0" presStyleCnt="0"/>
      <dgm:spPr/>
    </dgm:pt>
    <dgm:pt modelId="{1E7EF8E0-6EB6-4521-8BDB-E45854D62786}" type="pres">
      <dgm:prSet presAssocID="{C3D9894E-88AF-4CC9-8602-5C7AB1EED5A5}" presName="compNode" presStyleCnt="0"/>
      <dgm:spPr/>
    </dgm:pt>
    <dgm:pt modelId="{744407F5-75DF-410B-A674-CBD013270AAE}" type="pres">
      <dgm:prSet presAssocID="{C3D9894E-88AF-4CC9-8602-5C7AB1EED5A5}" presName="iconBgRect" presStyleLbl="bgShp" presStyleIdx="1" presStyleCnt="7" custLinFactX="118929" custLinFactNeighborX="200000" custLinFactNeighborY="19731"/>
      <dgm:spPr/>
    </dgm:pt>
    <dgm:pt modelId="{E4AA8155-64AB-43BD-B989-9BEF3185A739}" type="pres">
      <dgm:prSet presAssocID="{C3D9894E-88AF-4CC9-8602-5C7AB1EED5A5}" presName="iconRect" presStyleLbl="node1" presStyleIdx="1" presStyleCnt="7" custLinFactX="200000" custLinFactNeighborX="275149" custLinFactNeighborY="850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r"/>
        </a:ext>
      </dgm:extLst>
    </dgm:pt>
    <dgm:pt modelId="{052FD2DC-85F3-4CDF-A32A-BFE25CB927E3}" type="pres">
      <dgm:prSet presAssocID="{C3D9894E-88AF-4CC9-8602-5C7AB1EED5A5}" presName="spaceRect" presStyleCnt="0"/>
      <dgm:spPr/>
    </dgm:pt>
    <dgm:pt modelId="{4DD57DB2-6DA1-43AA-93E7-311E1FB45564}" type="pres">
      <dgm:prSet presAssocID="{C3D9894E-88AF-4CC9-8602-5C7AB1EED5A5}" presName="textRect" presStyleLbl="revTx" presStyleIdx="1" presStyleCnt="7" custLinFactX="32228" custLinFactNeighborX="100000" custLinFactNeighborY="16442">
        <dgm:presLayoutVars>
          <dgm:chMax val="1"/>
          <dgm:chPref val="1"/>
        </dgm:presLayoutVars>
      </dgm:prSet>
      <dgm:spPr/>
    </dgm:pt>
    <dgm:pt modelId="{BED56562-453B-494C-B3A7-30D6E8D78740}" type="pres">
      <dgm:prSet presAssocID="{62E15D32-68CC-47FD-B0A2-EC452FC8932C}" presName="sibTrans" presStyleLbl="sibTrans2D1" presStyleIdx="0" presStyleCnt="0"/>
      <dgm:spPr/>
    </dgm:pt>
    <dgm:pt modelId="{00456328-FB08-46BB-B2F9-503499FE0872}" type="pres">
      <dgm:prSet presAssocID="{45213AAB-F282-47C9-A53B-60B125C8CE9A}" presName="compNode" presStyleCnt="0"/>
      <dgm:spPr/>
    </dgm:pt>
    <dgm:pt modelId="{286B4150-F870-4BBD-BDA0-9DB2D41BFED9}" type="pres">
      <dgm:prSet presAssocID="{45213AAB-F282-47C9-A53B-60B125C8CE9A}" presName="iconBgRect" presStyleLbl="bgShp" presStyleIdx="2" presStyleCnt="7"/>
      <dgm:spPr/>
    </dgm:pt>
    <dgm:pt modelId="{E705A6D8-A65F-4C9B-BD46-416CF493F7C5}" type="pres">
      <dgm:prSet presAssocID="{45213AAB-F282-47C9-A53B-60B125C8CE9A}"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ne Arrow: Straight"/>
        </a:ext>
      </dgm:extLst>
    </dgm:pt>
    <dgm:pt modelId="{AB209704-FBAD-4527-B3A9-29F296B9F401}" type="pres">
      <dgm:prSet presAssocID="{45213AAB-F282-47C9-A53B-60B125C8CE9A}" presName="spaceRect" presStyleCnt="0"/>
      <dgm:spPr/>
    </dgm:pt>
    <dgm:pt modelId="{802675CC-E749-4233-A16C-081D7ACC594A}" type="pres">
      <dgm:prSet presAssocID="{45213AAB-F282-47C9-A53B-60B125C8CE9A}" presName="textRect" presStyleLbl="revTx" presStyleIdx="2" presStyleCnt="7" custScaleX="160154" custLinFactNeighborX="23717" custLinFactNeighborY="8199">
        <dgm:presLayoutVars>
          <dgm:chMax val="1"/>
          <dgm:chPref val="1"/>
        </dgm:presLayoutVars>
      </dgm:prSet>
      <dgm:spPr/>
    </dgm:pt>
    <dgm:pt modelId="{728DB967-0A0E-4C84-B2AE-7DE705D7587A}" type="pres">
      <dgm:prSet presAssocID="{15956B23-69ED-4B2C-84AF-FC45F628D348}" presName="sibTrans" presStyleLbl="sibTrans2D1" presStyleIdx="0" presStyleCnt="0"/>
      <dgm:spPr/>
    </dgm:pt>
    <dgm:pt modelId="{45C8C5EA-4550-476A-B9D5-E66B8086C3A9}" type="pres">
      <dgm:prSet presAssocID="{FC4739FD-D2E6-4F6F-866C-1720ABF8D642}" presName="compNode" presStyleCnt="0"/>
      <dgm:spPr/>
    </dgm:pt>
    <dgm:pt modelId="{6DE67E4F-8069-4093-8B6A-123ADB61211D}" type="pres">
      <dgm:prSet presAssocID="{FC4739FD-D2E6-4F6F-866C-1720ABF8D642}" presName="iconBgRect" presStyleLbl="bgShp" presStyleIdx="3" presStyleCnt="7"/>
      <dgm:spPr/>
    </dgm:pt>
    <dgm:pt modelId="{E54EBA62-5A21-4D10-9F0E-7244C9A14517}" type="pres">
      <dgm:prSet presAssocID="{FC4739FD-D2E6-4F6F-866C-1720ABF8D642}"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D5182C0B-6F01-4845-818A-9BFE363431EE}" type="pres">
      <dgm:prSet presAssocID="{FC4739FD-D2E6-4F6F-866C-1720ABF8D642}" presName="spaceRect" presStyleCnt="0"/>
      <dgm:spPr/>
    </dgm:pt>
    <dgm:pt modelId="{B26E7F7E-55F9-46FB-B8D1-029A875B74F2}" type="pres">
      <dgm:prSet presAssocID="{FC4739FD-D2E6-4F6F-866C-1720ABF8D642}" presName="textRect" presStyleLbl="revTx" presStyleIdx="3" presStyleCnt="7">
        <dgm:presLayoutVars>
          <dgm:chMax val="1"/>
          <dgm:chPref val="1"/>
        </dgm:presLayoutVars>
      </dgm:prSet>
      <dgm:spPr/>
    </dgm:pt>
    <dgm:pt modelId="{5B5213C3-1569-43F3-A13E-24E9DC21A97A}" type="pres">
      <dgm:prSet presAssocID="{C0457B03-E817-4691-BCB7-06D536C203D1}" presName="sibTrans" presStyleLbl="sibTrans2D1" presStyleIdx="0" presStyleCnt="0"/>
      <dgm:spPr/>
    </dgm:pt>
    <dgm:pt modelId="{AE2877E6-4A0F-417B-8F58-AE49C9112608}" type="pres">
      <dgm:prSet presAssocID="{0E5F91C1-3F5E-4D15-8676-402A26CB6537}" presName="compNode" presStyleCnt="0"/>
      <dgm:spPr/>
    </dgm:pt>
    <dgm:pt modelId="{6253D9BC-D636-4A41-BBED-A5B7B2A196A0}" type="pres">
      <dgm:prSet presAssocID="{0E5F91C1-3F5E-4D15-8676-402A26CB6537}" presName="iconBgRect" presStyleLbl="bgShp" presStyleIdx="4" presStyleCnt="7"/>
      <dgm:spPr/>
    </dgm:pt>
    <dgm:pt modelId="{F4438A37-C078-4CED-8199-0F50D5ED668A}" type="pres">
      <dgm:prSet presAssocID="{0E5F91C1-3F5E-4D15-8676-402A26CB6537}"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torcycle"/>
        </a:ext>
      </dgm:extLst>
    </dgm:pt>
    <dgm:pt modelId="{4274114B-4857-4383-9734-93F6ABD91A01}" type="pres">
      <dgm:prSet presAssocID="{0E5F91C1-3F5E-4D15-8676-402A26CB6537}" presName="spaceRect" presStyleCnt="0"/>
      <dgm:spPr/>
    </dgm:pt>
    <dgm:pt modelId="{3D8F322A-BDE1-4DA0-AE55-30BBE54DB81E}" type="pres">
      <dgm:prSet presAssocID="{0E5F91C1-3F5E-4D15-8676-402A26CB6537}" presName="textRect" presStyleLbl="revTx" presStyleIdx="4" presStyleCnt="7">
        <dgm:presLayoutVars>
          <dgm:chMax val="1"/>
          <dgm:chPref val="1"/>
        </dgm:presLayoutVars>
      </dgm:prSet>
      <dgm:spPr/>
    </dgm:pt>
    <dgm:pt modelId="{93E5C9D6-D5EC-4E8D-88DF-10E72BDA57E4}" type="pres">
      <dgm:prSet presAssocID="{3279AD72-C6DE-4432-BD1A-8F9E183813DE}" presName="sibTrans" presStyleLbl="sibTrans2D1" presStyleIdx="0" presStyleCnt="0"/>
      <dgm:spPr/>
    </dgm:pt>
    <dgm:pt modelId="{4D57BBBE-E566-46BF-A66C-ED9703E0B49F}" type="pres">
      <dgm:prSet presAssocID="{8C67DB27-F22D-4C9E-BF32-2275CAF43C30}" presName="compNode" presStyleCnt="0"/>
      <dgm:spPr/>
    </dgm:pt>
    <dgm:pt modelId="{9465110F-C403-4E7B-9739-37D7BF26D68C}" type="pres">
      <dgm:prSet presAssocID="{8C67DB27-F22D-4C9E-BF32-2275CAF43C30}" presName="iconBgRect" presStyleLbl="bgShp" presStyleIdx="5" presStyleCnt="7"/>
      <dgm:spPr/>
    </dgm:pt>
    <dgm:pt modelId="{079E390C-DBA3-4100-8A01-21102C40AF0E}" type="pres">
      <dgm:prSet presAssocID="{8C67DB27-F22D-4C9E-BF32-2275CAF43C30}"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ouch"/>
        </a:ext>
      </dgm:extLst>
    </dgm:pt>
    <dgm:pt modelId="{8F642901-AA75-4231-8CC4-E388C0C90F9E}" type="pres">
      <dgm:prSet presAssocID="{8C67DB27-F22D-4C9E-BF32-2275CAF43C30}" presName="spaceRect" presStyleCnt="0"/>
      <dgm:spPr/>
    </dgm:pt>
    <dgm:pt modelId="{8A20713D-53B3-472C-9D91-36BD43CAD1AC}" type="pres">
      <dgm:prSet presAssocID="{8C67DB27-F22D-4C9E-BF32-2275CAF43C30}" presName="textRect" presStyleLbl="revTx" presStyleIdx="5" presStyleCnt="7">
        <dgm:presLayoutVars>
          <dgm:chMax val="1"/>
          <dgm:chPref val="1"/>
        </dgm:presLayoutVars>
      </dgm:prSet>
      <dgm:spPr/>
    </dgm:pt>
    <dgm:pt modelId="{442BB23E-5309-49B3-906E-0B571A59F69F}" type="pres">
      <dgm:prSet presAssocID="{1BE94B6F-CA18-42B4-9546-0F9253B70A02}" presName="sibTrans" presStyleLbl="sibTrans2D1" presStyleIdx="0" presStyleCnt="0"/>
      <dgm:spPr/>
    </dgm:pt>
    <dgm:pt modelId="{01E0FD7A-77CE-47C6-BC5B-E94E16E91AC2}" type="pres">
      <dgm:prSet presAssocID="{F14B3A24-7956-4B44-BBD7-635A2D27C700}" presName="compNode" presStyleCnt="0"/>
      <dgm:spPr/>
    </dgm:pt>
    <dgm:pt modelId="{E3E0AB98-84CB-4E57-A22F-6133632481E5}" type="pres">
      <dgm:prSet presAssocID="{F14B3A24-7956-4B44-BBD7-635A2D27C700}" presName="iconBgRect" presStyleLbl="bgShp" presStyleIdx="6" presStyleCnt="7"/>
      <dgm:spPr/>
    </dgm:pt>
    <dgm:pt modelId="{BCDCB58B-4634-40CC-8B7D-C028C82E0608}" type="pres">
      <dgm:prSet presAssocID="{F14B3A24-7956-4B44-BBD7-635A2D27C700}"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Venn Diagram"/>
        </a:ext>
      </dgm:extLst>
    </dgm:pt>
    <dgm:pt modelId="{86931CFB-1D65-4584-8360-1716C9FE56D8}" type="pres">
      <dgm:prSet presAssocID="{F14B3A24-7956-4B44-BBD7-635A2D27C700}" presName="spaceRect" presStyleCnt="0"/>
      <dgm:spPr/>
    </dgm:pt>
    <dgm:pt modelId="{A3404140-EE98-4499-B95C-6B89871545AB}" type="pres">
      <dgm:prSet presAssocID="{F14B3A24-7956-4B44-BBD7-635A2D27C700}" presName="textRect" presStyleLbl="revTx" presStyleIdx="6" presStyleCnt="7">
        <dgm:presLayoutVars>
          <dgm:chMax val="1"/>
          <dgm:chPref val="1"/>
        </dgm:presLayoutVars>
      </dgm:prSet>
      <dgm:spPr/>
    </dgm:pt>
  </dgm:ptLst>
  <dgm:cxnLst>
    <dgm:cxn modelId="{7AEE9713-010B-4EBF-B81B-9CEDCDBCB2AC}" type="presOf" srcId="{C3D9894E-88AF-4CC9-8602-5C7AB1EED5A5}" destId="{4DD57DB2-6DA1-43AA-93E7-311E1FB45564}" srcOrd="0" destOrd="0" presId="urn:microsoft.com/office/officeart/2018/2/layout/IconCircleList"/>
    <dgm:cxn modelId="{FF972924-8249-4CFD-9F4A-8DFBFFD1ADBD}" type="presOf" srcId="{F14B3A24-7956-4B44-BBD7-635A2D27C700}" destId="{A3404140-EE98-4499-B95C-6B89871545AB}" srcOrd="0" destOrd="0" presId="urn:microsoft.com/office/officeart/2018/2/layout/IconCircleList"/>
    <dgm:cxn modelId="{57D0B324-C09A-49A1-A640-175806E8D5A4}" type="presOf" srcId="{8C67DB27-F22D-4C9E-BF32-2275CAF43C30}" destId="{8A20713D-53B3-472C-9D91-36BD43CAD1AC}" srcOrd="0" destOrd="0" presId="urn:microsoft.com/office/officeart/2018/2/layout/IconCircleList"/>
    <dgm:cxn modelId="{48EC1B29-6EB7-440C-940A-983ACFFAD76A}" srcId="{F71ACBA4-B0A8-457C-8761-92A3049B1D2C}" destId="{F14B3A24-7956-4B44-BBD7-635A2D27C700}" srcOrd="6" destOrd="0" parTransId="{972A9D93-9FCA-4386-AA34-59A1690EBC0F}" sibTransId="{C38B9DD9-FF37-4965-9B11-5180C756C6DF}"/>
    <dgm:cxn modelId="{D3615030-52EF-4844-BC95-17F9EC8F753F}" type="presOf" srcId="{AE0D315B-52A0-404C-BDBF-DCD5B2FF085F}" destId="{032AAA9C-A035-4E8C-84E6-DB03B0270C46}" srcOrd="0" destOrd="0" presId="urn:microsoft.com/office/officeart/2018/2/layout/IconCircleList"/>
    <dgm:cxn modelId="{AFD03F3E-662F-4A7D-9C2D-92D46E24E143}" type="presOf" srcId="{62E15D32-68CC-47FD-B0A2-EC452FC8932C}" destId="{BED56562-453B-494C-B3A7-30D6E8D78740}" srcOrd="0" destOrd="0" presId="urn:microsoft.com/office/officeart/2018/2/layout/IconCircleList"/>
    <dgm:cxn modelId="{94102140-C132-4F0E-8AE0-6A756BA1FFE6}" srcId="{F71ACBA4-B0A8-457C-8761-92A3049B1D2C}" destId="{45213AAB-F282-47C9-A53B-60B125C8CE9A}" srcOrd="2" destOrd="0" parTransId="{3DE0095A-01F5-4181-B872-BAAAB1F4792E}" sibTransId="{15956B23-69ED-4B2C-84AF-FC45F628D348}"/>
    <dgm:cxn modelId="{6F181044-2756-4577-B2C5-49A865F1DE6D}" type="presOf" srcId="{C0457B03-E817-4691-BCB7-06D536C203D1}" destId="{5B5213C3-1569-43F3-A13E-24E9DC21A97A}" srcOrd="0" destOrd="0" presId="urn:microsoft.com/office/officeart/2018/2/layout/IconCircleList"/>
    <dgm:cxn modelId="{6BEBA26A-4F5E-4694-AE4F-F3395EADF593}" srcId="{F71ACBA4-B0A8-457C-8761-92A3049B1D2C}" destId="{8C67DB27-F22D-4C9E-BF32-2275CAF43C30}" srcOrd="5" destOrd="0" parTransId="{6726F8E1-7D2F-4D92-AA68-956631DAC25A}" sibTransId="{1BE94B6F-CA18-42B4-9546-0F9253B70A02}"/>
    <dgm:cxn modelId="{4716DA73-A702-4811-BA07-BB367EA6841F}" type="presOf" srcId="{0E5F91C1-3F5E-4D15-8676-402A26CB6537}" destId="{3D8F322A-BDE1-4DA0-AE55-30BBE54DB81E}" srcOrd="0" destOrd="0" presId="urn:microsoft.com/office/officeart/2018/2/layout/IconCircleList"/>
    <dgm:cxn modelId="{22656387-F12F-429F-954F-5E17C14D7913}" type="presOf" srcId="{15956B23-69ED-4B2C-84AF-FC45F628D348}" destId="{728DB967-0A0E-4C84-B2AE-7DE705D7587A}" srcOrd="0" destOrd="0" presId="urn:microsoft.com/office/officeart/2018/2/layout/IconCircleList"/>
    <dgm:cxn modelId="{A07AB68F-3B4A-4B40-86AC-9C9967163200}" type="presOf" srcId="{3279AD72-C6DE-4432-BD1A-8F9E183813DE}" destId="{93E5C9D6-D5EC-4E8D-88DF-10E72BDA57E4}" srcOrd="0" destOrd="0" presId="urn:microsoft.com/office/officeart/2018/2/layout/IconCircleList"/>
    <dgm:cxn modelId="{4B3BC899-DFAD-4E61-A180-AABD0BB11B70}" srcId="{F71ACBA4-B0A8-457C-8761-92A3049B1D2C}" destId="{AE0D315B-52A0-404C-BDBF-DCD5B2FF085F}" srcOrd="0" destOrd="0" parTransId="{41C0DA86-1A9D-46E3-B68D-C7626BEA71B6}" sibTransId="{072C6543-E548-4762-9313-098E2B0FA042}"/>
    <dgm:cxn modelId="{CB4B05AD-405B-4EB0-B571-2AD0A7E15C23}" type="presOf" srcId="{072C6543-E548-4762-9313-098E2B0FA042}" destId="{B56AC3A1-5111-450B-926F-A721E6C0599C}" srcOrd="0" destOrd="0" presId="urn:microsoft.com/office/officeart/2018/2/layout/IconCircleList"/>
    <dgm:cxn modelId="{4C4603B7-A0E5-4937-975D-3D3FD9EE1A6A}" type="presOf" srcId="{FC4739FD-D2E6-4F6F-866C-1720ABF8D642}" destId="{B26E7F7E-55F9-46FB-B8D1-029A875B74F2}" srcOrd="0" destOrd="0" presId="urn:microsoft.com/office/officeart/2018/2/layout/IconCircleList"/>
    <dgm:cxn modelId="{7DD8E4C1-6E7D-4A9A-B8A5-9A19B6F92314}" srcId="{F71ACBA4-B0A8-457C-8761-92A3049B1D2C}" destId="{C3D9894E-88AF-4CC9-8602-5C7AB1EED5A5}" srcOrd="1" destOrd="0" parTransId="{06959F6A-731C-496A-ABBC-6C32D283AA75}" sibTransId="{62E15D32-68CC-47FD-B0A2-EC452FC8932C}"/>
    <dgm:cxn modelId="{A04676C6-9AF8-40F1-8560-C57956BA5C19}" type="presOf" srcId="{F71ACBA4-B0A8-457C-8761-92A3049B1D2C}" destId="{A40BF295-6E21-421E-8608-D7171BEEF85D}" srcOrd="0" destOrd="0" presId="urn:microsoft.com/office/officeart/2018/2/layout/IconCircleList"/>
    <dgm:cxn modelId="{2AA080C6-69BA-4762-9348-5CBEC6793B0F}" srcId="{F71ACBA4-B0A8-457C-8761-92A3049B1D2C}" destId="{0E5F91C1-3F5E-4D15-8676-402A26CB6537}" srcOrd="4" destOrd="0" parTransId="{33885962-FA59-411C-8E8F-25A9D5730E23}" sibTransId="{3279AD72-C6DE-4432-BD1A-8F9E183813DE}"/>
    <dgm:cxn modelId="{567337CF-CCB8-4513-9693-6DD705EB2DC0}" type="presOf" srcId="{45213AAB-F282-47C9-A53B-60B125C8CE9A}" destId="{802675CC-E749-4233-A16C-081D7ACC594A}" srcOrd="0" destOrd="0" presId="urn:microsoft.com/office/officeart/2018/2/layout/IconCircleList"/>
    <dgm:cxn modelId="{5CD095E2-D51A-4156-8414-2E90DA8DF844}" type="presOf" srcId="{1BE94B6F-CA18-42B4-9546-0F9253B70A02}" destId="{442BB23E-5309-49B3-906E-0B571A59F69F}" srcOrd="0" destOrd="0" presId="urn:microsoft.com/office/officeart/2018/2/layout/IconCircleList"/>
    <dgm:cxn modelId="{943860F9-D75F-4DA5-B8C2-C9E9B8603972}" srcId="{F71ACBA4-B0A8-457C-8761-92A3049B1D2C}" destId="{FC4739FD-D2E6-4F6F-866C-1720ABF8D642}" srcOrd="3" destOrd="0" parTransId="{46D3515D-7769-41C0-A3A6-A92159825C71}" sibTransId="{C0457B03-E817-4691-BCB7-06D536C203D1}"/>
    <dgm:cxn modelId="{9C3269AD-328A-45AE-B57B-248BFD5F1121}" type="presParOf" srcId="{A40BF295-6E21-421E-8608-D7171BEEF85D}" destId="{D65A1F43-3DAA-445E-8325-B03307A3DA87}" srcOrd="0" destOrd="0" presId="urn:microsoft.com/office/officeart/2018/2/layout/IconCircleList"/>
    <dgm:cxn modelId="{E53575F0-74DA-42EE-8816-B42918702589}" type="presParOf" srcId="{D65A1F43-3DAA-445E-8325-B03307A3DA87}" destId="{2760A265-C02D-4D7E-8287-976C5342F8FB}" srcOrd="0" destOrd="0" presId="urn:microsoft.com/office/officeart/2018/2/layout/IconCircleList"/>
    <dgm:cxn modelId="{426F1877-C2A6-4393-815A-AEAB3E338FF2}" type="presParOf" srcId="{2760A265-C02D-4D7E-8287-976C5342F8FB}" destId="{63D919AD-E40B-488C-A7F0-964F120B3DCD}" srcOrd="0" destOrd="0" presId="urn:microsoft.com/office/officeart/2018/2/layout/IconCircleList"/>
    <dgm:cxn modelId="{A1FA037C-5775-46A8-ACFE-7CAB8370A83C}" type="presParOf" srcId="{2760A265-C02D-4D7E-8287-976C5342F8FB}" destId="{648E3B8E-3E69-4FF3-9642-2650FBC917FB}" srcOrd="1" destOrd="0" presId="urn:microsoft.com/office/officeart/2018/2/layout/IconCircleList"/>
    <dgm:cxn modelId="{B5416B64-2889-46D6-9023-411A3701745B}" type="presParOf" srcId="{2760A265-C02D-4D7E-8287-976C5342F8FB}" destId="{16778D84-B091-4377-8501-23EF0EF06091}" srcOrd="2" destOrd="0" presId="urn:microsoft.com/office/officeart/2018/2/layout/IconCircleList"/>
    <dgm:cxn modelId="{A87ED965-E947-447B-8426-7A9AD004478F}" type="presParOf" srcId="{2760A265-C02D-4D7E-8287-976C5342F8FB}" destId="{032AAA9C-A035-4E8C-84E6-DB03B0270C46}" srcOrd="3" destOrd="0" presId="urn:microsoft.com/office/officeart/2018/2/layout/IconCircleList"/>
    <dgm:cxn modelId="{D5CDCD14-31EC-4F45-A157-18EC2CBF8047}" type="presParOf" srcId="{D65A1F43-3DAA-445E-8325-B03307A3DA87}" destId="{B56AC3A1-5111-450B-926F-A721E6C0599C}" srcOrd="1" destOrd="0" presId="urn:microsoft.com/office/officeart/2018/2/layout/IconCircleList"/>
    <dgm:cxn modelId="{B8A3F41E-5727-4AF6-BC48-5687A94D574C}" type="presParOf" srcId="{D65A1F43-3DAA-445E-8325-B03307A3DA87}" destId="{1E7EF8E0-6EB6-4521-8BDB-E45854D62786}" srcOrd="2" destOrd="0" presId="urn:microsoft.com/office/officeart/2018/2/layout/IconCircleList"/>
    <dgm:cxn modelId="{493A8042-DAF6-464A-956C-E242C605172A}" type="presParOf" srcId="{1E7EF8E0-6EB6-4521-8BDB-E45854D62786}" destId="{744407F5-75DF-410B-A674-CBD013270AAE}" srcOrd="0" destOrd="0" presId="urn:microsoft.com/office/officeart/2018/2/layout/IconCircleList"/>
    <dgm:cxn modelId="{ABE2AF3C-FF0C-4D0B-BCC8-DE8D0B967F96}" type="presParOf" srcId="{1E7EF8E0-6EB6-4521-8BDB-E45854D62786}" destId="{E4AA8155-64AB-43BD-B989-9BEF3185A739}" srcOrd="1" destOrd="0" presId="urn:microsoft.com/office/officeart/2018/2/layout/IconCircleList"/>
    <dgm:cxn modelId="{EBD2C81E-0498-425B-B8FB-636AAC930943}" type="presParOf" srcId="{1E7EF8E0-6EB6-4521-8BDB-E45854D62786}" destId="{052FD2DC-85F3-4CDF-A32A-BFE25CB927E3}" srcOrd="2" destOrd="0" presId="urn:microsoft.com/office/officeart/2018/2/layout/IconCircleList"/>
    <dgm:cxn modelId="{25BCB142-8573-4DA6-93DB-4B6DD0BF1273}" type="presParOf" srcId="{1E7EF8E0-6EB6-4521-8BDB-E45854D62786}" destId="{4DD57DB2-6DA1-43AA-93E7-311E1FB45564}" srcOrd="3" destOrd="0" presId="urn:microsoft.com/office/officeart/2018/2/layout/IconCircleList"/>
    <dgm:cxn modelId="{424568E4-C238-4666-A99C-89184E8A2E5F}" type="presParOf" srcId="{D65A1F43-3DAA-445E-8325-B03307A3DA87}" destId="{BED56562-453B-494C-B3A7-30D6E8D78740}" srcOrd="3" destOrd="0" presId="urn:microsoft.com/office/officeart/2018/2/layout/IconCircleList"/>
    <dgm:cxn modelId="{44F12730-7521-43AF-8ABC-0AA5F4DF6C5A}" type="presParOf" srcId="{D65A1F43-3DAA-445E-8325-B03307A3DA87}" destId="{00456328-FB08-46BB-B2F9-503499FE0872}" srcOrd="4" destOrd="0" presId="urn:microsoft.com/office/officeart/2018/2/layout/IconCircleList"/>
    <dgm:cxn modelId="{09C89B52-F56E-42B0-9EAE-753B4E89FD22}" type="presParOf" srcId="{00456328-FB08-46BB-B2F9-503499FE0872}" destId="{286B4150-F870-4BBD-BDA0-9DB2D41BFED9}" srcOrd="0" destOrd="0" presId="urn:microsoft.com/office/officeart/2018/2/layout/IconCircleList"/>
    <dgm:cxn modelId="{F32A5DB9-B048-4B6E-B038-D5D5398413D6}" type="presParOf" srcId="{00456328-FB08-46BB-B2F9-503499FE0872}" destId="{E705A6D8-A65F-4C9B-BD46-416CF493F7C5}" srcOrd="1" destOrd="0" presId="urn:microsoft.com/office/officeart/2018/2/layout/IconCircleList"/>
    <dgm:cxn modelId="{6832693C-F8E8-4E29-9F80-F6BC051A6223}" type="presParOf" srcId="{00456328-FB08-46BB-B2F9-503499FE0872}" destId="{AB209704-FBAD-4527-B3A9-29F296B9F401}" srcOrd="2" destOrd="0" presId="urn:microsoft.com/office/officeart/2018/2/layout/IconCircleList"/>
    <dgm:cxn modelId="{90B02001-90F9-4641-85F6-BD5BB47DD9B7}" type="presParOf" srcId="{00456328-FB08-46BB-B2F9-503499FE0872}" destId="{802675CC-E749-4233-A16C-081D7ACC594A}" srcOrd="3" destOrd="0" presId="urn:microsoft.com/office/officeart/2018/2/layout/IconCircleList"/>
    <dgm:cxn modelId="{2352B647-0645-41DA-ABA6-AE56BB8066FC}" type="presParOf" srcId="{D65A1F43-3DAA-445E-8325-B03307A3DA87}" destId="{728DB967-0A0E-4C84-B2AE-7DE705D7587A}" srcOrd="5" destOrd="0" presId="urn:microsoft.com/office/officeart/2018/2/layout/IconCircleList"/>
    <dgm:cxn modelId="{9B734EE2-34E9-4C4E-93C6-F9900A0FB489}" type="presParOf" srcId="{D65A1F43-3DAA-445E-8325-B03307A3DA87}" destId="{45C8C5EA-4550-476A-B9D5-E66B8086C3A9}" srcOrd="6" destOrd="0" presId="urn:microsoft.com/office/officeart/2018/2/layout/IconCircleList"/>
    <dgm:cxn modelId="{C41DF627-B7B5-40E1-9355-251797F11B1A}" type="presParOf" srcId="{45C8C5EA-4550-476A-B9D5-E66B8086C3A9}" destId="{6DE67E4F-8069-4093-8B6A-123ADB61211D}" srcOrd="0" destOrd="0" presId="urn:microsoft.com/office/officeart/2018/2/layout/IconCircleList"/>
    <dgm:cxn modelId="{B43F7A35-EB0C-4F84-AA10-5D84E49953DA}" type="presParOf" srcId="{45C8C5EA-4550-476A-B9D5-E66B8086C3A9}" destId="{E54EBA62-5A21-4D10-9F0E-7244C9A14517}" srcOrd="1" destOrd="0" presId="urn:microsoft.com/office/officeart/2018/2/layout/IconCircleList"/>
    <dgm:cxn modelId="{E298FFCB-0C7D-4AA1-9EAA-B83CAABA27A1}" type="presParOf" srcId="{45C8C5EA-4550-476A-B9D5-E66B8086C3A9}" destId="{D5182C0B-6F01-4845-818A-9BFE363431EE}" srcOrd="2" destOrd="0" presId="urn:microsoft.com/office/officeart/2018/2/layout/IconCircleList"/>
    <dgm:cxn modelId="{02D1E3C3-56DD-47FA-A1D5-E20140A79C74}" type="presParOf" srcId="{45C8C5EA-4550-476A-B9D5-E66B8086C3A9}" destId="{B26E7F7E-55F9-46FB-B8D1-029A875B74F2}" srcOrd="3" destOrd="0" presId="urn:microsoft.com/office/officeart/2018/2/layout/IconCircleList"/>
    <dgm:cxn modelId="{1746CA5D-47FE-4119-A629-DE95D09D546D}" type="presParOf" srcId="{D65A1F43-3DAA-445E-8325-B03307A3DA87}" destId="{5B5213C3-1569-43F3-A13E-24E9DC21A97A}" srcOrd="7" destOrd="0" presId="urn:microsoft.com/office/officeart/2018/2/layout/IconCircleList"/>
    <dgm:cxn modelId="{E1B558C8-19C7-416C-BD35-BA754260AC01}" type="presParOf" srcId="{D65A1F43-3DAA-445E-8325-B03307A3DA87}" destId="{AE2877E6-4A0F-417B-8F58-AE49C9112608}" srcOrd="8" destOrd="0" presId="urn:microsoft.com/office/officeart/2018/2/layout/IconCircleList"/>
    <dgm:cxn modelId="{9AAC735A-621F-477C-9259-35A2362B2E37}" type="presParOf" srcId="{AE2877E6-4A0F-417B-8F58-AE49C9112608}" destId="{6253D9BC-D636-4A41-BBED-A5B7B2A196A0}" srcOrd="0" destOrd="0" presId="urn:microsoft.com/office/officeart/2018/2/layout/IconCircleList"/>
    <dgm:cxn modelId="{F14920CE-ECEE-4D5F-A42E-6191CA93778A}" type="presParOf" srcId="{AE2877E6-4A0F-417B-8F58-AE49C9112608}" destId="{F4438A37-C078-4CED-8199-0F50D5ED668A}" srcOrd="1" destOrd="0" presId="urn:microsoft.com/office/officeart/2018/2/layout/IconCircleList"/>
    <dgm:cxn modelId="{E8E8C37E-FD6F-471A-A833-8D9789EEBB27}" type="presParOf" srcId="{AE2877E6-4A0F-417B-8F58-AE49C9112608}" destId="{4274114B-4857-4383-9734-93F6ABD91A01}" srcOrd="2" destOrd="0" presId="urn:microsoft.com/office/officeart/2018/2/layout/IconCircleList"/>
    <dgm:cxn modelId="{37F2EBDA-9720-484B-8C79-1C03A1116331}" type="presParOf" srcId="{AE2877E6-4A0F-417B-8F58-AE49C9112608}" destId="{3D8F322A-BDE1-4DA0-AE55-30BBE54DB81E}" srcOrd="3" destOrd="0" presId="urn:microsoft.com/office/officeart/2018/2/layout/IconCircleList"/>
    <dgm:cxn modelId="{FAA3539E-4832-4331-9B53-CF2C9B612A79}" type="presParOf" srcId="{D65A1F43-3DAA-445E-8325-B03307A3DA87}" destId="{93E5C9D6-D5EC-4E8D-88DF-10E72BDA57E4}" srcOrd="9" destOrd="0" presId="urn:microsoft.com/office/officeart/2018/2/layout/IconCircleList"/>
    <dgm:cxn modelId="{7909D32D-D52E-4912-A667-93B0A99F5248}" type="presParOf" srcId="{D65A1F43-3DAA-445E-8325-B03307A3DA87}" destId="{4D57BBBE-E566-46BF-A66C-ED9703E0B49F}" srcOrd="10" destOrd="0" presId="urn:microsoft.com/office/officeart/2018/2/layout/IconCircleList"/>
    <dgm:cxn modelId="{A949C01A-3AA0-49DE-80C6-98B325C70DE6}" type="presParOf" srcId="{4D57BBBE-E566-46BF-A66C-ED9703E0B49F}" destId="{9465110F-C403-4E7B-9739-37D7BF26D68C}" srcOrd="0" destOrd="0" presId="urn:microsoft.com/office/officeart/2018/2/layout/IconCircleList"/>
    <dgm:cxn modelId="{598AA528-F470-403E-A9BC-271B1735A46D}" type="presParOf" srcId="{4D57BBBE-E566-46BF-A66C-ED9703E0B49F}" destId="{079E390C-DBA3-4100-8A01-21102C40AF0E}" srcOrd="1" destOrd="0" presId="urn:microsoft.com/office/officeart/2018/2/layout/IconCircleList"/>
    <dgm:cxn modelId="{29EFFEBB-FC05-4697-830D-412BF93A8556}" type="presParOf" srcId="{4D57BBBE-E566-46BF-A66C-ED9703E0B49F}" destId="{8F642901-AA75-4231-8CC4-E388C0C90F9E}" srcOrd="2" destOrd="0" presId="urn:microsoft.com/office/officeart/2018/2/layout/IconCircleList"/>
    <dgm:cxn modelId="{B625D78A-8BC3-44DC-A772-BB3D856EF6F8}" type="presParOf" srcId="{4D57BBBE-E566-46BF-A66C-ED9703E0B49F}" destId="{8A20713D-53B3-472C-9D91-36BD43CAD1AC}" srcOrd="3" destOrd="0" presId="urn:microsoft.com/office/officeart/2018/2/layout/IconCircleList"/>
    <dgm:cxn modelId="{16A0A96F-8967-4832-864F-E736B04DF5FB}" type="presParOf" srcId="{D65A1F43-3DAA-445E-8325-B03307A3DA87}" destId="{442BB23E-5309-49B3-906E-0B571A59F69F}" srcOrd="11" destOrd="0" presId="urn:microsoft.com/office/officeart/2018/2/layout/IconCircleList"/>
    <dgm:cxn modelId="{AF4B7DC7-0B53-490C-913E-9803668C9A1A}" type="presParOf" srcId="{D65A1F43-3DAA-445E-8325-B03307A3DA87}" destId="{01E0FD7A-77CE-47C6-BC5B-E94E16E91AC2}" srcOrd="12" destOrd="0" presId="urn:microsoft.com/office/officeart/2018/2/layout/IconCircleList"/>
    <dgm:cxn modelId="{69E87292-CAD8-4CE9-9677-8DE9849DB62C}" type="presParOf" srcId="{01E0FD7A-77CE-47C6-BC5B-E94E16E91AC2}" destId="{E3E0AB98-84CB-4E57-A22F-6133632481E5}" srcOrd="0" destOrd="0" presId="urn:microsoft.com/office/officeart/2018/2/layout/IconCircleList"/>
    <dgm:cxn modelId="{E217758A-6538-45A0-B05F-6418FAD36079}" type="presParOf" srcId="{01E0FD7A-77CE-47C6-BC5B-E94E16E91AC2}" destId="{BCDCB58B-4634-40CC-8B7D-C028C82E0608}" srcOrd="1" destOrd="0" presId="urn:microsoft.com/office/officeart/2018/2/layout/IconCircleList"/>
    <dgm:cxn modelId="{D8868C38-C62C-4E64-874A-B860F87FF601}" type="presParOf" srcId="{01E0FD7A-77CE-47C6-BC5B-E94E16E91AC2}" destId="{86931CFB-1D65-4584-8360-1716C9FE56D8}" srcOrd="2" destOrd="0" presId="urn:microsoft.com/office/officeart/2018/2/layout/IconCircleList"/>
    <dgm:cxn modelId="{5E10A4ED-CD16-48A9-870E-6294BEABCD37}" type="presParOf" srcId="{01E0FD7A-77CE-47C6-BC5B-E94E16E91AC2}" destId="{A3404140-EE98-4499-B95C-6B89871545A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3ADAB58-1AA0-424C-9433-5EAFE3CACAAC}"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00E535-F899-49DD-AD59-BDBDACBD7D9C}">
      <dgm:prSet/>
      <dgm:spPr/>
      <dgm:t>
        <a:bodyPr/>
        <a:lstStyle/>
        <a:p>
          <a:r>
            <a:rPr lang="en-US" b="1" dirty="0"/>
            <a:t>The behavioral theory of accident causation and prevention is often referred to as behavior-based safety (BBS). </a:t>
          </a:r>
        </a:p>
      </dgm:t>
    </dgm:pt>
    <dgm:pt modelId="{5875C8B1-5885-4561-AE06-787664FBAF60}" type="parTrans" cxnId="{61FEE966-826F-45E7-8A4A-6A47ACD64C03}">
      <dgm:prSet/>
      <dgm:spPr/>
      <dgm:t>
        <a:bodyPr/>
        <a:lstStyle/>
        <a:p>
          <a:endParaRPr lang="en-US"/>
        </a:p>
      </dgm:t>
    </dgm:pt>
    <dgm:pt modelId="{85F4EA53-59E8-489C-B39D-9D76D429ABB9}" type="sibTrans" cxnId="{61FEE966-826F-45E7-8A4A-6A47ACD64C03}">
      <dgm:prSet/>
      <dgm:spPr/>
      <dgm:t>
        <a:bodyPr/>
        <a:lstStyle/>
        <a:p>
          <a:endParaRPr lang="en-US"/>
        </a:p>
      </dgm:t>
    </dgm:pt>
    <dgm:pt modelId="{761AC9F9-1FFE-486E-98BA-0BBEF0E73786}">
      <dgm:prSet/>
      <dgm:spPr/>
      <dgm:t>
        <a:bodyPr/>
        <a:lstStyle/>
        <a:p>
          <a:r>
            <a:rPr lang="en-US" b="1"/>
            <a:t>One of the most prominent proponents of BBS is E. Scott Geller, a senior partner of Safety Performance Solutions, Inc., and a professor of psychology</a:t>
          </a:r>
        </a:p>
      </dgm:t>
    </dgm:pt>
    <dgm:pt modelId="{0D2D2538-AA29-4929-8341-8B91C7D13C4B}" type="parTrans" cxnId="{EB48856B-BEC4-4E72-A578-D1272A8B8308}">
      <dgm:prSet/>
      <dgm:spPr/>
      <dgm:t>
        <a:bodyPr/>
        <a:lstStyle/>
        <a:p>
          <a:endParaRPr lang="en-US"/>
        </a:p>
      </dgm:t>
    </dgm:pt>
    <dgm:pt modelId="{E09859C5-1580-4BF3-832E-D8D3013D0487}" type="sibTrans" cxnId="{EB48856B-BEC4-4E72-A578-D1272A8B8308}">
      <dgm:prSet/>
      <dgm:spPr/>
      <dgm:t>
        <a:bodyPr/>
        <a:lstStyle/>
        <a:p>
          <a:endParaRPr lang="en-US"/>
        </a:p>
      </dgm:t>
    </dgm:pt>
    <dgm:pt modelId="{1A6F78D3-858B-4128-B112-F18AF072C663}" type="pres">
      <dgm:prSet presAssocID="{F3ADAB58-1AA0-424C-9433-5EAFE3CACAAC}" presName="Name0" presStyleCnt="0">
        <dgm:presLayoutVars>
          <dgm:dir/>
          <dgm:animLvl val="lvl"/>
          <dgm:resizeHandles val="exact"/>
        </dgm:presLayoutVars>
      </dgm:prSet>
      <dgm:spPr/>
    </dgm:pt>
    <dgm:pt modelId="{31C38282-67D0-40B8-A923-1BC82199370D}" type="pres">
      <dgm:prSet presAssocID="{761AC9F9-1FFE-486E-98BA-0BBEF0E73786}" presName="boxAndChildren" presStyleCnt="0"/>
      <dgm:spPr/>
    </dgm:pt>
    <dgm:pt modelId="{4E9EE59D-C12C-4710-A0C2-7A688550DD6D}" type="pres">
      <dgm:prSet presAssocID="{761AC9F9-1FFE-486E-98BA-0BBEF0E73786}" presName="parentTextBox" presStyleLbl="node1" presStyleIdx="0" presStyleCnt="2"/>
      <dgm:spPr/>
    </dgm:pt>
    <dgm:pt modelId="{0E885CED-8C3A-4975-B879-7F3C62E27EAD}" type="pres">
      <dgm:prSet presAssocID="{85F4EA53-59E8-489C-B39D-9D76D429ABB9}" presName="sp" presStyleCnt="0"/>
      <dgm:spPr/>
    </dgm:pt>
    <dgm:pt modelId="{C1407EA2-B933-4CFE-930C-2E6B76B3AAC3}" type="pres">
      <dgm:prSet presAssocID="{DF00E535-F899-49DD-AD59-BDBDACBD7D9C}" presName="arrowAndChildren" presStyleCnt="0"/>
      <dgm:spPr/>
    </dgm:pt>
    <dgm:pt modelId="{8ADFF05A-7F04-4FB3-AB11-2B6B7D82E2E3}" type="pres">
      <dgm:prSet presAssocID="{DF00E535-F899-49DD-AD59-BDBDACBD7D9C}" presName="parentTextArrow" presStyleLbl="node1" presStyleIdx="1" presStyleCnt="2"/>
      <dgm:spPr/>
    </dgm:pt>
  </dgm:ptLst>
  <dgm:cxnLst>
    <dgm:cxn modelId="{A3165A0B-3301-41F5-978F-94E3BE7A20A0}" type="presOf" srcId="{761AC9F9-1FFE-486E-98BA-0BBEF0E73786}" destId="{4E9EE59D-C12C-4710-A0C2-7A688550DD6D}" srcOrd="0" destOrd="0" presId="urn:microsoft.com/office/officeart/2005/8/layout/process4"/>
    <dgm:cxn modelId="{61FEE966-826F-45E7-8A4A-6A47ACD64C03}" srcId="{F3ADAB58-1AA0-424C-9433-5EAFE3CACAAC}" destId="{DF00E535-F899-49DD-AD59-BDBDACBD7D9C}" srcOrd="0" destOrd="0" parTransId="{5875C8B1-5885-4561-AE06-787664FBAF60}" sibTransId="{85F4EA53-59E8-489C-B39D-9D76D429ABB9}"/>
    <dgm:cxn modelId="{622AA467-03AE-4743-BD32-3711592E48D7}" type="presOf" srcId="{DF00E535-F899-49DD-AD59-BDBDACBD7D9C}" destId="{8ADFF05A-7F04-4FB3-AB11-2B6B7D82E2E3}" srcOrd="0" destOrd="0" presId="urn:microsoft.com/office/officeart/2005/8/layout/process4"/>
    <dgm:cxn modelId="{EB48856B-BEC4-4E72-A578-D1272A8B8308}" srcId="{F3ADAB58-1AA0-424C-9433-5EAFE3CACAAC}" destId="{761AC9F9-1FFE-486E-98BA-0BBEF0E73786}" srcOrd="1" destOrd="0" parTransId="{0D2D2538-AA29-4929-8341-8B91C7D13C4B}" sibTransId="{E09859C5-1580-4BF3-832E-D8D3013D0487}"/>
    <dgm:cxn modelId="{9C5D4450-9CBA-4AFA-8742-2E14CFC57FFF}" type="presOf" srcId="{F3ADAB58-1AA0-424C-9433-5EAFE3CACAAC}" destId="{1A6F78D3-858B-4128-B112-F18AF072C663}" srcOrd="0" destOrd="0" presId="urn:microsoft.com/office/officeart/2005/8/layout/process4"/>
    <dgm:cxn modelId="{099207AB-EAF8-4107-83A9-237B819CEB31}" type="presParOf" srcId="{1A6F78D3-858B-4128-B112-F18AF072C663}" destId="{31C38282-67D0-40B8-A923-1BC82199370D}" srcOrd="0" destOrd="0" presId="urn:microsoft.com/office/officeart/2005/8/layout/process4"/>
    <dgm:cxn modelId="{FBB39279-7758-4835-9D94-58BC023420AA}" type="presParOf" srcId="{31C38282-67D0-40B8-A923-1BC82199370D}" destId="{4E9EE59D-C12C-4710-A0C2-7A688550DD6D}" srcOrd="0" destOrd="0" presId="urn:microsoft.com/office/officeart/2005/8/layout/process4"/>
    <dgm:cxn modelId="{42CBD5CD-8BA0-432E-827B-C4004E3CFDE6}" type="presParOf" srcId="{1A6F78D3-858B-4128-B112-F18AF072C663}" destId="{0E885CED-8C3A-4975-B879-7F3C62E27EAD}" srcOrd="1" destOrd="0" presId="urn:microsoft.com/office/officeart/2005/8/layout/process4"/>
    <dgm:cxn modelId="{45CF6C9D-31DB-4A6D-9EC8-3A24A83405AE}" type="presParOf" srcId="{1A6F78D3-858B-4128-B112-F18AF072C663}" destId="{C1407EA2-B933-4CFE-930C-2E6B76B3AAC3}" srcOrd="2" destOrd="0" presId="urn:microsoft.com/office/officeart/2005/8/layout/process4"/>
    <dgm:cxn modelId="{EDCA026F-4B35-4D71-A95F-47CE6B9D59DD}" type="presParOf" srcId="{C1407EA2-B933-4CFE-930C-2E6B76B3AAC3}" destId="{8ADFF05A-7F04-4FB3-AB11-2B6B7D82E2E3}"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D3C0A77B-3A3E-4413-9DB1-AE740CBCF01C}"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B04FE69-98CF-4961-8253-04706AB6BF5E}">
      <dgm:prSet custT="1"/>
      <dgm:spPr/>
      <dgm:t>
        <a:bodyPr/>
        <a:lstStyle/>
        <a:p>
          <a:r>
            <a:rPr lang="en-GB" sz="2800" b="1" dirty="0"/>
            <a:t>HUMAN BEHAVOUR: actions, decisions, and choices made by workers</a:t>
          </a:r>
          <a:endParaRPr lang="en-US" sz="2800" b="1" dirty="0"/>
        </a:p>
      </dgm:t>
    </dgm:pt>
    <dgm:pt modelId="{D53EC007-6F46-4BC6-8EF0-1246F25FC469}" type="parTrans" cxnId="{4BCBABC3-B6D3-4399-9D91-F55052E0B653}">
      <dgm:prSet/>
      <dgm:spPr/>
      <dgm:t>
        <a:bodyPr/>
        <a:lstStyle/>
        <a:p>
          <a:endParaRPr lang="en-US"/>
        </a:p>
      </dgm:t>
    </dgm:pt>
    <dgm:pt modelId="{1C56628C-3C9B-4C0D-A068-1063A1B90424}" type="sibTrans" cxnId="{4BCBABC3-B6D3-4399-9D91-F55052E0B653}">
      <dgm:prSet/>
      <dgm:spPr/>
      <dgm:t>
        <a:bodyPr/>
        <a:lstStyle/>
        <a:p>
          <a:endParaRPr lang="en-US"/>
        </a:p>
      </dgm:t>
    </dgm:pt>
    <dgm:pt modelId="{ED9A90BD-ACBE-443B-82F0-659994D2C594}">
      <dgm:prSet custT="1"/>
      <dgm:spPr/>
      <dgm:t>
        <a:bodyPr/>
        <a:lstStyle/>
        <a:p>
          <a:r>
            <a:rPr lang="en-GB" sz="2800" b="1"/>
            <a:t>MOTIVATIONS: attitude, values and beliefs</a:t>
          </a:r>
          <a:endParaRPr lang="en-US" sz="2800" b="1"/>
        </a:p>
      </dgm:t>
    </dgm:pt>
    <dgm:pt modelId="{3945E42F-C394-45A8-8399-DC5E50293FED}" type="parTrans" cxnId="{7635D389-0E0F-4462-95B4-C81540E43F88}">
      <dgm:prSet/>
      <dgm:spPr/>
      <dgm:t>
        <a:bodyPr/>
        <a:lstStyle/>
        <a:p>
          <a:endParaRPr lang="en-US"/>
        </a:p>
      </dgm:t>
    </dgm:pt>
    <dgm:pt modelId="{B94E84D0-997C-45B8-BCF8-A01A4E07E133}" type="sibTrans" cxnId="{7635D389-0E0F-4462-95B4-C81540E43F88}">
      <dgm:prSet/>
      <dgm:spPr/>
      <dgm:t>
        <a:bodyPr/>
        <a:lstStyle/>
        <a:p>
          <a:endParaRPr lang="en-US"/>
        </a:p>
      </dgm:t>
    </dgm:pt>
    <dgm:pt modelId="{F87B008B-A54B-4392-A24B-934F8536F91C}">
      <dgm:prSet custT="1"/>
      <dgm:spPr/>
      <dgm:t>
        <a:bodyPr/>
        <a:lstStyle/>
        <a:p>
          <a:r>
            <a:rPr lang="en-GB" sz="2800" b="1"/>
            <a:t>COGNITIVE PROCESS: mental process, perception, attention , memory</a:t>
          </a:r>
          <a:endParaRPr lang="en-US" sz="2800" b="1"/>
        </a:p>
      </dgm:t>
    </dgm:pt>
    <dgm:pt modelId="{7559A076-1CF1-49A2-85BA-2D7C47D1B59B}" type="parTrans" cxnId="{904367B9-E85C-4990-A6C0-780F1676648B}">
      <dgm:prSet/>
      <dgm:spPr/>
      <dgm:t>
        <a:bodyPr/>
        <a:lstStyle/>
        <a:p>
          <a:endParaRPr lang="en-US"/>
        </a:p>
      </dgm:t>
    </dgm:pt>
    <dgm:pt modelId="{2A6C4F18-F390-4B7B-B6B1-8D8741D94C5B}" type="sibTrans" cxnId="{904367B9-E85C-4990-A6C0-780F1676648B}">
      <dgm:prSet/>
      <dgm:spPr/>
      <dgm:t>
        <a:bodyPr/>
        <a:lstStyle/>
        <a:p>
          <a:endParaRPr lang="en-US"/>
        </a:p>
      </dgm:t>
    </dgm:pt>
    <dgm:pt modelId="{81812E6F-F401-4323-AD8B-688E6B72BCF9}">
      <dgm:prSet custT="1"/>
      <dgm:spPr/>
      <dgm:t>
        <a:bodyPr/>
        <a:lstStyle/>
        <a:p>
          <a:r>
            <a:rPr lang="en-GB" sz="2800" b="1"/>
            <a:t>ENVIRONMENTAL INFLUENCE: workplace culture, situational factors</a:t>
          </a:r>
          <a:endParaRPr lang="en-US" sz="2800" b="1"/>
        </a:p>
      </dgm:t>
    </dgm:pt>
    <dgm:pt modelId="{2C1D0DD8-C299-4F78-9FDA-209A7D52F225}" type="parTrans" cxnId="{25948B1B-6D83-47DC-A055-6FE77E6D4392}">
      <dgm:prSet/>
      <dgm:spPr/>
      <dgm:t>
        <a:bodyPr/>
        <a:lstStyle/>
        <a:p>
          <a:endParaRPr lang="en-US"/>
        </a:p>
      </dgm:t>
    </dgm:pt>
    <dgm:pt modelId="{5B19359D-585B-4172-82C9-105C5BB449FD}" type="sibTrans" cxnId="{25948B1B-6D83-47DC-A055-6FE77E6D4392}">
      <dgm:prSet/>
      <dgm:spPr/>
      <dgm:t>
        <a:bodyPr/>
        <a:lstStyle/>
        <a:p>
          <a:endParaRPr lang="en-US"/>
        </a:p>
      </dgm:t>
    </dgm:pt>
    <dgm:pt modelId="{00C81663-C9A6-41FE-AD7F-6EE95B142D06}" type="pres">
      <dgm:prSet presAssocID="{D3C0A77B-3A3E-4413-9DB1-AE740CBCF01C}" presName="root" presStyleCnt="0">
        <dgm:presLayoutVars>
          <dgm:dir/>
          <dgm:resizeHandles val="exact"/>
        </dgm:presLayoutVars>
      </dgm:prSet>
      <dgm:spPr/>
    </dgm:pt>
    <dgm:pt modelId="{F282B142-1F3A-4A20-9765-5518DA13EB7E}" type="pres">
      <dgm:prSet presAssocID="{D3C0A77B-3A3E-4413-9DB1-AE740CBCF01C}" presName="container" presStyleCnt="0">
        <dgm:presLayoutVars>
          <dgm:dir/>
          <dgm:resizeHandles val="exact"/>
        </dgm:presLayoutVars>
      </dgm:prSet>
      <dgm:spPr/>
    </dgm:pt>
    <dgm:pt modelId="{3B9A1DFF-5196-4CA1-8848-08B8D522980B}" type="pres">
      <dgm:prSet presAssocID="{6B04FE69-98CF-4961-8253-04706AB6BF5E}" presName="compNode" presStyleCnt="0"/>
      <dgm:spPr/>
    </dgm:pt>
    <dgm:pt modelId="{BA3442C4-9112-4AE1-85F6-5A92B5AC4870}" type="pres">
      <dgm:prSet presAssocID="{6B04FE69-98CF-4961-8253-04706AB6BF5E}" presName="iconBgRect" presStyleLbl="bgShp" presStyleIdx="0" presStyleCnt="4" custScaleX="140075"/>
      <dgm:spPr/>
    </dgm:pt>
    <dgm:pt modelId="{B0C07947-AE7D-410A-BC6C-F1DA4E936CA7}" type="pres">
      <dgm:prSet presAssocID="{6B04FE69-98CF-4961-8253-04706AB6BF5E}" presName="iconRect" presStyleLbl="node1" presStyleIdx="0" presStyleCnt="4" custScaleX="14007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ycle with People"/>
        </a:ext>
      </dgm:extLst>
    </dgm:pt>
    <dgm:pt modelId="{0AEE7661-D3BD-454C-BAFD-F8880F5F0C67}" type="pres">
      <dgm:prSet presAssocID="{6B04FE69-98CF-4961-8253-04706AB6BF5E}" presName="spaceRect" presStyleCnt="0"/>
      <dgm:spPr/>
    </dgm:pt>
    <dgm:pt modelId="{3A99FC37-BEB2-4584-B79F-A688C2B75E25}" type="pres">
      <dgm:prSet presAssocID="{6B04FE69-98CF-4961-8253-04706AB6BF5E}" presName="textRect" presStyleLbl="revTx" presStyleIdx="0" presStyleCnt="4" custScaleX="140075">
        <dgm:presLayoutVars>
          <dgm:chMax val="1"/>
          <dgm:chPref val="1"/>
        </dgm:presLayoutVars>
      </dgm:prSet>
      <dgm:spPr/>
    </dgm:pt>
    <dgm:pt modelId="{5859743D-4E73-4034-B3E4-D3640383991B}" type="pres">
      <dgm:prSet presAssocID="{1C56628C-3C9B-4C0D-A068-1063A1B90424}" presName="sibTrans" presStyleLbl="sibTrans2D1" presStyleIdx="0" presStyleCnt="0"/>
      <dgm:spPr/>
    </dgm:pt>
    <dgm:pt modelId="{0B4D9118-1007-42E7-8873-11CF2A51DD3D}" type="pres">
      <dgm:prSet presAssocID="{ED9A90BD-ACBE-443B-82F0-659994D2C594}" presName="compNode" presStyleCnt="0"/>
      <dgm:spPr/>
    </dgm:pt>
    <dgm:pt modelId="{8607A8A7-87EC-49AD-B5FB-DB35ECCD4B73}" type="pres">
      <dgm:prSet presAssocID="{ED9A90BD-ACBE-443B-82F0-659994D2C594}" presName="iconBgRect" presStyleLbl="bgShp" presStyleIdx="1" presStyleCnt="4" custScaleX="140075"/>
      <dgm:spPr/>
    </dgm:pt>
    <dgm:pt modelId="{D5A779AE-1B3F-41BA-B966-AF7ABBD52DD0}" type="pres">
      <dgm:prSet presAssocID="{ED9A90BD-ACBE-443B-82F0-659994D2C594}" presName="iconRect" presStyleLbl="node1" presStyleIdx="1" presStyleCnt="4" custScaleX="14007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9C128AC7-FDA0-4AB6-8945-54C3D053A116}" type="pres">
      <dgm:prSet presAssocID="{ED9A90BD-ACBE-443B-82F0-659994D2C594}" presName="spaceRect" presStyleCnt="0"/>
      <dgm:spPr/>
    </dgm:pt>
    <dgm:pt modelId="{5F738653-D9DA-4B56-9D2D-E54CF62E12F8}" type="pres">
      <dgm:prSet presAssocID="{ED9A90BD-ACBE-443B-82F0-659994D2C594}" presName="textRect" presStyleLbl="revTx" presStyleIdx="1" presStyleCnt="4" custScaleX="140075">
        <dgm:presLayoutVars>
          <dgm:chMax val="1"/>
          <dgm:chPref val="1"/>
        </dgm:presLayoutVars>
      </dgm:prSet>
      <dgm:spPr/>
    </dgm:pt>
    <dgm:pt modelId="{5EBDA5F4-84EF-4B54-BBA9-FA06E3246729}" type="pres">
      <dgm:prSet presAssocID="{B94E84D0-997C-45B8-BCF8-A01A4E07E133}" presName="sibTrans" presStyleLbl="sibTrans2D1" presStyleIdx="0" presStyleCnt="0"/>
      <dgm:spPr/>
    </dgm:pt>
    <dgm:pt modelId="{EC316439-E3DB-4288-92B4-71F6D5C4147E}" type="pres">
      <dgm:prSet presAssocID="{F87B008B-A54B-4392-A24B-934F8536F91C}" presName="compNode" presStyleCnt="0"/>
      <dgm:spPr/>
    </dgm:pt>
    <dgm:pt modelId="{FBB86E52-DCA3-484E-88C9-9053F6D1FFC2}" type="pres">
      <dgm:prSet presAssocID="{F87B008B-A54B-4392-A24B-934F8536F91C}" presName="iconBgRect" presStyleLbl="bgShp" presStyleIdx="2" presStyleCnt="4" custScaleX="140075"/>
      <dgm:spPr/>
    </dgm:pt>
    <dgm:pt modelId="{E9F8FEAD-E2AE-444A-BACB-86279CD90AEA}" type="pres">
      <dgm:prSet presAssocID="{F87B008B-A54B-4392-A24B-934F8536F91C}" presName="iconRect" presStyleLbl="node1" presStyleIdx="2" presStyleCnt="4" custScaleX="14007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a:ext>
      </dgm:extLst>
    </dgm:pt>
    <dgm:pt modelId="{061C3386-7976-4C81-8285-75F3D19C3B63}" type="pres">
      <dgm:prSet presAssocID="{F87B008B-A54B-4392-A24B-934F8536F91C}" presName="spaceRect" presStyleCnt="0"/>
      <dgm:spPr/>
    </dgm:pt>
    <dgm:pt modelId="{8AEC39E9-0107-4D93-BE88-9A305B01FC30}" type="pres">
      <dgm:prSet presAssocID="{F87B008B-A54B-4392-A24B-934F8536F91C}" presName="textRect" presStyleLbl="revTx" presStyleIdx="2" presStyleCnt="4" custScaleX="140075">
        <dgm:presLayoutVars>
          <dgm:chMax val="1"/>
          <dgm:chPref val="1"/>
        </dgm:presLayoutVars>
      </dgm:prSet>
      <dgm:spPr/>
    </dgm:pt>
    <dgm:pt modelId="{92460477-895D-4143-AC67-71D33EBD032D}" type="pres">
      <dgm:prSet presAssocID="{2A6C4F18-F390-4B7B-B6B1-8D8741D94C5B}" presName="sibTrans" presStyleLbl="sibTrans2D1" presStyleIdx="0" presStyleCnt="0"/>
      <dgm:spPr/>
    </dgm:pt>
    <dgm:pt modelId="{E0D3A939-5051-4E5E-88B6-E3F44B0A136C}" type="pres">
      <dgm:prSet presAssocID="{81812E6F-F401-4323-AD8B-688E6B72BCF9}" presName="compNode" presStyleCnt="0"/>
      <dgm:spPr/>
    </dgm:pt>
    <dgm:pt modelId="{93B00CF1-5B5C-4E2F-BC65-03D0D864F405}" type="pres">
      <dgm:prSet presAssocID="{81812E6F-F401-4323-AD8B-688E6B72BCF9}" presName="iconBgRect" presStyleLbl="bgShp" presStyleIdx="3" presStyleCnt="4" custScaleX="140075"/>
      <dgm:spPr/>
    </dgm:pt>
    <dgm:pt modelId="{067498CA-872F-4D06-BD2A-06A2B9BBD9C0}" type="pres">
      <dgm:prSet presAssocID="{81812E6F-F401-4323-AD8B-688E6B72BCF9}" presName="iconRect" presStyleLbl="node1" presStyleIdx="3" presStyleCnt="4" custScaleX="14007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oup"/>
        </a:ext>
      </dgm:extLst>
    </dgm:pt>
    <dgm:pt modelId="{E1A473B2-F1A4-4787-A139-64DC962F717F}" type="pres">
      <dgm:prSet presAssocID="{81812E6F-F401-4323-AD8B-688E6B72BCF9}" presName="spaceRect" presStyleCnt="0"/>
      <dgm:spPr/>
    </dgm:pt>
    <dgm:pt modelId="{87AF5816-644D-4C66-A24B-413ADA5D3C2D}" type="pres">
      <dgm:prSet presAssocID="{81812E6F-F401-4323-AD8B-688E6B72BCF9}" presName="textRect" presStyleLbl="revTx" presStyleIdx="3" presStyleCnt="4" custScaleX="140075">
        <dgm:presLayoutVars>
          <dgm:chMax val="1"/>
          <dgm:chPref val="1"/>
        </dgm:presLayoutVars>
      </dgm:prSet>
      <dgm:spPr/>
    </dgm:pt>
  </dgm:ptLst>
  <dgm:cxnLst>
    <dgm:cxn modelId="{25948B1B-6D83-47DC-A055-6FE77E6D4392}" srcId="{D3C0A77B-3A3E-4413-9DB1-AE740CBCF01C}" destId="{81812E6F-F401-4323-AD8B-688E6B72BCF9}" srcOrd="3" destOrd="0" parTransId="{2C1D0DD8-C299-4F78-9FDA-209A7D52F225}" sibTransId="{5B19359D-585B-4172-82C9-105C5BB449FD}"/>
    <dgm:cxn modelId="{3B90DE21-689B-44FE-B5C7-93DED413D839}" type="presOf" srcId="{81812E6F-F401-4323-AD8B-688E6B72BCF9}" destId="{87AF5816-644D-4C66-A24B-413ADA5D3C2D}" srcOrd="0" destOrd="0" presId="urn:microsoft.com/office/officeart/2018/2/layout/IconCircleList"/>
    <dgm:cxn modelId="{49B6813A-F291-4C1C-8203-5B2017E265EC}" type="presOf" srcId="{1C56628C-3C9B-4C0D-A068-1063A1B90424}" destId="{5859743D-4E73-4034-B3E4-D3640383991B}" srcOrd="0" destOrd="0" presId="urn:microsoft.com/office/officeart/2018/2/layout/IconCircleList"/>
    <dgm:cxn modelId="{EC87446A-E957-443B-9682-EA0DE9CA7FCC}" type="presOf" srcId="{ED9A90BD-ACBE-443B-82F0-659994D2C594}" destId="{5F738653-D9DA-4B56-9D2D-E54CF62E12F8}" srcOrd="0" destOrd="0" presId="urn:microsoft.com/office/officeart/2018/2/layout/IconCircleList"/>
    <dgm:cxn modelId="{6FACC06B-C515-45B0-849F-7B3587A154F2}" type="presOf" srcId="{6B04FE69-98CF-4961-8253-04706AB6BF5E}" destId="{3A99FC37-BEB2-4584-B79F-A688C2B75E25}" srcOrd="0" destOrd="0" presId="urn:microsoft.com/office/officeart/2018/2/layout/IconCircleList"/>
    <dgm:cxn modelId="{7635D389-0E0F-4462-95B4-C81540E43F88}" srcId="{D3C0A77B-3A3E-4413-9DB1-AE740CBCF01C}" destId="{ED9A90BD-ACBE-443B-82F0-659994D2C594}" srcOrd="1" destOrd="0" parTransId="{3945E42F-C394-45A8-8399-DC5E50293FED}" sibTransId="{B94E84D0-997C-45B8-BCF8-A01A4E07E133}"/>
    <dgm:cxn modelId="{4CDA5DA4-5051-46E2-9D33-E72479F4C2E8}" type="presOf" srcId="{F87B008B-A54B-4392-A24B-934F8536F91C}" destId="{8AEC39E9-0107-4D93-BE88-9A305B01FC30}" srcOrd="0" destOrd="0" presId="urn:microsoft.com/office/officeart/2018/2/layout/IconCircleList"/>
    <dgm:cxn modelId="{2B1BE7A9-B1BC-44DC-9497-CF25890EA61B}" type="presOf" srcId="{D3C0A77B-3A3E-4413-9DB1-AE740CBCF01C}" destId="{00C81663-C9A6-41FE-AD7F-6EE95B142D06}" srcOrd="0" destOrd="0" presId="urn:microsoft.com/office/officeart/2018/2/layout/IconCircleList"/>
    <dgm:cxn modelId="{904367B9-E85C-4990-A6C0-780F1676648B}" srcId="{D3C0A77B-3A3E-4413-9DB1-AE740CBCF01C}" destId="{F87B008B-A54B-4392-A24B-934F8536F91C}" srcOrd="2" destOrd="0" parTransId="{7559A076-1CF1-49A2-85BA-2D7C47D1B59B}" sibTransId="{2A6C4F18-F390-4B7B-B6B1-8D8741D94C5B}"/>
    <dgm:cxn modelId="{4BCBABC3-B6D3-4399-9D91-F55052E0B653}" srcId="{D3C0A77B-3A3E-4413-9DB1-AE740CBCF01C}" destId="{6B04FE69-98CF-4961-8253-04706AB6BF5E}" srcOrd="0" destOrd="0" parTransId="{D53EC007-6F46-4BC6-8EF0-1246F25FC469}" sibTransId="{1C56628C-3C9B-4C0D-A068-1063A1B90424}"/>
    <dgm:cxn modelId="{8C2145EA-1846-4936-A84E-DC288799F2A9}" type="presOf" srcId="{B94E84D0-997C-45B8-BCF8-A01A4E07E133}" destId="{5EBDA5F4-84EF-4B54-BBA9-FA06E3246729}" srcOrd="0" destOrd="0" presId="urn:microsoft.com/office/officeart/2018/2/layout/IconCircleList"/>
    <dgm:cxn modelId="{E09AB6F7-382B-4C5E-8F37-F4D4D5AE6888}" type="presOf" srcId="{2A6C4F18-F390-4B7B-B6B1-8D8741D94C5B}" destId="{92460477-895D-4143-AC67-71D33EBD032D}" srcOrd="0" destOrd="0" presId="urn:microsoft.com/office/officeart/2018/2/layout/IconCircleList"/>
    <dgm:cxn modelId="{742902EC-F9F3-4099-93AC-D3C0D9D9859C}" type="presParOf" srcId="{00C81663-C9A6-41FE-AD7F-6EE95B142D06}" destId="{F282B142-1F3A-4A20-9765-5518DA13EB7E}" srcOrd="0" destOrd="0" presId="urn:microsoft.com/office/officeart/2018/2/layout/IconCircleList"/>
    <dgm:cxn modelId="{6BC0B48E-127A-4BBA-A207-00236F467855}" type="presParOf" srcId="{F282B142-1F3A-4A20-9765-5518DA13EB7E}" destId="{3B9A1DFF-5196-4CA1-8848-08B8D522980B}" srcOrd="0" destOrd="0" presId="urn:microsoft.com/office/officeart/2018/2/layout/IconCircleList"/>
    <dgm:cxn modelId="{25A86F69-F544-422B-8FFA-F95D5C3932B7}" type="presParOf" srcId="{3B9A1DFF-5196-4CA1-8848-08B8D522980B}" destId="{BA3442C4-9112-4AE1-85F6-5A92B5AC4870}" srcOrd="0" destOrd="0" presId="urn:microsoft.com/office/officeart/2018/2/layout/IconCircleList"/>
    <dgm:cxn modelId="{7AB49A7E-311D-4E44-A933-0FBC5B7541EB}" type="presParOf" srcId="{3B9A1DFF-5196-4CA1-8848-08B8D522980B}" destId="{B0C07947-AE7D-410A-BC6C-F1DA4E936CA7}" srcOrd="1" destOrd="0" presId="urn:microsoft.com/office/officeart/2018/2/layout/IconCircleList"/>
    <dgm:cxn modelId="{0F1E62CE-FEA8-4520-9073-7D06F5364942}" type="presParOf" srcId="{3B9A1DFF-5196-4CA1-8848-08B8D522980B}" destId="{0AEE7661-D3BD-454C-BAFD-F8880F5F0C67}" srcOrd="2" destOrd="0" presId="urn:microsoft.com/office/officeart/2018/2/layout/IconCircleList"/>
    <dgm:cxn modelId="{DD06EC3B-2BBD-4F2F-A6F9-84709D0188D9}" type="presParOf" srcId="{3B9A1DFF-5196-4CA1-8848-08B8D522980B}" destId="{3A99FC37-BEB2-4584-B79F-A688C2B75E25}" srcOrd="3" destOrd="0" presId="urn:microsoft.com/office/officeart/2018/2/layout/IconCircleList"/>
    <dgm:cxn modelId="{7CC5CF78-8F81-4900-A57B-CF5FCFBCCA65}" type="presParOf" srcId="{F282B142-1F3A-4A20-9765-5518DA13EB7E}" destId="{5859743D-4E73-4034-B3E4-D3640383991B}" srcOrd="1" destOrd="0" presId="urn:microsoft.com/office/officeart/2018/2/layout/IconCircleList"/>
    <dgm:cxn modelId="{15947BB5-B51C-401E-83F4-F4874FA90EBA}" type="presParOf" srcId="{F282B142-1F3A-4A20-9765-5518DA13EB7E}" destId="{0B4D9118-1007-42E7-8873-11CF2A51DD3D}" srcOrd="2" destOrd="0" presId="urn:microsoft.com/office/officeart/2018/2/layout/IconCircleList"/>
    <dgm:cxn modelId="{4B255EDD-E2C6-4EED-B9DA-01795C493B46}" type="presParOf" srcId="{0B4D9118-1007-42E7-8873-11CF2A51DD3D}" destId="{8607A8A7-87EC-49AD-B5FB-DB35ECCD4B73}" srcOrd="0" destOrd="0" presId="urn:microsoft.com/office/officeart/2018/2/layout/IconCircleList"/>
    <dgm:cxn modelId="{F7E16FA2-B421-4D73-85D6-117C29CA2E32}" type="presParOf" srcId="{0B4D9118-1007-42E7-8873-11CF2A51DD3D}" destId="{D5A779AE-1B3F-41BA-B966-AF7ABBD52DD0}" srcOrd="1" destOrd="0" presId="urn:microsoft.com/office/officeart/2018/2/layout/IconCircleList"/>
    <dgm:cxn modelId="{EA4A2F0E-1690-4AD5-9A1B-A757C7CE0751}" type="presParOf" srcId="{0B4D9118-1007-42E7-8873-11CF2A51DD3D}" destId="{9C128AC7-FDA0-4AB6-8945-54C3D053A116}" srcOrd="2" destOrd="0" presId="urn:microsoft.com/office/officeart/2018/2/layout/IconCircleList"/>
    <dgm:cxn modelId="{D073DE02-FB1D-4939-AE6C-A310703404B8}" type="presParOf" srcId="{0B4D9118-1007-42E7-8873-11CF2A51DD3D}" destId="{5F738653-D9DA-4B56-9D2D-E54CF62E12F8}" srcOrd="3" destOrd="0" presId="urn:microsoft.com/office/officeart/2018/2/layout/IconCircleList"/>
    <dgm:cxn modelId="{35CD41E0-1818-4388-8231-6D0B4E3A271F}" type="presParOf" srcId="{F282B142-1F3A-4A20-9765-5518DA13EB7E}" destId="{5EBDA5F4-84EF-4B54-BBA9-FA06E3246729}" srcOrd="3" destOrd="0" presId="urn:microsoft.com/office/officeart/2018/2/layout/IconCircleList"/>
    <dgm:cxn modelId="{2C669D63-5D3F-49E5-A8F9-17E9122DCFB1}" type="presParOf" srcId="{F282B142-1F3A-4A20-9765-5518DA13EB7E}" destId="{EC316439-E3DB-4288-92B4-71F6D5C4147E}" srcOrd="4" destOrd="0" presId="urn:microsoft.com/office/officeart/2018/2/layout/IconCircleList"/>
    <dgm:cxn modelId="{2B640748-3D36-49E7-BB59-F8FB5DFB241B}" type="presParOf" srcId="{EC316439-E3DB-4288-92B4-71F6D5C4147E}" destId="{FBB86E52-DCA3-484E-88C9-9053F6D1FFC2}" srcOrd="0" destOrd="0" presId="urn:microsoft.com/office/officeart/2018/2/layout/IconCircleList"/>
    <dgm:cxn modelId="{13A5415B-CB51-4907-9957-9133DCE5906E}" type="presParOf" srcId="{EC316439-E3DB-4288-92B4-71F6D5C4147E}" destId="{E9F8FEAD-E2AE-444A-BACB-86279CD90AEA}" srcOrd="1" destOrd="0" presId="urn:microsoft.com/office/officeart/2018/2/layout/IconCircleList"/>
    <dgm:cxn modelId="{B0A34CEA-8470-4501-93C6-44B95C6BC7CC}" type="presParOf" srcId="{EC316439-E3DB-4288-92B4-71F6D5C4147E}" destId="{061C3386-7976-4C81-8285-75F3D19C3B63}" srcOrd="2" destOrd="0" presId="urn:microsoft.com/office/officeart/2018/2/layout/IconCircleList"/>
    <dgm:cxn modelId="{71DCA153-6567-4E7B-85D2-BD5F0B54AFC5}" type="presParOf" srcId="{EC316439-E3DB-4288-92B4-71F6D5C4147E}" destId="{8AEC39E9-0107-4D93-BE88-9A305B01FC30}" srcOrd="3" destOrd="0" presId="urn:microsoft.com/office/officeart/2018/2/layout/IconCircleList"/>
    <dgm:cxn modelId="{BD62F981-166E-46AD-B29F-CCF147F06B85}" type="presParOf" srcId="{F282B142-1F3A-4A20-9765-5518DA13EB7E}" destId="{92460477-895D-4143-AC67-71D33EBD032D}" srcOrd="5" destOrd="0" presId="urn:microsoft.com/office/officeart/2018/2/layout/IconCircleList"/>
    <dgm:cxn modelId="{1C0C4496-7F69-4F0C-9127-DD0B06E6D207}" type="presParOf" srcId="{F282B142-1F3A-4A20-9765-5518DA13EB7E}" destId="{E0D3A939-5051-4E5E-88B6-E3F44B0A136C}" srcOrd="6" destOrd="0" presId="urn:microsoft.com/office/officeart/2018/2/layout/IconCircleList"/>
    <dgm:cxn modelId="{F212604D-FC33-4437-912B-5A091C8F4242}" type="presParOf" srcId="{E0D3A939-5051-4E5E-88B6-E3F44B0A136C}" destId="{93B00CF1-5B5C-4E2F-BC65-03D0D864F405}" srcOrd="0" destOrd="0" presId="urn:microsoft.com/office/officeart/2018/2/layout/IconCircleList"/>
    <dgm:cxn modelId="{37CBD029-33B7-472E-A4CD-4B313CA2E31D}" type="presParOf" srcId="{E0D3A939-5051-4E5E-88B6-E3F44B0A136C}" destId="{067498CA-872F-4D06-BD2A-06A2B9BBD9C0}" srcOrd="1" destOrd="0" presId="urn:microsoft.com/office/officeart/2018/2/layout/IconCircleList"/>
    <dgm:cxn modelId="{D82A4FC7-C73E-400F-AB20-C7626C9BDB12}" type="presParOf" srcId="{E0D3A939-5051-4E5E-88B6-E3F44B0A136C}" destId="{E1A473B2-F1A4-4787-A139-64DC962F717F}" srcOrd="2" destOrd="0" presId="urn:microsoft.com/office/officeart/2018/2/layout/IconCircleList"/>
    <dgm:cxn modelId="{921C9D40-CAFD-4E89-B355-E1C22530BF0C}" type="presParOf" srcId="{E0D3A939-5051-4E5E-88B6-E3F44B0A136C}" destId="{87AF5816-644D-4C66-A24B-413ADA5D3C2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5138964-5309-46BA-9425-3CCB2B3C255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A33AEFA-3B14-46B1-B09D-6C1B986A1324}">
      <dgm:prSet custT="1"/>
      <dgm:spPr/>
      <dgm:t>
        <a:bodyPr/>
        <a:lstStyle/>
        <a:p>
          <a:pPr>
            <a:lnSpc>
              <a:spcPct val="100000"/>
            </a:lnSpc>
          </a:pPr>
          <a:r>
            <a:rPr lang="en-US" sz="2400" b="1"/>
            <a:t>But in a small unit (majority) if such division is not possible and only a few persons are available for safety work</a:t>
          </a:r>
        </a:p>
      </dgm:t>
    </dgm:pt>
    <dgm:pt modelId="{40B98F6E-0BB3-467C-92B3-BAB2BC70BC11}" type="parTrans" cxnId="{48463C36-681E-45BA-BA0E-5EC7FED82F45}">
      <dgm:prSet/>
      <dgm:spPr/>
      <dgm:t>
        <a:bodyPr/>
        <a:lstStyle/>
        <a:p>
          <a:endParaRPr lang="en-US"/>
        </a:p>
      </dgm:t>
    </dgm:pt>
    <dgm:pt modelId="{F46E48CB-D255-47EE-B765-AAC08509570D}" type="sibTrans" cxnId="{48463C36-681E-45BA-BA0E-5EC7FED82F45}">
      <dgm:prSet/>
      <dgm:spPr/>
      <dgm:t>
        <a:bodyPr/>
        <a:lstStyle/>
        <a:p>
          <a:endParaRPr lang="en-US"/>
        </a:p>
      </dgm:t>
    </dgm:pt>
    <dgm:pt modelId="{62FBAA25-AC5F-4242-B49B-B8C70E0C4791}">
      <dgm:prSet custT="1"/>
      <dgm:spPr/>
      <dgm:t>
        <a:bodyPr/>
        <a:lstStyle/>
        <a:p>
          <a:pPr>
            <a:lnSpc>
              <a:spcPct val="100000"/>
            </a:lnSpc>
          </a:pPr>
          <a:r>
            <a:rPr lang="en-US" sz="2400" b="1" dirty="0"/>
            <a:t>They will be assigned specific duty and other departmental heads (production, purchase, personnel etc.) will be explained their role and responsibility towards safety goals.</a:t>
          </a:r>
        </a:p>
      </dgm:t>
    </dgm:pt>
    <dgm:pt modelId="{7B6CFD40-C358-46D0-8F55-FDD3358C7FBF}" type="parTrans" cxnId="{7B6C2EB8-25E7-49D6-AFB9-F30EBC0E4193}">
      <dgm:prSet/>
      <dgm:spPr/>
      <dgm:t>
        <a:bodyPr/>
        <a:lstStyle/>
        <a:p>
          <a:endParaRPr lang="en-US"/>
        </a:p>
      </dgm:t>
    </dgm:pt>
    <dgm:pt modelId="{8A8FA2F4-9157-4560-9A1A-A71988B555BA}" type="sibTrans" cxnId="{7B6C2EB8-25E7-49D6-AFB9-F30EBC0E4193}">
      <dgm:prSet/>
      <dgm:spPr/>
      <dgm:t>
        <a:bodyPr/>
        <a:lstStyle/>
        <a:p>
          <a:endParaRPr lang="en-US"/>
        </a:p>
      </dgm:t>
    </dgm:pt>
    <dgm:pt modelId="{F9FE2C49-6221-4E37-AF21-43EFD3E46B42}">
      <dgm:prSet custT="1"/>
      <dgm:spPr/>
      <dgm:t>
        <a:bodyPr/>
        <a:lstStyle/>
        <a:p>
          <a:pPr>
            <a:lnSpc>
              <a:spcPct val="100000"/>
            </a:lnSpc>
          </a:pPr>
          <a:r>
            <a:rPr lang="en-US" sz="2400" b="1"/>
            <a:t>All supervisors shall be integrated with safety as part of their duty. </a:t>
          </a:r>
        </a:p>
      </dgm:t>
    </dgm:pt>
    <dgm:pt modelId="{D25CE0BD-16A0-4969-BEE2-8BDC84D4B8B5}" type="parTrans" cxnId="{10F5DE7F-5822-41C5-8291-53F08A162AC9}">
      <dgm:prSet/>
      <dgm:spPr/>
      <dgm:t>
        <a:bodyPr/>
        <a:lstStyle/>
        <a:p>
          <a:endParaRPr lang="en-US"/>
        </a:p>
      </dgm:t>
    </dgm:pt>
    <dgm:pt modelId="{5FBA4272-BEC6-499D-86B9-E1FDBF3E0848}" type="sibTrans" cxnId="{10F5DE7F-5822-41C5-8291-53F08A162AC9}">
      <dgm:prSet/>
      <dgm:spPr/>
      <dgm:t>
        <a:bodyPr/>
        <a:lstStyle/>
        <a:p>
          <a:endParaRPr lang="en-US"/>
        </a:p>
      </dgm:t>
    </dgm:pt>
    <dgm:pt modelId="{043B10A0-3C1A-451C-A0E5-111B5CCBB45A}">
      <dgm:prSet custT="1"/>
      <dgm:spPr/>
      <dgm:t>
        <a:bodyPr/>
        <a:lstStyle/>
        <a:p>
          <a:pPr>
            <a:lnSpc>
              <a:spcPct val="100000"/>
            </a:lnSpc>
          </a:pPr>
          <a:r>
            <a:rPr lang="en-US" sz="2400" b="1"/>
            <a:t>‘Safety is everybody’s duty’ will be explained to all with their safety duty given in writing or by displaying at their workplaces.</a:t>
          </a:r>
        </a:p>
      </dgm:t>
    </dgm:pt>
    <dgm:pt modelId="{8A1BDE70-C200-4040-A521-F3BC762484E7}" type="parTrans" cxnId="{DEB03914-945B-4609-9564-9FCBB299E4C5}">
      <dgm:prSet/>
      <dgm:spPr/>
      <dgm:t>
        <a:bodyPr/>
        <a:lstStyle/>
        <a:p>
          <a:endParaRPr lang="en-US"/>
        </a:p>
      </dgm:t>
    </dgm:pt>
    <dgm:pt modelId="{49F5760E-212F-4ECC-96C5-F6E7FA06DFB5}" type="sibTrans" cxnId="{DEB03914-945B-4609-9564-9FCBB299E4C5}">
      <dgm:prSet/>
      <dgm:spPr/>
      <dgm:t>
        <a:bodyPr/>
        <a:lstStyle/>
        <a:p>
          <a:endParaRPr lang="en-US"/>
        </a:p>
      </dgm:t>
    </dgm:pt>
    <dgm:pt modelId="{2D89694B-4F62-4BA6-A6D3-0187B26F9C14}" type="pres">
      <dgm:prSet presAssocID="{A5138964-5309-46BA-9425-3CCB2B3C255C}" presName="root" presStyleCnt="0">
        <dgm:presLayoutVars>
          <dgm:dir/>
          <dgm:resizeHandles val="exact"/>
        </dgm:presLayoutVars>
      </dgm:prSet>
      <dgm:spPr/>
    </dgm:pt>
    <dgm:pt modelId="{F1A3C521-7E0A-45E9-9B0F-1742B1A13B66}" type="pres">
      <dgm:prSet presAssocID="{6A33AEFA-3B14-46B1-B09D-6C1B986A1324}" presName="compNode" presStyleCnt="0"/>
      <dgm:spPr/>
    </dgm:pt>
    <dgm:pt modelId="{F57BA566-B3CD-41BD-B261-DA924760D140}" type="pres">
      <dgm:prSet presAssocID="{6A33AEFA-3B14-46B1-B09D-6C1B986A1324}" presName="bgRect" presStyleLbl="bgShp" presStyleIdx="0" presStyleCnt="4"/>
      <dgm:spPr/>
    </dgm:pt>
    <dgm:pt modelId="{1F7C629D-DE1B-4374-B898-AB0C54BB5107}" type="pres">
      <dgm:prSet presAssocID="{6A33AEFA-3B14-46B1-B09D-6C1B986A132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nching Diagram"/>
        </a:ext>
      </dgm:extLst>
    </dgm:pt>
    <dgm:pt modelId="{EBF8EB19-6D9F-4A96-B78D-FF1F40B662C4}" type="pres">
      <dgm:prSet presAssocID="{6A33AEFA-3B14-46B1-B09D-6C1B986A1324}" presName="spaceRect" presStyleCnt="0"/>
      <dgm:spPr/>
    </dgm:pt>
    <dgm:pt modelId="{600C8064-8DF7-485E-9436-95177D9DC0A1}" type="pres">
      <dgm:prSet presAssocID="{6A33AEFA-3B14-46B1-B09D-6C1B986A1324}" presName="parTx" presStyleLbl="revTx" presStyleIdx="0" presStyleCnt="4">
        <dgm:presLayoutVars>
          <dgm:chMax val="0"/>
          <dgm:chPref val="0"/>
        </dgm:presLayoutVars>
      </dgm:prSet>
      <dgm:spPr/>
    </dgm:pt>
    <dgm:pt modelId="{F4752FC3-D83C-44DD-84B5-9D03F0AD137B}" type="pres">
      <dgm:prSet presAssocID="{F46E48CB-D255-47EE-B765-AAC08509570D}" presName="sibTrans" presStyleCnt="0"/>
      <dgm:spPr/>
    </dgm:pt>
    <dgm:pt modelId="{2AF4BDC1-AE7A-489F-A8C8-8022BD2B4767}" type="pres">
      <dgm:prSet presAssocID="{62FBAA25-AC5F-4242-B49B-B8C70E0C4791}" presName="compNode" presStyleCnt="0"/>
      <dgm:spPr/>
    </dgm:pt>
    <dgm:pt modelId="{0E0AE2CF-140D-49F0-B403-C33654697C44}" type="pres">
      <dgm:prSet presAssocID="{62FBAA25-AC5F-4242-B49B-B8C70E0C4791}" presName="bgRect" presStyleLbl="bgShp" presStyleIdx="1" presStyleCnt="4"/>
      <dgm:spPr/>
    </dgm:pt>
    <dgm:pt modelId="{B6980402-B90A-4E1F-8EDF-87F7726BEB79}" type="pres">
      <dgm:prSet presAssocID="{62FBAA25-AC5F-4242-B49B-B8C70E0C479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aptain"/>
        </a:ext>
      </dgm:extLst>
    </dgm:pt>
    <dgm:pt modelId="{B9CCFE81-7BB0-4A97-A09C-59DA69287FFE}" type="pres">
      <dgm:prSet presAssocID="{62FBAA25-AC5F-4242-B49B-B8C70E0C4791}" presName="spaceRect" presStyleCnt="0"/>
      <dgm:spPr/>
    </dgm:pt>
    <dgm:pt modelId="{0322C007-AA98-4E43-9CD3-779F243F478F}" type="pres">
      <dgm:prSet presAssocID="{62FBAA25-AC5F-4242-B49B-B8C70E0C4791}" presName="parTx" presStyleLbl="revTx" presStyleIdx="1" presStyleCnt="4">
        <dgm:presLayoutVars>
          <dgm:chMax val="0"/>
          <dgm:chPref val="0"/>
        </dgm:presLayoutVars>
      </dgm:prSet>
      <dgm:spPr/>
    </dgm:pt>
    <dgm:pt modelId="{3CF8C049-0212-4EB1-9076-56B8F244F05F}" type="pres">
      <dgm:prSet presAssocID="{8A8FA2F4-9157-4560-9A1A-A71988B555BA}" presName="sibTrans" presStyleCnt="0"/>
      <dgm:spPr/>
    </dgm:pt>
    <dgm:pt modelId="{BF67818F-A9B4-422E-BFB5-1421F466EB3A}" type="pres">
      <dgm:prSet presAssocID="{F9FE2C49-6221-4E37-AF21-43EFD3E46B42}" presName="compNode" presStyleCnt="0"/>
      <dgm:spPr/>
    </dgm:pt>
    <dgm:pt modelId="{8BD590A2-4529-4371-8D17-5C9B355616B5}" type="pres">
      <dgm:prSet presAssocID="{F9FE2C49-6221-4E37-AF21-43EFD3E46B42}" presName="bgRect" presStyleLbl="bgShp" presStyleIdx="2" presStyleCnt="4"/>
      <dgm:spPr/>
    </dgm:pt>
    <dgm:pt modelId="{C7016E55-8EDF-42C9-AF9A-C0E4BDB7F717}" type="pres">
      <dgm:prSet presAssocID="{F9FE2C49-6221-4E37-AF21-43EFD3E46B4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Office Worker"/>
        </a:ext>
      </dgm:extLst>
    </dgm:pt>
    <dgm:pt modelId="{F6937B8F-8474-4A78-B96B-5FAE91BD57F4}" type="pres">
      <dgm:prSet presAssocID="{F9FE2C49-6221-4E37-AF21-43EFD3E46B42}" presName="spaceRect" presStyleCnt="0"/>
      <dgm:spPr/>
    </dgm:pt>
    <dgm:pt modelId="{99D253D0-AA02-4E7E-AD44-8D534923461F}" type="pres">
      <dgm:prSet presAssocID="{F9FE2C49-6221-4E37-AF21-43EFD3E46B42}" presName="parTx" presStyleLbl="revTx" presStyleIdx="2" presStyleCnt="4">
        <dgm:presLayoutVars>
          <dgm:chMax val="0"/>
          <dgm:chPref val="0"/>
        </dgm:presLayoutVars>
      </dgm:prSet>
      <dgm:spPr/>
    </dgm:pt>
    <dgm:pt modelId="{5AE84771-CCDC-423C-B1D3-8B7B20C0C84B}" type="pres">
      <dgm:prSet presAssocID="{5FBA4272-BEC6-499D-86B9-E1FDBF3E0848}" presName="sibTrans" presStyleCnt="0"/>
      <dgm:spPr/>
    </dgm:pt>
    <dgm:pt modelId="{5F16CCEF-BC2D-48CF-B389-B3345A667B45}" type="pres">
      <dgm:prSet presAssocID="{043B10A0-3C1A-451C-A0E5-111B5CCBB45A}" presName="compNode" presStyleCnt="0"/>
      <dgm:spPr/>
    </dgm:pt>
    <dgm:pt modelId="{FC3EFDE8-81BD-4AF1-97B1-81C358DF5C5D}" type="pres">
      <dgm:prSet presAssocID="{043B10A0-3C1A-451C-A0E5-111B5CCBB45A}" presName="bgRect" presStyleLbl="bgShp" presStyleIdx="3" presStyleCnt="4"/>
      <dgm:spPr/>
    </dgm:pt>
    <dgm:pt modelId="{BA6E97E9-653D-4D94-939D-C45587EDC84B}" type="pres">
      <dgm:prSet presAssocID="{043B10A0-3C1A-451C-A0E5-111B5CCBB45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nstruction Worker"/>
        </a:ext>
      </dgm:extLst>
    </dgm:pt>
    <dgm:pt modelId="{AFBE446E-EB06-487D-9817-24C135BBF044}" type="pres">
      <dgm:prSet presAssocID="{043B10A0-3C1A-451C-A0E5-111B5CCBB45A}" presName="spaceRect" presStyleCnt="0"/>
      <dgm:spPr/>
    </dgm:pt>
    <dgm:pt modelId="{72A8BB64-5C9A-4BC5-891C-3E98B3E6E08B}" type="pres">
      <dgm:prSet presAssocID="{043B10A0-3C1A-451C-A0E5-111B5CCBB45A}" presName="parTx" presStyleLbl="revTx" presStyleIdx="3" presStyleCnt="4">
        <dgm:presLayoutVars>
          <dgm:chMax val="0"/>
          <dgm:chPref val="0"/>
        </dgm:presLayoutVars>
      </dgm:prSet>
      <dgm:spPr/>
    </dgm:pt>
  </dgm:ptLst>
  <dgm:cxnLst>
    <dgm:cxn modelId="{DEB03914-945B-4609-9564-9FCBB299E4C5}" srcId="{A5138964-5309-46BA-9425-3CCB2B3C255C}" destId="{043B10A0-3C1A-451C-A0E5-111B5CCBB45A}" srcOrd="3" destOrd="0" parTransId="{8A1BDE70-C200-4040-A521-F3BC762484E7}" sibTransId="{49F5760E-212F-4ECC-96C5-F6E7FA06DFB5}"/>
    <dgm:cxn modelId="{4A760726-C0C8-4035-AF41-F2AB14D544C6}" type="presOf" srcId="{F9FE2C49-6221-4E37-AF21-43EFD3E46B42}" destId="{99D253D0-AA02-4E7E-AD44-8D534923461F}" srcOrd="0" destOrd="0" presId="urn:microsoft.com/office/officeart/2018/2/layout/IconVerticalSolidList"/>
    <dgm:cxn modelId="{D16DDE34-98C9-4ABF-90B5-1E5BF0606A5C}" type="presOf" srcId="{62FBAA25-AC5F-4242-B49B-B8C70E0C4791}" destId="{0322C007-AA98-4E43-9CD3-779F243F478F}" srcOrd="0" destOrd="0" presId="urn:microsoft.com/office/officeart/2018/2/layout/IconVerticalSolidList"/>
    <dgm:cxn modelId="{48463C36-681E-45BA-BA0E-5EC7FED82F45}" srcId="{A5138964-5309-46BA-9425-3CCB2B3C255C}" destId="{6A33AEFA-3B14-46B1-B09D-6C1B986A1324}" srcOrd="0" destOrd="0" parTransId="{40B98F6E-0BB3-467C-92B3-BAB2BC70BC11}" sibTransId="{F46E48CB-D255-47EE-B765-AAC08509570D}"/>
    <dgm:cxn modelId="{51739861-B0EA-4711-8DB8-10A54327CEC2}" type="presOf" srcId="{043B10A0-3C1A-451C-A0E5-111B5CCBB45A}" destId="{72A8BB64-5C9A-4BC5-891C-3E98B3E6E08B}" srcOrd="0" destOrd="0" presId="urn:microsoft.com/office/officeart/2018/2/layout/IconVerticalSolidList"/>
    <dgm:cxn modelId="{30B8EA56-8525-460C-9A75-A6B5049FC60D}" type="presOf" srcId="{6A33AEFA-3B14-46B1-B09D-6C1B986A1324}" destId="{600C8064-8DF7-485E-9436-95177D9DC0A1}" srcOrd="0" destOrd="0" presId="urn:microsoft.com/office/officeart/2018/2/layout/IconVerticalSolidList"/>
    <dgm:cxn modelId="{10F5DE7F-5822-41C5-8291-53F08A162AC9}" srcId="{A5138964-5309-46BA-9425-3CCB2B3C255C}" destId="{F9FE2C49-6221-4E37-AF21-43EFD3E46B42}" srcOrd="2" destOrd="0" parTransId="{D25CE0BD-16A0-4969-BEE2-8BDC84D4B8B5}" sibTransId="{5FBA4272-BEC6-499D-86B9-E1FDBF3E0848}"/>
    <dgm:cxn modelId="{A436038C-10DE-4B46-A1D0-33FE3454E62A}" type="presOf" srcId="{A5138964-5309-46BA-9425-3CCB2B3C255C}" destId="{2D89694B-4F62-4BA6-A6D3-0187B26F9C14}" srcOrd="0" destOrd="0" presId="urn:microsoft.com/office/officeart/2018/2/layout/IconVerticalSolidList"/>
    <dgm:cxn modelId="{7B6C2EB8-25E7-49D6-AFB9-F30EBC0E4193}" srcId="{A5138964-5309-46BA-9425-3CCB2B3C255C}" destId="{62FBAA25-AC5F-4242-B49B-B8C70E0C4791}" srcOrd="1" destOrd="0" parTransId="{7B6CFD40-C358-46D0-8F55-FDD3358C7FBF}" sibTransId="{8A8FA2F4-9157-4560-9A1A-A71988B555BA}"/>
    <dgm:cxn modelId="{45045089-F60D-43F4-94F9-9DBBCD8DBAD8}" type="presParOf" srcId="{2D89694B-4F62-4BA6-A6D3-0187B26F9C14}" destId="{F1A3C521-7E0A-45E9-9B0F-1742B1A13B66}" srcOrd="0" destOrd="0" presId="urn:microsoft.com/office/officeart/2018/2/layout/IconVerticalSolidList"/>
    <dgm:cxn modelId="{6E3F531E-314C-4763-9F51-B49A3D3DC580}" type="presParOf" srcId="{F1A3C521-7E0A-45E9-9B0F-1742B1A13B66}" destId="{F57BA566-B3CD-41BD-B261-DA924760D140}" srcOrd="0" destOrd="0" presId="urn:microsoft.com/office/officeart/2018/2/layout/IconVerticalSolidList"/>
    <dgm:cxn modelId="{1C6E349D-89A5-4681-ABDE-A491BE287DD3}" type="presParOf" srcId="{F1A3C521-7E0A-45E9-9B0F-1742B1A13B66}" destId="{1F7C629D-DE1B-4374-B898-AB0C54BB5107}" srcOrd="1" destOrd="0" presId="urn:microsoft.com/office/officeart/2018/2/layout/IconVerticalSolidList"/>
    <dgm:cxn modelId="{343D1113-5447-472A-8494-118538671CF8}" type="presParOf" srcId="{F1A3C521-7E0A-45E9-9B0F-1742B1A13B66}" destId="{EBF8EB19-6D9F-4A96-B78D-FF1F40B662C4}" srcOrd="2" destOrd="0" presId="urn:microsoft.com/office/officeart/2018/2/layout/IconVerticalSolidList"/>
    <dgm:cxn modelId="{A758ED2A-46C1-44D9-BEF5-EB575C81D77F}" type="presParOf" srcId="{F1A3C521-7E0A-45E9-9B0F-1742B1A13B66}" destId="{600C8064-8DF7-485E-9436-95177D9DC0A1}" srcOrd="3" destOrd="0" presId="urn:microsoft.com/office/officeart/2018/2/layout/IconVerticalSolidList"/>
    <dgm:cxn modelId="{00C9CC00-202A-40C7-BA7C-C6FDB16DD48A}" type="presParOf" srcId="{2D89694B-4F62-4BA6-A6D3-0187B26F9C14}" destId="{F4752FC3-D83C-44DD-84B5-9D03F0AD137B}" srcOrd="1" destOrd="0" presId="urn:microsoft.com/office/officeart/2018/2/layout/IconVerticalSolidList"/>
    <dgm:cxn modelId="{735A136F-E007-461F-87B8-78075C977A75}" type="presParOf" srcId="{2D89694B-4F62-4BA6-A6D3-0187B26F9C14}" destId="{2AF4BDC1-AE7A-489F-A8C8-8022BD2B4767}" srcOrd="2" destOrd="0" presId="urn:microsoft.com/office/officeart/2018/2/layout/IconVerticalSolidList"/>
    <dgm:cxn modelId="{B48844A3-1A5D-4C5C-8F3D-3116A3DFC832}" type="presParOf" srcId="{2AF4BDC1-AE7A-489F-A8C8-8022BD2B4767}" destId="{0E0AE2CF-140D-49F0-B403-C33654697C44}" srcOrd="0" destOrd="0" presId="urn:microsoft.com/office/officeart/2018/2/layout/IconVerticalSolidList"/>
    <dgm:cxn modelId="{031F2E60-579E-49F7-B5BC-5F6AD4BD17C8}" type="presParOf" srcId="{2AF4BDC1-AE7A-489F-A8C8-8022BD2B4767}" destId="{B6980402-B90A-4E1F-8EDF-87F7726BEB79}" srcOrd="1" destOrd="0" presId="urn:microsoft.com/office/officeart/2018/2/layout/IconVerticalSolidList"/>
    <dgm:cxn modelId="{9AF76540-3879-45EE-B39E-C45FF49CB5C3}" type="presParOf" srcId="{2AF4BDC1-AE7A-489F-A8C8-8022BD2B4767}" destId="{B9CCFE81-7BB0-4A97-A09C-59DA69287FFE}" srcOrd="2" destOrd="0" presId="urn:microsoft.com/office/officeart/2018/2/layout/IconVerticalSolidList"/>
    <dgm:cxn modelId="{6B80546D-50C1-4818-905D-23E9957F6086}" type="presParOf" srcId="{2AF4BDC1-AE7A-489F-A8C8-8022BD2B4767}" destId="{0322C007-AA98-4E43-9CD3-779F243F478F}" srcOrd="3" destOrd="0" presId="urn:microsoft.com/office/officeart/2018/2/layout/IconVerticalSolidList"/>
    <dgm:cxn modelId="{1F6625C7-0618-4206-B9F1-54F00AAF178F}" type="presParOf" srcId="{2D89694B-4F62-4BA6-A6D3-0187B26F9C14}" destId="{3CF8C049-0212-4EB1-9076-56B8F244F05F}" srcOrd="3" destOrd="0" presId="urn:microsoft.com/office/officeart/2018/2/layout/IconVerticalSolidList"/>
    <dgm:cxn modelId="{177A75F7-F0A7-4B50-8CD6-E10AA6951A6E}" type="presParOf" srcId="{2D89694B-4F62-4BA6-A6D3-0187B26F9C14}" destId="{BF67818F-A9B4-422E-BFB5-1421F466EB3A}" srcOrd="4" destOrd="0" presId="urn:microsoft.com/office/officeart/2018/2/layout/IconVerticalSolidList"/>
    <dgm:cxn modelId="{A1863376-34F2-4F8C-853F-D0DB94E6B85E}" type="presParOf" srcId="{BF67818F-A9B4-422E-BFB5-1421F466EB3A}" destId="{8BD590A2-4529-4371-8D17-5C9B355616B5}" srcOrd="0" destOrd="0" presId="urn:microsoft.com/office/officeart/2018/2/layout/IconVerticalSolidList"/>
    <dgm:cxn modelId="{DB837E0F-B8D3-488C-8C71-96B523DCA05F}" type="presParOf" srcId="{BF67818F-A9B4-422E-BFB5-1421F466EB3A}" destId="{C7016E55-8EDF-42C9-AF9A-C0E4BDB7F717}" srcOrd="1" destOrd="0" presId="urn:microsoft.com/office/officeart/2018/2/layout/IconVerticalSolidList"/>
    <dgm:cxn modelId="{123BEFF2-18EC-469F-ADAC-637FB3365288}" type="presParOf" srcId="{BF67818F-A9B4-422E-BFB5-1421F466EB3A}" destId="{F6937B8F-8474-4A78-B96B-5FAE91BD57F4}" srcOrd="2" destOrd="0" presId="urn:microsoft.com/office/officeart/2018/2/layout/IconVerticalSolidList"/>
    <dgm:cxn modelId="{4F0C4D52-A78A-4A4C-80A1-A5F3E8319262}" type="presParOf" srcId="{BF67818F-A9B4-422E-BFB5-1421F466EB3A}" destId="{99D253D0-AA02-4E7E-AD44-8D534923461F}" srcOrd="3" destOrd="0" presId="urn:microsoft.com/office/officeart/2018/2/layout/IconVerticalSolidList"/>
    <dgm:cxn modelId="{E1D968D7-3891-4C85-B958-90BA947D5B31}" type="presParOf" srcId="{2D89694B-4F62-4BA6-A6D3-0187B26F9C14}" destId="{5AE84771-CCDC-423C-B1D3-8B7B20C0C84B}" srcOrd="5" destOrd="0" presId="urn:microsoft.com/office/officeart/2018/2/layout/IconVerticalSolidList"/>
    <dgm:cxn modelId="{57ACD9A3-C876-4F46-9549-9DA7A95A7ABC}" type="presParOf" srcId="{2D89694B-4F62-4BA6-A6D3-0187B26F9C14}" destId="{5F16CCEF-BC2D-48CF-B389-B3345A667B45}" srcOrd="6" destOrd="0" presId="urn:microsoft.com/office/officeart/2018/2/layout/IconVerticalSolidList"/>
    <dgm:cxn modelId="{04FDFDB9-2E34-48CD-8F0E-3C7ABB2A55F3}" type="presParOf" srcId="{5F16CCEF-BC2D-48CF-B389-B3345A667B45}" destId="{FC3EFDE8-81BD-4AF1-97B1-81C358DF5C5D}" srcOrd="0" destOrd="0" presId="urn:microsoft.com/office/officeart/2018/2/layout/IconVerticalSolidList"/>
    <dgm:cxn modelId="{65AEDA0C-11EB-41F2-873B-FF1A31BBBE7D}" type="presParOf" srcId="{5F16CCEF-BC2D-48CF-B389-B3345A667B45}" destId="{BA6E97E9-653D-4D94-939D-C45587EDC84B}" srcOrd="1" destOrd="0" presId="urn:microsoft.com/office/officeart/2018/2/layout/IconVerticalSolidList"/>
    <dgm:cxn modelId="{44CAECCB-CAD7-4447-B80C-26C5AB4EAD92}" type="presParOf" srcId="{5F16CCEF-BC2D-48CF-B389-B3345A667B45}" destId="{AFBE446E-EB06-487D-9817-24C135BBF044}" srcOrd="2" destOrd="0" presId="urn:microsoft.com/office/officeart/2018/2/layout/IconVerticalSolidList"/>
    <dgm:cxn modelId="{457EE2EB-2D5C-4ABD-AD43-249B3E537C16}" type="presParOf" srcId="{5F16CCEF-BC2D-48CF-B389-B3345A667B45}" destId="{72A8BB64-5C9A-4BC5-891C-3E98B3E6E08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A533FF-D154-41E4-B7A2-B779CDF24266}">
      <dsp:nvSpPr>
        <dsp:cNvPr id="0" name=""/>
        <dsp:cNvSpPr/>
      </dsp:nvSpPr>
      <dsp:spPr>
        <a:xfrm>
          <a:off x="4211" y="415440"/>
          <a:ext cx="3424353" cy="205461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0" i="0" kern="1200" dirty="0"/>
            <a:t>To prevent accidents in the plant by reducing the hazard to minimum. </a:t>
          </a:r>
          <a:endParaRPr lang="en-US" sz="2400" kern="1200" dirty="0"/>
        </a:p>
      </dsp:txBody>
      <dsp:txXfrm>
        <a:off x="4211" y="415440"/>
        <a:ext cx="3424353" cy="2054612"/>
      </dsp:txXfrm>
    </dsp:sp>
    <dsp:sp modelId="{E6F17688-71C0-4379-85FD-C58809A0C7B7}">
      <dsp:nvSpPr>
        <dsp:cNvPr id="0" name=""/>
        <dsp:cNvSpPr/>
      </dsp:nvSpPr>
      <dsp:spPr>
        <a:xfrm>
          <a:off x="3771001" y="415440"/>
          <a:ext cx="3424353" cy="2054612"/>
        </a:xfrm>
        <a:prstGeom prst="rect">
          <a:avLst/>
        </a:prstGeom>
        <a:solidFill>
          <a:schemeClr val="accent2">
            <a:hueOff val="1288723"/>
            <a:satOff val="-3699"/>
            <a:lumOff val="-5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0" i="0" kern="1200" dirty="0">
              <a:solidFill>
                <a:prstClr val="white"/>
              </a:solidFill>
              <a:latin typeface="Aptos" panose="02110004020202020204"/>
              <a:ea typeface="+mn-ea"/>
              <a:cs typeface="+mn-cs"/>
            </a:rPr>
            <a:t>To eliminate accident caused work stoppage and lost production.</a:t>
          </a:r>
          <a:endParaRPr lang="en-US" sz="2400" b="0" i="0" kern="1200" dirty="0">
            <a:solidFill>
              <a:prstClr val="white"/>
            </a:solidFill>
            <a:latin typeface="Aptos" panose="02110004020202020204"/>
            <a:ea typeface="+mn-ea"/>
            <a:cs typeface="+mn-cs"/>
          </a:endParaRPr>
        </a:p>
      </dsp:txBody>
      <dsp:txXfrm>
        <a:off x="3771001" y="415440"/>
        <a:ext cx="3424353" cy="2054612"/>
      </dsp:txXfrm>
    </dsp:sp>
    <dsp:sp modelId="{F842595A-D814-4286-A586-F5980DBD741E}">
      <dsp:nvSpPr>
        <dsp:cNvPr id="0" name=""/>
        <dsp:cNvSpPr/>
      </dsp:nvSpPr>
      <dsp:spPr>
        <a:xfrm>
          <a:off x="7537790" y="415440"/>
          <a:ext cx="3973722" cy="2054612"/>
        </a:xfrm>
        <a:prstGeom prst="rect">
          <a:avLst/>
        </a:prstGeom>
        <a:solidFill>
          <a:schemeClr val="accent2">
            <a:hueOff val="2577445"/>
            <a:satOff val="-7397"/>
            <a:lumOff val="-11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b="0" i="0" kern="1200" dirty="0"/>
            <a:t>To achieve lower workmen’s compensation, insurance rates and reduce all other direct and indirect costs of accidents. </a:t>
          </a:r>
          <a:endParaRPr lang="en-US" sz="2000" kern="1200" dirty="0"/>
        </a:p>
      </dsp:txBody>
      <dsp:txXfrm>
        <a:off x="7537790" y="415440"/>
        <a:ext cx="3973722" cy="2054612"/>
      </dsp:txXfrm>
    </dsp:sp>
    <dsp:sp modelId="{3BCF3597-EE32-46D3-AC0A-EA8943FE0D50}">
      <dsp:nvSpPr>
        <dsp:cNvPr id="0" name=""/>
        <dsp:cNvSpPr/>
      </dsp:nvSpPr>
      <dsp:spPr>
        <a:xfrm>
          <a:off x="195958" y="2812487"/>
          <a:ext cx="3424353" cy="2054612"/>
        </a:xfrm>
        <a:prstGeom prst="rect">
          <a:avLst/>
        </a:prstGeom>
        <a:solidFill>
          <a:schemeClr val="accent2">
            <a:hueOff val="3866169"/>
            <a:satOff val="-11096"/>
            <a:lumOff val="-17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0" i="0" kern="1200" dirty="0">
              <a:solidFill>
                <a:prstClr val="white"/>
              </a:solidFill>
              <a:latin typeface="Aptos" panose="02110004020202020204"/>
              <a:ea typeface="+mn-ea"/>
              <a:cs typeface="+mn-cs"/>
            </a:rPr>
            <a:t>To prevent loss of life, permanent disability and the loss of income of worker by eliminating causes of accidents</a:t>
          </a:r>
          <a:r>
            <a:rPr lang="en-GB" sz="2000" b="0" i="0" kern="1200" dirty="0"/>
            <a:t>.</a:t>
          </a:r>
          <a:endParaRPr lang="en-US" sz="2000" kern="1200" dirty="0"/>
        </a:p>
      </dsp:txBody>
      <dsp:txXfrm>
        <a:off x="195958" y="2812487"/>
        <a:ext cx="3424353" cy="2054612"/>
      </dsp:txXfrm>
    </dsp:sp>
    <dsp:sp modelId="{B48568C3-BE2F-4AB2-B534-EAECF4319382}">
      <dsp:nvSpPr>
        <dsp:cNvPr id="0" name=""/>
        <dsp:cNvSpPr/>
      </dsp:nvSpPr>
      <dsp:spPr>
        <a:xfrm>
          <a:off x="3962747" y="2812487"/>
          <a:ext cx="3424353" cy="2054612"/>
        </a:xfrm>
        <a:prstGeom prst="rect">
          <a:avLst/>
        </a:prstGeom>
        <a:solidFill>
          <a:schemeClr val="accent2">
            <a:hueOff val="5154891"/>
            <a:satOff val="-14794"/>
            <a:lumOff val="-23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0" i="0" kern="1200" dirty="0">
              <a:solidFill>
                <a:prstClr val="white"/>
              </a:solidFill>
              <a:latin typeface="Aptos" panose="02110004020202020204"/>
              <a:ea typeface="+mn-ea"/>
              <a:cs typeface="+mn-cs"/>
            </a:rPr>
            <a:t>To evaluate employee’s morale by promoting safe work place and good working condition </a:t>
          </a:r>
          <a:endParaRPr lang="en-US" sz="2400" b="0" i="0" kern="1200" dirty="0">
            <a:solidFill>
              <a:prstClr val="white"/>
            </a:solidFill>
            <a:latin typeface="Aptos" panose="02110004020202020204"/>
            <a:ea typeface="+mn-ea"/>
            <a:cs typeface="+mn-cs"/>
          </a:endParaRPr>
        </a:p>
      </dsp:txBody>
      <dsp:txXfrm>
        <a:off x="3962747" y="2812487"/>
        <a:ext cx="3424353" cy="2054612"/>
      </dsp:txXfrm>
    </dsp:sp>
    <dsp:sp modelId="{01035B4A-7CBE-4F76-915D-F80521A1292E}">
      <dsp:nvSpPr>
        <dsp:cNvPr id="0" name=""/>
        <dsp:cNvSpPr/>
      </dsp:nvSpPr>
      <dsp:spPr>
        <a:xfrm>
          <a:off x="7729536" y="2812487"/>
          <a:ext cx="3590229" cy="2054612"/>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b="0" i="0" kern="1200" dirty="0"/>
            <a:t>To educate all members of the organization in continuous state of safety mindless and to make supervision competent and intensely safety minded</a:t>
          </a:r>
          <a:endParaRPr lang="en-US" sz="2000" kern="1200" dirty="0"/>
        </a:p>
      </dsp:txBody>
      <dsp:txXfrm>
        <a:off x="7729536" y="2812487"/>
        <a:ext cx="3590229" cy="20546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FEDA6A-E90B-493B-976E-59B305250CA8}">
      <dsp:nvSpPr>
        <dsp:cNvPr id="0" name=""/>
        <dsp:cNvSpPr/>
      </dsp:nvSpPr>
      <dsp:spPr>
        <a:xfrm>
          <a:off x="486731" y="433771"/>
          <a:ext cx="794179" cy="7941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DC25C7-6378-43C8-9ACC-B8384F6D7356}">
      <dsp:nvSpPr>
        <dsp:cNvPr id="0" name=""/>
        <dsp:cNvSpPr/>
      </dsp:nvSpPr>
      <dsp:spPr>
        <a:xfrm>
          <a:off x="1399" y="1575518"/>
          <a:ext cx="1764843" cy="110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b="0" i="0" kern="1200" baseline="0" dirty="0"/>
            <a:t>To protect health of all employees</a:t>
          </a:r>
          <a:endParaRPr lang="en-US" sz="1800" kern="1200" dirty="0"/>
        </a:p>
      </dsp:txBody>
      <dsp:txXfrm>
        <a:off x="1399" y="1575518"/>
        <a:ext cx="1764843" cy="1100269"/>
      </dsp:txXfrm>
    </dsp:sp>
    <dsp:sp modelId="{3A4F7A59-5B13-4CD4-9FA1-4C7B2392F9DB}">
      <dsp:nvSpPr>
        <dsp:cNvPr id="0" name=""/>
        <dsp:cNvSpPr/>
      </dsp:nvSpPr>
      <dsp:spPr>
        <a:xfrm>
          <a:off x="2560422" y="433771"/>
          <a:ext cx="794179" cy="79417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57E4F9-A4A9-4DB2-94D9-5645EC99A99B}">
      <dsp:nvSpPr>
        <dsp:cNvPr id="0" name=""/>
        <dsp:cNvSpPr/>
      </dsp:nvSpPr>
      <dsp:spPr>
        <a:xfrm>
          <a:off x="2075090" y="1575518"/>
          <a:ext cx="1764843" cy="110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b="0" i="0" kern="1200" baseline="0" dirty="0"/>
            <a:t>- To ensure well being of all workers</a:t>
          </a:r>
          <a:endParaRPr lang="en-US" sz="1800" kern="1200" dirty="0"/>
        </a:p>
      </dsp:txBody>
      <dsp:txXfrm>
        <a:off x="2075090" y="1575518"/>
        <a:ext cx="1764843" cy="1100269"/>
      </dsp:txXfrm>
    </dsp:sp>
    <dsp:sp modelId="{0E9C3E4A-0A68-4DFA-A978-F143A121C978}">
      <dsp:nvSpPr>
        <dsp:cNvPr id="0" name=""/>
        <dsp:cNvSpPr/>
      </dsp:nvSpPr>
      <dsp:spPr>
        <a:xfrm>
          <a:off x="4634114" y="433771"/>
          <a:ext cx="794179" cy="79417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9E0F52-AABF-46D3-AC4B-02F2C463AADC}">
      <dsp:nvSpPr>
        <dsp:cNvPr id="0" name=""/>
        <dsp:cNvSpPr/>
      </dsp:nvSpPr>
      <dsp:spPr>
        <a:xfrm>
          <a:off x="4148782" y="1575518"/>
          <a:ext cx="1764843" cy="110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b="0" i="0" kern="1200" baseline="0" dirty="0"/>
            <a:t>- To promote positive culture in all organization or company</a:t>
          </a:r>
          <a:endParaRPr lang="en-US" sz="1800" kern="1200" dirty="0"/>
        </a:p>
      </dsp:txBody>
      <dsp:txXfrm>
        <a:off x="4148782" y="1575518"/>
        <a:ext cx="1764843" cy="1100269"/>
      </dsp:txXfrm>
    </dsp:sp>
    <dsp:sp modelId="{168E7106-8E8B-4ADC-838C-13C48530C4CD}">
      <dsp:nvSpPr>
        <dsp:cNvPr id="0" name=""/>
        <dsp:cNvSpPr/>
      </dsp:nvSpPr>
      <dsp:spPr>
        <a:xfrm>
          <a:off x="486731" y="3116998"/>
          <a:ext cx="794179" cy="79417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DE72E0-7E07-4C11-931C-51554DB3819F}">
      <dsp:nvSpPr>
        <dsp:cNvPr id="0" name=""/>
        <dsp:cNvSpPr/>
      </dsp:nvSpPr>
      <dsp:spPr>
        <a:xfrm>
          <a:off x="1399" y="4258745"/>
          <a:ext cx="1764843" cy="110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b="0" i="0" kern="1200" baseline="0"/>
            <a:t>- To ensure accident and incident prevention</a:t>
          </a:r>
          <a:endParaRPr lang="en-US" sz="1800" kern="1200"/>
        </a:p>
      </dsp:txBody>
      <dsp:txXfrm>
        <a:off x="1399" y="4258745"/>
        <a:ext cx="1764843" cy="1100269"/>
      </dsp:txXfrm>
    </dsp:sp>
    <dsp:sp modelId="{79A030C9-CDD6-473A-9AFC-9F1A9F7C251F}">
      <dsp:nvSpPr>
        <dsp:cNvPr id="0" name=""/>
        <dsp:cNvSpPr/>
      </dsp:nvSpPr>
      <dsp:spPr>
        <a:xfrm>
          <a:off x="2560422" y="3116998"/>
          <a:ext cx="794179" cy="79417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2390F7-BA16-47D6-8180-D98646F7D78C}">
      <dsp:nvSpPr>
        <dsp:cNvPr id="0" name=""/>
        <dsp:cNvSpPr/>
      </dsp:nvSpPr>
      <dsp:spPr>
        <a:xfrm>
          <a:off x="2075090" y="4258745"/>
          <a:ext cx="1764843" cy="110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b="0" i="0" kern="1200" baseline="0"/>
            <a:t>- To ensure organization development and its growth</a:t>
          </a:r>
          <a:endParaRPr lang="en-US" sz="1800" kern="1200"/>
        </a:p>
      </dsp:txBody>
      <dsp:txXfrm>
        <a:off x="2075090" y="4258745"/>
        <a:ext cx="1764843" cy="1100269"/>
      </dsp:txXfrm>
    </dsp:sp>
    <dsp:sp modelId="{A5352E04-1698-4CC9-8625-741AD83FE36C}">
      <dsp:nvSpPr>
        <dsp:cNvPr id="0" name=""/>
        <dsp:cNvSpPr/>
      </dsp:nvSpPr>
      <dsp:spPr>
        <a:xfrm>
          <a:off x="4634114" y="3116998"/>
          <a:ext cx="794179" cy="79417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E076A9-5216-4BD2-87BE-F5588818ADC0}">
      <dsp:nvSpPr>
        <dsp:cNvPr id="0" name=""/>
        <dsp:cNvSpPr/>
      </dsp:nvSpPr>
      <dsp:spPr>
        <a:xfrm>
          <a:off x="4148782" y="4258745"/>
          <a:ext cx="1764843" cy="110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b="0" i="0" kern="1200" baseline="0"/>
            <a:t>- To ensure continual improvement of company</a:t>
          </a:r>
          <a:endParaRPr lang="en-US" sz="1800" kern="1200"/>
        </a:p>
      </dsp:txBody>
      <dsp:txXfrm>
        <a:off x="4148782" y="4258745"/>
        <a:ext cx="1764843" cy="11002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6A175A-DDAF-48DE-B04D-EB50CEECCDB1}">
      <dsp:nvSpPr>
        <dsp:cNvPr id="0" name=""/>
        <dsp:cNvSpPr/>
      </dsp:nvSpPr>
      <dsp:spPr>
        <a:xfrm>
          <a:off x="82613" y="909059"/>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2F87AF-E73A-47CC-9794-159A2B1F1323}">
      <dsp:nvSpPr>
        <dsp:cNvPr id="0" name=""/>
        <dsp:cNvSpPr/>
      </dsp:nvSpPr>
      <dsp:spPr>
        <a:xfrm>
          <a:off x="271034" y="1097481"/>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3C92B5-0BAB-4B9C-BB00-CAC3452D1BA2}">
      <dsp:nvSpPr>
        <dsp:cNvPr id="0" name=""/>
        <dsp:cNvSpPr/>
      </dsp:nvSpPr>
      <dsp:spPr>
        <a:xfrm>
          <a:off x="1160102" y="867849"/>
          <a:ext cx="3488102"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GB" sz="1400" b="1" i="0" u="sng" kern="1200" baseline="0" dirty="0"/>
            <a:t>Increased Performance</a:t>
          </a:r>
          <a:r>
            <a:rPr lang="en-GB" sz="1400" b="0" i="0" kern="1200" baseline="0" dirty="0"/>
            <a:t>: Workplace performance and productivity go hand in hand. When performance is increased, so does productivity. Also, increasing productivity in the workplace can motivate employees to put in more effort, thus increasing performance.</a:t>
          </a:r>
          <a:endParaRPr lang="en-US" sz="1400" kern="1200" dirty="0"/>
        </a:p>
      </dsp:txBody>
      <dsp:txXfrm>
        <a:off x="1160102" y="867849"/>
        <a:ext cx="3488102" cy="897246"/>
      </dsp:txXfrm>
    </dsp:sp>
    <dsp:sp modelId="{BD564034-F8F3-4910-96AA-0D3655EEFB33}">
      <dsp:nvSpPr>
        <dsp:cNvPr id="0" name=""/>
        <dsp:cNvSpPr/>
      </dsp:nvSpPr>
      <dsp:spPr>
        <a:xfrm>
          <a:off x="4447090" y="418885"/>
          <a:ext cx="897246" cy="897246"/>
        </a:xfrm>
        <a:prstGeom prst="ellipse">
          <a:avLst/>
        </a:prstGeom>
        <a:solidFill>
          <a:schemeClr val="accent5">
            <a:hueOff val="-3038037"/>
            <a:satOff val="-207"/>
            <a:lumOff val="490"/>
            <a:alphaOff val="0"/>
          </a:schemeClr>
        </a:solidFill>
        <a:ln>
          <a:noFill/>
        </a:ln>
        <a:effectLst/>
      </dsp:spPr>
      <dsp:style>
        <a:lnRef idx="0">
          <a:scrgbClr r="0" g="0" b="0"/>
        </a:lnRef>
        <a:fillRef idx="1">
          <a:scrgbClr r="0" g="0" b="0"/>
        </a:fillRef>
        <a:effectRef idx="0">
          <a:scrgbClr r="0" g="0" b="0"/>
        </a:effectRef>
        <a:fontRef idx="minor"/>
      </dsp:style>
    </dsp:sp>
    <dsp:sp modelId="{40BCB7D1-D653-4D7B-AEA1-EB3041C2BB95}">
      <dsp:nvSpPr>
        <dsp:cNvPr id="0" name=""/>
        <dsp:cNvSpPr/>
      </dsp:nvSpPr>
      <dsp:spPr>
        <a:xfrm>
          <a:off x="4665493" y="692748"/>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9383E1-84E5-4041-9EFA-200E0CD90DAB}">
      <dsp:nvSpPr>
        <dsp:cNvPr id="0" name=""/>
        <dsp:cNvSpPr/>
      </dsp:nvSpPr>
      <dsp:spPr>
        <a:xfrm>
          <a:off x="5451973" y="418885"/>
          <a:ext cx="3303531"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GB" sz="1400" b="1" i="0" u="sng" kern="1200" baseline="0" dirty="0"/>
            <a:t>Improved Employee Engagement</a:t>
          </a:r>
          <a:r>
            <a:rPr lang="en-GB" sz="1400" b="0" i="0" kern="1200" baseline="0" dirty="0"/>
            <a:t>: Efficient and effective productivity in the workplace encourages employees to be more involved in their work. Additionally, such employees are always ready to take on new tasks and often aim to be the best at what they do.</a:t>
          </a:r>
          <a:endParaRPr lang="en-US" sz="1400" kern="1200" dirty="0"/>
        </a:p>
      </dsp:txBody>
      <dsp:txXfrm>
        <a:off x="5451973" y="418885"/>
        <a:ext cx="3303531" cy="897246"/>
      </dsp:txXfrm>
    </dsp:sp>
    <dsp:sp modelId="{F1EBCF3C-E10B-49B0-B2FC-431C647171C8}">
      <dsp:nvSpPr>
        <dsp:cNvPr id="0" name=""/>
        <dsp:cNvSpPr/>
      </dsp:nvSpPr>
      <dsp:spPr>
        <a:xfrm>
          <a:off x="82613" y="2546238"/>
          <a:ext cx="897246" cy="897246"/>
        </a:xfrm>
        <a:prstGeom prst="ellipse">
          <a:avLst/>
        </a:prstGeom>
        <a:solidFill>
          <a:schemeClr val="accent5">
            <a:hueOff val="-6076075"/>
            <a:satOff val="-413"/>
            <a:lumOff val="981"/>
            <a:alphaOff val="0"/>
          </a:schemeClr>
        </a:solidFill>
        <a:ln>
          <a:noFill/>
        </a:ln>
        <a:effectLst/>
      </dsp:spPr>
      <dsp:style>
        <a:lnRef idx="0">
          <a:scrgbClr r="0" g="0" b="0"/>
        </a:lnRef>
        <a:fillRef idx="1">
          <a:scrgbClr r="0" g="0" b="0"/>
        </a:fillRef>
        <a:effectRef idx="0">
          <a:scrgbClr r="0" g="0" b="0"/>
        </a:effectRef>
        <a:fontRef idx="minor"/>
      </dsp:style>
    </dsp:sp>
    <dsp:sp modelId="{402AF84B-A257-449C-920C-8051C51907D8}">
      <dsp:nvSpPr>
        <dsp:cNvPr id="0" name=""/>
        <dsp:cNvSpPr/>
      </dsp:nvSpPr>
      <dsp:spPr>
        <a:xfrm>
          <a:off x="271034" y="2734659"/>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BB5522-2DF1-4EC3-ADE1-0D1222D7B17A}">
      <dsp:nvSpPr>
        <dsp:cNvPr id="0" name=""/>
        <dsp:cNvSpPr/>
      </dsp:nvSpPr>
      <dsp:spPr>
        <a:xfrm>
          <a:off x="1172126"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GB" sz="1400" b="1" i="0" u="sng" kern="1200" baseline="0"/>
            <a:t>Greater Fulfilment</a:t>
          </a:r>
          <a:r>
            <a:rPr lang="en-GB" sz="1400" b="0" i="0" kern="1200" baseline="0"/>
            <a:t>: Increased productivity can give employees and employers a sense of fulfilment and purpose. Those in the workplace can be happy or unhappy based on the level of productivity.</a:t>
          </a:r>
          <a:endParaRPr lang="en-US" sz="1400" kern="1200"/>
        </a:p>
      </dsp:txBody>
      <dsp:txXfrm>
        <a:off x="1172126" y="2546238"/>
        <a:ext cx="2114937" cy="897246"/>
      </dsp:txXfrm>
    </dsp:sp>
    <dsp:sp modelId="{ABE553B3-F496-4B30-90D0-249183B5EBF5}">
      <dsp:nvSpPr>
        <dsp:cNvPr id="0" name=""/>
        <dsp:cNvSpPr/>
      </dsp:nvSpPr>
      <dsp:spPr>
        <a:xfrm>
          <a:off x="3655575" y="2546238"/>
          <a:ext cx="897246" cy="897246"/>
        </a:xfrm>
        <a:prstGeom prst="ellipse">
          <a:avLst/>
        </a:prstGeom>
        <a:solidFill>
          <a:schemeClr val="accent5">
            <a:hueOff val="-9114112"/>
            <a:satOff val="-620"/>
            <a:lumOff val="1471"/>
            <a:alphaOff val="0"/>
          </a:schemeClr>
        </a:solidFill>
        <a:ln>
          <a:noFill/>
        </a:ln>
        <a:effectLst/>
      </dsp:spPr>
      <dsp:style>
        <a:lnRef idx="0">
          <a:scrgbClr r="0" g="0" b="0"/>
        </a:lnRef>
        <a:fillRef idx="1">
          <a:scrgbClr r="0" g="0" b="0"/>
        </a:fillRef>
        <a:effectRef idx="0">
          <a:scrgbClr r="0" g="0" b="0"/>
        </a:effectRef>
        <a:fontRef idx="minor"/>
      </dsp:style>
    </dsp:sp>
    <dsp:sp modelId="{8E8CD7CC-8793-4676-BAB2-6F574DFC831B}">
      <dsp:nvSpPr>
        <dsp:cNvPr id="0" name=""/>
        <dsp:cNvSpPr/>
      </dsp:nvSpPr>
      <dsp:spPr>
        <a:xfrm>
          <a:off x="3843996" y="2734659"/>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2D1F5D-2813-438B-AA99-96683B776ED8}">
      <dsp:nvSpPr>
        <dsp:cNvPr id="0" name=""/>
        <dsp:cNvSpPr/>
      </dsp:nvSpPr>
      <dsp:spPr>
        <a:xfrm>
          <a:off x="4745088"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GB" sz="1400" b="1" i="0" u="sng" kern="1200" baseline="0"/>
            <a:t>Promotes a Healthy Work Culture</a:t>
          </a:r>
          <a:r>
            <a:rPr lang="en-GB" sz="1400" b="0" i="0" kern="1200" baseline="0"/>
            <a:t>: A productive workplace can improve employee wellbeing. Plus, when people achieve goals as a team, they are likely to form professional work relationships.</a:t>
          </a:r>
          <a:endParaRPr lang="en-US" sz="1400" kern="1200"/>
        </a:p>
      </dsp:txBody>
      <dsp:txXfrm>
        <a:off x="4745088" y="2546238"/>
        <a:ext cx="2114937" cy="897246"/>
      </dsp:txXfrm>
    </dsp:sp>
    <dsp:sp modelId="{7CF073AA-79DF-4B44-BEEE-F9BF20AFE8CA}">
      <dsp:nvSpPr>
        <dsp:cNvPr id="0" name=""/>
        <dsp:cNvSpPr/>
      </dsp:nvSpPr>
      <dsp:spPr>
        <a:xfrm>
          <a:off x="7228536" y="2546238"/>
          <a:ext cx="897246" cy="897246"/>
        </a:xfrm>
        <a:prstGeom prst="ellipse">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dsp:style>
    </dsp:sp>
    <dsp:sp modelId="{079FB10D-A986-463B-8B58-3D1607E7E816}">
      <dsp:nvSpPr>
        <dsp:cNvPr id="0" name=""/>
        <dsp:cNvSpPr/>
      </dsp:nvSpPr>
      <dsp:spPr>
        <a:xfrm>
          <a:off x="7416958" y="2734659"/>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88EB13-FA8F-4184-B5EB-994BAD9B8A01}">
      <dsp:nvSpPr>
        <dsp:cNvPr id="0" name=""/>
        <dsp:cNvSpPr/>
      </dsp:nvSpPr>
      <dsp:spPr>
        <a:xfrm>
          <a:off x="8318049" y="2546238"/>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GB" sz="1400" b="1" i="0" u="sng" kern="1200" baseline="0"/>
            <a:t>Better Revenue Generation</a:t>
          </a:r>
          <a:r>
            <a:rPr lang="en-GB" sz="1400" b="0" i="0" kern="1200" baseline="0"/>
            <a:t>: Long-term productivity in the workplace can maximize company profits. Organizations that are productive offer better services and can easily turn a profit.</a:t>
          </a:r>
          <a:endParaRPr lang="en-US" sz="1400" kern="1200"/>
        </a:p>
      </dsp:txBody>
      <dsp:txXfrm>
        <a:off x="8318049" y="2546238"/>
        <a:ext cx="2114937" cy="897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799259-C4E1-4338-A49D-75082E0C1074}">
      <dsp:nvSpPr>
        <dsp:cNvPr id="0" name=""/>
        <dsp:cNvSpPr/>
      </dsp:nvSpPr>
      <dsp:spPr>
        <a:xfrm>
          <a:off x="718664"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C3C57B-AA83-47AD-951C-42221BC9DE7D}">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C331B3-D2A6-47F2-9DA4-8F8D74F11782}">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90000"/>
            </a:lnSpc>
            <a:spcBef>
              <a:spcPct val="0"/>
            </a:spcBef>
            <a:spcAft>
              <a:spcPct val="35000"/>
            </a:spcAft>
            <a:buNone/>
            <a:defRPr cap="all"/>
          </a:pPr>
          <a:r>
            <a:rPr lang="en-US" sz="3800" kern="1200"/>
            <a:t>Safety</a:t>
          </a:r>
        </a:p>
      </dsp:txBody>
      <dsp:txXfrm>
        <a:off x="93445" y="3018902"/>
        <a:ext cx="3206250" cy="720000"/>
      </dsp:txXfrm>
    </dsp:sp>
    <dsp:sp modelId="{6FA0B646-FBCF-447E-B363-07F377E8C2F5}">
      <dsp:nvSpPr>
        <dsp:cNvPr id="0" name=""/>
        <dsp:cNvSpPr/>
      </dsp:nvSpPr>
      <dsp:spPr>
        <a:xfrm>
          <a:off x="4486008"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1CB83-AB15-4499-8044-BABE3560949C}">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76076C-C54B-4502-A27D-6A2DE5AB31EE}">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90000"/>
            </a:lnSpc>
            <a:spcBef>
              <a:spcPct val="0"/>
            </a:spcBef>
            <a:spcAft>
              <a:spcPct val="35000"/>
            </a:spcAft>
            <a:buNone/>
            <a:defRPr cap="all"/>
          </a:pPr>
          <a:r>
            <a:rPr lang="en-US" sz="3800" kern="1200"/>
            <a:t>Quality</a:t>
          </a:r>
        </a:p>
      </dsp:txBody>
      <dsp:txXfrm>
        <a:off x="3860789" y="3018902"/>
        <a:ext cx="3206250" cy="720000"/>
      </dsp:txXfrm>
    </dsp:sp>
    <dsp:sp modelId="{067BCBCD-2114-4E76-8620-30C0A1BE09B9}">
      <dsp:nvSpPr>
        <dsp:cNvPr id="0" name=""/>
        <dsp:cNvSpPr/>
      </dsp:nvSpPr>
      <dsp:spPr>
        <a:xfrm>
          <a:off x="8253352"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E70EEB-945C-44B4-A4C3-88EC5160F71B}">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237224-A34E-4327-BEFB-AA88278265FE}">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90000"/>
            </a:lnSpc>
            <a:spcBef>
              <a:spcPct val="0"/>
            </a:spcBef>
            <a:spcAft>
              <a:spcPct val="35000"/>
            </a:spcAft>
            <a:buNone/>
            <a:defRPr cap="all"/>
          </a:pPr>
          <a:r>
            <a:rPr lang="en-US" sz="3800" kern="1200"/>
            <a:t>Productivity</a:t>
          </a:r>
        </a:p>
      </dsp:txBody>
      <dsp:txXfrm>
        <a:off x="7628133" y="3018902"/>
        <a:ext cx="32062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724AC-4468-4D30-A5FE-502FCD366C9D}">
      <dsp:nvSpPr>
        <dsp:cNvPr id="0" name=""/>
        <dsp:cNvSpPr/>
      </dsp:nvSpPr>
      <dsp:spPr>
        <a:xfrm>
          <a:off x="307345" y="1546"/>
          <a:ext cx="3222855" cy="193371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Improves quality and productivity</a:t>
          </a:r>
          <a:endParaRPr lang="en-US" sz="2100" kern="1200"/>
        </a:p>
      </dsp:txBody>
      <dsp:txXfrm>
        <a:off x="307345" y="1546"/>
        <a:ext cx="3222855" cy="1933713"/>
      </dsp:txXfrm>
    </dsp:sp>
    <dsp:sp modelId="{14DAB26D-7054-46A9-8B82-27FC10A9ADB7}">
      <dsp:nvSpPr>
        <dsp:cNvPr id="0" name=""/>
        <dsp:cNvSpPr/>
      </dsp:nvSpPr>
      <dsp:spPr>
        <a:xfrm>
          <a:off x="3852486" y="1546"/>
          <a:ext cx="3222855" cy="193371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When operations are unsafe, they aren’t well-managed</a:t>
          </a:r>
        </a:p>
      </dsp:txBody>
      <dsp:txXfrm>
        <a:off x="3852486" y="1546"/>
        <a:ext cx="3222855" cy="1933713"/>
      </dsp:txXfrm>
    </dsp:sp>
    <dsp:sp modelId="{303F4C74-F284-4613-BA54-93862FD7F98C}">
      <dsp:nvSpPr>
        <dsp:cNvPr id="0" name=""/>
        <dsp:cNvSpPr/>
      </dsp:nvSpPr>
      <dsp:spPr>
        <a:xfrm>
          <a:off x="7397627" y="1546"/>
          <a:ext cx="3222855" cy="1933713"/>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Employees will not be motivated nor mindful, and employee churn will be far greater</a:t>
          </a:r>
        </a:p>
      </dsp:txBody>
      <dsp:txXfrm>
        <a:off x="7397627" y="1546"/>
        <a:ext cx="3222855" cy="1933713"/>
      </dsp:txXfrm>
    </dsp:sp>
    <dsp:sp modelId="{BD235C3A-E4B9-453A-8BC5-135D9016219E}">
      <dsp:nvSpPr>
        <dsp:cNvPr id="0" name=""/>
        <dsp:cNvSpPr/>
      </dsp:nvSpPr>
      <dsp:spPr>
        <a:xfrm>
          <a:off x="307345" y="2257545"/>
          <a:ext cx="3222855" cy="193371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Quality and productivity both suffer when employees are under stress, unsatisfied, or unable to complete their mission</a:t>
          </a:r>
        </a:p>
      </dsp:txBody>
      <dsp:txXfrm>
        <a:off x="307345" y="2257545"/>
        <a:ext cx="3222855" cy="1933713"/>
      </dsp:txXfrm>
    </dsp:sp>
    <dsp:sp modelId="{C0471F53-B8D5-40C1-92F5-E96755AFED85}">
      <dsp:nvSpPr>
        <dsp:cNvPr id="0" name=""/>
        <dsp:cNvSpPr/>
      </dsp:nvSpPr>
      <dsp:spPr>
        <a:xfrm>
          <a:off x="3852486" y="2257545"/>
          <a:ext cx="3222855" cy="1933713"/>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But when businesses are safe, it frees up employees to focus on their quality and their productivity</a:t>
          </a:r>
        </a:p>
      </dsp:txBody>
      <dsp:txXfrm>
        <a:off x="3852486" y="2257545"/>
        <a:ext cx="3222855" cy="1933713"/>
      </dsp:txXfrm>
    </dsp:sp>
    <dsp:sp modelId="{57B25E58-C447-4BD0-9957-FA06D7923D91}">
      <dsp:nvSpPr>
        <dsp:cNvPr id="0" name=""/>
        <dsp:cNvSpPr/>
      </dsp:nvSpPr>
      <dsp:spPr>
        <a:xfrm>
          <a:off x="7397627" y="2257545"/>
          <a:ext cx="3222855" cy="193371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The safer the organization is, the less frequently the organization will experience large scale disruption</a:t>
          </a:r>
        </a:p>
      </dsp:txBody>
      <dsp:txXfrm>
        <a:off x="7397627" y="2257545"/>
        <a:ext cx="3222855" cy="193371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22EA1-13AA-41FE-9432-A47592E642A3}">
      <dsp:nvSpPr>
        <dsp:cNvPr id="0" name=""/>
        <dsp:cNvSpPr/>
      </dsp:nvSpPr>
      <dsp:spPr>
        <a:xfrm>
          <a:off x="0" y="675"/>
          <a:ext cx="62917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9289C7-97DD-477D-B514-276538B1692D}">
      <dsp:nvSpPr>
        <dsp:cNvPr id="0" name=""/>
        <dsp:cNvSpPr/>
      </dsp:nvSpPr>
      <dsp:spPr>
        <a:xfrm>
          <a:off x="0" y="675"/>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a:t>Improves safety and productivity</a:t>
          </a:r>
          <a:endParaRPr lang="en-US" sz="2400" kern="1200"/>
        </a:p>
      </dsp:txBody>
      <dsp:txXfrm>
        <a:off x="0" y="675"/>
        <a:ext cx="6291714" cy="1105876"/>
      </dsp:txXfrm>
    </dsp:sp>
    <dsp:sp modelId="{4B43601B-2D8A-4C78-BDE8-EB6F385ABA5F}">
      <dsp:nvSpPr>
        <dsp:cNvPr id="0" name=""/>
        <dsp:cNvSpPr/>
      </dsp:nvSpPr>
      <dsp:spPr>
        <a:xfrm>
          <a:off x="0" y="1106552"/>
          <a:ext cx="62917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369A58-130C-4339-A027-6F8D2F37E3AF}">
      <dsp:nvSpPr>
        <dsp:cNvPr id="0" name=""/>
        <dsp:cNvSpPr/>
      </dsp:nvSpPr>
      <dsp:spPr>
        <a:xfrm>
          <a:off x="0" y="1106552"/>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Safety is a measure of conscientiousness and proactiveness</a:t>
          </a:r>
        </a:p>
      </dsp:txBody>
      <dsp:txXfrm>
        <a:off x="0" y="1106552"/>
        <a:ext cx="6291714" cy="1105876"/>
      </dsp:txXfrm>
    </dsp:sp>
    <dsp:sp modelId="{1152E0EE-506D-4635-9B57-D0F8A0970D10}">
      <dsp:nvSpPr>
        <dsp:cNvPr id="0" name=""/>
        <dsp:cNvSpPr/>
      </dsp:nvSpPr>
      <dsp:spPr>
        <a:xfrm>
          <a:off x="0" y="2212429"/>
          <a:ext cx="62917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68F662-7BE4-4034-82A6-38BE8283629C}">
      <dsp:nvSpPr>
        <dsp:cNvPr id="0" name=""/>
        <dsp:cNvSpPr/>
      </dsp:nvSpPr>
      <dsp:spPr>
        <a:xfrm>
          <a:off x="0" y="2212429"/>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High quality work means better results and better products</a:t>
          </a:r>
        </a:p>
      </dsp:txBody>
      <dsp:txXfrm>
        <a:off x="0" y="2212429"/>
        <a:ext cx="6291714" cy="1105876"/>
      </dsp:txXfrm>
    </dsp:sp>
    <dsp:sp modelId="{5CBDBF78-8DD5-4D79-96A8-4C0BFC97A816}">
      <dsp:nvSpPr>
        <dsp:cNvPr id="0" name=""/>
        <dsp:cNvSpPr/>
      </dsp:nvSpPr>
      <dsp:spPr>
        <a:xfrm>
          <a:off x="0" y="3318305"/>
          <a:ext cx="62917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2C853F-4FD0-49D3-9CDB-F435DEDA571B}">
      <dsp:nvSpPr>
        <dsp:cNvPr id="0" name=""/>
        <dsp:cNvSpPr/>
      </dsp:nvSpPr>
      <dsp:spPr>
        <a:xfrm>
          <a:off x="0" y="3318305"/>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The higher quality the work, the fewer reworks are needed, and the greater overall productivity is</a:t>
          </a:r>
        </a:p>
      </dsp:txBody>
      <dsp:txXfrm>
        <a:off x="0" y="3318305"/>
        <a:ext cx="6291714" cy="1105876"/>
      </dsp:txXfrm>
    </dsp:sp>
    <dsp:sp modelId="{5E6A93BD-CA73-41B7-BE1F-1C39A282D6E6}">
      <dsp:nvSpPr>
        <dsp:cNvPr id="0" name=""/>
        <dsp:cNvSpPr/>
      </dsp:nvSpPr>
      <dsp:spPr>
        <a:xfrm>
          <a:off x="0" y="4424182"/>
          <a:ext cx="62917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C11683-367B-4D5E-80EF-C3172F10B42C}">
      <dsp:nvSpPr>
        <dsp:cNvPr id="0" name=""/>
        <dsp:cNvSpPr/>
      </dsp:nvSpPr>
      <dsp:spPr>
        <a:xfrm>
          <a:off x="0" y="4424182"/>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When quality is high for a business, it can be assumed that standards for the business are generally high, including safety equipment, safety software, and safety processes</a:t>
          </a:r>
        </a:p>
      </dsp:txBody>
      <dsp:txXfrm>
        <a:off x="0" y="4424182"/>
        <a:ext cx="6291714" cy="11058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DFD401-8C61-4B9A-841C-76EB373C49DD}">
      <dsp:nvSpPr>
        <dsp:cNvPr id="0" name=""/>
        <dsp:cNvSpPr/>
      </dsp:nvSpPr>
      <dsp:spPr>
        <a:xfrm>
          <a:off x="0" y="675"/>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99026C-E775-4F53-B18D-AED28E13A717}">
      <dsp:nvSpPr>
        <dsp:cNvPr id="0" name=""/>
        <dsp:cNvSpPr/>
      </dsp:nvSpPr>
      <dsp:spPr>
        <a:xfrm>
          <a:off x="0" y="675"/>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Improves safety and quality</a:t>
          </a:r>
        </a:p>
      </dsp:txBody>
      <dsp:txXfrm>
        <a:off x="0" y="675"/>
        <a:ext cx="6291714" cy="1105876"/>
      </dsp:txXfrm>
    </dsp:sp>
    <dsp:sp modelId="{30E061C3-A891-43B2-9D76-5F388A6AFF4F}">
      <dsp:nvSpPr>
        <dsp:cNvPr id="0" name=""/>
        <dsp:cNvSpPr/>
      </dsp:nvSpPr>
      <dsp:spPr>
        <a:xfrm>
          <a:off x="0" y="1106552"/>
          <a:ext cx="6291714"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B5B108-37F2-4DA5-99A8-ACA74992F4B2}">
      <dsp:nvSpPr>
        <dsp:cNvPr id="0" name=""/>
        <dsp:cNvSpPr/>
      </dsp:nvSpPr>
      <dsp:spPr>
        <a:xfrm>
          <a:off x="0" y="1106552"/>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Carelessness is often what begets safety issues</a:t>
          </a:r>
        </a:p>
      </dsp:txBody>
      <dsp:txXfrm>
        <a:off x="0" y="1106552"/>
        <a:ext cx="6291714" cy="1105876"/>
      </dsp:txXfrm>
    </dsp:sp>
    <dsp:sp modelId="{8903D32C-6468-4FA9-992D-0CE2593EBFD1}">
      <dsp:nvSpPr>
        <dsp:cNvPr id="0" name=""/>
        <dsp:cNvSpPr/>
      </dsp:nvSpPr>
      <dsp:spPr>
        <a:xfrm>
          <a:off x="0" y="2212429"/>
          <a:ext cx="6291714"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791B0A-2359-412D-96C8-D004FEACE65A}">
      <dsp:nvSpPr>
        <dsp:cNvPr id="0" name=""/>
        <dsp:cNvSpPr/>
      </dsp:nvSpPr>
      <dsp:spPr>
        <a:xfrm>
          <a:off x="0" y="2212429"/>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With the appropriate (and productive) safety processes, safety can be improved, and quality can be improved as well</a:t>
          </a:r>
        </a:p>
      </dsp:txBody>
      <dsp:txXfrm>
        <a:off x="0" y="2212429"/>
        <a:ext cx="6291714" cy="1105876"/>
      </dsp:txXfrm>
    </dsp:sp>
    <dsp:sp modelId="{A728E4AD-30A5-4C94-9B89-BA8DDB587BAE}">
      <dsp:nvSpPr>
        <dsp:cNvPr id="0" name=""/>
        <dsp:cNvSpPr/>
      </dsp:nvSpPr>
      <dsp:spPr>
        <a:xfrm>
          <a:off x="0" y="3318305"/>
          <a:ext cx="6291714"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6E42B6-7492-41A7-964C-F540DB9E994A}">
      <dsp:nvSpPr>
        <dsp:cNvPr id="0" name=""/>
        <dsp:cNvSpPr/>
      </dsp:nvSpPr>
      <dsp:spPr>
        <a:xfrm>
          <a:off x="0" y="3318305"/>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The more productive employees are, the less likely they are to cut corners on things like safety processes</a:t>
          </a:r>
        </a:p>
      </dsp:txBody>
      <dsp:txXfrm>
        <a:off x="0" y="3318305"/>
        <a:ext cx="6291714" cy="1105876"/>
      </dsp:txXfrm>
    </dsp:sp>
    <dsp:sp modelId="{56E798A2-0E88-44F5-ACA5-1645E90489EB}">
      <dsp:nvSpPr>
        <dsp:cNvPr id="0" name=""/>
        <dsp:cNvSpPr/>
      </dsp:nvSpPr>
      <dsp:spPr>
        <a:xfrm>
          <a:off x="0" y="4424182"/>
          <a:ext cx="6291714"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24DB75-16C5-4BEC-BB41-9D64C9EC9246}">
      <dsp:nvSpPr>
        <dsp:cNvPr id="0" name=""/>
        <dsp:cNvSpPr/>
      </dsp:nvSpPr>
      <dsp:spPr>
        <a:xfrm>
          <a:off x="0" y="4424182"/>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The more productive they are, the more likely they are to put extra attention into the quality of their work</a:t>
          </a:r>
        </a:p>
      </dsp:txBody>
      <dsp:txXfrm>
        <a:off x="0" y="4424182"/>
        <a:ext cx="6291714" cy="110587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9599D8-6DE1-44B6-91A4-90AC3794AC04}">
      <dsp:nvSpPr>
        <dsp:cNvPr id="0" name=""/>
        <dsp:cNvSpPr/>
      </dsp:nvSpPr>
      <dsp:spPr>
        <a:xfrm>
          <a:off x="1212569" y="617281"/>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203EF7-B8BF-4536-9F01-2740159F26F1}">
      <dsp:nvSpPr>
        <dsp:cNvPr id="0" name=""/>
        <dsp:cNvSpPr/>
      </dsp:nvSpPr>
      <dsp:spPr>
        <a:xfrm>
          <a:off x="417971" y="2385262"/>
          <a:ext cx="2889450" cy="135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GB" sz="1600" b="0" i="0" kern="1200" baseline="0"/>
            <a:t>As part of a safe workplace and culture, updated safety information and education, with both employees and management, is integral to success and improved safety. </a:t>
          </a:r>
          <a:endParaRPr lang="en-US" sz="1600" kern="1200"/>
        </a:p>
      </dsp:txBody>
      <dsp:txXfrm>
        <a:off x="417971" y="2385262"/>
        <a:ext cx="2889450" cy="1350000"/>
      </dsp:txXfrm>
    </dsp:sp>
    <dsp:sp modelId="{A65117BE-CDBD-402B-BE1D-ABF1E1DB5097}">
      <dsp:nvSpPr>
        <dsp:cNvPr id="0" name=""/>
        <dsp:cNvSpPr/>
      </dsp:nvSpPr>
      <dsp:spPr>
        <a:xfrm>
          <a:off x="4607673" y="617281"/>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4910F-0802-49BC-93EA-699C73BFEFF1}">
      <dsp:nvSpPr>
        <dsp:cNvPr id="0" name=""/>
        <dsp:cNvSpPr/>
      </dsp:nvSpPr>
      <dsp:spPr>
        <a:xfrm>
          <a:off x="3813075" y="2385262"/>
          <a:ext cx="2889450" cy="135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GB" sz="1600" b="0" i="0" kern="1200" baseline="0"/>
            <a:t>There are many great options for online safety training available such as the OSHA and National Safety Council in the United States and the CCOHS in Canada.</a:t>
          </a:r>
          <a:endParaRPr lang="en-US" sz="1600" kern="1200"/>
        </a:p>
      </dsp:txBody>
      <dsp:txXfrm>
        <a:off x="3813075" y="2385262"/>
        <a:ext cx="2889450" cy="1350000"/>
      </dsp:txXfrm>
    </dsp:sp>
    <dsp:sp modelId="{16B7DBA8-9E61-4B06-ABBF-AC719BC96552}">
      <dsp:nvSpPr>
        <dsp:cNvPr id="0" name=""/>
        <dsp:cNvSpPr/>
      </dsp:nvSpPr>
      <dsp:spPr>
        <a:xfrm>
          <a:off x="8002777" y="617281"/>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3AD5C1-570E-452D-AEAB-F8E5C4BDAD87}">
      <dsp:nvSpPr>
        <dsp:cNvPr id="0" name=""/>
        <dsp:cNvSpPr/>
      </dsp:nvSpPr>
      <dsp:spPr>
        <a:xfrm>
          <a:off x="7208178" y="2385262"/>
          <a:ext cx="2889450" cy="135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GB" sz="1600" b="0" i="0" kern="1200" baseline="0"/>
            <a:t>But in addition to these great resources, there are many, many other options for online safety training, seminars, and education for all kinds of industries and safety challenges.</a:t>
          </a:r>
          <a:endParaRPr lang="en-US" sz="1600" kern="1200"/>
        </a:p>
      </dsp:txBody>
      <dsp:txXfrm>
        <a:off x="7208178" y="2385262"/>
        <a:ext cx="2889450" cy="135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F3B722-5A4B-4F69-8C9F-22AA944FAEEF}">
      <dsp:nvSpPr>
        <dsp:cNvPr id="0" name=""/>
        <dsp:cNvSpPr/>
      </dsp:nvSpPr>
      <dsp:spPr>
        <a:xfrm>
          <a:off x="-78437" y="8740"/>
          <a:ext cx="6364224" cy="116155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AB8DED-7DBA-47C1-B66B-C8E80FBD26B0}">
      <dsp:nvSpPr>
        <dsp:cNvPr id="0" name=""/>
        <dsp:cNvSpPr/>
      </dsp:nvSpPr>
      <dsp:spPr>
        <a:xfrm>
          <a:off x="272933" y="270089"/>
          <a:ext cx="640104" cy="6388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E0BBE9-E5BA-4155-90C9-551AB6D25AC3}">
      <dsp:nvSpPr>
        <dsp:cNvPr id="0" name=""/>
        <dsp:cNvSpPr/>
      </dsp:nvSpPr>
      <dsp:spPr>
        <a:xfrm>
          <a:off x="973396" y="8740"/>
          <a:ext cx="5469264" cy="1162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051" tIns="123051" rIns="123051" bIns="123051" numCol="1" spcCol="1270" anchor="ctr" anchorCtr="0">
          <a:noAutofit/>
        </a:bodyPr>
        <a:lstStyle/>
        <a:p>
          <a:pPr marL="0" lvl="0" indent="0" algn="l" defTabSz="711200">
            <a:lnSpc>
              <a:spcPct val="90000"/>
            </a:lnSpc>
            <a:spcBef>
              <a:spcPct val="0"/>
            </a:spcBef>
            <a:spcAft>
              <a:spcPct val="35000"/>
            </a:spcAft>
            <a:buNone/>
          </a:pPr>
          <a:r>
            <a:rPr lang="en-GB" sz="1600" b="0" i="0" kern="1200" baseline="0" dirty="0"/>
            <a:t>The Infrastructure Health and Safety Association in Ontario says: “Companies should establish safe work practices/safe job procedures for addressing significant hazards or for dealing with circumstances that may present other significant risks/liabilities for the company.</a:t>
          </a:r>
          <a:endParaRPr lang="en-US" sz="1600" kern="1200" dirty="0"/>
        </a:p>
      </dsp:txBody>
      <dsp:txXfrm>
        <a:off x="973396" y="8740"/>
        <a:ext cx="5469264" cy="1162689"/>
      </dsp:txXfrm>
    </dsp:sp>
    <dsp:sp modelId="{B3A666F1-3165-4C6B-B09A-5AF7EFDCEB82}">
      <dsp:nvSpPr>
        <dsp:cNvPr id="0" name=""/>
        <dsp:cNvSpPr/>
      </dsp:nvSpPr>
      <dsp:spPr>
        <a:xfrm>
          <a:off x="-78437" y="1453294"/>
          <a:ext cx="6364224" cy="116155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6A34A1-F27A-49DC-BFCC-F50E495C3500}">
      <dsp:nvSpPr>
        <dsp:cNvPr id="0" name=""/>
        <dsp:cNvSpPr/>
      </dsp:nvSpPr>
      <dsp:spPr>
        <a:xfrm>
          <a:off x="240198" y="1714643"/>
          <a:ext cx="705574" cy="6388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DF92D4-87AA-4EB4-9CC0-639F03833E39}">
      <dsp:nvSpPr>
        <dsp:cNvPr id="0" name=""/>
        <dsp:cNvSpPr/>
      </dsp:nvSpPr>
      <dsp:spPr>
        <a:xfrm>
          <a:off x="1425515" y="1453294"/>
          <a:ext cx="4565026" cy="1162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051" tIns="123051" rIns="123051" bIns="123051" numCol="1" spcCol="1270" anchor="ctr" anchorCtr="0">
          <a:noAutofit/>
        </a:bodyPr>
        <a:lstStyle/>
        <a:p>
          <a:pPr marL="0" lvl="0" indent="0" algn="l" defTabSz="711200">
            <a:lnSpc>
              <a:spcPct val="90000"/>
            </a:lnSpc>
            <a:spcBef>
              <a:spcPct val="0"/>
            </a:spcBef>
            <a:spcAft>
              <a:spcPct val="35000"/>
            </a:spcAft>
            <a:buNone/>
          </a:pPr>
          <a:r>
            <a:rPr lang="en-GB" sz="1600" b="0" i="0" kern="1200" baseline="0"/>
            <a:t>They should reflect your company's approach to controlling hazards.”</a:t>
          </a:r>
          <a:endParaRPr lang="en-US" sz="1600" kern="1200"/>
        </a:p>
      </dsp:txBody>
      <dsp:txXfrm>
        <a:off x="1425515" y="1453294"/>
        <a:ext cx="4565026" cy="1162689"/>
      </dsp:txXfrm>
    </dsp:sp>
    <dsp:sp modelId="{0634B066-2F36-4791-A0E1-3FFA5B87D391}">
      <dsp:nvSpPr>
        <dsp:cNvPr id="0" name=""/>
        <dsp:cNvSpPr/>
      </dsp:nvSpPr>
      <dsp:spPr>
        <a:xfrm>
          <a:off x="-78437" y="2897848"/>
          <a:ext cx="6364224" cy="116155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523FBB-1572-414E-BE7A-02E80139BD2C}">
      <dsp:nvSpPr>
        <dsp:cNvPr id="0" name=""/>
        <dsp:cNvSpPr/>
      </dsp:nvSpPr>
      <dsp:spPr>
        <a:xfrm>
          <a:off x="240198" y="3159197"/>
          <a:ext cx="705574" cy="6388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1DC149-07D9-4CB0-96BE-B23470C406DB}">
      <dsp:nvSpPr>
        <dsp:cNvPr id="0" name=""/>
        <dsp:cNvSpPr/>
      </dsp:nvSpPr>
      <dsp:spPr>
        <a:xfrm>
          <a:off x="1050297" y="2897848"/>
          <a:ext cx="5315462" cy="1162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051" tIns="123051" rIns="123051" bIns="123051" numCol="1" spcCol="1270" anchor="ctr" anchorCtr="0">
          <a:noAutofit/>
        </a:bodyPr>
        <a:lstStyle/>
        <a:p>
          <a:pPr marL="0" lvl="0" indent="0" algn="l" defTabSz="711200">
            <a:lnSpc>
              <a:spcPct val="90000"/>
            </a:lnSpc>
            <a:spcBef>
              <a:spcPct val="0"/>
            </a:spcBef>
            <a:spcAft>
              <a:spcPct val="35000"/>
            </a:spcAft>
            <a:buNone/>
          </a:pPr>
          <a:r>
            <a:rPr lang="en-GB" sz="1600" b="0" i="0" kern="1200" baseline="0" dirty="0"/>
            <a:t>Well-researched safe work practices and safe job procedures help protect employees by providing specific instruction and directions around work performance and conduct that will reduce the safety risk of harm to employees, the environment, and equipment. </a:t>
          </a:r>
          <a:endParaRPr lang="en-US" sz="1600" kern="1200" dirty="0"/>
        </a:p>
      </dsp:txBody>
      <dsp:txXfrm>
        <a:off x="1050297" y="2897848"/>
        <a:ext cx="5315462" cy="1162689"/>
      </dsp:txXfrm>
    </dsp:sp>
    <dsp:sp modelId="{9A1D1D9F-BF6F-458C-B1E8-7D76CB42F6D0}">
      <dsp:nvSpPr>
        <dsp:cNvPr id="0" name=""/>
        <dsp:cNvSpPr/>
      </dsp:nvSpPr>
      <dsp:spPr>
        <a:xfrm>
          <a:off x="-78437" y="4342402"/>
          <a:ext cx="6364224" cy="116155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6CCB11-C03C-41F5-8344-0E2EA6AB7819}">
      <dsp:nvSpPr>
        <dsp:cNvPr id="0" name=""/>
        <dsp:cNvSpPr/>
      </dsp:nvSpPr>
      <dsp:spPr>
        <a:xfrm>
          <a:off x="240198" y="4603751"/>
          <a:ext cx="705574" cy="63885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A06662-90BB-4948-87ED-729BAF373C49}">
      <dsp:nvSpPr>
        <dsp:cNvPr id="0" name=""/>
        <dsp:cNvSpPr/>
      </dsp:nvSpPr>
      <dsp:spPr>
        <a:xfrm>
          <a:off x="1425515" y="4342402"/>
          <a:ext cx="4565026" cy="1162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051" tIns="123051" rIns="123051" bIns="123051" numCol="1" spcCol="1270" anchor="ctr" anchorCtr="0">
          <a:noAutofit/>
        </a:bodyPr>
        <a:lstStyle/>
        <a:p>
          <a:pPr marL="0" lvl="0" indent="0" algn="l" defTabSz="711200">
            <a:lnSpc>
              <a:spcPct val="90000"/>
            </a:lnSpc>
            <a:spcBef>
              <a:spcPct val="0"/>
            </a:spcBef>
            <a:spcAft>
              <a:spcPct val="35000"/>
            </a:spcAft>
            <a:buNone/>
          </a:pPr>
          <a:r>
            <a:rPr lang="en-GB" sz="1600" b="0" i="0" kern="1200" baseline="0"/>
            <a:t>These work practices and work procedures are the guidebooks to mitigating safety hazards specific to your organization and team.</a:t>
          </a:r>
          <a:endParaRPr lang="en-US" sz="1600" kern="1200"/>
        </a:p>
      </dsp:txBody>
      <dsp:txXfrm>
        <a:off x="1425515" y="4342402"/>
        <a:ext cx="4565026" cy="11626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9DD407-C598-40D2-B69A-EC81268BE14A}">
      <dsp:nvSpPr>
        <dsp:cNvPr id="0" name=""/>
        <dsp:cNvSpPr/>
      </dsp:nvSpPr>
      <dsp:spPr>
        <a:xfrm>
          <a:off x="-140005" y="13740"/>
          <a:ext cx="6274771" cy="9279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3F0D8C-7212-49DC-9BDB-181488D2AD64}">
      <dsp:nvSpPr>
        <dsp:cNvPr id="0" name=""/>
        <dsp:cNvSpPr/>
      </dsp:nvSpPr>
      <dsp:spPr>
        <a:xfrm>
          <a:off x="140686" y="222519"/>
          <a:ext cx="511347" cy="5103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57425B-5517-440C-8242-29839A039C3E}">
      <dsp:nvSpPr>
        <dsp:cNvPr id="0" name=""/>
        <dsp:cNvSpPr/>
      </dsp:nvSpPr>
      <dsp:spPr>
        <a:xfrm>
          <a:off x="602131" y="13740"/>
          <a:ext cx="5812645" cy="1016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02" tIns="107602" rIns="107602" bIns="107602" numCol="1" spcCol="1270" anchor="ctr" anchorCtr="0">
          <a:noAutofit/>
        </a:bodyPr>
        <a:lstStyle/>
        <a:p>
          <a:pPr marL="0" lvl="0" indent="0" algn="l" defTabSz="800100">
            <a:lnSpc>
              <a:spcPct val="100000"/>
            </a:lnSpc>
            <a:spcBef>
              <a:spcPct val="0"/>
            </a:spcBef>
            <a:spcAft>
              <a:spcPct val="35000"/>
            </a:spcAft>
            <a:buNone/>
          </a:pPr>
          <a:r>
            <a:rPr lang="en-GB" sz="1800" b="0" i="0" kern="1200" baseline="0"/>
            <a:t>An injury can occur intentionally or unintentionally and may be caused by blunt trauma, penetrating trauma, burning, toxic exposure, asphyxiation, or overexertion.</a:t>
          </a:r>
          <a:endParaRPr lang="en-US" sz="1800" kern="1200"/>
        </a:p>
      </dsp:txBody>
      <dsp:txXfrm>
        <a:off x="602131" y="13740"/>
        <a:ext cx="5812645" cy="1016711"/>
      </dsp:txXfrm>
    </dsp:sp>
    <dsp:sp modelId="{B4344E57-C323-4AA9-B5F6-C318F337BFE2}">
      <dsp:nvSpPr>
        <dsp:cNvPr id="0" name=""/>
        <dsp:cNvSpPr/>
      </dsp:nvSpPr>
      <dsp:spPr>
        <a:xfrm>
          <a:off x="-140005" y="1284630"/>
          <a:ext cx="6274771" cy="9279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0D5D5B-9767-4E04-A2CA-2CDB16235612}">
      <dsp:nvSpPr>
        <dsp:cNvPr id="0" name=""/>
        <dsp:cNvSpPr/>
      </dsp:nvSpPr>
      <dsp:spPr>
        <a:xfrm>
          <a:off x="110598" y="1493409"/>
          <a:ext cx="571522" cy="5103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AE4107-FC29-41A3-9298-FA705158BBDA}">
      <dsp:nvSpPr>
        <dsp:cNvPr id="0" name=""/>
        <dsp:cNvSpPr/>
      </dsp:nvSpPr>
      <dsp:spPr>
        <a:xfrm>
          <a:off x="602466" y="1284630"/>
          <a:ext cx="5811975" cy="1016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02" tIns="107602" rIns="107602" bIns="107602" numCol="1" spcCol="1270" anchor="ctr" anchorCtr="0">
          <a:noAutofit/>
        </a:bodyPr>
        <a:lstStyle/>
        <a:p>
          <a:pPr marL="0" lvl="0" indent="0" algn="l" defTabSz="800100">
            <a:lnSpc>
              <a:spcPct val="100000"/>
            </a:lnSpc>
            <a:spcBef>
              <a:spcPct val="0"/>
            </a:spcBef>
            <a:spcAft>
              <a:spcPct val="35000"/>
            </a:spcAft>
            <a:buNone/>
          </a:pPr>
          <a:r>
            <a:rPr lang="en-GB" sz="1800" b="0" i="0" kern="1200" baseline="0"/>
            <a:t>Several major health organizations have established systems for the classification and description of injuries.</a:t>
          </a:r>
          <a:endParaRPr lang="en-US" sz="1800" kern="1200"/>
        </a:p>
      </dsp:txBody>
      <dsp:txXfrm>
        <a:off x="602466" y="1284630"/>
        <a:ext cx="5811975" cy="1016711"/>
      </dsp:txXfrm>
    </dsp:sp>
    <dsp:sp modelId="{D04DE6FC-6640-466A-AC52-633CCD9491BD}">
      <dsp:nvSpPr>
        <dsp:cNvPr id="0" name=""/>
        <dsp:cNvSpPr/>
      </dsp:nvSpPr>
      <dsp:spPr>
        <a:xfrm>
          <a:off x="-140005" y="2555519"/>
          <a:ext cx="6274771" cy="9279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86AF6E-B8DC-4430-8479-C55E0C532C47}">
      <dsp:nvSpPr>
        <dsp:cNvPr id="0" name=""/>
        <dsp:cNvSpPr/>
      </dsp:nvSpPr>
      <dsp:spPr>
        <a:xfrm>
          <a:off x="110598" y="2764298"/>
          <a:ext cx="571522" cy="5103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85BAEE-DCDE-4D56-8751-221515536151}">
      <dsp:nvSpPr>
        <dsp:cNvPr id="0" name=""/>
        <dsp:cNvSpPr/>
      </dsp:nvSpPr>
      <dsp:spPr>
        <a:xfrm>
          <a:off x="602466" y="2555519"/>
          <a:ext cx="5811975" cy="1016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02" tIns="107602" rIns="107602" bIns="107602" numCol="1" spcCol="1270" anchor="ctr" anchorCtr="0">
          <a:noAutofit/>
        </a:bodyPr>
        <a:lstStyle/>
        <a:p>
          <a:pPr marL="0" lvl="0" indent="0" algn="l" defTabSz="800100">
            <a:lnSpc>
              <a:spcPct val="100000"/>
            </a:lnSpc>
            <a:spcBef>
              <a:spcPct val="0"/>
            </a:spcBef>
            <a:spcAft>
              <a:spcPct val="35000"/>
            </a:spcAft>
            <a:buNone/>
          </a:pPr>
          <a:r>
            <a:rPr lang="en-GB" sz="1800" b="0" i="0" kern="1200" baseline="0"/>
            <a:t>Injuries can occur in any part of the body, and different symptoms are associated with different injuries.</a:t>
          </a:r>
          <a:endParaRPr lang="en-US" sz="1800" kern="1200"/>
        </a:p>
      </dsp:txBody>
      <dsp:txXfrm>
        <a:off x="602466" y="2555519"/>
        <a:ext cx="5811975" cy="1016711"/>
      </dsp:txXfrm>
    </dsp:sp>
    <dsp:sp modelId="{7062928D-64DF-4C10-8BC6-D22F6A083A53}">
      <dsp:nvSpPr>
        <dsp:cNvPr id="0" name=""/>
        <dsp:cNvSpPr/>
      </dsp:nvSpPr>
      <dsp:spPr>
        <a:xfrm>
          <a:off x="-140005" y="3826408"/>
          <a:ext cx="6274771" cy="9279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6E71F9-433F-4770-8FA8-0C29382E4995}">
      <dsp:nvSpPr>
        <dsp:cNvPr id="0" name=""/>
        <dsp:cNvSpPr/>
      </dsp:nvSpPr>
      <dsp:spPr>
        <a:xfrm>
          <a:off x="110598" y="4035187"/>
          <a:ext cx="571522" cy="5103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D06033-CC90-41E5-BAC0-D9460552C02F}">
      <dsp:nvSpPr>
        <dsp:cNvPr id="0" name=""/>
        <dsp:cNvSpPr/>
      </dsp:nvSpPr>
      <dsp:spPr>
        <a:xfrm>
          <a:off x="602466" y="3826408"/>
          <a:ext cx="5811975" cy="1016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02" tIns="107602" rIns="107602" bIns="107602" numCol="1" spcCol="1270" anchor="ctr" anchorCtr="0">
          <a:noAutofit/>
        </a:bodyPr>
        <a:lstStyle/>
        <a:p>
          <a:pPr marL="0" lvl="0" indent="0" algn="l" defTabSz="800100">
            <a:lnSpc>
              <a:spcPct val="100000"/>
            </a:lnSpc>
            <a:spcBef>
              <a:spcPct val="0"/>
            </a:spcBef>
            <a:spcAft>
              <a:spcPct val="35000"/>
            </a:spcAft>
            <a:buNone/>
          </a:pPr>
          <a:r>
            <a:rPr lang="en-GB" sz="1800" b="0" i="0" kern="1200" baseline="0"/>
            <a:t>Treatment of an injury is typically carried out by a health professional and varies greatly depending on the nature of the injury</a:t>
          </a:r>
          <a:endParaRPr lang="en-US" sz="1800" kern="1200"/>
        </a:p>
      </dsp:txBody>
      <dsp:txXfrm>
        <a:off x="602466" y="3826408"/>
        <a:ext cx="5811975" cy="1016711"/>
      </dsp:txXfrm>
    </dsp:sp>
    <dsp:sp modelId="{D9973F25-185A-4DA3-8766-B01B1CA05722}">
      <dsp:nvSpPr>
        <dsp:cNvPr id="0" name=""/>
        <dsp:cNvSpPr/>
      </dsp:nvSpPr>
      <dsp:spPr>
        <a:xfrm>
          <a:off x="-140005" y="5097297"/>
          <a:ext cx="6274771" cy="9279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98ADFE-77FA-4790-A0F3-B1F32B3C54B4}">
      <dsp:nvSpPr>
        <dsp:cNvPr id="0" name=""/>
        <dsp:cNvSpPr/>
      </dsp:nvSpPr>
      <dsp:spPr>
        <a:xfrm>
          <a:off x="110598" y="5306077"/>
          <a:ext cx="571522" cy="5103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499DF2-8383-4896-9A3E-608467A06BE4}">
      <dsp:nvSpPr>
        <dsp:cNvPr id="0" name=""/>
        <dsp:cNvSpPr/>
      </dsp:nvSpPr>
      <dsp:spPr>
        <a:xfrm>
          <a:off x="602466" y="5097297"/>
          <a:ext cx="5811975" cy="10167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02" tIns="107602" rIns="107602" bIns="107602" numCol="1" spcCol="1270" anchor="ctr" anchorCtr="0">
          <a:noAutofit/>
        </a:bodyPr>
        <a:lstStyle/>
        <a:p>
          <a:pPr marL="0" lvl="0" indent="0" algn="l" defTabSz="800100">
            <a:lnSpc>
              <a:spcPct val="100000"/>
            </a:lnSpc>
            <a:spcBef>
              <a:spcPct val="0"/>
            </a:spcBef>
            <a:spcAft>
              <a:spcPct val="35000"/>
            </a:spcAft>
            <a:buNone/>
          </a:pPr>
          <a:r>
            <a:rPr lang="en-GB" sz="1800" b="0" i="0" kern="1200" baseline="0" dirty="0"/>
            <a:t>Injuries are distinct from chronic conditions, psychological trauma, infections, or medical procedures, though injury can be a contributing factor to any of these.</a:t>
          </a:r>
          <a:endParaRPr lang="en-US" sz="1800" kern="1200" dirty="0"/>
        </a:p>
      </dsp:txBody>
      <dsp:txXfrm>
        <a:off x="602466" y="5097297"/>
        <a:ext cx="5811975" cy="101671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7B2E14-42A5-4756-A68B-7C23D0DC1D8F}">
      <dsp:nvSpPr>
        <dsp:cNvPr id="0" name=""/>
        <dsp:cNvSpPr/>
      </dsp:nvSpPr>
      <dsp:spPr>
        <a:xfrm>
          <a:off x="0" y="2655"/>
          <a:ext cx="10515600" cy="419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7C2832-05FC-41B2-BDA3-455EC90000F4}">
      <dsp:nvSpPr>
        <dsp:cNvPr id="0" name=""/>
        <dsp:cNvSpPr/>
      </dsp:nvSpPr>
      <dsp:spPr>
        <a:xfrm>
          <a:off x="126906" y="97048"/>
          <a:ext cx="230964" cy="2307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5DAD6B-2DE0-4E37-95C1-B124A96CB820}">
      <dsp:nvSpPr>
        <dsp:cNvPr id="0" name=""/>
        <dsp:cNvSpPr/>
      </dsp:nvSpPr>
      <dsp:spPr>
        <a:xfrm>
          <a:off x="484778" y="2655"/>
          <a:ext cx="10016138" cy="445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175" tIns="47175" rIns="47175" bIns="47175" numCol="1" spcCol="1270" anchor="ctr" anchorCtr="0">
          <a:noAutofit/>
        </a:bodyPr>
        <a:lstStyle/>
        <a:p>
          <a:pPr marL="0" lvl="0" indent="0" algn="l" defTabSz="1066800">
            <a:lnSpc>
              <a:spcPct val="100000"/>
            </a:lnSpc>
            <a:spcBef>
              <a:spcPct val="0"/>
            </a:spcBef>
            <a:spcAft>
              <a:spcPct val="35000"/>
            </a:spcAft>
            <a:buNone/>
          </a:pPr>
          <a:r>
            <a:rPr lang="en-US" sz="2400" kern="1200"/>
            <a:t>Think about how to do the task safely prior to engaging in the work.</a:t>
          </a:r>
        </a:p>
      </dsp:txBody>
      <dsp:txXfrm>
        <a:off x="484778" y="2655"/>
        <a:ext cx="10016138" cy="445746"/>
      </dsp:txXfrm>
    </dsp:sp>
    <dsp:sp modelId="{D83D76E3-69CB-4664-9B80-5EA1FBBB9275}">
      <dsp:nvSpPr>
        <dsp:cNvPr id="0" name=""/>
        <dsp:cNvSpPr/>
      </dsp:nvSpPr>
      <dsp:spPr>
        <a:xfrm>
          <a:off x="0" y="559838"/>
          <a:ext cx="10515600" cy="419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315E25-493C-4F28-8F6C-0505BFAEFC4E}">
      <dsp:nvSpPr>
        <dsp:cNvPr id="0" name=""/>
        <dsp:cNvSpPr/>
      </dsp:nvSpPr>
      <dsp:spPr>
        <a:xfrm>
          <a:off x="126906" y="654231"/>
          <a:ext cx="230964" cy="2307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E8F275-1B5D-43E3-B51D-23C7EAC7691F}">
      <dsp:nvSpPr>
        <dsp:cNvPr id="0" name=""/>
        <dsp:cNvSpPr/>
      </dsp:nvSpPr>
      <dsp:spPr>
        <a:xfrm>
          <a:off x="484778" y="559838"/>
          <a:ext cx="10016138" cy="445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175" tIns="47175" rIns="47175" bIns="47175" numCol="1" spcCol="1270" anchor="ctr" anchorCtr="0">
          <a:noAutofit/>
        </a:bodyPr>
        <a:lstStyle/>
        <a:p>
          <a:pPr marL="0" lvl="0" indent="0" algn="l" defTabSz="1066800">
            <a:lnSpc>
              <a:spcPct val="100000"/>
            </a:lnSpc>
            <a:spcBef>
              <a:spcPct val="0"/>
            </a:spcBef>
            <a:spcAft>
              <a:spcPct val="35000"/>
            </a:spcAft>
            <a:buNone/>
          </a:pPr>
          <a:r>
            <a:rPr lang="en-US" sz="2400" kern="1200"/>
            <a:t>Warn co-workers of hazards.</a:t>
          </a:r>
        </a:p>
      </dsp:txBody>
      <dsp:txXfrm>
        <a:off x="484778" y="559838"/>
        <a:ext cx="10016138" cy="445746"/>
      </dsp:txXfrm>
    </dsp:sp>
    <dsp:sp modelId="{21C6EEFA-70F5-4458-AF87-26AD0B7FAA5B}">
      <dsp:nvSpPr>
        <dsp:cNvPr id="0" name=""/>
        <dsp:cNvSpPr/>
      </dsp:nvSpPr>
      <dsp:spPr>
        <a:xfrm>
          <a:off x="0" y="1117021"/>
          <a:ext cx="10515600" cy="419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488596-1D99-4B1B-97E4-89D51E4547AA}">
      <dsp:nvSpPr>
        <dsp:cNvPr id="0" name=""/>
        <dsp:cNvSpPr/>
      </dsp:nvSpPr>
      <dsp:spPr>
        <a:xfrm>
          <a:off x="126906" y="1211414"/>
          <a:ext cx="230964" cy="2307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881FAF-EA5D-44C7-AC86-5D7660962B83}">
      <dsp:nvSpPr>
        <dsp:cNvPr id="0" name=""/>
        <dsp:cNvSpPr/>
      </dsp:nvSpPr>
      <dsp:spPr>
        <a:xfrm>
          <a:off x="484778" y="1117021"/>
          <a:ext cx="10016138" cy="445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175" tIns="47175" rIns="47175" bIns="47175" numCol="1" spcCol="1270" anchor="ctr" anchorCtr="0">
          <a:noAutofit/>
        </a:bodyPr>
        <a:lstStyle/>
        <a:p>
          <a:pPr marL="0" lvl="0" indent="0" algn="l" defTabSz="1066800">
            <a:lnSpc>
              <a:spcPct val="100000"/>
            </a:lnSpc>
            <a:spcBef>
              <a:spcPct val="0"/>
            </a:spcBef>
            <a:spcAft>
              <a:spcPct val="35000"/>
            </a:spcAft>
            <a:buNone/>
          </a:pPr>
          <a:r>
            <a:rPr lang="en-US" sz="2400" kern="1200"/>
            <a:t>If you are not trained to use a piece of equipment, don’t use it.</a:t>
          </a:r>
        </a:p>
      </dsp:txBody>
      <dsp:txXfrm>
        <a:off x="484778" y="1117021"/>
        <a:ext cx="10016138" cy="445746"/>
      </dsp:txXfrm>
    </dsp:sp>
    <dsp:sp modelId="{95505950-7437-4A68-B9A6-0B79B8590EB8}">
      <dsp:nvSpPr>
        <dsp:cNvPr id="0" name=""/>
        <dsp:cNvSpPr/>
      </dsp:nvSpPr>
      <dsp:spPr>
        <a:xfrm>
          <a:off x="0" y="1674204"/>
          <a:ext cx="10515600" cy="419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07520E-D71E-467B-B18B-43B1857C1D88}">
      <dsp:nvSpPr>
        <dsp:cNvPr id="0" name=""/>
        <dsp:cNvSpPr/>
      </dsp:nvSpPr>
      <dsp:spPr>
        <a:xfrm>
          <a:off x="126906" y="1768597"/>
          <a:ext cx="230964" cy="2307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EF143E-F0F2-480B-9A33-46D5D6021AAB}">
      <dsp:nvSpPr>
        <dsp:cNvPr id="0" name=""/>
        <dsp:cNvSpPr/>
      </dsp:nvSpPr>
      <dsp:spPr>
        <a:xfrm>
          <a:off x="484778" y="1674204"/>
          <a:ext cx="10016138" cy="445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175" tIns="47175" rIns="47175" bIns="47175" numCol="1" spcCol="1270" anchor="ctr" anchorCtr="0">
          <a:noAutofit/>
        </a:bodyPr>
        <a:lstStyle/>
        <a:p>
          <a:pPr marL="0" lvl="0" indent="0" algn="l" defTabSz="1066800">
            <a:lnSpc>
              <a:spcPct val="100000"/>
            </a:lnSpc>
            <a:spcBef>
              <a:spcPct val="0"/>
            </a:spcBef>
            <a:spcAft>
              <a:spcPct val="35000"/>
            </a:spcAft>
            <a:buNone/>
          </a:pPr>
          <a:r>
            <a:rPr lang="en-US" sz="2400" kern="1200"/>
            <a:t>Don’t rush your work or take shortcuts.</a:t>
          </a:r>
        </a:p>
      </dsp:txBody>
      <dsp:txXfrm>
        <a:off x="484778" y="1674204"/>
        <a:ext cx="10016138" cy="445746"/>
      </dsp:txXfrm>
    </dsp:sp>
    <dsp:sp modelId="{D6432CFA-B2C3-4927-BF46-1C3FA6A897D7}">
      <dsp:nvSpPr>
        <dsp:cNvPr id="0" name=""/>
        <dsp:cNvSpPr/>
      </dsp:nvSpPr>
      <dsp:spPr>
        <a:xfrm>
          <a:off x="0" y="2231387"/>
          <a:ext cx="10515600" cy="419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936F84-6F86-4F72-BB5D-0A570EE58FC2}">
      <dsp:nvSpPr>
        <dsp:cNvPr id="0" name=""/>
        <dsp:cNvSpPr/>
      </dsp:nvSpPr>
      <dsp:spPr>
        <a:xfrm>
          <a:off x="126906" y="2325780"/>
          <a:ext cx="230964" cy="23073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A752D4-6478-474B-B55A-4645AE0AD546}">
      <dsp:nvSpPr>
        <dsp:cNvPr id="0" name=""/>
        <dsp:cNvSpPr/>
      </dsp:nvSpPr>
      <dsp:spPr>
        <a:xfrm>
          <a:off x="484778" y="2231387"/>
          <a:ext cx="10016138" cy="445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175" tIns="47175" rIns="47175" bIns="47175" numCol="1" spcCol="1270" anchor="ctr" anchorCtr="0">
          <a:noAutofit/>
        </a:bodyPr>
        <a:lstStyle/>
        <a:p>
          <a:pPr marL="0" lvl="0" indent="0" algn="l" defTabSz="1066800">
            <a:lnSpc>
              <a:spcPct val="100000"/>
            </a:lnSpc>
            <a:spcBef>
              <a:spcPct val="0"/>
            </a:spcBef>
            <a:spcAft>
              <a:spcPct val="35000"/>
            </a:spcAft>
            <a:buNone/>
          </a:pPr>
          <a:r>
            <a:rPr lang="en-US" sz="2400" kern="1200"/>
            <a:t>Use all equipment, tools, and material in the appropriate and intended manner. Don’t use a chair as a ladder.</a:t>
          </a:r>
        </a:p>
      </dsp:txBody>
      <dsp:txXfrm>
        <a:off x="484778" y="2231387"/>
        <a:ext cx="10016138" cy="445746"/>
      </dsp:txXfrm>
    </dsp:sp>
    <dsp:sp modelId="{322F3737-32B2-4ADA-B2B4-C797444B3C51}">
      <dsp:nvSpPr>
        <dsp:cNvPr id="0" name=""/>
        <dsp:cNvSpPr/>
      </dsp:nvSpPr>
      <dsp:spPr>
        <a:xfrm>
          <a:off x="0" y="2788570"/>
          <a:ext cx="10515600" cy="419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AEEB5D-CDE1-41ED-9560-87A0D5CE2939}">
      <dsp:nvSpPr>
        <dsp:cNvPr id="0" name=""/>
        <dsp:cNvSpPr/>
      </dsp:nvSpPr>
      <dsp:spPr>
        <a:xfrm>
          <a:off x="126906" y="2882963"/>
          <a:ext cx="230964" cy="23073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EB298-FFBE-4FB2-8809-F04687C44378}">
      <dsp:nvSpPr>
        <dsp:cNvPr id="0" name=""/>
        <dsp:cNvSpPr/>
      </dsp:nvSpPr>
      <dsp:spPr>
        <a:xfrm>
          <a:off x="484778" y="2788570"/>
          <a:ext cx="10016138" cy="445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175" tIns="47175" rIns="47175" bIns="47175" numCol="1" spcCol="1270" anchor="ctr" anchorCtr="0">
          <a:noAutofit/>
        </a:bodyPr>
        <a:lstStyle/>
        <a:p>
          <a:pPr marL="0" lvl="0" indent="0" algn="l" defTabSz="1066800">
            <a:lnSpc>
              <a:spcPct val="100000"/>
            </a:lnSpc>
            <a:spcBef>
              <a:spcPct val="0"/>
            </a:spcBef>
            <a:spcAft>
              <a:spcPct val="35000"/>
            </a:spcAft>
            <a:buNone/>
          </a:pPr>
          <a:r>
            <a:rPr lang="en-US" sz="2400" kern="1200"/>
            <a:t>Use proper lifting technique, a lifting device, or get assistance.</a:t>
          </a:r>
        </a:p>
      </dsp:txBody>
      <dsp:txXfrm>
        <a:off x="484778" y="2788570"/>
        <a:ext cx="10016138" cy="445746"/>
      </dsp:txXfrm>
    </dsp:sp>
    <dsp:sp modelId="{87A47131-DB1C-4FA8-A2F7-51E24829063F}">
      <dsp:nvSpPr>
        <dsp:cNvPr id="0" name=""/>
        <dsp:cNvSpPr/>
      </dsp:nvSpPr>
      <dsp:spPr>
        <a:xfrm>
          <a:off x="0" y="3345753"/>
          <a:ext cx="10515600" cy="419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0C0BC6-54F4-4170-BA78-7D85F102C070}">
      <dsp:nvSpPr>
        <dsp:cNvPr id="0" name=""/>
        <dsp:cNvSpPr/>
      </dsp:nvSpPr>
      <dsp:spPr>
        <a:xfrm>
          <a:off x="126906" y="3440146"/>
          <a:ext cx="230964" cy="23073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B0B490-1EDC-48B3-9F92-0DD8E271DC69}">
      <dsp:nvSpPr>
        <dsp:cNvPr id="0" name=""/>
        <dsp:cNvSpPr/>
      </dsp:nvSpPr>
      <dsp:spPr>
        <a:xfrm>
          <a:off x="484778" y="3345753"/>
          <a:ext cx="10016138" cy="445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175" tIns="47175" rIns="47175" bIns="47175" numCol="1" spcCol="1270" anchor="ctr" anchorCtr="0">
          <a:noAutofit/>
        </a:bodyPr>
        <a:lstStyle/>
        <a:p>
          <a:pPr marL="0" lvl="0" indent="0" algn="l" defTabSz="1066800">
            <a:lnSpc>
              <a:spcPct val="100000"/>
            </a:lnSpc>
            <a:spcBef>
              <a:spcPct val="0"/>
            </a:spcBef>
            <a:spcAft>
              <a:spcPct val="35000"/>
            </a:spcAft>
            <a:buNone/>
          </a:pPr>
          <a:r>
            <a:rPr lang="en-US" sz="2400" kern="1200"/>
            <a:t>Use appropriate personal protective equipment.</a:t>
          </a:r>
        </a:p>
      </dsp:txBody>
      <dsp:txXfrm>
        <a:off x="484778" y="3345753"/>
        <a:ext cx="10016138" cy="445746"/>
      </dsp:txXfrm>
    </dsp:sp>
    <dsp:sp modelId="{2C4AD650-900D-4158-9E92-938CFFA72E9D}">
      <dsp:nvSpPr>
        <dsp:cNvPr id="0" name=""/>
        <dsp:cNvSpPr/>
      </dsp:nvSpPr>
      <dsp:spPr>
        <a:xfrm>
          <a:off x="0" y="3902936"/>
          <a:ext cx="10515600" cy="4195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C3749F-186F-470D-9F06-B1220DD01E87}">
      <dsp:nvSpPr>
        <dsp:cNvPr id="0" name=""/>
        <dsp:cNvSpPr/>
      </dsp:nvSpPr>
      <dsp:spPr>
        <a:xfrm>
          <a:off x="126906" y="3997329"/>
          <a:ext cx="230964" cy="230739"/>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BE21AE-4838-4706-A579-4C45CEA95A99}">
      <dsp:nvSpPr>
        <dsp:cNvPr id="0" name=""/>
        <dsp:cNvSpPr/>
      </dsp:nvSpPr>
      <dsp:spPr>
        <a:xfrm>
          <a:off x="484778" y="3902936"/>
          <a:ext cx="10016138" cy="445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175" tIns="47175" rIns="47175" bIns="47175" numCol="1" spcCol="1270" anchor="ctr" anchorCtr="0">
          <a:noAutofit/>
        </a:bodyPr>
        <a:lstStyle/>
        <a:p>
          <a:pPr marL="0" lvl="0" indent="0" algn="l" defTabSz="1066800">
            <a:lnSpc>
              <a:spcPct val="100000"/>
            </a:lnSpc>
            <a:spcBef>
              <a:spcPct val="0"/>
            </a:spcBef>
            <a:spcAft>
              <a:spcPct val="35000"/>
            </a:spcAft>
            <a:buNone/>
          </a:pPr>
          <a:r>
            <a:rPr lang="en-US" sz="2400" kern="1200"/>
            <a:t>Stop and mentor employees engaged in unsafe acts.</a:t>
          </a:r>
        </a:p>
      </dsp:txBody>
      <dsp:txXfrm>
        <a:off x="484778" y="3902936"/>
        <a:ext cx="10016138" cy="44574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78BD8-1ECD-4914-928E-6A9B71B18069}">
      <dsp:nvSpPr>
        <dsp:cNvPr id="0" name=""/>
        <dsp:cNvSpPr/>
      </dsp:nvSpPr>
      <dsp:spPr>
        <a:xfrm>
          <a:off x="0" y="218888"/>
          <a:ext cx="1807159" cy="10842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Poor housekeeping</a:t>
          </a:r>
        </a:p>
      </dsp:txBody>
      <dsp:txXfrm>
        <a:off x="0" y="218888"/>
        <a:ext cx="1807159" cy="1084295"/>
      </dsp:txXfrm>
    </dsp:sp>
    <dsp:sp modelId="{5B54BF13-B904-426A-B05E-6650419C6E8E}">
      <dsp:nvSpPr>
        <dsp:cNvPr id="0" name=""/>
        <dsp:cNvSpPr/>
      </dsp:nvSpPr>
      <dsp:spPr>
        <a:xfrm>
          <a:off x="1987875" y="208197"/>
          <a:ext cx="1807159" cy="10842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Defective tools, equipment or supplies</a:t>
          </a:r>
        </a:p>
      </dsp:txBody>
      <dsp:txXfrm>
        <a:off x="1987875" y="208197"/>
        <a:ext cx="1807159" cy="1084295"/>
      </dsp:txXfrm>
    </dsp:sp>
    <dsp:sp modelId="{460CF71A-8CE5-4386-86EB-40690E5DAB4B}">
      <dsp:nvSpPr>
        <dsp:cNvPr id="0" name=""/>
        <dsp:cNvSpPr/>
      </dsp:nvSpPr>
      <dsp:spPr>
        <a:xfrm>
          <a:off x="3975751" y="208197"/>
          <a:ext cx="1807159" cy="10842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Inadequate supports or guards</a:t>
          </a:r>
        </a:p>
      </dsp:txBody>
      <dsp:txXfrm>
        <a:off x="3975751" y="208197"/>
        <a:ext cx="1807159" cy="1084295"/>
      </dsp:txXfrm>
    </dsp:sp>
    <dsp:sp modelId="{64EB07C9-E5BC-4E94-BD8C-E5C8C807DEE2}">
      <dsp:nvSpPr>
        <dsp:cNvPr id="0" name=""/>
        <dsp:cNvSpPr/>
      </dsp:nvSpPr>
      <dsp:spPr>
        <a:xfrm>
          <a:off x="0" y="1473208"/>
          <a:ext cx="1807159" cy="10842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Congestion in the workplace</a:t>
          </a:r>
        </a:p>
      </dsp:txBody>
      <dsp:txXfrm>
        <a:off x="0" y="1473208"/>
        <a:ext cx="1807159" cy="1084295"/>
      </dsp:txXfrm>
    </dsp:sp>
    <dsp:sp modelId="{A05F7673-E7B0-4E8E-AE3F-A5DA8BA51695}">
      <dsp:nvSpPr>
        <dsp:cNvPr id="0" name=""/>
        <dsp:cNvSpPr/>
      </dsp:nvSpPr>
      <dsp:spPr>
        <a:xfrm>
          <a:off x="1987875" y="1473208"/>
          <a:ext cx="1807159" cy="10842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Inadequate warning systems</a:t>
          </a:r>
        </a:p>
      </dsp:txBody>
      <dsp:txXfrm>
        <a:off x="1987875" y="1473208"/>
        <a:ext cx="1807159" cy="1084295"/>
      </dsp:txXfrm>
    </dsp:sp>
    <dsp:sp modelId="{F37FAA5C-14D3-4690-A828-2551758B97A8}">
      <dsp:nvSpPr>
        <dsp:cNvPr id="0" name=""/>
        <dsp:cNvSpPr/>
      </dsp:nvSpPr>
      <dsp:spPr>
        <a:xfrm>
          <a:off x="3975751" y="1473208"/>
          <a:ext cx="1807159" cy="10842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Hazardous atmospheric conditions etc.</a:t>
          </a:r>
        </a:p>
      </dsp:txBody>
      <dsp:txXfrm>
        <a:off x="3975751" y="1473208"/>
        <a:ext cx="1807159" cy="108429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DC0EB8-F52B-4A2F-9680-F7F8D39BF9D4}">
      <dsp:nvSpPr>
        <dsp:cNvPr id="0" name=""/>
        <dsp:cNvSpPr/>
      </dsp:nvSpPr>
      <dsp:spPr>
        <a:xfrm>
          <a:off x="-67005" y="9982"/>
          <a:ext cx="6853616" cy="5462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C26851-5A18-41BF-8BAB-910B8FED020F}">
      <dsp:nvSpPr>
        <dsp:cNvPr id="0" name=""/>
        <dsp:cNvSpPr/>
      </dsp:nvSpPr>
      <dsp:spPr>
        <a:xfrm>
          <a:off x="66749" y="132892"/>
          <a:ext cx="364018" cy="3004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A1AF08-03F4-46A1-B409-3F2235AD009E}">
      <dsp:nvSpPr>
        <dsp:cNvPr id="0" name=""/>
        <dsp:cNvSpPr/>
      </dsp:nvSpPr>
      <dsp:spPr>
        <a:xfrm>
          <a:off x="452702" y="9982"/>
          <a:ext cx="6322372" cy="76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0" tIns="81300" rIns="81300" bIns="81300" numCol="1" spcCol="1270" anchor="ctr" anchorCtr="0">
          <a:noAutofit/>
        </a:bodyPr>
        <a:lstStyle/>
        <a:p>
          <a:pPr marL="0" lvl="0" indent="0" algn="l" defTabSz="800100">
            <a:lnSpc>
              <a:spcPct val="100000"/>
            </a:lnSpc>
            <a:spcBef>
              <a:spcPct val="0"/>
            </a:spcBef>
            <a:spcAft>
              <a:spcPct val="35000"/>
            </a:spcAft>
            <a:buNone/>
          </a:pPr>
          <a:r>
            <a:rPr lang="en-US" sz="1800" b="1" kern="1200" dirty="0"/>
            <a:t>Think about how to do the task safely prior to engaging in the work. </a:t>
          </a:r>
        </a:p>
      </dsp:txBody>
      <dsp:txXfrm>
        <a:off x="452702" y="9982"/>
        <a:ext cx="6322372" cy="768190"/>
      </dsp:txXfrm>
    </dsp:sp>
    <dsp:sp modelId="{7221CB34-388B-44FE-B66C-82EF3F2F2E14}">
      <dsp:nvSpPr>
        <dsp:cNvPr id="0" name=""/>
        <dsp:cNvSpPr/>
      </dsp:nvSpPr>
      <dsp:spPr>
        <a:xfrm>
          <a:off x="-67005" y="970220"/>
          <a:ext cx="6853616" cy="5462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09704E-3BAB-430F-AE42-C1D6AA920239}">
      <dsp:nvSpPr>
        <dsp:cNvPr id="0" name=""/>
        <dsp:cNvSpPr/>
      </dsp:nvSpPr>
      <dsp:spPr>
        <a:xfrm>
          <a:off x="-1553" y="1093131"/>
          <a:ext cx="500625" cy="3004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15095D-14EC-43C9-A858-2722550B425A}">
      <dsp:nvSpPr>
        <dsp:cNvPr id="0" name=""/>
        <dsp:cNvSpPr/>
      </dsp:nvSpPr>
      <dsp:spPr>
        <a:xfrm>
          <a:off x="452885" y="970220"/>
          <a:ext cx="6322006" cy="76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0" tIns="81300" rIns="81300" bIns="81300" numCol="1" spcCol="1270" anchor="ctr" anchorCtr="0">
          <a:noAutofit/>
        </a:bodyPr>
        <a:lstStyle/>
        <a:p>
          <a:pPr marL="0" lvl="0" indent="0" algn="l" defTabSz="800100">
            <a:lnSpc>
              <a:spcPct val="100000"/>
            </a:lnSpc>
            <a:spcBef>
              <a:spcPct val="0"/>
            </a:spcBef>
            <a:spcAft>
              <a:spcPct val="35000"/>
            </a:spcAft>
            <a:buNone/>
          </a:pPr>
          <a:r>
            <a:rPr lang="en-US" sz="1800" b="1" kern="1200"/>
            <a:t>Ensure that you have all appropriate equipment, tools and material to safely do the job. </a:t>
          </a:r>
        </a:p>
      </dsp:txBody>
      <dsp:txXfrm>
        <a:off x="452885" y="970220"/>
        <a:ext cx="6322006" cy="768190"/>
      </dsp:txXfrm>
    </dsp:sp>
    <dsp:sp modelId="{B47E7F36-B30F-4F93-832A-1008C98672AD}">
      <dsp:nvSpPr>
        <dsp:cNvPr id="0" name=""/>
        <dsp:cNvSpPr/>
      </dsp:nvSpPr>
      <dsp:spPr>
        <a:xfrm>
          <a:off x="-67005" y="1930458"/>
          <a:ext cx="6853616" cy="5462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C0A13F-AE13-4FE6-9329-8D30D28F98A8}">
      <dsp:nvSpPr>
        <dsp:cNvPr id="0" name=""/>
        <dsp:cNvSpPr/>
      </dsp:nvSpPr>
      <dsp:spPr>
        <a:xfrm>
          <a:off x="66749" y="2053369"/>
          <a:ext cx="364018" cy="3004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DAE392-4D42-44A4-B46B-5AAA69DC707B}">
      <dsp:nvSpPr>
        <dsp:cNvPr id="0" name=""/>
        <dsp:cNvSpPr/>
      </dsp:nvSpPr>
      <dsp:spPr>
        <a:xfrm>
          <a:off x="307156" y="1930458"/>
          <a:ext cx="6613464" cy="76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0" tIns="81300" rIns="81300" bIns="81300" numCol="1" spcCol="1270" anchor="ctr" anchorCtr="0">
          <a:noAutofit/>
        </a:bodyPr>
        <a:lstStyle/>
        <a:p>
          <a:pPr marL="0" lvl="0" indent="0" algn="l" defTabSz="800100">
            <a:lnSpc>
              <a:spcPct val="100000"/>
            </a:lnSpc>
            <a:spcBef>
              <a:spcPct val="0"/>
            </a:spcBef>
            <a:spcAft>
              <a:spcPct val="35000"/>
            </a:spcAft>
            <a:buNone/>
          </a:pPr>
          <a:r>
            <a:rPr lang="en-US" sz="1800" b="1" kern="1200" dirty="0"/>
            <a:t>Inspect all equipment, tools and material before use. Make certain the item is in good working condition and is appropriate for the task.</a:t>
          </a:r>
        </a:p>
      </dsp:txBody>
      <dsp:txXfrm>
        <a:off x="307156" y="1930458"/>
        <a:ext cx="6613464" cy="768190"/>
      </dsp:txXfrm>
    </dsp:sp>
    <dsp:sp modelId="{C461C8A2-7DBE-4506-9DD2-CE3CD16F8241}">
      <dsp:nvSpPr>
        <dsp:cNvPr id="0" name=""/>
        <dsp:cNvSpPr/>
      </dsp:nvSpPr>
      <dsp:spPr>
        <a:xfrm>
          <a:off x="-67005" y="2890697"/>
          <a:ext cx="6853616" cy="5462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F159E7-0987-442A-8C2B-0A383FEE6769}">
      <dsp:nvSpPr>
        <dsp:cNvPr id="0" name=""/>
        <dsp:cNvSpPr/>
      </dsp:nvSpPr>
      <dsp:spPr>
        <a:xfrm>
          <a:off x="66749" y="3013607"/>
          <a:ext cx="364018" cy="3004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D55BA2-4FC2-4378-B9AD-C9CB9AEBD0AD}">
      <dsp:nvSpPr>
        <dsp:cNvPr id="0" name=""/>
        <dsp:cNvSpPr/>
      </dsp:nvSpPr>
      <dsp:spPr>
        <a:xfrm>
          <a:off x="452885" y="2890697"/>
          <a:ext cx="6322006" cy="76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0" tIns="81300" rIns="81300" bIns="81300" numCol="1" spcCol="1270" anchor="ctr" anchorCtr="0">
          <a:noAutofit/>
        </a:bodyPr>
        <a:lstStyle/>
        <a:p>
          <a:pPr marL="0" lvl="0" indent="0" algn="l" defTabSz="800100">
            <a:lnSpc>
              <a:spcPct val="100000"/>
            </a:lnSpc>
            <a:spcBef>
              <a:spcPct val="0"/>
            </a:spcBef>
            <a:spcAft>
              <a:spcPct val="35000"/>
            </a:spcAft>
            <a:buNone/>
          </a:pPr>
          <a:r>
            <a:rPr lang="en-US" sz="1800" b="1" kern="1200"/>
            <a:t>Make certain that you have enough space to complete the job. Many injuries are caused because employees didn’t have sufficient room to do a job.</a:t>
          </a:r>
        </a:p>
      </dsp:txBody>
      <dsp:txXfrm>
        <a:off x="452885" y="2890697"/>
        <a:ext cx="6322006" cy="768190"/>
      </dsp:txXfrm>
    </dsp:sp>
    <dsp:sp modelId="{6D88C204-6676-46A7-BAE3-ADAE47DE5B14}">
      <dsp:nvSpPr>
        <dsp:cNvPr id="0" name=""/>
        <dsp:cNvSpPr/>
      </dsp:nvSpPr>
      <dsp:spPr>
        <a:xfrm>
          <a:off x="-67005" y="3850935"/>
          <a:ext cx="6853616" cy="5462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8A074F-6FC9-4AE5-B0EF-DD635CBFD9BB}">
      <dsp:nvSpPr>
        <dsp:cNvPr id="0" name=""/>
        <dsp:cNvSpPr/>
      </dsp:nvSpPr>
      <dsp:spPr>
        <a:xfrm>
          <a:off x="66749" y="3973846"/>
          <a:ext cx="364018" cy="30044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878D93-D35A-41D5-A469-A69FA03EB811}">
      <dsp:nvSpPr>
        <dsp:cNvPr id="0" name=""/>
        <dsp:cNvSpPr/>
      </dsp:nvSpPr>
      <dsp:spPr>
        <a:xfrm>
          <a:off x="452885" y="3850935"/>
          <a:ext cx="6322006" cy="76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0" tIns="81300" rIns="81300" bIns="81300" numCol="1" spcCol="1270" anchor="ctr" anchorCtr="0">
          <a:noAutofit/>
        </a:bodyPr>
        <a:lstStyle/>
        <a:p>
          <a:pPr marL="0" lvl="0" indent="0" algn="l" defTabSz="800100">
            <a:lnSpc>
              <a:spcPct val="100000"/>
            </a:lnSpc>
            <a:spcBef>
              <a:spcPct val="0"/>
            </a:spcBef>
            <a:spcAft>
              <a:spcPct val="35000"/>
            </a:spcAft>
            <a:buNone/>
          </a:pPr>
          <a:r>
            <a:rPr lang="en-US" sz="1800" b="1" kern="1200"/>
            <a:t>Injuries occur everyday because employees choose not to say anything about known hazards. </a:t>
          </a:r>
        </a:p>
      </dsp:txBody>
      <dsp:txXfrm>
        <a:off x="452885" y="3850935"/>
        <a:ext cx="6322006" cy="768190"/>
      </dsp:txXfrm>
    </dsp:sp>
    <dsp:sp modelId="{EBC0DEDC-66DB-4B8E-8896-379C5D6BCD7A}">
      <dsp:nvSpPr>
        <dsp:cNvPr id="0" name=""/>
        <dsp:cNvSpPr/>
      </dsp:nvSpPr>
      <dsp:spPr>
        <a:xfrm>
          <a:off x="-67005" y="4811174"/>
          <a:ext cx="6853616" cy="5462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B5D668-6F57-40E0-B736-0638732DED09}">
      <dsp:nvSpPr>
        <dsp:cNvPr id="0" name=""/>
        <dsp:cNvSpPr/>
      </dsp:nvSpPr>
      <dsp:spPr>
        <a:xfrm>
          <a:off x="66749" y="4934084"/>
          <a:ext cx="364018" cy="30044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1D3D3B-C9A2-4A47-A5EC-3CF19804E1D3}">
      <dsp:nvSpPr>
        <dsp:cNvPr id="0" name=""/>
        <dsp:cNvSpPr/>
      </dsp:nvSpPr>
      <dsp:spPr>
        <a:xfrm>
          <a:off x="452885" y="4811174"/>
          <a:ext cx="6322006" cy="76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0" tIns="81300" rIns="81300" bIns="81300" numCol="1" spcCol="1270" anchor="ctr" anchorCtr="0">
          <a:noAutofit/>
        </a:bodyPr>
        <a:lstStyle/>
        <a:p>
          <a:pPr marL="0" lvl="0" indent="0" algn="l" defTabSz="800100">
            <a:lnSpc>
              <a:spcPct val="100000"/>
            </a:lnSpc>
            <a:spcBef>
              <a:spcPct val="0"/>
            </a:spcBef>
            <a:spcAft>
              <a:spcPct val="35000"/>
            </a:spcAft>
            <a:buNone/>
          </a:pPr>
          <a:r>
            <a:rPr lang="en-US" sz="1800" b="1" kern="1200"/>
            <a:t>Employees identifying unsafe conditions should cease their activity and report the condition to their immediate supervisor for corrective action.</a:t>
          </a:r>
        </a:p>
      </dsp:txBody>
      <dsp:txXfrm>
        <a:off x="452885" y="4811174"/>
        <a:ext cx="6322006" cy="76819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CC92E5-D450-4EE9-B2FF-15E73CD86C82}">
      <dsp:nvSpPr>
        <dsp:cNvPr id="0" name=""/>
        <dsp:cNvSpPr/>
      </dsp:nvSpPr>
      <dsp:spPr>
        <a:xfrm>
          <a:off x="2672229" y="535503"/>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866801" y="579012"/>
        <a:ext cx="22091" cy="4422"/>
      </dsp:txXfrm>
    </dsp:sp>
    <dsp:sp modelId="{606524E9-F0EC-4164-8A17-7A7510EFEDC8}">
      <dsp:nvSpPr>
        <dsp:cNvPr id="0" name=""/>
        <dsp:cNvSpPr/>
      </dsp:nvSpPr>
      <dsp:spPr>
        <a:xfrm>
          <a:off x="753011" y="4917"/>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a:t>Lifting equipment</a:t>
          </a:r>
          <a:endParaRPr lang="en-US" sz="2000" kern="1200"/>
        </a:p>
      </dsp:txBody>
      <dsp:txXfrm>
        <a:off x="753011" y="4917"/>
        <a:ext cx="1921018" cy="1152611"/>
      </dsp:txXfrm>
    </dsp:sp>
    <dsp:sp modelId="{C6A7A5FD-FA59-4107-9596-975CB6B73577}">
      <dsp:nvSpPr>
        <dsp:cNvPr id="0" name=""/>
        <dsp:cNvSpPr/>
      </dsp:nvSpPr>
      <dsp:spPr>
        <a:xfrm>
          <a:off x="5035082" y="535503"/>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29654" y="579012"/>
        <a:ext cx="22091" cy="4422"/>
      </dsp:txXfrm>
    </dsp:sp>
    <dsp:sp modelId="{03ECDCFA-572D-41B3-82B4-D5BFA19C932F}">
      <dsp:nvSpPr>
        <dsp:cNvPr id="0" name=""/>
        <dsp:cNvSpPr/>
      </dsp:nvSpPr>
      <dsp:spPr>
        <a:xfrm>
          <a:off x="3115864" y="4917"/>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Pressure systems</a:t>
          </a:r>
          <a:endParaRPr lang="en-US" sz="2000" kern="1200" dirty="0"/>
        </a:p>
      </dsp:txBody>
      <dsp:txXfrm>
        <a:off x="3115864" y="4917"/>
        <a:ext cx="1921018" cy="1152611"/>
      </dsp:txXfrm>
    </dsp:sp>
    <dsp:sp modelId="{8084F37B-8046-49E0-A334-1A8D07488100}">
      <dsp:nvSpPr>
        <dsp:cNvPr id="0" name=""/>
        <dsp:cNvSpPr/>
      </dsp:nvSpPr>
      <dsp:spPr>
        <a:xfrm>
          <a:off x="7397935" y="535503"/>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7592507" y="579012"/>
        <a:ext cx="22091" cy="4422"/>
      </dsp:txXfrm>
    </dsp:sp>
    <dsp:sp modelId="{94A7FC68-DC47-4B3A-B788-77BEA982059E}">
      <dsp:nvSpPr>
        <dsp:cNvPr id="0" name=""/>
        <dsp:cNvSpPr/>
      </dsp:nvSpPr>
      <dsp:spPr>
        <a:xfrm>
          <a:off x="5478717" y="4917"/>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Overhead electric lines</a:t>
          </a:r>
          <a:endParaRPr lang="en-US" sz="2000" kern="1200" dirty="0"/>
        </a:p>
      </dsp:txBody>
      <dsp:txXfrm>
        <a:off x="5478717" y="4917"/>
        <a:ext cx="1921018" cy="1152611"/>
      </dsp:txXfrm>
    </dsp:sp>
    <dsp:sp modelId="{047254BA-0BF4-4B1E-BE0D-A97AF341CF5D}">
      <dsp:nvSpPr>
        <dsp:cNvPr id="0" name=""/>
        <dsp:cNvSpPr/>
      </dsp:nvSpPr>
      <dsp:spPr>
        <a:xfrm>
          <a:off x="1713520" y="1155729"/>
          <a:ext cx="7088559" cy="411234"/>
        </a:xfrm>
        <a:custGeom>
          <a:avLst/>
          <a:gdLst/>
          <a:ahLst/>
          <a:cxnLst/>
          <a:rect l="0" t="0" r="0" b="0"/>
          <a:pathLst>
            <a:path>
              <a:moveTo>
                <a:pt x="7088559" y="0"/>
              </a:moveTo>
              <a:lnTo>
                <a:pt x="7088559" y="222717"/>
              </a:lnTo>
              <a:lnTo>
                <a:pt x="0" y="222717"/>
              </a:lnTo>
              <a:lnTo>
                <a:pt x="0" y="411234"/>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080242" y="1359134"/>
        <a:ext cx="355115" cy="4422"/>
      </dsp:txXfrm>
    </dsp:sp>
    <dsp:sp modelId="{88DA12AD-10D3-4708-BF98-966F2A78F589}">
      <dsp:nvSpPr>
        <dsp:cNvPr id="0" name=""/>
        <dsp:cNvSpPr/>
      </dsp:nvSpPr>
      <dsp:spPr>
        <a:xfrm>
          <a:off x="7841570" y="4917"/>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Electrical incidents causing explosion or fire</a:t>
          </a:r>
          <a:endParaRPr lang="en-US" sz="2000" kern="1200" dirty="0"/>
        </a:p>
      </dsp:txBody>
      <dsp:txXfrm>
        <a:off x="7841570" y="4917"/>
        <a:ext cx="1921018" cy="1152611"/>
      </dsp:txXfrm>
    </dsp:sp>
    <dsp:sp modelId="{1432E7D9-A1AD-4A25-A937-9ED319B77DF5}">
      <dsp:nvSpPr>
        <dsp:cNvPr id="0" name=""/>
        <dsp:cNvSpPr/>
      </dsp:nvSpPr>
      <dsp:spPr>
        <a:xfrm>
          <a:off x="2672229" y="2129949"/>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866801" y="2173457"/>
        <a:ext cx="22091" cy="4422"/>
      </dsp:txXfrm>
    </dsp:sp>
    <dsp:sp modelId="{F8B39FD4-9247-4468-8176-DA55251EA892}">
      <dsp:nvSpPr>
        <dsp:cNvPr id="0" name=""/>
        <dsp:cNvSpPr/>
      </dsp:nvSpPr>
      <dsp:spPr>
        <a:xfrm>
          <a:off x="753011" y="1599363"/>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 Explosions, biological agents</a:t>
          </a:r>
          <a:endParaRPr lang="en-US" sz="2000" kern="1200" dirty="0"/>
        </a:p>
      </dsp:txBody>
      <dsp:txXfrm>
        <a:off x="753011" y="1599363"/>
        <a:ext cx="1921018" cy="1152611"/>
      </dsp:txXfrm>
    </dsp:sp>
    <dsp:sp modelId="{CD6168E2-E249-458C-B944-160AD497037C}">
      <dsp:nvSpPr>
        <dsp:cNvPr id="0" name=""/>
        <dsp:cNvSpPr/>
      </dsp:nvSpPr>
      <dsp:spPr>
        <a:xfrm>
          <a:off x="5035082" y="2129949"/>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29654" y="2173457"/>
        <a:ext cx="22091" cy="4422"/>
      </dsp:txXfrm>
    </dsp:sp>
    <dsp:sp modelId="{A69A8C1C-5669-4EAA-B703-4425D4EC93DA}">
      <dsp:nvSpPr>
        <dsp:cNvPr id="0" name=""/>
        <dsp:cNvSpPr/>
      </dsp:nvSpPr>
      <dsp:spPr>
        <a:xfrm>
          <a:off x="3115864" y="1599363"/>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Radiation generators and radiography</a:t>
          </a:r>
          <a:endParaRPr lang="en-US" sz="2000" kern="1200" dirty="0"/>
        </a:p>
      </dsp:txBody>
      <dsp:txXfrm>
        <a:off x="3115864" y="1599363"/>
        <a:ext cx="1921018" cy="1152611"/>
      </dsp:txXfrm>
    </dsp:sp>
    <dsp:sp modelId="{B4B9A708-911A-4E1F-A106-8DA26A5B9FB1}">
      <dsp:nvSpPr>
        <dsp:cNvPr id="0" name=""/>
        <dsp:cNvSpPr/>
      </dsp:nvSpPr>
      <dsp:spPr>
        <a:xfrm>
          <a:off x="7397935" y="2129949"/>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7592507" y="2173457"/>
        <a:ext cx="22091" cy="4422"/>
      </dsp:txXfrm>
    </dsp:sp>
    <dsp:sp modelId="{7FC66571-00E5-402C-A278-00769527B05C}">
      <dsp:nvSpPr>
        <dsp:cNvPr id="0" name=""/>
        <dsp:cNvSpPr/>
      </dsp:nvSpPr>
      <dsp:spPr>
        <a:xfrm>
          <a:off x="5478717" y="1599363"/>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Breathing apparatus</a:t>
          </a:r>
          <a:endParaRPr lang="en-US" sz="2000" kern="1200" dirty="0"/>
        </a:p>
      </dsp:txBody>
      <dsp:txXfrm>
        <a:off x="5478717" y="1599363"/>
        <a:ext cx="1921018" cy="1152611"/>
      </dsp:txXfrm>
    </dsp:sp>
    <dsp:sp modelId="{9E64879A-BE7B-459A-BDE3-F71CACE84686}">
      <dsp:nvSpPr>
        <dsp:cNvPr id="0" name=""/>
        <dsp:cNvSpPr/>
      </dsp:nvSpPr>
      <dsp:spPr>
        <a:xfrm>
          <a:off x="1713520" y="2750174"/>
          <a:ext cx="7088559" cy="411234"/>
        </a:xfrm>
        <a:custGeom>
          <a:avLst/>
          <a:gdLst/>
          <a:ahLst/>
          <a:cxnLst/>
          <a:rect l="0" t="0" r="0" b="0"/>
          <a:pathLst>
            <a:path>
              <a:moveTo>
                <a:pt x="7088559" y="0"/>
              </a:moveTo>
              <a:lnTo>
                <a:pt x="7088559" y="222717"/>
              </a:lnTo>
              <a:lnTo>
                <a:pt x="0" y="222717"/>
              </a:lnTo>
              <a:lnTo>
                <a:pt x="0" y="411234"/>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080242" y="2953580"/>
        <a:ext cx="355115" cy="4422"/>
      </dsp:txXfrm>
    </dsp:sp>
    <dsp:sp modelId="{F46B8D85-2DE6-4331-A787-2619FBB3F71E}">
      <dsp:nvSpPr>
        <dsp:cNvPr id="0" name=""/>
        <dsp:cNvSpPr/>
      </dsp:nvSpPr>
      <dsp:spPr>
        <a:xfrm>
          <a:off x="7841570" y="1599363"/>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 Diving operations</a:t>
          </a:r>
          <a:endParaRPr lang="en-US" sz="2000" kern="1200" dirty="0"/>
        </a:p>
      </dsp:txBody>
      <dsp:txXfrm>
        <a:off x="7841570" y="1599363"/>
        <a:ext cx="1921018" cy="1152611"/>
      </dsp:txXfrm>
    </dsp:sp>
    <dsp:sp modelId="{5E1F432E-EBDF-45E7-BF01-F39AC5C297BB}">
      <dsp:nvSpPr>
        <dsp:cNvPr id="0" name=""/>
        <dsp:cNvSpPr/>
      </dsp:nvSpPr>
      <dsp:spPr>
        <a:xfrm>
          <a:off x="2672229" y="3724394"/>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866801" y="3767903"/>
        <a:ext cx="22091" cy="4422"/>
      </dsp:txXfrm>
    </dsp:sp>
    <dsp:sp modelId="{B3ECCD28-BDE3-4C5E-92DE-5C8239ADA4F1}">
      <dsp:nvSpPr>
        <dsp:cNvPr id="0" name=""/>
        <dsp:cNvSpPr/>
      </dsp:nvSpPr>
      <dsp:spPr>
        <a:xfrm>
          <a:off x="753011" y="3193808"/>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Collapse of scaffolding</a:t>
          </a:r>
          <a:endParaRPr lang="en-US" sz="2000" kern="1200" dirty="0"/>
        </a:p>
      </dsp:txBody>
      <dsp:txXfrm>
        <a:off x="753011" y="3193808"/>
        <a:ext cx="1921018" cy="1152611"/>
      </dsp:txXfrm>
    </dsp:sp>
    <dsp:sp modelId="{2C6F9E9D-E018-4F34-857C-213A89B00744}">
      <dsp:nvSpPr>
        <dsp:cNvPr id="0" name=""/>
        <dsp:cNvSpPr/>
      </dsp:nvSpPr>
      <dsp:spPr>
        <a:xfrm>
          <a:off x="5035082" y="3724394"/>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29654" y="3767903"/>
        <a:ext cx="22091" cy="4422"/>
      </dsp:txXfrm>
    </dsp:sp>
    <dsp:sp modelId="{4F57E20C-D086-414E-AABB-D76D455881FA}">
      <dsp:nvSpPr>
        <dsp:cNvPr id="0" name=""/>
        <dsp:cNvSpPr/>
      </dsp:nvSpPr>
      <dsp:spPr>
        <a:xfrm>
          <a:off x="3115864" y="3193808"/>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 Train collisions</a:t>
          </a:r>
          <a:endParaRPr lang="en-US" sz="2000" kern="1200" dirty="0"/>
        </a:p>
      </dsp:txBody>
      <dsp:txXfrm>
        <a:off x="3115864" y="3193808"/>
        <a:ext cx="1921018" cy="1152611"/>
      </dsp:txXfrm>
    </dsp:sp>
    <dsp:sp modelId="{AE2D40FB-94F7-45A0-A40B-F7272D68889F}">
      <dsp:nvSpPr>
        <dsp:cNvPr id="0" name=""/>
        <dsp:cNvSpPr/>
      </dsp:nvSpPr>
      <dsp:spPr>
        <a:xfrm>
          <a:off x="7397935" y="3724394"/>
          <a:ext cx="411234" cy="91440"/>
        </a:xfrm>
        <a:custGeom>
          <a:avLst/>
          <a:gdLst/>
          <a:ahLst/>
          <a:cxnLst/>
          <a:rect l="0" t="0" r="0" b="0"/>
          <a:pathLst>
            <a:path>
              <a:moveTo>
                <a:pt x="0" y="45720"/>
              </a:moveTo>
              <a:lnTo>
                <a:pt x="411234"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7592507" y="3767903"/>
        <a:ext cx="22091" cy="4422"/>
      </dsp:txXfrm>
    </dsp:sp>
    <dsp:sp modelId="{E6233184-BC49-48E8-BA58-57A9A662C8EB}">
      <dsp:nvSpPr>
        <dsp:cNvPr id="0" name=""/>
        <dsp:cNvSpPr/>
      </dsp:nvSpPr>
      <dsp:spPr>
        <a:xfrm>
          <a:off x="5478717" y="3193808"/>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 Wells</a:t>
          </a:r>
          <a:endParaRPr lang="en-US" sz="2000" kern="1200" dirty="0"/>
        </a:p>
      </dsp:txBody>
      <dsp:txXfrm>
        <a:off x="5478717" y="3193808"/>
        <a:ext cx="1921018" cy="1152611"/>
      </dsp:txXfrm>
    </dsp:sp>
    <dsp:sp modelId="{8E7E32F6-CE7F-4D33-8E0C-2FC877CC3F62}">
      <dsp:nvSpPr>
        <dsp:cNvPr id="0" name=""/>
        <dsp:cNvSpPr/>
      </dsp:nvSpPr>
      <dsp:spPr>
        <a:xfrm>
          <a:off x="7841570" y="3193808"/>
          <a:ext cx="1921018" cy="1152611"/>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889000">
            <a:lnSpc>
              <a:spcPct val="90000"/>
            </a:lnSpc>
            <a:spcBef>
              <a:spcPct val="0"/>
            </a:spcBef>
            <a:spcAft>
              <a:spcPct val="35000"/>
            </a:spcAft>
            <a:buNone/>
          </a:pPr>
          <a:r>
            <a:rPr lang="en-GB" sz="2000" b="0" i="0" kern="1200" baseline="0" dirty="0"/>
            <a:t> Pipelines or pipeline works</a:t>
          </a:r>
          <a:endParaRPr lang="en-US" sz="2000" kern="1200" dirty="0"/>
        </a:p>
      </dsp:txBody>
      <dsp:txXfrm>
        <a:off x="7841570" y="3193808"/>
        <a:ext cx="1921018" cy="115261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5DAB9-2FDC-4D4F-BE6D-4A2DC8334877}">
      <dsp:nvSpPr>
        <dsp:cNvPr id="0" name=""/>
        <dsp:cNvSpPr/>
      </dsp:nvSpPr>
      <dsp:spPr>
        <a:xfrm>
          <a:off x="0" y="2124"/>
          <a:ext cx="10515600"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1270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7203C18-41E3-4029-B38D-2CF791AD13E9}">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It includes the category of accidents which is little complicated than of minor accidents.</a:t>
          </a:r>
        </a:p>
      </dsp:txBody>
      <dsp:txXfrm>
        <a:off x="0" y="2124"/>
        <a:ext cx="10515600" cy="1449029"/>
      </dsp:txXfrm>
    </dsp:sp>
    <dsp:sp modelId="{FEED9E6C-0EE6-4818-A45A-9A7271ED00CE}">
      <dsp:nvSpPr>
        <dsp:cNvPr id="0" name=""/>
        <dsp:cNvSpPr/>
      </dsp:nvSpPr>
      <dsp:spPr>
        <a:xfrm>
          <a:off x="0" y="1451154"/>
          <a:ext cx="10515600"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1270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3EC525B-8309-41DF-8C1F-79C0D4377735}">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Here the  injuries caused to the worker prevent him from working for the period of 48 hours or more.</a:t>
          </a:r>
        </a:p>
      </dsp:txBody>
      <dsp:txXfrm>
        <a:off x="0" y="1451154"/>
        <a:ext cx="10515600" cy="1449029"/>
      </dsp:txXfrm>
    </dsp:sp>
    <dsp:sp modelId="{19CD6B5F-741A-43BD-B5C3-869E1719FA2A}">
      <dsp:nvSpPr>
        <dsp:cNvPr id="0" name=""/>
        <dsp:cNvSpPr/>
      </dsp:nvSpPr>
      <dsp:spPr>
        <a:xfrm>
          <a:off x="0" y="2900183"/>
          <a:ext cx="10515600"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1270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BE5A994-189B-48A6-BB73-86AC0AA6025C}">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Here supervisor is responsible to report to the higher management and arrange another worker so that the production could not be affected.</a:t>
          </a:r>
        </a:p>
      </dsp:txBody>
      <dsp:txXfrm>
        <a:off x="0" y="2900183"/>
        <a:ext cx="10515600" cy="144902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7C4FF-ECA4-4D40-AD43-657FA07B9B3B}">
      <dsp:nvSpPr>
        <dsp:cNvPr id="0" name=""/>
        <dsp:cNvSpPr/>
      </dsp:nvSpPr>
      <dsp:spPr>
        <a:xfrm>
          <a:off x="0" y="123405"/>
          <a:ext cx="1186850"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FB3AD9-5B75-429A-AC6A-BD8E050DF574}">
      <dsp:nvSpPr>
        <dsp:cNvPr id="0" name=""/>
        <dsp:cNvSpPr/>
      </dsp:nvSpPr>
      <dsp:spPr>
        <a:xfrm>
          <a:off x="170453" y="278494"/>
          <a:ext cx="688373"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256884-917E-4AB9-B71C-9384000985E2}">
      <dsp:nvSpPr>
        <dsp:cNvPr id="0" name=""/>
        <dsp:cNvSpPr/>
      </dsp:nvSpPr>
      <dsp:spPr>
        <a:xfrm>
          <a:off x="1357256" y="123405"/>
          <a:ext cx="290065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Management does not establish a comprehensive safety policy.</a:t>
          </a:r>
        </a:p>
      </dsp:txBody>
      <dsp:txXfrm>
        <a:off x="1357256" y="123405"/>
        <a:ext cx="2900657" cy="897246"/>
      </dsp:txXfrm>
    </dsp:sp>
    <dsp:sp modelId="{86D3F5C3-A26C-4A2F-A579-EB1171431A2E}">
      <dsp:nvSpPr>
        <dsp:cNvPr id="0" name=""/>
        <dsp:cNvSpPr/>
      </dsp:nvSpPr>
      <dsp:spPr>
        <a:xfrm>
          <a:off x="5201074" y="90072"/>
          <a:ext cx="1186850"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2D134-FBDC-4A8F-9291-FE35BB376BA0}">
      <dsp:nvSpPr>
        <dsp:cNvPr id="0" name=""/>
        <dsp:cNvSpPr/>
      </dsp:nvSpPr>
      <dsp:spPr>
        <a:xfrm>
          <a:off x="5450313" y="278494"/>
          <a:ext cx="688373"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94ACE0-D6D4-4A67-9E3C-89DD288BD367}">
      <dsp:nvSpPr>
        <dsp:cNvPr id="0" name=""/>
        <dsp:cNvSpPr/>
      </dsp:nvSpPr>
      <dsp:spPr>
        <a:xfrm>
          <a:off x="6843583" y="354266"/>
          <a:ext cx="2797575"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Responsibility and authority with regard to safety are not clearly defined.</a:t>
          </a:r>
        </a:p>
      </dsp:txBody>
      <dsp:txXfrm>
        <a:off x="6843583" y="354266"/>
        <a:ext cx="2797575" cy="897246"/>
      </dsp:txXfrm>
    </dsp:sp>
    <dsp:sp modelId="{986BA8EF-3A5C-4F01-A326-75A904AE1226}">
      <dsp:nvSpPr>
        <dsp:cNvPr id="0" name=""/>
        <dsp:cNvSpPr/>
      </dsp:nvSpPr>
      <dsp:spPr>
        <a:xfrm>
          <a:off x="41139" y="1752375"/>
          <a:ext cx="1186850"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64DE5B-96AC-4D82-BBEC-18D9A091CA1F}">
      <dsp:nvSpPr>
        <dsp:cNvPr id="0" name=""/>
        <dsp:cNvSpPr/>
      </dsp:nvSpPr>
      <dsp:spPr>
        <a:xfrm>
          <a:off x="416474" y="1911049"/>
          <a:ext cx="688373"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966F64-6DFC-45F3-BB7F-0949F4F0D846}">
      <dsp:nvSpPr>
        <dsp:cNvPr id="0" name=""/>
        <dsp:cNvSpPr/>
      </dsp:nvSpPr>
      <dsp:spPr>
        <a:xfrm>
          <a:off x="1398402" y="1727045"/>
          <a:ext cx="3967664"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Safety procedures such as measurement, inspection, correction and investigation are ignored or given insufficient attention.</a:t>
          </a:r>
        </a:p>
      </dsp:txBody>
      <dsp:txXfrm>
        <a:off x="1398402" y="1727045"/>
        <a:ext cx="3967664" cy="897246"/>
      </dsp:txXfrm>
    </dsp:sp>
    <dsp:sp modelId="{FB4ABB91-3B37-42B5-8067-FDE2F19CAABA}">
      <dsp:nvSpPr>
        <dsp:cNvPr id="0" name=""/>
        <dsp:cNvSpPr/>
      </dsp:nvSpPr>
      <dsp:spPr>
        <a:xfrm>
          <a:off x="6424129" y="1722622"/>
          <a:ext cx="1186850"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79DAAB-A89D-4B4C-A9CE-F31B612CB922}">
      <dsp:nvSpPr>
        <dsp:cNvPr id="0" name=""/>
        <dsp:cNvSpPr/>
      </dsp:nvSpPr>
      <dsp:spPr>
        <a:xfrm>
          <a:off x="6688353" y="1911049"/>
          <a:ext cx="688373"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D52C85-895C-4C0F-B832-FA06B3883A6F}">
      <dsp:nvSpPr>
        <dsp:cNvPr id="0" name=""/>
        <dsp:cNvSpPr/>
      </dsp:nvSpPr>
      <dsp:spPr>
        <a:xfrm>
          <a:off x="7718024" y="1628088"/>
          <a:ext cx="2797575"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Employees do not receive proper orientation.</a:t>
          </a:r>
        </a:p>
      </dsp:txBody>
      <dsp:txXfrm>
        <a:off x="7718024" y="1628088"/>
        <a:ext cx="2797575" cy="897246"/>
      </dsp:txXfrm>
    </dsp:sp>
    <dsp:sp modelId="{05011F91-9E39-4416-A5D2-6CB24490E25A}">
      <dsp:nvSpPr>
        <dsp:cNvPr id="0" name=""/>
        <dsp:cNvSpPr/>
      </dsp:nvSpPr>
      <dsp:spPr>
        <a:xfrm>
          <a:off x="1090450" y="3364019"/>
          <a:ext cx="1186850"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5E44F3-AA81-4D4D-9272-4949C3DAE7F4}">
      <dsp:nvSpPr>
        <dsp:cNvPr id="0" name=""/>
        <dsp:cNvSpPr/>
      </dsp:nvSpPr>
      <dsp:spPr>
        <a:xfrm>
          <a:off x="1339689" y="3552441"/>
          <a:ext cx="688373"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251D67-8DB2-4FBC-BD43-8AC8C339C375}">
      <dsp:nvSpPr>
        <dsp:cNvPr id="0" name=""/>
        <dsp:cNvSpPr/>
      </dsp:nvSpPr>
      <dsp:spPr>
        <a:xfrm>
          <a:off x="2460216" y="3454092"/>
          <a:ext cx="2797575"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Employees are not given sufficient safety training.</a:t>
          </a:r>
        </a:p>
      </dsp:txBody>
      <dsp:txXfrm>
        <a:off x="2460216" y="3454092"/>
        <a:ext cx="2797575" cy="89724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4A8EA8-3106-41F8-9D7E-F5B23E29569A}">
      <dsp:nvSpPr>
        <dsp:cNvPr id="0" name=""/>
        <dsp:cNvSpPr/>
      </dsp:nvSpPr>
      <dsp:spPr>
        <a:xfrm>
          <a:off x="0" y="5214"/>
          <a:ext cx="7559504" cy="15103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kern="1200" dirty="0">
              <a:solidFill>
                <a:schemeClr val="tx1"/>
              </a:solidFill>
            </a:rPr>
            <a:t>AGENT : Hazardous conditions, actions, exposures ( </a:t>
          </a:r>
          <a:r>
            <a:rPr lang="en-GB" sz="2700" b="1" kern="1200" dirty="0" err="1">
              <a:solidFill>
                <a:schemeClr val="tx1"/>
              </a:solidFill>
            </a:rPr>
            <a:t>eg</a:t>
          </a:r>
          <a:r>
            <a:rPr lang="en-GB" sz="2700" b="1" kern="1200" dirty="0">
              <a:solidFill>
                <a:schemeClr val="tx1"/>
              </a:solidFill>
            </a:rPr>
            <a:t>: chemicals)</a:t>
          </a:r>
          <a:endParaRPr lang="en-US" sz="2700" b="1" kern="1200" dirty="0">
            <a:solidFill>
              <a:schemeClr val="tx1"/>
            </a:solidFill>
          </a:endParaRPr>
        </a:p>
      </dsp:txBody>
      <dsp:txXfrm>
        <a:off x="73731" y="78945"/>
        <a:ext cx="7412042" cy="1362934"/>
      </dsp:txXfrm>
    </dsp:sp>
    <dsp:sp modelId="{ED876506-B9F4-4F2D-B768-54FF9BE5813E}">
      <dsp:nvSpPr>
        <dsp:cNvPr id="0" name=""/>
        <dsp:cNvSpPr/>
      </dsp:nvSpPr>
      <dsp:spPr>
        <a:xfrm>
          <a:off x="0" y="1593371"/>
          <a:ext cx="7559504" cy="1510396"/>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kern="1200">
              <a:solidFill>
                <a:schemeClr val="tx1"/>
              </a:solidFill>
            </a:rPr>
            <a:t>HOST : workers, more or less susceptible to injury due to individual factors (training, experience, health)</a:t>
          </a:r>
          <a:endParaRPr lang="en-US" sz="2700" b="1" kern="1200">
            <a:solidFill>
              <a:schemeClr val="tx1"/>
            </a:solidFill>
          </a:endParaRPr>
        </a:p>
      </dsp:txBody>
      <dsp:txXfrm>
        <a:off x="73731" y="1667102"/>
        <a:ext cx="7412042" cy="1362934"/>
      </dsp:txXfrm>
    </dsp:sp>
    <dsp:sp modelId="{53387F92-1957-4106-AE87-C8D6CC41AF09}">
      <dsp:nvSpPr>
        <dsp:cNvPr id="0" name=""/>
        <dsp:cNvSpPr/>
      </dsp:nvSpPr>
      <dsp:spPr>
        <a:xfrm>
          <a:off x="0" y="3181528"/>
          <a:ext cx="7559504" cy="1510396"/>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kern="1200">
              <a:solidFill>
                <a:schemeClr val="tx1"/>
              </a:solidFill>
            </a:rPr>
            <a:t>ENVIRONMENT : workplace conditions, including physical, social</a:t>
          </a:r>
          <a:endParaRPr lang="en-US" sz="2700" b="1" kern="1200">
            <a:solidFill>
              <a:schemeClr val="tx1"/>
            </a:solidFill>
          </a:endParaRPr>
        </a:p>
      </dsp:txBody>
      <dsp:txXfrm>
        <a:off x="73731" y="3255259"/>
        <a:ext cx="7412042" cy="1362934"/>
      </dsp:txXfrm>
    </dsp:sp>
    <dsp:sp modelId="{D094BED9-6595-4220-A913-4B80683D5D88}">
      <dsp:nvSpPr>
        <dsp:cNvPr id="0" name=""/>
        <dsp:cNvSpPr/>
      </dsp:nvSpPr>
      <dsp:spPr>
        <a:xfrm>
          <a:off x="0" y="4769685"/>
          <a:ext cx="7559504" cy="1510396"/>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kern="1200">
              <a:solidFill>
                <a:schemeClr val="tx1"/>
              </a:solidFill>
            </a:rPr>
            <a:t>VECTOR: pathways or mechanism by which agents interact with hosts (equipment, processes, procedures)</a:t>
          </a:r>
          <a:endParaRPr lang="en-US" sz="2700" b="1" kern="1200">
            <a:solidFill>
              <a:schemeClr val="tx1"/>
            </a:solidFill>
          </a:endParaRPr>
        </a:p>
      </dsp:txBody>
      <dsp:txXfrm>
        <a:off x="73731" y="4843416"/>
        <a:ext cx="7412042" cy="136293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A0CF55-93EF-4684-851D-7C05D9606FEF}">
      <dsp:nvSpPr>
        <dsp:cNvPr id="0" name=""/>
        <dsp:cNvSpPr/>
      </dsp:nvSpPr>
      <dsp:spPr>
        <a:xfrm>
          <a:off x="0" y="4960"/>
          <a:ext cx="11758507" cy="14602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2C836C-05C5-4B89-B62A-057E508FC1FB}">
      <dsp:nvSpPr>
        <dsp:cNvPr id="0" name=""/>
        <dsp:cNvSpPr/>
      </dsp:nvSpPr>
      <dsp:spPr>
        <a:xfrm>
          <a:off x="441718" y="333511"/>
          <a:ext cx="803910" cy="803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CA7DAA-B13E-4439-A477-4E3A12DB4601}">
      <dsp:nvSpPr>
        <dsp:cNvPr id="0" name=""/>
        <dsp:cNvSpPr/>
      </dsp:nvSpPr>
      <dsp:spPr>
        <a:xfrm>
          <a:off x="1687347" y="4960"/>
          <a:ext cx="9823648" cy="1461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692" tIns="154692" rIns="154692" bIns="154692" numCol="1" spcCol="1270" anchor="ctr" anchorCtr="0">
          <a:noAutofit/>
        </a:bodyPr>
        <a:lstStyle/>
        <a:p>
          <a:pPr marL="0" lvl="0" indent="0" algn="just" defTabSz="1066800">
            <a:lnSpc>
              <a:spcPct val="100000"/>
            </a:lnSpc>
            <a:spcBef>
              <a:spcPct val="0"/>
            </a:spcBef>
            <a:spcAft>
              <a:spcPct val="35000"/>
            </a:spcAft>
            <a:buNone/>
          </a:pPr>
          <a:r>
            <a:rPr lang="en-US" sz="2400" kern="1200"/>
            <a:t>The key components are </a:t>
          </a:r>
          <a:r>
            <a:rPr lang="en-US" sz="2400" b="1" kern="1200"/>
            <a:t>pre-dispositional characteristics </a:t>
          </a:r>
          <a:r>
            <a:rPr lang="en-US" sz="2400" kern="1200"/>
            <a:t>and </a:t>
          </a:r>
          <a:r>
            <a:rPr lang="en-US" sz="2400" b="1" kern="1200"/>
            <a:t>situational characteristics</a:t>
          </a:r>
          <a:r>
            <a:rPr lang="en-US" sz="2400" kern="1200"/>
            <a:t>. </a:t>
          </a:r>
        </a:p>
      </dsp:txBody>
      <dsp:txXfrm>
        <a:off x="1687347" y="4960"/>
        <a:ext cx="9823648" cy="1461654"/>
      </dsp:txXfrm>
    </dsp:sp>
    <dsp:sp modelId="{4C7B1684-62D7-4AE0-AC5D-3AE109F9F5E1}">
      <dsp:nvSpPr>
        <dsp:cNvPr id="0" name=""/>
        <dsp:cNvSpPr/>
      </dsp:nvSpPr>
      <dsp:spPr>
        <a:xfrm>
          <a:off x="0" y="1751816"/>
          <a:ext cx="11758507" cy="14602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641955-B181-44E6-9D5C-8632D625407F}">
      <dsp:nvSpPr>
        <dsp:cNvPr id="0" name=""/>
        <dsp:cNvSpPr/>
      </dsp:nvSpPr>
      <dsp:spPr>
        <a:xfrm>
          <a:off x="441718" y="2080367"/>
          <a:ext cx="803910" cy="803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FBF01C-7953-4427-8136-818F94A7D599}">
      <dsp:nvSpPr>
        <dsp:cNvPr id="0" name=""/>
        <dsp:cNvSpPr/>
      </dsp:nvSpPr>
      <dsp:spPr>
        <a:xfrm>
          <a:off x="1687347" y="1751816"/>
          <a:ext cx="9823648" cy="1461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692" tIns="154692" rIns="154692" bIns="154692" numCol="1" spcCol="1270" anchor="ctr" anchorCtr="0">
          <a:noAutofit/>
        </a:bodyPr>
        <a:lstStyle/>
        <a:p>
          <a:pPr marL="0" lvl="0" indent="0" algn="just" defTabSz="1066800">
            <a:lnSpc>
              <a:spcPct val="100000"/>
            </a:lnSpc>
            <a:spcBef>
              <a:spcPct val="0"/>
            </a:spcBef>
            <a:spcAft>
              <a:spcPct val="35000"/>
            </a:spcAft>
            <a:buNone/>
          </a:pPr>
          <a:r>
            <a:rPr lang="en-US" sz="2400" kern="1200" dirty="0"/>
            <a:t>These characteristics, taken together, can either result in or prevent conditions that may result in an accident. </a:t>
          </a:r>
        </a:p>
      </dsp:txBody>
      <dsp:txXfrm>
        <a:off x="1687347" y="1751816"/>
        <a:ext cx="9823648" cy="1461654"/>
      </dsp:txXfrm>
    </dsp:sp>
    <dsp:sp modelId="{D83F4ADF-10E5-4FB7-A74B-A19882415620}">
      <dsp:nvSpPr>
        <dsp:cNvPr id="0" name=""/>
        <dsp:cNvSpPr/>
      </dsp:nvSpPr>
      <dsp:spPr>
        <a:xfrm>
          <a:off x="0" y="3498671"/>
          <a:ext cx="11758507" cy="14602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28001C-2F71-4A7E-A8E9-638323D01B16}">
      <dsp:nvSpPr>
        <dsp:cNvPr id="0" name=""/>
        <dsp:cNvSpPr/>
      </dsp:nvSpPr>
      <dsp:spPr>
        <a:xfrm>
          <a:off x="442150" y="3827223"/>
          <a:ext cx="803910" cy="803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1B527B-9D2F-4FC9-AF9D-0B7EC67A77F7}">
      <dsp:nvSpPr>
        <dsp:cNvPr id="0" name=""/>
        <dsp:cNvSpPr/>
      </dsp:nvSpPr>
      <dsp:spPr>
        <a:xfrm>
          <a:off x="1688211" y="3498671"/>
          <a:ext cx="9823648" cy="1461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692" tIns="154692" rIns="154692" bIns="154692" numCol="1" spcCol="1270" anchor="ctr" anchorCtr="0">
          <a:noAutofit/>
        </a:bodyPr>
        <a:lstStyle/>
        <a:p>
          <a:pPr marL="0" lvl="0" indent="0" algn="just" defTabSz="1066800">
            <a:lnSpc>
              <a:spcPct val="100000"/>
            </a:lnSpc>
            <a:spcBef>
              <a:spcPct val="0"/>
            </a:spcBef>
            <a:spcAft>
              <a:spcPct val="35000"/>
            </a:spcAft>
            <a:buNone/>
          </a:pPr>
          <a:r>
            <a:rPr lang="en-US" sz="2400" kern="1200"/>
            <a:t>For example, if an employee who is particularly </a:t>
          </a:r>
          <a:r>
            <a:rPr lang="en-US" sz="2400" b="1" kern="1200"/>
            <a:t>susceptible to peer pressure</a:t>
          </a:r>
          <a:r>
            <a:rPr lang="en-US" sz="2400" kern="1200"/>
            <a:t> (pre-dispositional characteristic) is </a:t>
          </a:r>
          <a:r>
            <a:rPr lang="en-US" sz="2400" b="1" kern="1200"/>
            <a:t>pressured by his coworkers</a:t>
          </a:r>
          <a:r>
            <a:rPr lang="en-US" sz="2400" kern="1200"/>
            <a:t> (situational characteristic) to speed up his operation, the result will be an increased probability of an accident.</a:t>
          </a:r>
        </a:p>
      </dsp:txBody>
      <dsp:txXfrm>
        <a:off x="1688211" y="3498671"/>
        <a:ext cx="9823648" cy="146165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43B2E9-094D-45CD-A605-E6CD37A3989D}">
      <dsp:nvSpPr>
        <dsp:cNvPr id="0" name=""/>
        <dsp:cNvSpPr/>
      </dsp:nvSpPr>
      <dsp:spPr>
        <a:xfrm>
          <a:off x="2419041" y="3145"/>
          <a:ext cx="2721421" cy="151301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dirty="0">
              <a:solidFill>
                <a:schemeClr val="bg2"/>
              </a:solidFill>
            </a:rPr>
            <a:t>PREVENTION: MEASURES TO PREVENT ACCIDENTS</a:t>
          </a:r>
          <a:endParaRPr lang="en-US" sz="2100" b="1" kern="1200" dirty="0">
            <a:solidFill>
              <a:schemeClr val="bg2"/>
            </a:solidFill>
          </a:endParaRPr>
        </a:p>
      </dsp:txBody>
      <dsp:txXfrm>
        <a:off x="2492900" y="77004"/>
        <a:ext cx="2573703" cy="1365295"/>
      </dsp:txXfrm>
    </dsp:sp>
    <dsp:sp modelId="{4DEAF370-D1E7-42A9-BC7A-961C5826BFB0}">
      <dsp:nvSpPr>
        <dsp:cNvPr id="0" name=""/>
        <dsp:cNvSpPr/>
      </dsp:nvSpPr>
      <dsp:spPr>
        <a:xfrm>
          <a:off x="2419041" y="1591809"/>
          <a:ext cx="2721421" cy="1513013"/>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a:solidFill>
                <a:schemeClr val="bg2"/>
              </a:solidFill>
            </a:rPr>
            <a:t>RISK ASSESSMENT : Systematic evaluation of hazards and risks</a:t>
          </a:r>
          <a:endParaRPr lang="en-US" sz="2100" b="1" kern="1200">
            <a:solidFill>
              <a:schemeClr val="bg2"/>
            </a:solidFill>
          </a:endParaRPr>
        </a:p>
      </dsp:txBody>
      <dsp:txXfrm>
        <a:off x="2492900" y="1665668"/>
        <a:ext cx="2573703" cy="1365295"/>
      </dsp:txXfrm>
    </dsp:sp>
    <dsp:sp modelId="{FFE5BB79-9867-4747-9317-41DA21A22DB5}">
      <dsp:nvSpPr>
        <dsp:cNvPr id="0" name=""/>
        <dsp:cNvSpPr/>
      </dsp:nvSpPr>
      <dsp:spPr>
        <a:xfrm>
          <a:off x="2419041" y="3180473"/>
          <a:ext cx="2721421" cy="1513013"/>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a:solidFill>
                <a:schemeClr val="bg2"/>
              </a:solidFill>
            </a:rPr>
            <a:t>CONTROL MEASURES: Engineering, administrative, PPE</a:t>
          </a:r>
          <a:endParaRPr lang="en-US" sz="2100" b="1" kern="1200">
            <a:solidFill>
              <a:schemeClr val="bg2"/>
            </a:solidFill>
          </a:endParaRPr>
        </a:p>
      </dsp:txBody>
      <dsp:txXfrm>
        <a:off x="2492900" y="3254332"/>
        <a:ext cx="2573703" cy="1365295"/>
      </dsp:txXfrm>
    </dsp:sp>
    <dsp:sp modelId="{C4E9561F-5102-4B5E-9BAD-99EBD7B2A1BF}">
      <dsp:nvSpPr>
        <dsp:cNvPr id="0" name=""/>
        <dsp:cNvSpPr/>
      </dsp:nvSpPr>
      <dsp:spPr>
        <a:xfrm>
          <a:off x="2419041" y="4769137"/>
          <a:ext cx="2721421" cy="1513013"/>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GB" sz="2100" b="1" kern="1200">
              <a:solidFill>
                <a:schemeClr val="bg2"/>
              </a:solidFill>
            </a:rPr>
            <a:t>SURVEILLANCE: Monitoring the ongoing safety performance</a:t>
          </a:r>
          <a:endParaRPr lang="en-US" sz="2100" b="1" kern="1200">
            <a:solidFill>
              <a:schemeClr val="bg2"/>
            </a:solidFill>
          </a:endParaRPr>
        </a:p>
      </dsp:txBody>
      <dsp:txXfrm>
        <a:off x="2492900" y="4842996"/>
        <a:ext cx="2573703" cy="136529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0689C4-6DAD-4DE5-9E26-A562AA27DF15}">
      <dsp:nvSpPr>
        <dsp:cNvPr id="0" name=""/>
        <dsp:cNvSpPr/>
      </dsp:nvSpPr>
      <dsp:spPr>
        <a:xfrm>
          <a:off x="9242" y="1346949"/>
          <a:ext cx="2762398" cy="1657439"/>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For example, an experienced employee who operates a complex machining center in a shop environment may take a two-week vacation. </a:t>
          </a:r>
          <a:endParaRPr lang="en-US" sz="1600" kern="1200"/>
        </a:p>
      </dsp:txBody>
      <dsp:txXfrm>
        <a:off x="57787" y="1395494"/>
        <a:ext cx="2665308" cy="1560349"/>
      </dsp:txXfrm>
    </dsp:sp>
    <dsp:sp modelId="{1FEF9314-D815-4E64-9478-1D0D7195AE41}">
      <dsp:nvSpPr>
        <dsp:cNvPr id="0" name=""/>
        <dsp:cNvSpPr/>
      </dsp:nvSpPr>
      <dsp:spPr>
        <a:xfrm>
          <a:off x="3014732" y="1833131"/>
          <a:ext cx="585628" cy="685074"/>
        </a:xfrm>
        <a:prstGeom prst="rightArrow">
          <a:avLst>
            <a:gd name="adj1" fmla="val 60000"/>
            <a:gd name="adj2" fmla="val 5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2"/>
            </a:solidFill>
          </a:endParaRPr>
        </a:p>
      </dsp:txBody>
      <dsp:txXfrm>
        <a:off x="3014732" y="1970146"/>
        <a:ext cx="409940" cy="411044"/>
      </dsp:txXfrm>
    </dsp:sp>
    <dsp:sp modelId="{6C5F872C-E6E3-48A2-800F-A84C53E78382}">
      <dsp:nvSpPr>
        <dsp:cNvPr id="0" name=""/>
        <dsp:cNvSpPr/>
      </dsp:nvSpPr>
      <dsp:spPr>
        <a:xfrm>
          <a:off x="3876600" y="1346949"/>
          <a:ext cx="2762398" cy="165743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Her temporary replacement may be less experienced. </a:t>
          </a:r>
          <a:endParaRPr lang="en-US" sz="1600" kern="1200"/>
        </a:p>
      </dsp:txBody>
      <dsp:txXfrm>
        <a:off x="3925145" y="1395494"/>
        <a:ext cx="2665308" cy="1560349"/>
      </dsp:txXfrm>
    </dsp:sp>
    <dsp:sp modelId="{80FA40DE-B911-49AD-9A9B-5B31297B9EF4}">
      <dsp:nvSpPr>
        <dsp:cNvPr id="0" name=""/>
        <dsp:cNvSpPr/>
      </dsp:nvSpPr>
      <dsp:spPr>
        <a:xfrm>
          <a:off x="6882090" y="1833131"/>
          <a:ext cx="585628" cy="685074"/>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2"/>
            </a:solidFill>
          </a:endParaRPr>
        </a:p>
      </dsp:txBody>
      <dsp:txXfrm>
        <a:off x="6882090" y="1970146"/>
        <a:ext cx="409940" cy="411044"/>
      </dsp:txXfrm>
    </dsp:sp>
    <dsp:sp modelId="{A25C2D64-EA43-46C2-9C11-0FC637183CBE}">
      <dsp:nvSpPr>
        <dsp:cNvPr id="0" name=""/>
        <dsp:cNvSpPr/>
      </dsp:nvSpPr>
      <dsp:spPr>
        <a:xfrm>
          <a:off x="7743958" y="1346949"/>
          <a:ext cx="2762398" cy="1657439"/>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This change in one component of the system (person/host) increases the probability of an accident.</a:t>
          </a:r>
          <a:endParaRPr lang="en-US" sz="1600" kern="1200"/>
        </a:p>
      </dsp:txBody>
      <dsp:txXfrm>
        <a:off x="7792503" y="1395494"/>
        <a:ext cx="2665308" cy="156034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8A3DA9-0C6E-4B36-AB12-974CE7BB1E5D}">
      <dsp:nvSpPr>
        <dsp:cNvPr id="0" name=""/>
        <dsp:cNvSpPr/>
      </dsp:nvSpPr>
      <dsp:spPr>
        <a:xfrm>
          <a:off x="0" y="6299"/>
          <a:ext cx="11826240" cy="5742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97ABCA-8D4E-4B2B-B61C-98A5BF44BA2D}">
      <dsp:nvSpPr>
        <dsp:cNvPr id="0" name=""/>
        <dsp:cNvSpPr/>
      </dsp:nvSpPr>
      <dsp:spPr>
        <a:xfrm>
          <a:off x="173702" y="135500"/>
          <a:ext cx="316132" cy="3158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ACA130-8558-4397-B1CD-09CE35CF150D}">
      <dsp:nvSpPr>
        <dsp:cNvPr id="0" name=""/>
        <dsp:cNvSpPr/>
      </dsp:nvSpPr>
      <dsp:spPr>
        <a:xfrm>
          <a:off x="663538" y="6299"/>
          <a:ext cx="11024054" cy="825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360" tIns="87360" rIns="87360" bIns="87360" numCol="1" spcCol="1270" anchor="ctr" anchorCtr="0">
          <a:noAutofit/>
        </a:bodyPr>
        <a:lstStyle/>
        <a:p>
          <a:pPr marL="0" lvl="0" indent="0" algn="just" defTabSz="889000">
            <a:lnSpc>
              <a:spcPct val="100000"/>
            </a:lnSpc>
            <a:spcBef>
              <a:spcPct val="0"/>
            </a:spcBef>
            <a:spcAft>
              <a:spcPct val="35000"/>
            </a:spcAft>
            <a:buNone/>
          </a:pPr>
          <a:r>
            <a:rPr lang="en-US" sz="2000" b="1" kern="1200"/>
            <a:t>As the model shows, even as a person interacts with a machine within an environment, three activities take place between the system and the task to be performed. </a:t>
          </a:r>
        </a:p>
      </dsp:txBody>
      <dsp:txXfrm>
        <a:off x="663538" y="6299"/>
        <a:ext cx="11024054" cy="825447"/>
      </dsp:txXfrm>
    </dsp:sp>
    <dsp:sp modelId="{2C646EF0-601B-42D1-BFDA-C7A0F4C874B1}">
      <dsp:nvSpPr>
        <dsp:cNvPr id="0" name=""/>
        <dsp:cNvSpPr/>
      </dsp:nvSpPr>
      <dsp:spPr>
        <a:xfrm>
          <a:off x="0" y="1038109"/>
          <a:ext cx="11826240" cy="5742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100C04-2758-43FA-B69D-1FFF03EB120C}">
      <dsp:nvSpPr>
        <dsp:cNvPr id="0" name=""/>
        <dsp:cNvSpPr/>
      </dsp:nvSpPr>
      <dsp:spPr>
        <a:xfrm>
          <a:off x="173702" y="1167310"/>
          <a:ext cx="316132" cy="3158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90B705-3666-405B-95D3-A1EC7E380365}">
      <dsp:nvSpPr>
        <dsp:cNvPr id="0" name=""/>
        <dsp:cNvSpPr/>
      </dsp:nvSpPr>
      <dsp:spPr>
        <a:xfrm>
          <a:off x="663538" y="1038109"/>
          <a:ext cx="11024054" cy="825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360" tIns="87360" rIns="87360" bIns="87360" numCol="1" spcCol="1270" anchor="ctr" anchorCtr="0">
          <a:noAutofit/>
        </a:bodyPr>
        <a:lstStyle/>
        <a:p>
          <a:pPr marL="0" lvl="0" indent="0" algn="just" defTabSz="889000">
            <a:lnSpc>
              <a:spcPct val="100000"/>
            </a:lnSpc>
            <a:spcBef>
              <a:spcPct val="0"/>
            </a:spcBef>
            <a:spcAft>
              <a:spcPct val="35000"/>
            </a:spcAft>
            <a:buNone/>
          </a:pPr>
          <a:r>
            <a:rPr lang="en-US" sz="2000" b="1" kern="1200"/>
            <a:t>Every time a task must be performed, there is the risk that an accident may occur. </a:t>
          </a:r>
        </a:p>
      </dsp:txBody>
      <dsp:txXfrm>
        <a:off x="663538" y="1038109"/>
        <a:ext cx="11024054" cy="825447"/>
      </dsp:txXfrm>
    </dsp:sp>
    <dsp:sp modelId="{82B8B090-476D-4D81-B389-52EF071BD8D7}">
      <dsp:nvSpPr>
        <dsp:cNvPr id="0" name=""/>
        <dsp:cNvSpPr/>
      </dsp:nvSpPr>
      <dsp:spPr>
        <a:xfrm>
          <a:off x="0" y="2069919"/>
          <a:ext cx="11826240" cy="5742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75E44A-5D54-4D3D-9801-E5565DFF4C0A}">
      <dsp:nvSpPr>
        <dsp:cNvPr id="0" name=""/>
        <dsp:cNvSpPr/>
      </dsp:nvSpPr>
      <dsp:spPr>
        <a:xfrm>
          <a:off x="173702" y="2199120"/>
          <a:ext cx="316132" cy="3158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87DEFD-AC23-44C7-80BC-6ED90F428A66}">
      <dsp:nvSpPr>
        <dsp:cNvPr id="0" name=""/>
        <dsp:cNvSpPr/>
      </dsp:nvSpPr>
      <dsp:spPr>
        <a:xfrm>
          <a:off x="663538" y="2069919"/>
          <a:ext cx="11024054" cy="825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360" tIns="87360" rIns="87360" bIns="87360" numCol="1" spcCol="1270" anchor="ctr" anchorCtr="0">
          <a:noAutofit/>
        </a:bodyPr>
        <a:lstStyle/>
        <a:p>
          <a:pPr marL="0" lvl="0" indent="0" algn="just" defTabSz="889000">
            <a:lnSpc>
              <a:spcPct val="100000"/>
            </a:lnSpc>
            <a:spcBef>
              <a:spcPct val="0"/>
            </a:spcBef>
            <a:spcAft>
              <a:spcPct val="35000"/>
            </a:spcAft>
            <a:buNone/>
          </a:pPr>
          <a:r>
            <a:rPr lang="en-US" sz="2000" b="1" kern="1200"/>
            <a:t>Sometimes the risks are great; at other times, they are small. </a:t>
          </a:r>
        </a:p>
      </dsp:txBody>
      <dsp:txXfrm>
        <a:off x="663538" y="2069919"/>
        <a:ext cx="11024054" cy="825447"/>
      </dsp:txXfrm>
    </dsp:sp>
    <dsp:sp modelId="{CDACBC71-6C2A-41FA-A66B-8B7CF6EB1918}">
      <dsp:nvSpPr>
        <dsp:cNvPr id="0" name=""/>
        <dsp:cNvSpPr/>
      </dsp:nvSpPr>
      <dsp:spPr>
        <a:xfrm>
          <a:off x="0" y="3101729"/>
          <a:ext cx="11826240" cy="5742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42561C-74EB-40CA-BE5A-5D6698B43AD2}">
      <dsp:nvSpPr>
        <dsp:cNvPr id="0" name=""/>
        <dsp:cNvSpPr/>
      </dsp:nvSpPr>
      <dsp:spPr>
        <a:xfrm>
          <a:off x="173702" y="3230929"/>
          <a:ext cx="316132" cy="3158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4B83FF-F4DA-4BA7-B829-34F910DAB5A6}">
      <dsp:nvSpPr>
        <dsp:cNvPr id="0" name=""/>
        <dsp:cNvSpPr/>
      </dsp:nvSpPr>
      <dsp:spPr>
        <a:xfrm>
          <a:off x="663538" y="3101729"/>
          <a:ext cx="11024054" cy="825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360" tIns="87360" rIns="87360" bIns="87360" numCol="1" spcCol="1270" anchor="ctr" anchorCtr="0">
          <a:noAutofit/>
        </a:bodyPr>
        <a:lstStyle/>
        <a:p>
          <a:pPr marL="0" lvl="0" indent="0" algn="just" defTabSz="889000">
            <a:lnSpc>
              <a:spcPct val="100000"/>
            </a:lnSpc>
            <a:spcBef>
              <a:spcPct val="0"/>
            </a:spcBef>
            <a:spcAft>
              <a:spcPct val="35000"/>
            </a:spcAft>
            <a:buNone/>
          </a:pPr>
          <a:r>
            <a:rPr lang="en-US" sz="2000" b="1" kern="1200"/>
            <a:t>This is where information collection and decision making come in.</a:t>
          </a:r>
        </a:p>
      </dsp:txBody>
      <dsp:txXfrm>
        <a:off x="663538" y="3101729"/>
        <a:ext cx="11024054" cy="825447"/>
      </dsp:txXfrm>
    </dsp:sp>
    <dsp:sp modelId="{C9BBA76A-62AE-4786-98A5-DAF9776260BC}">
      <dsp:nvSpPr>
        <dsp:cNvPr id="0" name=""/>
        <dsp:cNvSpPr/>
      </dsp:nvSpPr>
      <dsp:spPr>
        <a:xfrm>
          <a:off x="0" y="4133539"/>
          <a:ext cx="11826240" cy="5742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948A12-EF9B-43BD-AB1A-A1EB77AD62DE}">
      <dsp:nvSpPr>
        <dsp:cNvPr id="0" name=""/>
        <dsp:cNvSpPr/>
      </dsp:nvSpPr>
      <dsp:spPr>
        <a:xfrm>
          <a:off x="173872" y="4262739"/>
          <a:ext cx="316132" cy="3158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F653E2-9603-4AB4-9115-FE3D7B602A70}">
      <dsp:nvSpPr>
        <dsp:cNvPr id="0" name=""/>
        <dsp:cNvSpPr/>
      </dsp:nvSpPr>
      <dsp:spPr>
        <a:xfrm>
          <a:off x="663877" y="4133539"/>
          <a:ext cx="10871915" cy="8254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360" tIns="87360" rIns="87360" bIns="87360" numCol="1" spcCol="1270" anchor="ctr" anchorCtr="0">
          <a:noAutofit/>
        </a:bodyPr>
        <a:lstStyle/>
        <a:p>
          <a:pPr marL="0" lvl="0" indent="0" algn="just" defTabSz="889000">
            <a:lnSpc>
              <a:spcPct val="100000"/>
            </a:lnSpc>
            <a:spcBef>
              <a:spcPct val="0"/>
            </a:spcBef>
            <a:spcAft>
              <a:spcPct val="35000"/>
            </a:spcAft>
            <a:buNone/>
          </a:pPr>
          <a:r>
            <a:rPr lang="en-US" sz="2000" b="1" kern="1200"/>
            <a:t>Based on the information that has been collected by observing and mentally noting the current circumstances, the person weighs the risks and decides whether to perform the task under existing circumstances.</a:t>
          </a:r>
        </a:p>
      </dsp:txBody>
      <dsp:txXfrm>
        <a:off x="663877" y="4133539"/>
        <a:ext cx="10871915" cy="82544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2C5161-0806-4F94-9ADD-677D9E74C1A7}">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2CBBF6-4E7D-4840-A159-D44FF3CF5255}">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0D96F0-E1F6-46FC-9AC6-0FCFDCAC8BC6}">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GB" sz="2400" b="1" kern="1200"/>
            <a:t>Thermal energy : fires, explosions or burs</a:t>
          </a:r>
          <a:endParaRPr lang="en-US" sz="2400" b="1" kern="1200"/>
        </a:p>
      </dsp:txBody>
      <dsp:txXfrm>
        <a:off x="836323" y="3399"/>
        <a:ext cx="9679276" cy="724089"/>
      </dsp:txXfrm>
    </dsp:sp>
    <dsp:sp modelId="{31C8DEFD-DB4A-4D14-958B-24856951C22D}">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E3D120-982F-4634-A40E-0AD3FE7B023E}">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1FD441-1BCA-4A26-A314-BA23D49A2ED9}">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GB" sz="2400" b="1" kern="1200"/>
            <a:t>Mechanical energy: moving parts, falling objects, crushing forces</a:t>
          </a:r>
          <a:endParaRPr lang="en-US" sz="2400" b="1" kern="1200"/>
        </a:p>
      </dsp:txBody>
      <dsp:txXfrm>
        <a:off x="836323" y="908511"/>
        <a:ext cx="9679276" cy="724089"/>
      </dsp:txXfrm>
    </dsp:sp>
    <dsp:sp modelId="{C102284D-FA97-4761-988F-47C485CA8FB7}">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68D0E1-52AE-49ED-B72E-FB302091CC50}">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69675C-2476-4D5E-A30C-07292E6CBBBA}">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GB" sz="2400" b="1" kern="1200"/>
            <a:t>Electrical energy: shock, arc flash, electrical explosion</a:t>
          </a:r>
          <a:endParaRPr lang="en-US" sz="2400" b="1" kern="1200"/>
        </a:p>
      </dsp:txBody>
      <dsp:txXfrm>
        <a:off x="836323" y="1813624"/>
        <a:ext cx="9679276" cy="724089"/>
      </dsp:txXfrm>
    </dsp:sp>
    <dsp:sp modelId="{BAA012CE-712B-4576-A017-21EE27B13D3A}">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11ECD8-BA1F-4C37-9E63-355570238646}">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3CAD2F-0324-4B7B-85DD-8050F35767F8}">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GB" sz="2400" b="1" kern="1200"/>
            <a:t>Chemical energy : toxic releases, spills, or reactions</a:t>
          </a:r>
          <a:endParaRPr lang="en-US" sz="2400" b="1" kern="1200"/>
        </a:p>
      </dsp:txBody>
      <dsp:txXfrm>
        <a:off x="836323" y="2718736"/>
        <a:ext cx="9679276" cy="724089"/>
      </dsp:txXfrm>
    </dsp:sp>
    <dsp:sp modelId="{79624A69-9A7D-4A26-A09D-3B48326179CC}">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60A3E4-0F2E-4C46-B337-25BAA46E9157}">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A2B3F4-79F6-4F78-9E25-C0C8A8B1CED2}">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1066800">
            <a:lnSpc>
              <a:spcPct val="100000"/>
            </a:lnSpc>
            <a:spcBef>
              <a:spcPct val="0"/>
            </a:spcBef>
            <a:spcAft>
              <a:spcPct val="35000"/>
            </a:spcAft>
            <a:buNone/>
          </a:pPr>
          <a:r>
            <a:rPr lang="en-GB" sz="2400" b="1" kern="1200"/>
            <a:t>Kinetic energy:; moving vehicles falling object, projectiles</a:t>
          </a:r>
          <a:endParaRPr lang="en-US" sz="2400" b="1" kern="1200"/>
        </a:p>
      </dsp:txBody>
      <dsp:txXfrm>
        <a:off x="836323" y="3623848"/>
        <a:ext cx="9679276" cy="72408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D919AD-E40B-488C-A7F0-964F120B3DCD}">
      <dsp:nvSpPr>
        <dsp:cNvPr id="0" name=""/>
        <dsp:cNvSpPr/>
      </dsp:nvSpPr>
      <dsp:spPr>
        <a:xfrm>
          <a:off x="582334" y="16114"/>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8E3B8E-3E69-4FF3-9642-2650FBC917FB}">
      <dsp:nvSpPr>
        <dsp:cNvPr id="0" name=""/>
        <dsp:cNvSpPr/>
      </dsp:nvSpPr>
      <dsp:spPr>
        <a:xfrm>
          <a:off x="773785" y="207566"/>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2AAA9C-A035-4E8C-84E6-DB03B0270C46}">
      <dsp:nvSpPr>
        <dsp:cNvPr id="0" name=""/>
        <dsp:cNvSpPr/>
      </dsp:nvSpPr>
      <dsp:spPr>
        <a:xfrm>
          <a:off x="1723116" y="240969"/>
          <a:ext cx="5116661"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i="0" kern="1200" baseline="0" dirty="0" err="1"/>
            <a:t>Willam</a:t>
          </a:r>
          <a:r>
            <a:rPr lang="en-GB" sz="2400" b="1" i="0" kern="1200" baseline="0" dirty="0"/>
            <a:t> Haddon a medical doctor and the </a:t>
          </a:r>
          <a:r>
            <a:rPr lang="en-GB" sz="2400" b="1" i="0" kern="1200" baseline="0" dirty="0" err="1"/>
            <a:t>adminstrator</a:t>
          </a:r>
          <a:r>
            <a:rPr lang="en-GB" sz="2400" b="1" i="0" kern="1200" baseline="0" dirty="0"/>
            <a:t> of NHTSA at one point in time, in 1966 helped to impose the following regulations for new cars:</a:t>
          </a:r>
          <a:endParaRPr lang="en-US" sz="2400" b="1" kern="1200" dirty="0"/>
        </a:p>
      </dsp:txBody>
      <dsp:txXfrm>
        <a:off x="1723116" y="240969"/>
        <a:ext cx="5116661" cy="911674"/>
      </dsp:txXfrm>
    </dsp:sp>
    <dsp:sp modelId="{744407F5-75DF-410B-A674-CBD013270AAE}">
      <dsp:nvSpPr>
        <dsp:cNvPr id="0" name=""/>
        <dsp:cNvSpPr/>
      </dsp:nvSpPr>
      <dsp:spPr>
        <a:xfrm>
          <a:off x="8604201" y="195997"/>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AA8155-64AB-43BD-B989-9BEF3185A739}">
      <dsp:nvSpPr>
        <dsp:cNvPr id="0" name=""/>
        <dsp:cNvSpPr/>
      </dsp:nvSpPr>
      <dsp:spPr>
        <a:xfrm>
          <a:off x="8400509" y="252538"/>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D57DB2-6DA1-43AA-93E7-311E1FB45564}">
      <dsp:nvSpPr>
        <dsp:cNvPr id="0" name=""/>
        <dsp:cNvSpPr/>
      </dsp:nvSpPr>
      <dsp:spPr>
        <a:xfrm>
          <a:off x="8778883" y="166012"/>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i="0" kern="1200" baseline="0" dirty="0"/>
            <a:t>1. Seat belts for all occupants</a:t>
          </a:r>
          <a:endParaRPr lang="en-US" sz="2400" b="1" kern="1200" dirty="0"/>
        </a:p>
      </dsp:txBody>
      <dsp:txXfrm>
        <a:off x="8778883" y="166012"/>
        <a:ext cx="2148945" cy="911674"/>
      </dsp:txXfrm>
    </dsp:sp>
    <dsp:sp modelId="{286B4150-F870-4BBD-BDA0-9DB2D41BFED9}">
      <dsp:nvSpPr>
        <dsp:cNvPr id="0" name=""/>
        <dsp:cNvSpPr/>
      </dsp:nvSpPr>
      <dsp:spPr>
        <a:xfrm>
          <a:off x="205509" y="1640565"/>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05A6D8-A65F-4C9B-BD46-416CF493F7C5}">
      <dsp:nvSpPr>
        <dsp:cNvPr id="0" name=""/>
        <dsp:cNvSpPr/>
      </dsp:nvSpPr>
      <dsp:spPr>
        <a:xfrm>
          <a:off x="396960" y="1832017"/>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2675CC-E749-4233-A16C-081D7ACC594A}">
      <dsp:nvSpPr>
        <dsp:cNvPr id="0" name=""/>
        <dsp:cNvSpPr/>
      </dsp:nvSpPr>
      <dsp:spPr>
        <a:xfrm>
          <a:off x="1175868" y="1715313"/>
          <a:ext cx="3441622"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i="0" kern="1200" baseline="0" dirty="0"/>
            <a:t>2. Energy-absorbing steering column</a:t>
          </a:r>
          <a:endParaRPr lang="en-US" sz="2400" b="1" kern="1200" dirty="0"/>
        </a:p>
      </dsp:txBody>
      <dsp:txXfrm>
        <a:off x="1175868" y="1715313"/>
        <a:ext cx="3441622" cy="911674"/>
      </dsp:txXfrm>
    </dsp:sp>
    <dsp:sp modelId="{6DE67E4F-8069-4093-8B6A-123ADB61211D}">
      <dsp:nvSpPr>
        <dsp:cNvPr id="0" name=""/>
        <dsp:cNvSpPr/>
      </dsp:nvSpPr>
      <dsp:spPr>
        <a:xfrm>
          <a:off x="4482263" y="1640565"/>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4EBA62-5A21-4D10-9F0E-7244C9A14517}">
      <dsp:nvSpPr>
        <dsp:cNvPr id="0" name=""/>
        <dsp:cNvSpPr/>
      </dsp:nvSpPr>
      <dsp:spPr>
        <a:xfrm>
          <a:off x="4673715" y="1832017"/>
          <a:ext cx="528770" cy="5287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6E7F7E-55F9-46FB-B8D1-029A875B74F2}">
      <dsp:nvSpPr>
        <dsp:cNvPr id="0" name=""/>
        <dsp:cNvSpPr/>
      </dsp:nvSpPr>
      <dsp:spPr>
        <a:xfrm>
          <a:off x="5589296"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i="0" kern="1200" baseline="0"/>
            <a:t>3. Penetration-resistant windshield</a:t>
          </a:r>
          <a:endParaRPr lang="en-US" sz="2400" b="1" kern="1200"/>
        </a:p>
      </dsp:txBody>
      <dsp:txXfrm>
        <a:off x="5589296" y="1640565"/>
        <a:ext cx="2148945" cy="911674"/>
      </dsp:txXfrm>
    </dsp:sp>
    <dsp:sp modelId="{6253D9BC-D636-4A41-BBED-A5B7B2A196A0}">
      <dsp:nvSpPr>
        <dsp:cNvPr id="0" name=""/>
        <dsp:cNvSpPr/>
      </dsp:nvSpPr>
      <dsp:spPr>
        <a:xfrm>
          <a:off x="205509" y="3265016"/>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438A37-C078-4CED-8199-0F50D5ED668A}">
      <dsp:nvSpPr>
        <dsp:cNvPr id="0" name=""/>
        <dsp:cNvSpPr/>
      </dsp:nvSpPr>
      <dsp:spPr>
        <a:xfrm>
          <a:off x="396960" y="3456467"/>
          <a:ext cx="528770" cy="52877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8F322A-BDE1-4DA0-AE55-30BBE54DB81E}">
      <dsp:nvSpPr>
        <dsp:cNvPr id="0" name=""/>
        <dsp:cNvSpPr/>
      </dsp:nvSpPr>
      <dsp:spPr>
        <a:xfrm>
          <a:off x="1312541" y="3265016"/>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i="0" kern="1200" baseline="0"/>
            <a:t>4. Dual braking systems</a:t>
          </a:r>
          <a:endParaRPr lang="en-US" sz="2400" b="1" kern="1200"/>
        </a:p>
      </dsp:txBody>
      <dsp:txXfrm>
        <a:off x="1312541" y="3265016"/>
        <a:ext cx="2148945" cy="911674"/>
      </dsp:txXfrm>
    </dsp:sp>
    <dsp:sp modelId="{9465110F-C403-4E7B-9739-37D7BF26D68C}">
      <dsp:nvSpPr>
        <dsp:cNvPr id="0" name=""/>
        <dsp:cNvSpPr/>
      </dsp:nvSpPr>
      <dsp:spPr>
        <a:xfrm>
          <a:off x="3835925" y="3265016"/>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9E390C-DBA3-4100-8A01-21102C40AF0E}">
      <dsp:nvSpPr>
        <dsp:cNvPr id="0" name=""/>
        <dsp:cNvSpPr/>
      </dsp:nvSpPr>
      <dsp:spPr>
        <a:xfrm>
          <a:off x="4027376" y="3456467"/>
          <a:ext cx="528770" cy="52877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20713D-53B3-472C-9D91-36BD43CAD1AC}">
      <dsp:nvSpPr>
        <dsp:cNvPr id="0" name=""/>
        <dsp:cNvSpPr/>
      </dsp:nvSpPr>
      <dsp:spPr>
        <a:xfrm>
          <a:off x="4942957" y="3265016"/>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i="0" kern="1200" baseline="0"/>
            <a:t>5. Padded instrument panel</a:t>
          </a:r>
          <a:endParaRPr lang="en-US" sz="2400" b="1" kern="1200"/>
        </a:p>
      </dsp:txBody>
      <dsp:txXfrm>
        <a:off x="4942957" y="3265016"/>
        <a:ext cx="2148945" cy="911674"/>
      </dsp:txXfrm>
    </dsp:sp>
    <dsp:sp modelId="{E3E0AB98-84CB-4E57-A22F-6133632481E5}">
      <dsp:nvSpPr>
        <dsp:cNvPr id="0" name=""/>
        <dsp:cNvSpPr/>
      </dsp:nvSpPr>
      <dsp:spPr>
        <a:xfrm>
          <a:off x="7466341" y="3265016"/>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CB58B-4634-40CC-8B7D-C028C82E0608}">
      <dsp:nvSpPr>
        <dsp:cNvPr id="0" name=""/>
        <dsp:cNvSpPr/>
      </dsp:nvSpPr>
      <dsp:spPr>
        <a:xfrm>
          <a:off x="7657792" y="3456467"/>
          <a:ext cx="528770" cy="52877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404140-EE98-4499-B95C-6B89871545AB}">
      <dsp:nvSpPr>
        <dsp:cNvPr id="0" name=""/>
        <dsp:cNvSpPr/>
      </dsp:nvSpPr>
      <dsp:spPr>
        <a:xfrm>
          <a:off x="8573374" y="3265016"/>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b="1" i="0" kern="1200" baseline="0"/>
            <a:t>6. All measures correspond with the energy and barrier concept</a:t>
          </a:r>
          <a:endParaRPr lang="en-US" sz="2400" b="1" kern="1200"/>
        </a:p>
      </dsp:txBody>
      <dsp:txXfrm>
        <a:off x="8573374" y="3265016"/>
        <a:ext cx="2148945" cy="91167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9EE59D-C12C-4710-A0C2-7A688550DD6D}">
      <dsp:nvSpPr>
        <dsp:cNvPr id="0" name=""/>
        <dsp:cNvSpPr/>
      </dsp:nvSpPr>
      <dsp:spPr>
        <a:xfrm>
          <a:off x="0" y="2530579"/>
          <a:ext cx="10927829" cy="166033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1" kern="1200"/>
            <a:t>One of the most prominent proponents of BBS is E. Scott Geller, a senior partner of Safety Performance Solutions, Inc., and a professor of psychology</a:t>
          </a:r>
        </a:p>
      </dsp:txBody>
      <dsp:txXfrm>
        <a:off x="0" y="2530579"/>
        <a:ext cx="10927829" cy="1660334"/>
      </dsp:txXfrm>
    </dsp:sp>
    <dsp:sp modelId="{8ADFF05A-7F04-4FB3-AB11-2B6B7D82E2E3}">
      <dsp:nvSpPr>
        <dsp:cNvPr id="0" name=""/>
        <dsp:cNvSpPr/>
      </dsp:nvSpPr>
      <dsp:spPr>
        <a:xfrm rot="10800000">
          <a:off x="0" y="1890"/>
          <a:ext cx="10927829" cy="2553594"/>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b="1" kern="1200" dirty="0"/>
            <a:t>The behavioral theory of accident causation and prevention is often referred to as behavior-based safety (BBS). </a:t>
          </a:r>
        </a:p>
      </dsp:txBody>
      <dsp:txXfrm rot="10800000">
        <a:off x="0" y="1890"/>
        <a:ext cx="10927829" cy="165924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3442C4-9112-4AE1-85F6-5A92B5AC4870}">
      <dsp:nvSpPr>
        <dsp:cNvPr id="0" name=""/>
        <dsp:cNvSpPr/>
      </dsp:nvSpPr>
      <dsp:spPr>
        <a:xfrm>
          <a:off x="42017" y="521466"/>
          <a:ext cx="1706881" cy="121854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C07947-AE7D-410A-BC6C-F1DA4E936CA7}">
      <dsp:nvSpPr>
        <dsp:cNvPr id="0" name=""/>
        <dsp:cNvSpPr/>
      </dsp:nvSpPr>
      <dsp:spPr>
        <a:xfrm>
          <a:off x="400462" y="777361"/>
          <a:ext cx="989991" cy="7067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99FC37-BEB2-4584-B79F-A688C2B75E25}">
      <dsp:nvSpPr>
        <dsp:cNvPr id="0" name=""/>
        <dsp:cNvSpPr/>
      </dsp:nvSpPr>
      <dsp:spPr>
        <a:xfrm>
          <a:off x="1190314" y="521466"/>
          <a:ext cx="4023362" cy="1218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pPr>
          <a:r>
            <a:rPr lang="en-GB" sz="2800" b="1" kern="1200" dirty="0"/>
            <a:t>HUMAN BEHAVOUR: actions, decisions, and choices made by workers</a:t>
          </a:r>
          <a:endParaRPr lang="en-US" sz="2800" b="1" kern="1200" dirty="0"/>
        </a:p>
      </dsp:txBody>
      <dsp:txXfrm>
        <a:off x="1190314" y="521466"/>
        <a:ext cx="4023362" cy="1218548"/>
      </dsp:txXfrm>
    </dsp:sp>
    <dsp:sp modelId="{8607A8A7-87EC-49AD-B5FB-DB35ECCD4B73}">
      <dsp:nvSpPr>
        <dsp:cNvPr id="0" name=""/>
        <dsp:cNvSpPr/>
      </dsp:nvSpPr>
      <dsp:spPr>
        <a:xfrm>
          <a:off x="5714152" y="521466"/>
          <a:ext cx="1706881" cy="121854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A779AE-1B3F-41BA-B966-AF7ABBD52DD0}">
      <dsp:nvSpPr>
        <dsp:cNvPr id="0" name=""/>
        <dsp:cNvSpPr/>
      </dsp:nvSpPr>
      <dsp:spPr>
        <a:xfrm>
          <a:off x="6072597" y="777361"/>
          <a:ext cx="989991" cy="7067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738653-D9DA-4B56-9D2D-E54CF62E12F8}">
      <dsp:nvSpPr>
        <dsp:cNvPr id="0" name=""/>
        <dsp:cNvSpPr/>
      </dsp:nvSpPr>
      <dsp:spPr>
        <a:xfrm>
          <a:off x="6862448" y="521466"/>
          <a:ext cx="4023362" cy="1218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pPr>
          <a:r>
            <a:rPr lang="en-GB" sz="2800" b="1" kern="1200"/>
            <a:t>MOTIVATIONS: attitude, values and beliefs</a:t>
          </a:r>
          <a:endParaRPr lang="en-US" sz="2800" b="1" kern="1200"/>
        </a:p>
      </dsp:txBody>
      <dsp:txXfrm>
        <a:off x="6862448" y="521466"/>
        <a:ext cx="4023362" cy="1218548"/>
      </dsp:txXfrm>
    </dsp:sp>
    <dsp:sp modelId="{FBB86E52-DCA3-484E-88C9-9053F6D1FFC2}">
      <dsp:nvSpPr>
        <dsp:cNvPr id="0" name=""/>
        <dsp:cNvSpPr/>
      </dsp:nvSpPr>
      <dsp:spPr>
        <a:xfrm>
          <a:off x="42017" y="2452790"/>
          <a:ext cx="1706881" cy="121854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F8FEAD-E2AE-444A-BACB-86279CD90AEA}">
      <dsp:nvSpPr>
        <dsp:cNvPr id="0" name=""/>
        <dsp:cNvSpPr/>
      </dsp:nvSpPr>
      <dsp:spPr>
        <a:xfrm>
          <a:off x="400462" y="2708686"/>
          <a:ext cx="989991" cy="7067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EC39E9-0107-4D93-BE88-9A305B01FC30}">
      <dsp:nvSpPr>
        <dsp:cNvPr id="0" name=""/>
        <dsp:cNvSpPr/>
      </dsp:nvSpPr>
      <dsp:spPr>
        <a:xfrm>
          <a:off x="1190314" y="2452790"/>
          <a:ext cx="4023362" cy="1218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pPr>
          <a:r>
            <a:rPr lang="en-GB" sz="2800" b="1" kern="1200"/>
            <a:t>COGNITIVE PROCESS: mental process, perception, attention , memory</a:t>
          </a:r>
          <a:endParaRPr lang="en-US" sz="2800" b="1" kern="1200"/>
        </a:p>
      </dsp:txBody>
      <dsp:txXfrm>
        <a:off x="1190314" y="2452790"/>
        <a:ext cx="4023362" cy="1218548"/>
      </dsp:txXfrm>
    </dsp:sp>
    <dsp:sp modelId="{93B00CF1-5B5C-4E2F-BC65-03D0D864F405}">
      <dsp:nvSpPr>
        <dsp:cNvPr id="0" name=""/>
        <dsp:cNvSpPr/>
      </dsp:nvSpPr>
      <dsp:spPr>
        <a:xfrm>
          <a:off x="5714152" y="2452790"/>
          <a:ext cx="1706881" cy="121854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7498CA-872F-4D06-BD2A-06A2B9BBD9C0}">
      <dsp:nvSpPr>
        <dsp:cNvPr id="0" name=""/>
        <dsp:cNvSpPr/>
      </dsp:nvSpPr>
      <dsp:spPr>
        <a:xfrm>
          <a:off x="6072597" y="2708686"/>
          <a:ext cx="989991" cy="7067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AF5816-644D-4C66-A24B-413ADA5D3C2D}">
      <dsp:nvSpPr>
        <dsp:cNvPr id="0" name=""/>
        <dsp:cNvSpPr/>
      </dsp:nvSpPr>
      <dsp:spPr>
        <a:xfrm>
          <a:off x="6862448" y="2452790"/>
          <a:ext cx="4023362" cy="1218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pPr>
          <a:r>
            <a:rPr lang="en-GB" sz="2800" b="1" kern="1200"/>
            <a:t>ENVIRONMENTAL INFLUENCE: workplace culture, situational factors</a:t>
          </a:r>
          <a:endParaRPr lang="en-US" sz="2800" b="1" kern="1200"/>
        </a:p>
      </dsp:txBody>
      <dsp:txXfrm>
        <a:off x="6862448" y="2452790"/>
        <a:ext cx="4023362" cy="121854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7BA566-B3CD-41BD-B261-DA924760D140}">
      <dsp:nvSpPr>
        <dsp:cNvPr id="0" name=""/>
        <dsp:cNvSpPr/>
      </dsp:nvSpPr>
      <dsp:spPr>
        <a:xfrm>
          <a:off x="0" y="4776"/>
          <a:ext cx="11998474" cy="867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7C629D-DE1B-4374-B898-AB0C54BB5107}">
      <dsp:nvSpPr>
        <dsp:cNvPr id="0" name=""/>
        <dsp:cNvSpPr/>
      </dsp:nvSpPr>
      <dsp:spPr>
        <a:xfrm>
          <a:off x="262458" y="199993"/>
          <a:ext cx="477663" cy="4771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0C8064-8DF7-485E-9436-95177D9DC0A1}">
      <dsp:nvSpPr>
        <dsp:cNvPr id="0" name=""/>
        <dsp:cNvSpPr/>
      </dsp:nvSpPr>
      <dsp:spPr>
        <a:xfrm>
          <a:off x="1002581" y="4776"/>
          <a:ext cx="10861037" cy="111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650" tIns="117650" rIns="117650" bIns="117650" numCol="1" spcCol="1270" anchor="ctr" anchorCtr="0">
          <a:noAutofit/>
        </a:bodyPr>
        <a:lstStyle/>
        <a:p>
          <a:pPr marL="0" lvl="0" indent="0" algn="l" defTabSz="1066800">
            <a:lnSpc>
              <a:spcPct val="100000"/>
            </a:lnSpc>
            <a:spcBef>
              <a:spcPct val="0"/>
            </a:spcBef>
            <a:spcAft>
              <a:spcPct val="35000"/>
            </a:spcAft>
            <a:buNone/>
          </a:pPr>
          <a:r>
            <a:rPr lang="en-US" sz="2400" b="1" kern="1200"/>
            <a:t>But in a small unit (majority) if such division is not possible and only a few persons are available for safety work</a:t>
          </a:r>
        </a:p>
      </dsp:txBody>
      <dsp:txXfrm>
        <a:off x="1002581" y="4776"/>
        <a:ext cx="10861037" cy="1111653"/>
      </dsp:txXfrm>
    </dsp:sp>
    <dsp:sp modelId="{0E0AE2CF-140D-49F0-B403-C33654697C44}">
      <dsp:nvSpPr>
        <dsp:cNvPr id="0" name=""/>
        <dsp:cNvSpPr/>
      </dsp:nvSpPr>
      <dsp:spPr>
        <a:xfrm>
          <a:off x="0" y="1394342"/>
          <a:ext cx="11998474" cy="867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980402-B90A-4E1F-8EDF-87F7726BEB79}">
      <dsp:nvSpPr>
        <dsp:cNvPr id="0" name=""/>
        <dsp:cNvSpPr/>
      </dsp:nvSpPr>
      <dsp:spPr>
        <a:xfrm>
          <a:off x="262458" y="1589559"/>
          <a:ext cx="477663" cy="4771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22C007-AA98-4E43-9CD3-779F243F478F}">
      <dsp:nvSpPr>
        <dsp:cNvPr id="0" name=""/>
        <dsp:cNvSpPr/>
      </dsp:nvSpPr>
      <dsp:spPr>
        <a:xfrm>
          <a:off x="1002581" y="1394342"/>
          <a:ext cx="10861037" cy="111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650" tIns="117650" rIns="117650" bIns="117650" numCol="1" spcCol="1270" anchor="ctr" anchorCtr="0">
          <a:noAutofit/>
        </a:bodyPr>
        <a:lstStyle/>
        <a:p>
          <a:pPr marL="0" lvl="0" indent="0" algn="l" defTabSz="1066800">
            <a:lnSpc>
              <a:spcPct val="100000"/>
            </a:lnSpc>
            <a:spcBef>
              <a:spcPct val="0"/>
            </a:spcBef>
            <a:spcAft>
              <a:spcPct val="35000"/>
            </a:spcAft>
            <a:buNone/>
          </a:pPr>
          <a:r>
            <a:rPr lang="en-US" sz="2400" b="1" kern="1200" dirty="0"/>
            <a:t>They will be assigned specific duty and other departmental heads (production, purchase, personnel etc.) will be explained their role and responsibility towards safety goals.</a:t>
          </a:r>
        </a:p>
      </dsp:txBody>
      <dsp:txXfrm>
        <a:off x="1002581" y="1394342"/>
        <a:ext cx="10861037" cy="1111653"/>
      </dsp:txXfrm>
    </dsp:sp>
    <dsp:sp modelId="{8BD590A2-4529-4371-8D17-5C9B355616B5}">
      <dsp:nvSpPr>
        <dsp:cNvPr id="0" name=""/>
        <dsp:cNvSpPr/>
      </dsp:nvSpPr>
      <dsp:spPr>
        <a:xfrm>
          <a:off x="0" y="2783909"/>
          <a:ext cx="11998474" cy="867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016E55-8EDF-42C9-AF9A-C0E4BDB7F717}">
      <dsp:nvSpPr>
        <dsp:cNvPr id="0" name=""/>
        <dsp:cNvSpPr/>
      </dsp:nvSpPr>
      <dsp:spPr>
        <a:xfrm>
          <a:off x="262458" y="2979126"/>
          <a:ext cx="477663" cy="4771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D253D0-AA02-4E7E-AD44-8D534923461F}">
      <dsp:nvSpPr>
        <dsp:cNvPr id="0" name=""/>
        <dsp:cNvSpPr/>
      </dsp:nvSpPr>
      <dsp:spPr>
        <a:xfrm>
          <a:off x="1002581" y="2783909"/>
          <a:ext cx="10861037" cy="111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650" tIns="117650" rIns="117650" bIns="117650" numCol="1" spcCol="1270" anchor="ctr" anchorCtr="0">
          <a:noAutofit/>
        </a:bodyPr>
        <a:lstStyle/>
        <a:p>
          <a:pPr marL="0" lvl="0" indent="0" algn="l" defTabSz="1066800">
            <a:lnSpc>
              <a:spcPct val="100000"/>
            </a:lnSpc>
            <a:spcBef>
              <a:spcPct val="0"/>
            </a:spcBef>
            <a:spcAft>
              <a:spcPct val="35000"/>
            </a:spcAft>
            <a:buNone/>
          </a:pPr>
          <a:r>
            <a:rPr lang="en-US" sz="2400" b="1" kern="1200"/>
            <a:t>All supervisors shall be integrated with safety as part of their duty. </a:t>
          </a:r>
        </a:p>
      </dsp:txBody>
      <dsp:txXfrm>
        <a:off x="1002581" y="2783909"/>
        <a:ext cx="10861037" cy="1111653"/>
      </dsp:txXfrm>
    </dsp:sp>
    <dsp:sp modelId="{FC3EFDE8-81BD-4AF1-97B1-81C358DF5C5D}">
      <dsp:nvSpPr>
        <dsp:cNvPr id="0" name=""/>
        <dsp:cNvSpPr/>
      </dsp:nvSpPr>
      <dsp:spPr>
        <a:xfrm>
          <a:off x="0" y="4173475"/>
          <a:ext cx="11998474" cy="867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6E97E9-653D-4D94-939D-C45587EDC84B}">
      <dsp:nvSpPr>
        <dsp:cNvPr id="0" name=""/>
        <dsp:cNvSpPr/>
      </dsp:nvSpPr>
      <dsp:spPr>
        <a:xfrm>
          <a:off x="262458" y="4368692"/>
          <a:ext cx="477663" cy="4771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A8BB64-5C9A-4BC5-891C-3E98B3E6E08B}">
      <dsp:nvSpPr>
        <dsp:cNvPr id="0" name=""/>
        <dsp:cNvSpPr/>
      </dsp:nvSpPr>
      <dsp:spPr>
        <a:xfrm>
          <a:off x="1002581" y="4173475"/>
          <a:ext cx="10861037" cy="111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650" tIns="117650" rIns="117650" bIns="117650" numCol="1" spcCol="1270" anchor="ctr" anchorCtr="0">
          <a:noAutofit/>
        </a:bodyPr>
        <a:lstStyle/>
        <a:p>
          <a:pPr marL="0" lvl="0" indent="0" algn="l" defTabSz="1066800">
            <a:lnSpc>
              <a:spcPct val="100000"/>
            </a:lnSpc>
            <a:spcBef>
              <a:spcPct val="0"/>
            </a:spcBef>
            <a:spcAft>
              <a:spcPct val="35000"/>
            </a:spcAft>
            <a:buNone/>
          </a:pPr>
          <a:r>
            <a:rPr lang="en-US" sz="2400" b="1" kern="1200"/>
            <a:t>‘Safety is everybody’s duty’ will be explained to all with their safety duty given in writing or by displaying at their workplaces.</a:t>
          </a:r>
        </a:p>
      </dsp:txBody>
      <dsp:txXfrm>
        <a:off x="1002581" y="4173475"/>
        <a:ext cx="10861037" cy="111165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8174F4-11C4-426B-89CD-52D86A582D4F}" type="datetimeFigureOut">
              <a:rPr lang="en-GB" smtClean="0"/>
              <a:t>30/07/2025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C639B9-8395-41F9-A0CC-91CB34DA1E11}" type="slidenum">
              <a:rPr lang="en-GB" smtClean="0"/>
              <a:t>‹#›</a:t>
            </a:fld>
            <a:endParaRPr lang="en-GB"/>
          </a:p>
        </p:txBody>
      </p:sp>
    </p:spTree>
    <p:extLst>
      <p:ext uri="{BB962C8B-B14F-4D97-AF65-F5344CB8AC3E}">
        <p14:creationId xmlns:p14="http://schemas.microsoft.com/office/powerpoint/2010/main" val="1448017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DC639B9-8395-41F9-A0CC-91CB34DA1E11}" type="slidenum">
              <a:rPr lang="en-GB" smtClean="0"/>
              <a:t>13</a:t>
            </a:fld>
            <a:endParaRPr lang="en-GB"/>
          </a:p>
        </p:txBody>
      </p:sp>
    </p:spTree>
    <p:extLst>
      <p:ext uri="{BB962C8B-B14F-4D97-AF65-F5344CB8AC3E}">
        <p14:creationId xmlns:p14="http://schemas.microsoft.com/office/powerpoint/2010/main" val="482515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457431-07E7-4135-BBCA-255B542FC8A9}" type="datetime1">
              <a:rPr lang="en-GB" smtClean="0"/>
              <a:t>30/07/2025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3321726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028FC1-2F1A-441B-B93D-2F901BB6B7C5}" type="datetime1">
              <a:rPr lang="en-GB" smtClean="0"/>
              <a:t>30/07/2025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538587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A6E4D5-7C56-4DE6-B037-9DDFDAAD142F}" type="datetime1">
              <a:rPr lang="en-GB" smtClean="0"/>
              <a:t>30/07/2025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2292676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C27FFD-1923-402F-AC77-8A9E017727A5}" type="datetime1">
              <a:rPr lang="en-GB" smtClean="0"/>
              <a:t>30/07/2025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31099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4A8F9B-1A9B-4448-9421-8FBF33F69FFD}" type="datetime1">
              <a:rPr lang="en-GB" smtClean="0"/>
              <a:t>30/07/2025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1956689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5198E4-F729-4450-9603-74A297772260}" type="datetime1">
              <a:rPr lang="en-GB" smtClean="0"/>
              <a:t>30/07/2025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1602181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C9CCA-0A41-4DCE-8969-3974455802B6}" type="datetime1">
              <a:rPr lang="en-GB" smtClean="0"/>
              <a:t>30/07/2025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741848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79162B-F11B-4652-8F8C-82C6153850D4}" type="datetime1">
              <a:rPr lang="en-GB" smtClean="0"/>
              <a:t>30/07/2025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2209220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14A511-2957-494A-9F17-7F1B4CF6EAEC}" type="datetime1">
              <a:rPr lang="en-GB" smtClean="0"/>
              <a:t>30/07/2025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1490756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D1CD06-821A-4B07-990E-24BD1A2071AD}" type="datetime1">
              <a:rPr lang="en-GB" smtClean="0"/>
              <a:t>30/07/2025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2942084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3356E4-F1AF-45A9-AFFC-5D6EFDB641BD}" type="datetime1">
              <a:rPr lang="en-GB" smtClean="0"/>
              <a:t>30/07/2025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F53765-4FF0-40A9-A4FE-B27B4CFAA281}" type="slidenum">
              <a:rPr lang="en-GB" smtClean="0"/>
              <a:t>‹#›</a:t>
            </a:fld>
            <a:endParaRPr lang="en-GB"/>
          </a:p>
        </p:txBody>
      </p:sp>
    </p:spTree>
    <p:extLst>
      <p:ext uri="{BB962C8B-B14F-4D97-AF65-F5344CB8AC3E}">
        <p14:creationId xmlns:p14="http://schemas.microsoft.com/office/powerpoint/2010/main" val="4292265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76B0A6-C950-430D-BFE4-0686A6D8B60A}" type="datetime1">
              <a:rPr lang="en-GB" smtClean="0"/>
              <a:t>30/07/2025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F53765-4FF0-40A9-A4FE-B27B4CFAA281}" type="slidenum">
              <a:rPr lang="en-GB" smtClean="0"/>
              <a:t>‹#›</a:t>
            </a:fld>
            <a:endParaRPr lang="en-GB"/>
          </a:p>
        </p:txBody>
      </p:sp>
    </p:spTree>
    <p:extLst>
      <p:ext uri="{BB962C8B-B14F-4D97-AF65-F5344CB8AC3E}">
        <p14:creationId xmlns:p14="http://schemas.microsoft.com/office/powerpoint/2010/main" val="31667658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jpg"/><Relationship Id="rId1" Type="http://schemas.openxmlformats.org/officeDocument/2006/relationships/slideLayout" Target="../slideLayouts/slideLayout7.xml"/><Relationship Id="rId4" Type="http://schemas.openxmlformats.org/officeDocument/2006/relationships/image" Target="../media/image55.svg"/></Relationships>
</file>

<file path=ppt/slides/_rels/slide27.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69.jpe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8.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9.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100.jpe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102.jpe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image" Target="../media/image103.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7.sv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8.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9.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2.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3.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7.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6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29.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5.xml.rels><?xml version="1.0" encoding="UTF-8" standalone="yes"?>
<Relationships xmlns="http://schemas.openxmlformats.org/package/2006/relationships"><Relationship Id="rId2" Type="http://schemas.openxmlformats.org/officeDocument/2006/relationships/image" Target="../media/image133.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77.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79.xml.rels><?xml version="1.0" encoding="UTF-8" standalone="yes"?>
<Relationships xmlns="http://schemas.openxmlformats.org/package/2006/relationships"><Relationship Id="rId3" Type="http://schemas.openxmlformats.org/officeDocument/2006/relationships/image" Target="../media/image142.sv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44.svg"/><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84.xml.rels><?xml version="1.0" encoding="UTF-8" standalone="yes"?>
<Relationships xmlns="http://schemas.openxmlformats.org/package/2006/relationships"><Relationship Id="rId2" Type="http://schemas.openxmlformats.org/officeDocument/2006/relationships/image" Target="../media/image156.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87.xml.rels><?xml version="1.0" encoding="UTF-8" standalone="yes"?>
<Relationships xmlns="http://schemas.openxmlformats.org/package/2006/relationships"><Relationship Id="rId3" Type="http://schemas.openxmlformats.org/officeDocument/2006/relationships/image" Target="../media/image171.sv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89.xml.rels><?xml version="1.0" encoding="UTF-8" standalone="yes"?>
<Relationships xmlns="http://schemas.openxmlformats.org/package/2006/relationships"><Relationship Id="rId2" Type="http://schemas.openxmlformats.org/officeDocument/2006/relationships/image" Target="../media/image180.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image" Target="../media/image182.jpg"/><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94.xml.rels><?xml version="1.0" encoding="UTF-8" standalone="yes"?>
<Relationships xmlns="http://schemas.openxmlformats.org/package/2006/relationships"><Relationship Id="rId2" Type="http://schemas.openxmlformats.org/officeDocument/2006/relationships/image" Target="../media/image189.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98.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large room with many tables and workers&#10;&#10;Description automatically generated with medium confidence">
            <a:extLst>
              <a:ext uri="{FF2B5EF4-FFF2-40B4-BE49-F238E27FC236}">
                <a16:creationId xmlns:a16="http://schemas.microsoft.com/office/drawing/2014/main" id="{6AC3FEC5-65C5-055E-C5DD-75A284BE9A8C}"/>
              </a:ext>
            </a:extLst>
          </p:cNvPr>
          <p:cNvPicPr>
            <a:picLocks noChangeAspect="1"/>
          </p:cNvPicPr>
          <p:nvPr/>
        </p:nvPicPr>
        <p:blipFill>
          <a:blip r:embed="rId2">
            <a:extLst>
              <a:ext uri="{28A0092B-C50C-407E-A947-70E740481C1C}">
                <a14:useLocalDpi xmlns:a14="http://schemas.microsoft.com/office/drawing/2010/main" val="0"/>
              </a:ext>
            </a:extLst>
          </a:blip>
          <a:srcRect t="10679" b="18398"/>
          <a:stretch/>
        </p:blipFill>
        <p:spPr>
          <a:xfrm>
            <a:off x="4959903" y="1728788"/>
            <a:ext cx="7232096" cy="5129212"/>
          </a:xfrm>
          <a:prstGeom prst="rect">
            <a:avLst/>
          </a:prstGeom>
        </p:spPr>
      </p:pic>
      <p:sp>
        <p:nvSpPr>
          <p:cNvPr id="2" name="Title 1">
            <a:extLst>
              <a:ext uri="{FF2B5EF4-FFF2-40B4-BE49-F238E27FC236}">
                <a16:creationId xmlns:a16="http://schemas.microsoft.com/office/drawing/2014/main" id="{14C52DDF-61AC-7D9C-C5C8-0BC2F32CBE9F}"/>
              </a:ext>
            </a:extLst>
          </p:cNvPr>
          <p:cNvSpPr>
            <a:spLocks noGrp="1"/>
          </p:cNvSpPr>
          <p:nvPr>
            <p:ph type="ctrTitle"/>
          </p:nvPr>
        </p:nvSpPr>
        <p:spPr>
          <a:xfrm>
            <a:off x="952228" y="743447"/>
            <a:ext cx="3973385" cy="3692028"/>
          </a:xfrm>
          <a:noFill/>
        </p:spPr>
        <p:txBody>
          <a:bodyPr>
            <a:normAutofit/>
          </a:bodyPr>
          <a:lstStyle/>
          <a:p>
            <a:pPr algn="l"/>
            <a:r>
              <a:rPr lang="en-GB" sz="4400" b="1"/>
              <a:t>MCN401: INDUSTRIAL SAFETY ENGINEERING</a:t>
            </a:r>
          </a:p>
        </p:txBody>
      </p:sp>
      <p:sp>
        <p:nvSpPr>
          <p:cNvPr id="6" name="Date Placeholder 5">
            <a:extLst>
              <a:ext uri="{FF2B5EF4-FFF2-40B4-BE49-F238E27FC236}">
                <a16:creationId xmlns:a16="http://schemas.microsoft.com/office/drawing/2014/main" id="{9EED80D2-42F2-32EB-8466-C071423BA69F}"/>
              </a:ext>
            </a:extLst>
          </p:cNvPr>
          <p:cNvSpPr>
            <a:spLocks noGrp="1"/>
          </p:cNvSpPr>
          <p:nvPr>
            <p:ph type="dt" sz="half" idx="10"/>
          </p:nvPr>
        </p:nvSpPr>
        <p:spPr/>
        <p:txBody>
          <a:bodyPr/>
          <a:lstStyle/>
          <a:p>
            <a:fld id="{28D259C1-5935-4C4B-B030-46E8B8E9B2D7}" type="datetime1">
              <a:rPr lang="en-GB" smtClean="0"/>
              <a:t>30/07/2025</a:t>
            </a:fld>
            <a:endParaRPr lang="en-GB"/>
          </a:p>
        </p:txBody>
      </p:sp>
      <p:sp>
        <p:nvSpPr>
          <p:cNvPr id="7" name="Slide Number Placeholder 6">
            <a:extLst>
              <a:ext uri="{FF2B5EF4-FFF2-40B4-BE49-F238E27FC236}">
                <a16:creationId xmlns:a16="http://schemas.microsoft.com/office/drawing/2014/main" id="{CFEF286C-D105-CD13-3684-6A315E160E4C}"/>
              </a:ext>
            </a:extLst>
          </p:cNvPr>
          <p:cNvSpPr>
            <a:spLocks noGrp="1"/>
          </p:cNvSpPr>
          <p:nvPr>
            <p:ph type="sldNum" sz="quarter" idx="12"/>
          </p:nvPr>
        </p:nvSpPr>
        <p:spPr/>
        <p:txBody>
          <a:bodyPr/>
          <a:lstStyle/>
          <a:p>
            <a:fld id="{E1F53765-4FF0-40A9-A4FE-B27B4CFAA281}" type="slidenum">
              <a:rPr lang="en-GB" smtClean="0"/>
              <a:t>1</a:t>
            </a:fld>
            <a:endParaRPr lang="en-GB"/>
          </a:p>
        </p:txBody>
      </p:sp>
    </p:spTree>
    <p:extLst>
      <p:ext uri="{BB962C8B-B14F-4D97-AF65-F5344CB8AC3E}">
        <p14:creationId xmlns:p14="http://schemas.microsoft.com/office/powerpoint/2010/main" val="345460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8AFA-1316-C329-9F06-CD01DB6BEC6C}"/>
              </a:ext>
            </a:extLst>
          </p:cNvPr>
          <p:cNvSpPr>
            <a:spLocks noGrp="1"/>
          </p:cNvSpPr>
          <p:nvPr>
            <p:ph type="title"/>
          </p:nvPr>
        </p:nvSpPr>
        <p:spPr/>
        <p:txBody>
          <a:bodyPr/>
          <a:lstStyle/>
          <a:p>
            <a:r>
              <a:rPr lang="en-GB" dirty="0"/>
              <a:t>SYLLABUS</a:t>
            </a:r>
          </a:p>
        </p:txBody>
      </p:sp>
      <p:sp>
        <p:nvSpPr>
          <p:cNvPr id="3" name="Content Placeholder 2">
            <a:extLst>
              <a:ext uri="{FF2B5EF4-FFF2-40B4-BE49-F238E27FC236}">
                <a16:creationId xmlns:a16="http://schemas.microsoft.com/office/drawing/2014/main" id="{30EFEE52-5908-DA86-9EE9-58FACD77BC62}"/>
              </a:ext>
            </a:extLst>
          </p:cNvPr>
          <p:cNvSpPr>
            <a:spLocks noGrp="1"/>
          </p:cNvSpPr>
          <p:nvPr>
            <p:ph idx="1"/>
          </p:nvPr>
        </p:nvSpPr>
        <p:spPr/>
        <p:txBody>
          <a:bodyPr>
            <a:normAutofit fontScale="85000" lnSpcReduction="20000"/>
          </a:bodyPr>
          <a:lstStyle/>
          <a:p>
            <a:pPr>
              <a:lnSpc>
                <a:spcPct val="170000"/>
              </a:lnSpc>
            </a:pPr>
            <a:r>
              <a:rPr lang="en-US" b="1" dirty="0">
                <a:latin typeface="Times New Roman" panose="02020603050405020304" pitchFamily="18" charset="0"/>
                <a:cs typeface="Times New Roman" panose="02020603050405020304" pitchFamily="18" charset="0"/>
              </a:rPr>
              <a:t>Need for safety. Safety and productivity. </a:t>
            </a:r>
          </a:p>
          <a:p>
            <a:pPr>
              <a:lnSpc>
                <a:spcPct val="170000"/>
              </a:lnSpc>
            </a:pPr>
            <a:r>
              <a:rPr lang="en-US" b="1" dirty="0">
                <a:latin typeface="Times New Roman" panose="02020603050405020304" pitchFamily="18" charset="0"/>
                <a:cs typeface="Times New Roman" panose="02020603050405020304" pitchFamily="18" charset="0"/>
              </a:rPr>
              <a:t>Definitions: Accident, Injury, Unsafe act, Unsafe Condition, Dangerous Occurrence, Reportable accidents. </a:t>
            </a:r>
          </a:p>
          <a:p>
            <a:pPr>
              <a:lnSpc>
                <a:spcPct val="170000"/>
              </a:lnSpc>
            </a:pPr>
            <a:r>
              <a:rPr lang="en-US" b="1" dirty="0">
                <a:latin typeface="Times New Roman" panose="02020603050405020304" pitchFamily="18" charset="0"/>
                <a:cs typeface="Times New Roman" panose="02020603050405020304" pitchFamily="18" charset="0"/>
              </a:rPr>
              <a:t>Theories of accident causation. Safety organization- objectives, types, functions, Role of management, supervisors, workmen, unions, government and voluntary agencies in safety. Safety policy. Safety Officer-responsibilities, authority. Safety committee-need, types, advantages. </a:t>
            </a:r>
          </a:p>
          <a:p>
            <a:pPr marL="0" indent="0">
              <a:buNone/>
            </a:pPr>
            <a:endParaRPr lang="en-GB"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DEBD2A0-4D8B-50EC-86B6-D29A907D168F}"/>
              </a:ext>
            </a:extLst>
          </p:cNvPr>
          <p:cNvSpPr>
            <a:spLocks noGrp="1"/>
          </p:cNvSpPr>
          <p:nvPr>
            <p:ph type="dt" sz="half" idx="10"/>
          </p:nvPr>
        </p:nvSpPr>
        <p:spPr/>
        <p:txBody>
          <a:bodyPr/>
          <a:lstStyle/>
          <a:p>
            <a:fld id="{0FB4EF79-EB2C-42C7-BF3D-C1A538E7FED8}" type="datetime1">
              <a:rPr lang="en-GB" smtClean="0"/>
              <a:t>30/07/2025</a:t>
            </a:fld>
            <a:endParaRPr lang="en-GB"/>
          </a:p>
        </p:txBody>
      </p:sp>
      <p:sp>
        <p:nvSpPr>
          <p:cNvPr id="5" name="Slide Number Placeholder 4">
            <a:extLst>
              <a:ext uri="{FF2B5EF4-FFF2-40B4-BE49-F238E27FC236}">
                <a16:creationId xmlns:a16="http://schemas.microsoft.com/office/drawing/2014/main" id="{033F36BF-7F7A-34F4-0D4C-BC4F4079C77A}"/>
              </a:ext>
            </a:extLst>
          </p:cNvPr>
          <p:cNvSpPr>
            <a:spLocks noGrp="1"/>
          </p:cNvSpPr>
          <p:nvPr>
            <p:ph type="sldNum" sz="quarter" idx="12"/>
          </p:nvPr>
        </p:nvSpPr>
        <p:spPr/>
        <p:txBody>
          <a:bodyPr/>
          <a:lstStyle/>
          <a:p>
            <a:fld id="{E1F53765-4FF0-40A9-A4FE-B27B4CFAA281}" type="slidenum">
              <a:rPr lang="en-GB" smtClean="0"/>
              <a:t>2</a:t>
            </a:fld>
            <a:endParaRPr lang="en-GB"/>
          </a:p>
        </p:txBody>
      </p:sp>
    </p:spTree>
    <p:extLst>
      <p:ext uri="{BB962C8B-B14F-4D97-AF65-F5344CB8AC3E}">
        <p14:creationId xmlns:p14="http://schemas.microsoft.com/office/powerpoint/2010/main" val="2885393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50961-23FC-7F9D-A970-EFBF72858740}"/>
              </a:ext>
            </a:extLst>
          </p:cNvPr>
          <p:cNvSpPr>
            <a:spLocks noGrp="1"/>
          </p:cNvSpPr>
          <p:nvPr>
            <p:ph type="title"/>
          </p:nvPr>
        </p:nvSpPr>
        <p:spPr>
          <a:xfrm>
            <a:off x="771735" y="-19657"/>
            <a:ext cx="5393361" cy="1325563"/>
          </a:xfrm>
        </p:spPr>
        <p:txBody>
          <a:bodyPr>
            <a:normAutofit/>
          </a:bodyPr>
          <a:lstStyle/>
          <a:p>
            <a:r>
              <a:rPr lang="en-GB" b="1" dirty="0">
                <a:solidFill>
                  <a:schemeClr val="tx2">
                    <a:lumMod val="90000"/>
                    <a:lumOff val="10000"/>
                  </a:schemeClr>
                </a:solidFill>
              </a:rPr>
              <a:t>INTRODUCTION</a:t>
            </a:r>
          </a:p>
        </p:txBody>
      </p:sp>
      <p:sp>
        <p:nvSpPr>
          <p:cNvPr id="3" name="Content Placeholder 2">
            <a:extLst>
              <a:ext uri="{FF2B5EF4-FFF2-40B4-BE49-F238E27FC236}">
                <a16:creationId xmlns:a16="http://schemas.microsoft.com/office/drawing/2014/main" id="{9CACB4E4-B837-3D1C-A616-3E372DC4BBA7}"/>
              </a:ext>
            </a:extLst>
          </p:cNvPr>
          <p:cNvSpPr>
            <a:spLocks noGrp="1"/>
          </p:cNvSpPr>
          <p:nvPr>
            <p:ph idx="1"/>
          </p:nvPr>
        </p:nvSpPr>
        <p:spPr>
          <a:xfrm>
            <a:off x="344774" y="1054725"/>
            <a:ext cx="6030146" cy="5645878"/>
          </a:xfrm>
        </p:spPr>
        <p:txBody>
          <a:bodyPr>
            <a:noAutofit/>
          </a:bodyPr>
          <a:lstStyle/>
          <a:p>
            <a:pPr algn="just"/>
            <a:r>
              <a:rPr lang="en-US" sz="2400" dirty="0"/>
              <a:t>Industrial safety refers to the safety management practices that apply to the industrial sector. </a:t>
            </a:r>
          </a:p>
          <a:p>
            <a:pPr algn="just"/>
            <a:r>
              <a:rPr lang="en-US" sz="2400" dirty="0"/>
              <a:t>Those processes aim to protect industrial workers, machinery, facilities, structures, and the environment.</a:t>
            </a:r>
          </a:p>
          <a:p>
            <a:pPr algn="just"/>
            <a:r>
              <a:rPr lang="en-US" sz="2400" dirty="0"/>
              <a:t>Industrial safety is overseen by federal, state and local laws and regulations. </a:t>
            </a:r>
          </a:p>
          <a:p>
            <a:pPr algn="just"/>
            <a:r>
              <a:rPr lang="en-US" sz="2400" dirty="0"/>
              <a:t>The Occupational Safety and Health Association (OSHA) is the primary regulatory body in the United States dedicated to workplace safety, including the industrial sector.</a:t>
            </a:r>
          </a:p>
          <a:p>
            <a:pPr algn="just"/>
            <a:endParaRPr lang="en-GB" sz="2400" dirty="0"/>
          </a:p>
        </p:txBody>
      </p:sp>
      <p:sp>
        <p:nvSpPr>
          <p:cNvPr id="6" name="Date Placeholder 5">
            <a:extLst>
              <a:ext uri="{FF2B5EF4-FFF2-40B4-BE49-F238E27FC236}">
                <a16:creationId xmlns:a16="http://schemas.microsoft.com/office/drawing/2014/main" id="{5F6801B1-A585-4876-1F09-D8ED9D97492B}"/>
              </a:ext>
            </a:extLst>
          </p:cNvPr>
          <p:cNvSpPr>
            <a:spLocks noGrp="1"/>
          </p:cNvSpPr>
          <p:nvPr>
            <p:ph type="dt" sz="half" idx="10"/>
          </p:nvPr>
        </p:nvSpPr>
        <p:spPr/>
        <p:txBody>
          <a:bodyPr/>
          <a:lstStyle/>
          <a:p>
            <a:fld id="{4BDBCA44-DFAB-4E55-A5E4-90F1A9DCB43F}" type="datetime1">
              <a:rPr lang="en-GB" smtClean="0"/>
              <a:t>30/07/2025</a:t>
            </a:fld>
            <a:endParaRPr lang="en-GB"/>
          </a:p>
        </p:txBody>
      </p:sp>
      <p:sp>
        <p:nvSpPr>
          <p:cNvPr id="7" name="Slide Number Placeholder 6">
            <a:extLst>
              <a:ext uri="{FF2B5EF4-FFF2-40B4-BE49-F238E27FC236}">
                <a16:creationId xmlns:a16="http://schemas.microsoft.com/office/drawing/2014/main" id="{7F3A8EF0-0ABB-7399-58C8-F42F4D553A62}"/>
              </a:ext>
            </a:extLst>
          </p:cNvPr>
          <p:cNvSpPr>
            <a:spLocks noGrp="1"/>
          </p:cNvSpPr>
          <p:nvPr>
            <p:ph type="sldNum" sz="quarter" idx="12"/>
          </p:nvPr>
        </p:nvSpPr>
        <p:spPr/>
        <p:txBody>
          <a:bodyPr/>
          <a:lstStyle/>
          <a:p>
            <a:fld id="{E1F53765-4FF0-40A9-A4FE-B27B4CFAA281}" type="slidenum">
              <a:rPr lang="en-GB" smtClean="0"/>
              <a:t>3</a:t>
            </a:fld>
            <a:endParaRPr lang="en-GB"/>
          </a:p>
        </p:txBody>
      </p:sp>
      <p:pic>
        <p:nvPicPr>
          <p:cNvPr id="5" name="Picture 4" descr="A person and person wearing safety vests and helmets&#10;&#10;Description automatically generated">
            <a:extLst>
              <a:ext uri="{FF2B5EF4-FFF2-40B4-BE49-F238E27FC236}">
                <a16:creationId xmlns:a16="http://schemas.microsoft.com/office/drawing/2014/main" id="{5C1ABBEC-27C9-ECB6-76ED-2536B6A07B27}"/>
              </a:ext>
            </a:extLst>
          </p:cNvPr>
          <p:cNvPicPr>
            <a:picLocks noChangeAspect="1"/>
          </p:cNvPicPr>
          <p:nvPr/>
        </p:nvPicPr>
        <p:blipFill>
          <a:blip r:embed="rId2">
            <a:extLst>
              <a:ext uri="{28A0092B-C50C-407E-A947-70E740481C1C}">
                <a14:useLocalDpi xmlns:a14="http://schemas.microsoft.com/office/drawing/2010/main" val="0"/>
              </a:ext>
            </a:extLst>
          </a:blip>
          <a:srcRect r="3" b="3"/>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Tree>
    <p:extLst>
      <p:ext uri="{BB962C8B-B14F-4D97-AF65-F5344CB8AC3E}">
        <p14:creationId xmlns:p14="http://schemas.microsoft.com/office/powerpoint/2010/main" val="33622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Content Placeholder 2">
            <a:extLst>
              <a:ext uri="{FF2B5EF4-FFF2-40B4-BE49-F238E27FC236}">
                <a16:creationId xmlns:a16="http://schemas.microsoft.com/office/drawing/2014/main" id="{56A7C572-B40D-5A92-2A8B-0925AA118A0C}"/>
              </a:ext>
            </a:extLst>
          </p:cNvPr>
          <p:cNvSpPr>
            <a:spLocks noGrp="1"/>
          </p:cNvSpPr>
          <p:nvPr>
            <p:ph idx="1"/>
          </p:nvPr>
        </p:nvSpPr>
        <p:spPr>
          <a:xfrm>
            <a:off x="357188" y="514350"/>
            <a:ext cx="7258049" cy="6343649"/>
          </a:xfrm>
        </p:spPr>
        <p:txBody>
          <a:bodyPr>
            <a:noAutofit/>
          </a:bodyPr>
          <a:lstStyle/>
          <a:p>
            <a:r>
              <a:rPr lang="en-US" sz="2400" dirty="0"/>
              <a:t>Industrial safety is a broad area of workplace safety, covering a number of issues and topics, including:</a:t>
            </a:r>
          </a:p>
          <a:p>
            <a:endParaRPr lang="en-US" sz="2400" dirty="0"/>
          </a:p>
          <a:p>
            <a:pPr>
              <a:buFont typeface="Wingdings" panose="05000000000000000000" pitchFamily="2" charset="2"/>
              <a:buChar char="q"/>
            </a:pPr>
            <a:r>
              <a:rPr lang="en-US" sz="2400" dirty="0"/>
              <a:t>General safety (issues and concerns that are common across all industries)</a:t>
            </a:r>
          </a:p>
          <a:p>
            <a:pPr>
              <a:buFont typeface="Wingdings" panose="05000000000000000000" pitchFamily="2" charset="2"/>
              <a:buChar char="q"/>
            </a:pPr>
            <a:r>
              <a:rPr lang="en-US" sz="2400" dirty="0"/>
              <a:t>Site-specific safety issues</a:t>
            </a:r>
          </a:p>
          <a:p>
            <a:pPr>
              <a:buFont typeface="Wingdings" panose="05000000000000000000" pitchFamily="2" charset="2"/>
              <a:buChar char="q"/>
            </a:pPr>
            <a:r>
              <a:rPr lang="en-US" sz="2400" dirty="0"/>
              <a:t>Process and production safety</a:t>
            </a:r>
          </a:p>
          <a:p>
            <a:pPr>
              <a:buFont typeface="Wingdings" panose="05000000000000000000" pitchFamily="2" charset="2"/>
              <a:buChar char="q"/>
            </a:pPr>
            <a:r>
              <a:rPr lang="en-US" sz="2400" dirty="0"/>
              <a:t>Material safety</a:t>
            </a:r>
          </a:p>
          <a:p>
            <a:pPr>
              <a:buFont typeface="Wingdings" panose="05000000000000000000" pitchFamily="2" charset="2"/>
              <a:buChar char="q"/>
            </a:pPr>
            <a:r>
              <a:rPr lang="en-US" sz="2400" dirty="0"/>
              <a:t>Fire safety</a:t>
            </a:r>
          </a:p>
          <a:p>
            <a:pPr>
              <a:buFont typeface="Wingdings" panose="05000000000000000000" pitchFamily="2" charset="2"/>
              <a:buChar char="q"/>
            </a:pPr>
            <a:r>
              <a:rPr lang="en-US" sz="2400" dirty="0"/>
              <a:t>Electrical safety</a:t>
            </a:r>
          </a:p>
          <a:p>
            <a:pPr>
              <a:buFont typeface="Wingdings" panose="05000000000000000000" pitchFamily="2" charset="2"/>
              <a:buChar char="q"/>
            </a:pPr>
            <a:r>
              <a:rPr lang="en-US" sz="2400" dirty="0"/>
              <a:t>Building and structural safety (including temporary installations)</a:t>
            </a:r>
          </a:p>
          <a:p>
            <a:pPr>
              <a:buFont typeface="Wingdings" panose="05000000000000000000" pitchFamily="2" charset="2"/>
              <a:buChar char="q"/>
            </a:pPr>
            <a:r>
              <a:rPr lang="en-US" sz="2400" dirty="0"/>
              <a:t>Environmental safety</a:t>
            </a:r>
            <a:endParaRPr lang="en-IN" sz="2400" dirty="0"/>
          </a:p>
          <a:p>
            <a:endParaRPr lang="en-GB" sz="2400" dirty="0"/>
          </a:p>
        </p:txBody>
      </p:sp>
      <p:sp>
        <p:nvSpPr>
          <p:cNvPr id="6" name="Date Placeholder 5">
            <a:extLst>
              <a:ext uri="{FF2B5EF4-FFF2-40B4-BE49-F238E27FC236}">
                <a16:creationId xmlns:a16="http://schemas.microsoft.com/office/drawing/2014/main" id="{6E646167-9436-1E9A-986C-F7BD06C0B2D1}"/>
              </a:ext>
            </a:extLst>
          </p:cNvPr>
          <p:cNvSpPr>
            <a:spLocks noGrp="1"/>
          </p:cNvSpPr>
          <p:nvPr>
            <p:ph type="dt" sz="half" idx="10"/>
          </p:nvPr>
        </p:nvSpPr>
        <p:spPr/>
        <p:txBody>
          <a:bodyPr/>
          <a:lstStyle/>
          <a:p>
            <a:fld id="{3F5B0332-87D5-47F4-9D24-4AC4E91BA616}" type="datetime1">
              <a:rPr lang="en-GB" smtClean="0"/>
              <a:t>30/07/2025</a:t>
            </a:fld>
            <a:endParaRPr lang="en-GB"/>
          </a:p>
        </p:txBody>
      </p:sp>
      <p:sp>
        <p:nvSpPr>
          <p:cNvPr id="7" name="Slide Number Placeholder 6">
            <a:extLst>
              <a:ext uri="{FF2B5EF4-FFF2-40B4-BE49-F238E27FC236}">
                <a16:creationId xmlns:a16="http://schemas.microsoft.com/office/drawing/2014/main" id="{6A9724E1-C60D-C5FA-B2E5-E0AFC9445E9B}"/>
              </a:ext>
            </a:extLst>
          </p:cNvPr>
          <p:cNvSpPr>
            <a:spLocks noGrp="1"/>
          </p:cNvSpPr>
          <p:nvPr>
            <p:ph type="sldNum" sz="quarter" idx="12"/>
          </p:nvPr>
        </p:nvSpPr>
        <p:spPr/>
        <p:txBody>
          <a:bodyPr/>
          <a:lstStyle/>
          <a:p>
            <a:fld id="{E1F53765-4FF0-40A9-A4FE-B27B4CFAA281}" type="slidenum">
              <a:rPr lang="en-GB" smtClean="0"/>
              <a:t>4</a:t>
            </a:fld>
            <a:endParaRPr lang="en-GB"/>
          </a:p>
        </p:txBody>
      </p:sp>
      <p:pic>
        <p:nvPicPr>
          <p:cNvPr id="5" name="Picture 4" descr="A group of men wearing safety vests and helmets&#10;&#10;Description automatically generated">
            <a:extLst>
              <a:ext uri="{FF2B5EF4-FFF2-40B4-BE49-F238E27FC236}">
                <a16:creationId xmlns:a16="http://schemas.microsoft.com/office/drawing/2014/main" id="{58C01722-D66F-01EB-1C43-642423A7EBE7}"/>
              </a:ext>
            </a:extLst>
          </p:cNvPr>
          <p:cNvPicPr>
            <a:picLocks noChangeAspect="1"/>
          </p:cNvPicPr>
          <p:nvPr/>
        </p:nvPicPr>
        <p:blipFill>
          <a:blip r:embed="rId2">
            <a:extLst>
              <a:ext uri="{28A0092B-C50C-407E-A947-70E740481C1C}">
                <a14:useLocalDpi xmlns:a14="http://schemas.microsoft.com/office/drawing/2010/main" val="0"/>
              </a:ext>
            </a:extLst>
          </a:blip>
          <a:srcRect r="2" b="3496"/>
          <a:stretch/>
        </p:blipFill>
        <p:spPr>
          <a:xfrm>
            <a:off x="7887184" y="1282542"/>
            <a:ext cx="3781051" cy="364893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1028645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9B0C2-5DA4-BFAF-C05B-4E58D878F15F}"/>
              </a:ext>
            </a:extLst>
          </p:cNvPr>
          <p:cNvSpPr>
            <a:spLocks noGrp="1"/>
          </p:cNvSpPr>
          <p:nvPr>
            <p:ph type="title"/>
          </p:nvPr>
        </p:nvSpPr>
        <p:spPr/>
        <p:txBody>
          <a:bodyPr/>
          <a:lstStyle/>
          <a:p>
            <a:r>
              <a:rPr lang="en-GB" b="0" i="0" dirty="0">
                <a:solidFill>
                  <a:srgbClr val="2E2E2E"/>
                </a:solidFill>
                <a:effectLst/>
                <a:highlight>
                  <a:srgbClr val="FFFFFF"/>
                </a:highlight>
                <a:latin typeface="Open Sans" panose="020F0502020204030204" pitchFamily="34" charset="0"/>
              </a:rPr>
              <a:t>What is industrial safety?</a:t>
            </a:r>
            <a:endParaRPr lang="en-GB" dirty="0"/>
          </a:p>
        </p:txBody>
      </p:sp>
      <p:sp>
        <p:nvSpPr>
          <p:cNvPr id="3" name="Content Placeholder 2">
            <a:extLst>
              <a:ext uri="{FF2B5EF4-FFF2-40B4-BE49-F238E27FC236}">
                <a16:creationId xmlns:a16="http://schemas.microsoft.com/office/drawing/2014/main" id="{2045270A-3947-D5C9-C34B-E89E1312E053}"/>
              </a:ext>
            </a:extLst>
          </p:cNvPr>
          <p:cNvSpPr>
            <a:spLocks noGrp="1"/>
          </p:cNvSpPr>
          <p:nvPr>
            <p:ph idx="1"/>
          </p:nvPr>
        </p:nvSpPr>
        <p:spPr/>
        <p:txBody>
          <a:bodyPr/>
          <a:lstStyle/>
          <a:p>
            <a:pPr marL="0" indent="0">
              <a:buNone/>
            </a:pPr>
            <a:r>
              <a:rPr lang="en-GB" b="0" i="0" dirty="0">
                <a:solidFill>
                  <a:srgbClr val="2E2E2E"/>
                </a:solidFill>
                <a:effectLst/>
                <a:highlight>
                  <a:srgbClr val="FFFFFF"/>
                </a:highlight>
                <a:latin typeface="Open Sans" panose="020F0502020204030204" pitchFamily="34" charset="0"/>
              </a:rPr>
              <a:t>Primarily a management activity which is concerned with </a:t>
            </a:r>
          </a:p>
          <a:p>
            <a:r>
              <a:rPr lang="en-GB" b="0" i="0" dirty="0">
                <a:solidFill>
                  <a:srgbClr val="2E2E2E"/>
                </a:solidFill>
                <a:effectLst/>
                <a:highlight>
                  <a:srgbClr val="FFFFFF"/>
                </a:highlight>
                <a:latin typeface="Open Sans" panose="020F0502020204030204" pitchFamily="34" charset="0"/>
              </a:rPr>
              <a:t> Reducing </a:t>
            </a:r>
          </a:p>
          <a:p>
            <a:r>
              <a:rPr lang="en-GB" b="0" i="0" dirty="0">
                <a:solidFill>
                  <a:srgbClr val="2E2E2E"/>
                </a:solidFill>
                <a:effectLst/>
                <a:highlight>
                  <a:srgbClr val="FFFFFF"/>
                </a:highlight>
                <a:latin typeface="Open Sans" panose="020F0502020204030204" pitchFamily="34" charset="0"/>
              </a:rPr>
              <a:t> Controlling </a:t>
            </a:r>
          </a:p>
          <a:p>
            <a:r>
              <a:rPr lang="en-GB" b="0" i="0" dirty="0">
                <a:solidFill>
                  <a:srgbClr val="2E2E2E"/>
                </a:solidFill>
                <a:effectLst/>
                <a:highlight>
                  <a:srgbClr val="FFFFFF"/>
                </a:highlight>
                <a:latin typeface="Open Sans" panose="020F0502020204030204" pitchFamily="34" charset="0"/>
              </a:rPr>
              <a:t> Eliminating hazards from the industries or industrial units.</a:t>
            </a:r>
            <a:endParaRPr lang="en-GB" dirty="0"/>
          </a:p>
        </p:txBody>
      </p:sp>
      <p:sp>
        <p:nvSpPr>
          <p:cNvPr id="4" name="Date Placeholder 3">
            <a:extLst>
              <a:ext uri="{FF2B5EF4-FFF2-40B4-BE49-F238E27FC236}">
                <a16:creationId xmlns:a16="http://schemas.microsoft.com/office/drawing/2014/main" id="{269B5676-4C22-74B7-5974-C5535C896949}"/>
              </a:ext>
            </a:extLst>
          </p:cNvPr>
          <p:cNvSpPr>
            <a:spLocks noGrp="1"/>
          </p:cNvSpPr>
          <p:nvPr>
            <p:ph type="dt" sz="half" idx="10"/>
          </p:nvPr>
        </p:nvSpPr>
        <p:spPr/>
        <p:txBody>
          <a:bodyPr/>
          <a:lstStyle/>
          <a:p>
            <a:fld id="{8FEBF74F-DB25-4C14-9E35-6D1966A2A188}" type="datetime1">
              <a:rPr lang="en-GB" smtClean="0"/>
              <a:t>30/07/2025</a:t>
            </a:fld>
            <a:endParaRPr lang="en-GB"/>
          </a:p>
        </p:txBody>
      </p:sp>
      <p:sp>
        <p:nvSpPr>
          <p:cNvPr id="5" name="Slide Number Placeholder 4">
            <a:extLst>
              <a:ext uri="{FF2B5EF4-FFF2-40B4-BE49-F238E27FC236}">
                <a16:creationId xmlns:a16="http://schemas.microsoft.com/office/drawing/2014/main" id="{992D5ADC-77A5-6DF4-B0A3-39424997363D}"/>
              </a:ext>
            </a:extLst>
          </p:cNvPr>
          <p:cNvSpPr>
            <a:spLocks noGrp="1"/>
          </p:cNvSpPr>
          <p:nvPr>
            <p:ph type="sldNum" sz="quarter" idx="12"/>
          </p:nvPr>
        </p:nvSpPr>
        <p:spPr/>
        <p:txBody>
          <a:bodyPr/>
          <a:lstStyle/>
          <a:p>
            <a:fld id="{E1F53765-4FF0-40A9-A4FE-B27B4CFAA281}" type="slidenum">
              <a:rPr lang="en-GB" smtClean="0"/>
              <a:t>5</a:t>
            </a:fld>
            <a:endParaRPr lang="en-GB"/>
          </a:p>
        </p:txBody>
      </p:sp>
    </p:spTree>
    <p:extLst>
      <p:ext uri="{BB962C8B-B14F-4D97-AF65-F5344CB8AC3E}">
        <p14:creationId xmlns:p14="http://schemas.microsoft.com/office/powerpoint/2010/main" val="2818674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3CD03-18D1-7AB5-2F97-5F20978FBB6B}"/>
              </a:ext>
            </a:extLst>
          </p:cNvPr>
          <p:cNvSpPr>
            <a:spLocks noGrp="1"/>
          </p:cNvSpPr>
          <p:nvPr>
            <p:ph type="title"/>
          </p:nvPr>
        </p:nvSpPr>
        <p:spPr>
          <a:xfrm>
            <a:off x="1371597" y="348865"/>
            <a:ext cx="10044023" cy="877729"/>
          </a:xfrm>
        </p:spPr>
        <p:txBody>
          <a:bodyPr anchor="ctr">
            <a:normAutofit fontScale="90000"/>
          </a:bodyPr>
          <a:lstStyle/>
          <a:p>
            <a:r>
              <a:rPr lang="en-GB" sz="3700" b="1" dirty="0">
                <a:solidFill>
                  <a:schemeClr val="accent1">
                    <a:lumMod val="50000"/>
                  </a:schemeClr>
                </a:solidFill>
              </a:rPr>
              <a:t>OBJECTIVES OF INDUSTRIAL SAFETY ENGIEERING</a:t>
            </a:r>
          </a:p>
        </p:txBody>
      </p:sp>
      <p:graphicFrame>
        <p:nvGraphicFramePr>
          <p:cNvPr id="5" name="Content Placeholder 2">
            <a:extLst>
              <a:ext uri="{FF2B5EF4-FFF2-40B4-BE49-F238E27FC236}">
                <a16:creationId xmlns:a16="http://schemas.microsoft.com/office/drawing/2014/main" id="{CBE3E98D-7578-1DE8-27DC-F06C311FEF47}"/>
              </a:ext>
            </a:extLst>
          </p:cNvPr>
          <p:cNvGraphicFramePr>
            <a:graphicFrameLocks noGrp="1"/>
          </p:cNvGraphicFramePr>
          <p:nvPr>
            <p:ph idx="1"/>
            <p:extLst>
              <p:ext uri="{D42A27DB-BD31-4B8C-83A1-F6EECF244321}">
                <p14:modId xmlns:p14="http://schemas.microsoft.com/office/powerpoint/2010/main" val="3985161369"/>
              </p:ext>
            </p:extLst>
          </p:nvPr>
        </p:nvGraphicFramePr>
        <p:xfrm>
          <a:off x="514350" y="1226595"/>
          <a:ext cx="11515725" cy="5282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C3CA0E69-DAF2-8DE6-4A56-9F92EBC50265}"/>
              </a:ext>
            </a:extLst>
          </p:cNvPr>
          <p:cNvSpPr>
            <a:spLocks noGrp="1"/>
          </p:cNvSpPr>
          <p:nvPr>
            <p:ph type="dt" sz="half" idx="10"/>
          </p:nvPr>
        </p:nvSpPr>
        <p:spPr/>
        <p:txBody>
          <a:bodyPr/>
          <a:lstStyle/>
          <a:p>
            <a:fld id="{E47FD036-53B5-4C38-AC0B-BAFE629F6DD6}" type="datetime1">
              <a:rPr lang="en-GB" smtClean="0"/>
              <a:t>30/07/2025</a:t>
            </a:fld>
            <a:endParaRPr lang="en-GB"/>
          </a:p>
        </p:txBody>
      </p:sp>
      <p:sp>
        <p:nvSpPr>
          <p:cNvPr id="6" name="Slide Number Placeholder 5">
            <a:extLst>
              <a:ext uri="{FF2B5EF4-FFF2-40B4-BE49-F238E27FC236}">
                <a16:creationId xmlns:a16="http://schemas.microsoft.com/office/drawing/2014/main" id="{DC5A5551-B651-2129-3C03-7BCF08C7CDEE}"/>
              </a:ext>
            </a:extLst>
          </p:cNvPr>
          <p:cNvSpPr>
            <a:spLocks noGrp="1"/>
          </p:cNvSpPr>
          <p:nvPr>
            <p:ph type="sldNum" sz="quarter" idx="12"/>
          </p:nvPr>
        </p:nvSpPr>
        <p:spPr/>
        <p:txBody>
          <a:bodyPr/>
          <a:lstStyle/>
          <a:p>
            <a:fld id="{E1F53765-4FF0-40A9-A4FE-B27B4CFAA281}" type="slidenum">
              <a:rPr lang="en-GB" smtClean="0"/>
              <a:t>6</a:t>
            </a:fld>
            <a:endParaRPr lang="en-GB"/>
          </a:p>
        </p:txBody>
      </p:sp>
    </p:spTree>
    <p:extLst>
      <p:ext uri="{BB962C8B-B14F-4D97-AF65-F5344CB8AC3E}">
        <p14:creationId xmlns:p14="http://schemas.microsoft.com/office/powerpoint/2010/main" val="679367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8B420-B7AC-15C3-C155-A829D8F8A238}"/>
              </a:ext>
            </a:extLst>
          </p:cNvPr>
          <p:cNvSpPr>
            <a:spLocks noGrp="1"/>
          </p:cNvSpPr>
          <p:nvPr>
            <p:ph type="title"/>
          </p:nvPr>
        </p:nvSpPr>
        <p:spPr>
          <a:xfrm>
            <a:off x="4789891" y="170602"/>
            <a:ext cx="4977976" cy="1454051"/>
          </a:xfrm>
        </p:spPr>
        <p:txBody>
          <a:bodyPr>
            <a:normAutofit/>
          </a:bodyPr>
          <a:lstStyle/>
          <a:p>
            <a:r>
              <a:rPr lang="en-GB" sz="3600" b="1" dirty="0">
                <a:solidFill>
                  <a:schemeClr val="tx2"/>
                </a:solidFill>
              </a:rPr>
              <a:t>SAFETY MANAGEMENT</a:t>
            </a:r>
          </a:p>
        </p:txBody>
      </p:sp>
      <p:sp>
        <p:nvSpPr>
          <p:cNvPr id="3" name="Content Placeholder 2">
            <a:extLst>
              <a:ext uri="{FF2B5EF4-FFF2-40B4-BE49-F238E27FC236}">
                <a16:creationId xmlns:a16="http://schemas.microsoft.com/office/drawing/2014/main" id="{BA086778-943B-BD72-257D-4250FC8188AA}"/>
              </a:ext>
            </a:extLst>
          </p:cNvPr>
          <p:cNvSpPr>
            <a:spLocks noGrp="1"/>
          </p:cNvSpPr>
          <p:nvPr>
            <p:ph idx="1"/>
          </p:nvPr>
        </p:nvSpPr>
        <p:spPr>
          <a:xfrm>
            <a:off x="4789891" y="1343025"/>
            <a:ext cx="7399473" cy="5117735"/>
          </a:xfrm>
        </p:spPr>
        <p:txBody>
          <a:bodyPr anchor="ctr">
            <a:noAutofit/>
          </a:bodyPr>
          <a:lstStyle/>
          <a:p>
            <a:pPr algn="just"/>
            <a:r>
              <a:rPr lang="en-GB" sz="2400" b="0" i="0" dirty="0">
                <a:solidFill>
                  <a:schemeClr val="tx2"/>
                </a:solidFill>
                <a:effectLst/>
                <a:highlight>
                  <a:srgbClr val="FFFFFF"/>
                </a:highlight>
                <a:latin typeface="Google Sans"/>
              </a:rPr>
              <a:t>Safety management in industry, also known as industrial safety, is a multi-disciplinary approach to protecting employees, assets, and the environment from hazards, risks, accidents, and near misses. </a:t>
            </a:r>
          </a:p>
          <a:p>
            <a:pPr algn="just"/>
            <a:r>
              <a:rPr lang="en-GB" sz="2400" b="0" i="0" dirty="0">
                <a:solidFill>
                  <a:schemeClr val="tx2"/>
                </a:solidFill>
                <a:effectLst/>
                <a:highlight>
                  <a:srgbClr val="FFFFFF"/>
                </a:highlight>
                <a:latin typeface="Google Sans"/>
              </a:rPr>
              <a:t>It involves managing all operations and procedures within an industry to ensure compliance with regulations, safe working practices, and the health and well-being of employees.</a:t>
            </a:r>
          </a:p>
          <a:p>
            <a:pPr algn="just"/>
            <a:r>
              <a:rPr lang="en-GB" sz="2400" b="0" i="0" dirty="0">
                <a:solidFill>
                  <a:schemeClr val="tx2"/>
                </a:solidFill>
                <a:effectLst/>
                <a:highlight>
                  <a:srgbClr val="FFFFFF"/>
                </a:highlight>
                <a:latin typeface="Google Sans"/>
              </a:rPr>
              <a:t>It defines industrial safety as </a:t>
            </a:r>
            <a:r>
              <a:rPr lang="en-GB" sz="2400" b="0" i="0" dirty="0">
                <a:solidFill>
                  <a:schemeClr val="tx2"/>
                </a:solidFill>
                <a:effectLst/>
                <a:latin typeface="Google Sans"/>
              </a:rPr>
              <a:t>management activities that reduce, control, and eliminate hazards from industries</a:t>
            </a:r>
            <a:r>
              <a:rPr lang="en-GB" sz="2400" b="0" i="0" dirty="0">
                <a:solidFill>
                  <a:schemeClr val="tx2"/>
                </a:solidFill>
                <a:effectLst/>
                <a:highlight>
                  <a:srgbClr val="FFFFFF"/>
                </a:highlight>
                <a:latin typeface="Google Sans"/>
              </a:rPr>
              <a:t>.</a:t>
            </a:r>
          </a:p>
          <a:p>
            <a:pPr algn="just"/>
            <a:r>
              <a:rPr lang="en-GB" sz="2400" b="0" i="0" dirty="0">
                <a:solidFill>
                  <a:schemeClr val="tx2"/>
                </a:solidFill>
                <a:effectLst/>
                <a:highlight>
                  <a:srgbClr val="FFFFFF"/>
                </a:highlight>
                <a:latin typeface="Google Sans"/>
              </a:rPr>
              <a:t> The objectives of industrial safety are to prevent accidents, injuries, production losses, and increase morale and production</a:t>
            </a:r>
            <a:endParaRPr lang="en-GB" sz="2400" dirty="0">
              <a:solidFill>
                <a:schemeClr val="tx2"/>
              </a:solidFill>
            </a:endParaRPr>
          </a:p>
        </p:txBody>
      </p:sp>
      <p:sp>
        <p:nvSpPr>
          <p:cNvPr id="4" name="Date Placeholder 3">
            <a:extLst>
              <a:ext uri="{FF2B5EF4-FFF2-40B4-BE49-F238E27FC236}">
                <a16:creationId xmlns:a16="http://schemas.microsoft.com/office/drawing/2014/main" id="{2CDC1EAB-8A1E-10EA-68C8-A3BD278A82DC}"/>
              </a:ext>
            </a:extLst>
          </p:cNvPr>
          <p:cNvSpPr>
            <a:spLocks noGrp="1"/>
          </p:cNvSpPr>
          <p:nvPr>
            <p:ph type="dt" sz="half" idx="10"/>
          </p:nvPr>
        </p:nvSpPr>
        <p:spPr/>
        <p:txBody>
          <a:bodyPr/>
          <a:lstStyle/>
          <a:p>
            <a:fld id="{9CA9377B-171D-43AF-9184-703049A74A66}" type="datetime1">
              <a:rPr lang="en-GB" smtClean="0"/>
              <a:t>30/07/2025</a:t>
            </a:fld>
            <a:endParaRPr lang="en-GB"/>
          </a:p>
        </p:txBody>
      </p:sp>
      <p:sp>
        <p:nvSpPr>
          <p:cNvPr id="5" name="Slide Number Placeholder 4">
            <a:extLst>
              <a:ext uri="{FF2B5EF4-FFF2-40B4-BE49-F238E27FC236}">
                <a16:creationId xmlns:a16="http://schemas.microsoft.com/office/drawing/2014/main" id="{EB79C6A4-8F6F-306E-F47F-51D080A09092}"/>
              </a:ext>
            </a:extLst>
          </p:cNvPr>
          <p:cNvSpPr>
            <a:spLocks noGrp="1"/>
          </p:cNvSpPr>
          <p:nvPr>
            <p:ph type="sldNum" sz="quarter" idx="12"/>
          </p:nvPr>
        </p:nvSpPr>
        <p:spPr/>
        <p:txBody>
          <a:bodyPr/>
          <a:lstStyle/>
          <a:p>
            <a:fld id="{E1F53765-4FF0-40A9-A4FE-B27B4CFAA281}" type="slidenum">
              <a:rPr lang="en-GB" smtClean="0"/>
              <a:t>7</a:t>
            </a:fld>
            <a:endParaRPr lang="en-GB"/>
          </a:p>
        </p:txBody>
      </p:sp>
      <p:pic>
        <p:nvPicPr>
          <p:cNvPr id="7" name="Graphic 6" descr="Construction Worker">
            <a:extLst>
              <a:ext uri="{FF2B5EF4-FFF2-40B4-BE49-F238E27FC236}">
                <a16:creationId xmlns:a16="http://schemas.microsoft.com/office/drawing/2014/main" id="{8EFF1987-CA24-8C57-91C6-D9FCD99658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Tree>
    <p:extLst>
      <p:ext uri="{BB962C8B-B14F-4D97-AF65-F5344CB8AC3E}">
        <p14:creationId xmlns:p14="http://schemas.microsoft.com/office/powerpoint/2010/main" val="2677379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7A3A5-4DC6-C647-3F73-16F821B4AE15}"/>
              </a:ext>
            </a:extLst>
          </p:cNvPr>
          <p:cNvSpPr>
            <a:spLocks noGrp="1"/>
          </p:cNvSpPr>
          <p:nvPr>
            <p:ph type="title"/>
          </p:nvPr>
        </p:nvSpPr>
        <p:spPr/>
        <p:txBody>
          <a:bodyPr/>
          <a:lstStyle/>
          <a:p>
            <a:r>
              <a:rPr lang="en-GB" dirty="0"/>
              <a:t>NEED FOR SAFETY</a:t>
            </a:r>
          </a:p>
        </p:txBody>
      </p:sp>
      <p:pic>
        <p:nvPicPr>
          <p:cNvPr id="5" name="Content Placeholder 4" descr="A group of men wearing safety vests and helmets&#10;&#10;Description automatically generated">
            <a:extLst>
              <a:ext uri="{FF2B5EF4-FFF2-40B4-BE49-F238E27FC236}">
                <a16:creationId xmlns:a16="http://schemas.microsoft.com/office/drawing/2014/main" id="{986BA918-7A98-4A03-D5B9-13967B6D6DC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53331" y="1825625"/>
            <a:ext cx="4351338" cy="4351338"/>
          </a:xfrm>
        </p:spPr>
      </p:pic>
      <p:graphicFrame>
        <p:nvGraphicFramePr>
          <p:cNvPr id="8" name="Content Placeholder 5">
            <a:extLst>
              <a:ext uri="{FF2B5EF4-FFF2-40B4-BE49-F238E27FC236}">
                <a16:creationId xmlns:a16="http://schemas.microsoft.com/office/drawing/2014/main" id="{0F086491-E8EF-8B0B-8B76-5CF4B1AEDE3B}"/>
              </a:ext>
            </a:extLst>
          </p:cNvPr>
          <p:cNvGraphicFramePr>
            <a:graphicFrameLocks noGrp="1"/>
          </p:cNvGraphicFramePr>
          <p:nvPr>
            <p:ph sz="half" idx="2"/>
            <p:extLst>
              <p:ext uri="{D42A27DB-BD31-4B8C-83A1-F6EECF244321}">
                <p14:modId xmlns:p14="http://schemas.microsoft.com/office/powerpoint/2010/main" val="1745943607"/>
              </p:ext>
            </p:extLst>
          </p:nvPr>
        </p:nvGraphicFramePr>
        <p:xfrm>
          <a:off x="6172199" y="928688"/>
          <a:ext cx="5915025" cy="57927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6">
            <a:extLst>
              <a:ext uri="{FF2B5EF4-FFF2-40B4-BE49-F238E27FC236}">
                <a16:creationId xmlns:a16="http://schemas.microsoft.com/office/drawing/2014/main" id="{39C2B757-32BD-40DE-A398-E0BFDDFC7EDB}"/>
              </a:ext>
            </a:extLst>
          </p:cNvPr>
          <p:cNvSpPr>
            <a:spLocks noGrp="1"/>
          </p:cNvSpPr>
          <p:nvPr>
            <p:ph type="dt" sz="half" idx="10"/>
          </p:nvPr>
        </p:nvSpPr>
        <p:spPr/>
        <p:txBody>
          <a:bodyPr/>
          <a:lstStyle/>
          <a:p>
            <a:fld id="{5C01CEB1-27E4-444F-877B-B67021DB1597}" type="datetime1">
              <a:rPr lang="en-GB" smtClean="0"/>
              <a:t>30/07/2025</a:t>
            </a:fld>
            <a:endParaRPr lang="en-GB"/>
          </a:p>
        </p:txBody>
      </p:sp>
      <p:sp>
        <p:nvSpPr>
          <p:cNvPr id="9" name="Slide Number Placeholder 8">
            <a:extLst>
              <a:ext uri="{FF2B5EF4-FFF2-40B4-BE49-F238E27FC236}">
                <a16:creationId xmlns:a16="http://schemas.microsoft.com/office/drawing/2014/main" id="{9B40941B-C927-68CF-F50E-576BE13CBB19}"/>
              </a:ext>
            </a:extLst>
          </p:cNvPr>
          <p:cNvSpPr>
            <a:spLocks noGrp="1"/>
          </p:cNvSpPr>
          <p:nvPr>
            <p:ph type="sldNum" sz="quarter" idx="12"/>
          </p:nvPr>
        </p:nvSpPr>
        <p:spPr/>
        <p:txBody>
          <a:bodyPr/>
          <a:lstStyle/>
          <a:p>
            <a:fld id="{E1F53765-4FF0-40A9-A4FE-B27B4CFAA281}" type="slidenum">
              <a:rPr lang="en-GB" smtClean="0"/>
              <a:t>8</a:t>
            </a:fld>
            <a:endParaRPr lang="en-GB"/>
          </a:p>
        </p:txBody>
      </p:sp>
    </p:spTree>
    <p:extLst>
      <p:ext uri="{BB962C8B-B14F-4D97-AF65-F5344CB8AC3E}">
        <p14:creationId xmlns:p14="http://schemas.microsoft.com/office/powerpoint/2010/main" val="3305179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29C865-8BAB-329C-38ED-07B4AFF8AC43}"/>
              </a:ext>
            </a:extLst>
          </p:cNvPr>
          <p:cNvSpPr>
            <a:spLocks noGrp="1"/>
          </p:cNvSpPr>
          <p:nvPr>
            <p:ph idx="1"/>
          </p:nvPr>
        </p:nvSpPr>
        <p:spPr>
          <a:xfrm>
            <a:off x="838200" y="442913"/>
            <a:ext cx="10515600" cy="5734050"/>
          </a:xfrm>
        </p:spPr>
        <p:txBody>
          <a:bodyPr/>
          <a:lstStyle/>
          <a:p>
            <a:pPr>
              <a:lnSpc>
                <a:spcPct val="150000"/>
              </a:lnSpc>
            </a:pPr>
            <a:r>
              <a:rPr lang="en-US" sz="2800" dirty="0"/>
              <a:t>Workers who sustain lost time injuries can be difficult to replace. </a:t>
            </a:r>
          </a:p>
          <a:p>
            <a:pPr>
              <a:lnSpc>
                <a:spcPct val="150000"/>
              </a:lnSpc>
            </a:pPr>
            <a:r>
              <a:rPr lang="en-US" sz="2800" dirty="0"/>
              <a:t>Because of this, injuries can have significant effects on a company's </a:t>
            </a:r>
            <a:r>
              <a:rPr lang="en-US" sz="2800" b="1" dirty="0"/>
              <a:t>production output</a:t>
            </a:r>
            <a:r>
              <a:rPr lang="en-US" sz="2800" dirty="0"/>
              <a:t>, </a:t>
            </a:r>
            <a:r>
              <a:rPr lang="en-US" sz="2800" b="1" dirty="0"/>
              <a:t>shipping schedules</a:t>
            </a:r>
            <a:r>
              <a:rPr lang="en-US" sz="2800" dirty="0"/>
              <a:t>, </a:t>
            </a:r>
            <a:r>
              <a:rPr lang="en-US" sz="2800" b="1" dirty="0"/>
              <a:t>fulfillment </a:t>
            </a:r>
            <a:r>
              <a:rPr lang="en-US" sz="2800" dirty="0"/>
              <a:t>and </a:t>
            </a:r>
            <a:r>
              <a:rPr lang="en-US" sz="2800" b="1" dirty="0"/>
              <a:t>customer</a:t>
            </a:r>
            <a:r>
              <a:rPr lang="en-US" sz="2800" dirty="0"/>
              <a:t> </a:t>
            </a:r>
            <a:r>
              <a:rPr lang="en-US" sz="2800" b="1" dirty="0"/>
              <a:t>satisfaction</a:t>
            </a:r>
            <a:r>
              <a:rPr lang="en-US" sz="2800" dirty="0"/>
              <a:t>. </a:t>
            </a:r>
          </a:p>
          <a:p>
            <a:pPr>
              <a:lnSpc>
                <a:spcPct val="150000"/>
              </a:lnSpc>
            </a:pPr>
            <a:r>
              <a:rPr lang="en-US" sz="2800" dirty="0"/>
              <a:t>Good safety practices, then, not only keep workers safe but also help maintain employee, vendor, and client satisfaction.</a:t>
            </a:r>
            <a:endParaRPr lang="en-IN" sz="2800" dirty="0"/>
          </a:p>
          <a:p>
            <a:endParaRPr lang="en-GB" dirty="0"/>
          </a:p>
        </p:txBody>
      </p:sp>
      <p:sp>
        <p:nvSpPr>
          <p:cNvPr id="4" name="Date Placeholder 3">
            <a:extLst>
              <a:ext uri="{FF2B5EF4-FFF2-40B4-BE49-F238E27FC236}">
                <a16:creationId xmlns:a16="http://schemas.microsoft.com/office/drawing/2014/main" id="{C8EB558C-BE1C-23ED-080C-4015523772E9}"/>
              </a:ext>
            </a:extLst>
          </p:cNvPr>
          <p:cNvSpPr>
            <a:spLocks noGrp="1"/>
          </p:cNvSpPr>
          <p:nvPr>
            <p:ph type="dt" sz="half" idx="10"/>
          </p:nvPr>
        </p:nvSpPr>
        <p:spPr/>
        <p:txBody>
          <a:bodyPr/>
          <a:lstStyle/>
          <a:p>
            <a:fld id="{D9A7E370-48E6-49DE-8D25-9232E6844EE3}" type="datetime1">
              <a:rPr lang="en-GB" smtClean="0"/>
              <a:t>30/07/2025</a:t>
            </a:fld>
            <a:endParaRPr lang="en-GB"/>
          </a:p>
        </p:txBody>
      </p:sp>
      <p:sp>
        <p:nvSpPr>
          <p:cNvPr id="5" name="Slide Number Placeholder 4">
            <a:extLst>
              <a:ext uri="{FF2B5EF4-FFF2-40B4-BE49-F238E27FC236}">
                <a16:creationId xmlns:a16="http://schemas.microsoft.com/office/drawing/2014/main" id="{68B7F354-7097-68BE-882F-8CC4CA16CEE6}"/>
              </a:ext>
            </a:extLst>
          </p:cNvPr>
          <p:cNvSpPr>
            <a:spLocks noGrp="1"/>
          </p:cNvSpPr>
          <p:nvPr>
            <p:ph type="sldNum" sz="quarter" idx="12"/>
          </p:nvPr>
        </p:nvSpPr>
        <p:spPr/>
        <p:txBody>
          <a:bodyPr/>
          <a:lstStyle/>
          <a:p>
            <a:fld id="{E1F53765-4FF0-40A9-A4FE-B27B4CFAA281}" type="slidenum">
              <a:rPr lang="en-GB" smtClean="0"/>
              <a:t>9</a:t>
            </a:fld>
            <a:endParaRPr lang="en-GB"/>
          </a:p>
        </p:txBody>
      </p:sp>
    </p:spTree>
    <p:extLst>
      <p:ext uri="{BB962C8B-B14F-4D97-AF65-F5344CB8AC3E}">
        <p14:creationId xmlns:p14="http://schemas.microsoft.com/office/powerpoint/2010/main" val="2791620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DA0495C-5344-E445-31D0-BA68337C5365}"/>
              </a:ext>
            </a:extLst>
          </p:cNvPr>
          <p:cNvSpPr>
            <a:spLocks noGrp="1"/>
          </p:cNvSpPr>
          <p:nvPr>
            <p:ph type="title"/>
          </p:nvPr>
        </p:nvSpPr>
        <p:spPr>
          <a:xfrm>
            <a:off x="1188069" y="381935"/>
            <a:ext cx="4008583" cy="5974414"/>
          </a:xfrm>
        </p:spPr>
        <p:txBody>
          <a:bodyPr anchor="ctr">
            <a:normAutofit/>
          </a:bodyPr>
          <a:lstStyle/>
          <a:p>
            <a:r>
              <a:rPr lang="en-GB" sz="8000" b="1" dirty="0">
                <a:solidFill>
                  <a:srgbClr val="FFFFFF"/>
                </a:solidFill>
              </a:rPr>
              <a:t>NEED FOR SAFETY</a:t>
            </a:r>
          </a:p>
        </p:txBody>
      </p:sp>
      <p:grpSp>
        <p:nvGrpSpPr>
          <p:cNvPr id="14" name="Group 13">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7"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A3E825D9-DF30-8145-95CF-1A4D516245D7}"/>
              </a:ext>
            </a:extLst>
          </p:cNvPr>
          <p:cNvSpPr>
            <a:spLocks noGrp="1"/>
          </p:cNvSpPr>
          <p:nvPr>
            <p:ph type="dt" sz="half" idx="10"/>
          </p:nvPr>
        </p:nvSpPr>
        <p:spPr>
          <a:xfrm>
            <a:off x="838200" y="6356350"/>
            <a:ext cx="2743200" cy="365125"/>
          </a:xfrm>
        </p:spPr>
        <p:txBody>
          <a:bodyPr>
            <a:normAutofit/>
          </a:bodyPr>
          <a:lstStyle/>
          <a:p>
            <a:pPr>
              <a:spcAft>
                <a:spcPts val="600"/>
              </a:spcAft>
            </a:pPr>
            <a:fld id="{0F14F455-09C6-44E1-8A6C-184F294BBF43}" type="datetime1">
              <a:rPr lang="en-GB">
                <a:solidFill>
                  <a:srgbClr val="FFFFFF"/>
                </a:solidFill>
              </a:rPr>
              <a:pPr>
                <a:spcAft>
                  <a:spcPts val="600"/>
                </a:spcAft>
              </a:pPr>
              <a:t>30/07/2025</a:t>
            </a:fld>
            <a:endParaRPr lang="en-GB">
              <a:solidFill>
                <a:srgbClr val="FFFFFF"/>
              </a:solidFill>
            </a:endParaRPr>
          </a:p>
        </p:txBody>
      </p:sp>
      <p:sp>
        <p:nvSpPr>
          <p:cNvPr id="3" name="Content Placeholder 2">
            <a:extLst>
              <a:ext uri="{FF2B5EF4-FFF2-40B4-BE49-F238E27FC236}">
                <a16:creationId xmlns:a16="http://schemas.microsoft.com/office/drawing/2014/main" id="{530CB2A2-6267-8885-C791-C6B0C1AEE81D}"/>
              </a:ext>
            </a:extLst>
          </p:cNvPr>
          <p:cNvSpPr>
            <a:spLocks noGrp="1"/>
          </p:cNvSpPr>
          <p:nvPr>
            <p:ph idx="1"/>
          </p:nvPr>
        </p:nvSpPr>
        <p:spPr>
          <a:xfrm>
            <a:off x="5781113" y="837005"/>
            <a:ext cx="6410887" cy="5741117"/>
          </a:xfrm>
        </p:spPr>
        <p:txBody>
          <a:bodyPr anchor="ctr">
            <a:noAutofit/>
          </a:bodyPr>
          <a:lstStyle/>
          <a:p>
            <a:pPr marL="0" indent="0" algn="just">
              <a:buNone/>
            </a:pPr>
            <a:r>
              <a:rPr lang="en-US" sz="2000" b="1" dirty="0">
                <a:solidFill>
                  <a:schemeClr val="tx1">
                    <a:alpha val="80000"/>
                  </a:schemeClr>
                </a:solidFill>
              </a:rPr>
              <a:t>1. Social Need</a:t>
            </a:r>
          </a:p>
          <a:p>
            <a:pPr algn="just"/>
            <a:r>
              <a:rPr lang="en-US" sz="2000" dirty="0">
                <a:solidFill>
                  <a:schemeClr val="tx1">
                    <a:alpha val="80000"/>
                  </a:schemeClr>
                </a:solidFill>
              </a:rPr>
              <a:t>The accident causes social loss in great magnitude in form of suffering, loss of earning capacity and cost due to disturbance to economic efficiency. </a:t>
            </a:r>
          </a:p>
          <a:p>
            <a:pPr marL="0" indent="0" algn="just">
              <a:buNone/>
            </a:pPr>
            <a:r>
              <a:rPr lang="en-US" sz="2000" b="1" dirty="0">
                <a:solidFill>
                  <a:schemeClr val="tx1">
                    <a:alpha val="80000"/>
                  </a:schemeClr>
                </a:solidFill>
              </a:rPr>
              <a:t>2. Management Need</a:t>
            </a:r>
          </a:p>
          <a:p>
            <a:pPr algn="just"/>
            <a:r>
              <a:rPr lang="en-US" sz="2000" dirty="0">
                <a:solidFill>
                  <a:schemeClr val="tx1">
                    <a:alpha val="80000"/>
                  </a:schemeClr>
                </a:solidFill>
              </a:rPr>
              <a:t>Management bear huge loss due to accident. </a:t>
            </a:r>
          </a:p>
          <a:p>
            <a:pPr algn="just"/>
            <a:r>
              <a:rPr lang="en-US" sz="2000" dirty="0">
                <a:solidFill>
                  <a:schemeClr val="tx1">
                    <a:alpha val="80000"/>
                  </a:schemeClr>
                </a:solidFill>
              </a:rPr>
              <a:t>Cost of accident is two Types Direct &amp; Indirect cost. </a:t>
            </a:r>
          </a:p>
          <a:p>
            <a:pPr algn="just"/>
            <a:r>
              <a:rPr lang="en-US" sz="2000" dirty="0">
                <a:solidFill>
                  <a:schemeClr val="tx1">
                    <a:alpha val="80000"/>
                  </a:schemeClr>
                </a:solidFill>
              </a:rPr>
              <a:t>Indirect cost is several times more than Direct Cost. </a:t>
            </a:r>
          </a:p>
          <a:p>
            <a:pPr algn="just"/>
            <a:r>
              <a:rPr lang="en-US" sz="2000" dirty="0">
                <a:solidFill>
                  <a:schemeClr val="tx1">
                    <a:alpha val="80000"/>
                  </a:schemeClr>
                </a:solidFill>
              </a:rPr>
              <a:t>Direct cost include medical expenses, compensation to the injured or their families.</a:t>
            </a:r>
          </a:p>
          <a:p>
            <a:pPr marL="0" indent="0" algn="just">
              <a:buNone/>
            </a:pPr>
            <a:r>
              <a:rPr lang="en-US" sz="2000" b="1" dirty="0">
                <a:solidFill>
                  <a:schemeClr val="tx1">
                    <a:alpha val="80000"/>
                  </a:schemeClr>
                </a:solidFill>
              </a:rPr>
              <a:t>3. Legal Need</a:t>
            </a:r>
          </a:p>
          <a:p>
            <a:pPr algn="just"/>
            <a:r>
              <a:rPr lang="en-US" sz="2000" dirty="0">
                <a:solidFill>
                  <a:schemeClr val="tx1">
                    <a:alpha val="80000"/>
                  </a:schemeClr>
                </a:solidFill>
              </a:rPr>
              <a:t>As per The Building &amp; other construction Act 1996, Factories Act 1948 and several other related Acts &amp; rules the general duty of the employer is to ensure Health &amp; Safety of his employee &amp; protect the Environment.</a:t>
            </a:r>
          </a:p>
          <a:p>
            <a:pPr marL="0" indent="0" algn="just">
              <a:buNone/>
            </a:pPr>
            <a:r>
              <a:rPr lang="en-US" sz="2000" b="1" dirty="0">
                <a:solidFill>
                  <a:schemeClr val="tx1">
                    <a:alpha val="80000"/>
                  </a:schemeClr>
                </a:solidFill>
              </a:rPr>
              <a:t>4. Humanitarian Need</a:t>
            </a:r>
          </a:p>
          <a:p>
            <a:pPr algn="just"/>
            <a:r>
              <a:rPr lang="en-US" sz="2000" dirty="0">
                <a:solidFill>
                  <a:schemeClr val="tx1">
                    <a:alpha val="80000"/>
                  </a:schemeClr>
                </a:solidFill>
              </a:rPr>
              <a:t>The Humanitarian reason for prevention of accidents is based on notion that it is duty of every person to ensure safety of his fellow men</a:t>
            </a:r>
            <a:endParaRPr lang="en-IN" sz="2000" dirty="0">
              <a:solidFill>
                <a:schemeClr val="tx1">
                  <a:alpha val="80000"/>
                </a:schemeClr>
              </a:solidFill>
            </a:endParaRPr>
          </a:p>
          <a:p>
            <a:pPr marL="0" indent="0" algn="just">
              <a:buNone/>
            </a:pPr>
            <a:endParaRPr lang="en-GB" sz="2000" dirty="0">
              <a:solidFill>
                <a:schemeClr val="tx1">
                  <a:alpha val="80000"/>
                </a:schemeClr>
              </a:solidFill>
            </a:endParaRPr>
          </a:p>
        </p:txBody>
      </p:sp>
      <p:sp>
        <p:nvSpPr>
          <p:cNvPr id="5" name="Slide Number Placeholder 4">
            <a:extLst>
              <a:ext uri="{FF2B5EF4-FFF2-40B4-BE49-F238E27FC236}">
                <a16:creationId xmlns:a16="http://schemas.microsoft.com/office/drawing/2014/main" id="{6F4F068E-8F03-12B5-3BEA-6DA6CF7FBA84}"/>
              </a:ext>
            </a:extLst>
          </p:cNvPr>
          <p:cNvSpPr>
            <a:spLocks noGrp="1"/>
          </p:cNvSpPr>
          <p:nvPr>
            <p:ph type="sldNum" sz="quarter" idx="12"/>
          </p:nvPr>
        </p:nvSpPr>
        <p:spPr>
          <a:xfrm>
            <a:off x="8610600" y="6356350"/>
            <a:ext cx="2743200" cy="365125"/>
          </a:xfrm>
        </p:spPr>
        <p:txBody>
          <a:bodyPr>
            <a:normAutofit/>
          </a:bodyPr>
          <a:lstStyle/>
          <a:p>
            <a:pPr>
              <a:spcAft>
                <a:spcPts val="600"/>
              </a:spcAft>
            </a:pPr>
            <a:fld id="{E1F53765-4FF0-40A9-A4FE-B27B4CFAA281}" type="slidenum">
              <a:rPr lang="en-GB">
                <a:solidFill>
                  <a:schemeClr val="tx1">
                    <a:alpha val="60000"/>
                  </a:schemeClr>
                </a:solidFill>
              </a:rPr>
              <a:pPr>
                <a:spcAft>
                  <a:spcPts val="600"/>
                </a:spcAft>
              </a:pPr>
              <a:t>10</a:t>
            </a:fld>
            <a:endParaRPr lang="en-GB">
              <a:solidFill>
                <a:schemeClr val="tx1">
                  <a:alpha val="60000"/>
                </a:schemeClr>
              </a:solidFill>
            </a:endParaRPr>
          </a:p>
        </p:txBody>
      </p:sp>
      <p:cxnSp>
        <p:nvCxnSpPr>
          <p:cNvPr id="19" name="Straight Connector 1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5570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B387-3E7E-2458-75B8-A8EED8E34894}"/>
              </a:ext>
            </a:extLst>
          </p:cNvPr>
          <p:cNvSpPr>
            <a:spLocks noGrp="1"/>
          </p:cNvSpPr>
          <p:nvPr>
            <p:ph type="title"/>
          </p:nvPr>
        </p:nvSpPr>
        <p:spPr>
          <a:xfrm>
            <a:off x="589560" y="856180"/>
            <a:ext cx="4560584" cy="1128068"/>
          </a:xfrm>
        </p:spPr>
        <p:txBody>
          <a:bodyPr anchor="ctr">
            <a:normAutofit/>
          </a:bodyPr>
          <a:lstStyle/>
          <a:p>
            <a:r>
              <a:rPr lang="en-GB" sz="4000"/>
              <a:t>FOUR E’s OF SAFETY</a:t>
            </a:r>
          </a:p>
        </p:txBody>
      </p:sp>
      <p:sp>
        <p:nvSpPr>
          <p:cNvPr id="3" name="Content Placeholder 2">
            <a:extLst>
              <a:ext uri="{FF2B5EF4-FFF2-40B4-BE49-F238E27FC236}">
                <a16:creationId xmlns:a16="http://schemas.microsoft.com/office/drawing/2014/main" id="{E5C76717-3437-A5C1-A7E4-9E41F30412ED}"/>
              </a:ext>
            </a:extLst>
          </p:cNvPr>
          <p:cNvSpPr>
            <a:spLocks noGrp="1"/>
          </p:cNvSpPr>
          <p:nvPr>
            <p:ph idx="1"/>
          </p:nvPr>
        </p:nvSpPr>
        <p:spPr>
          <a:xfrm>
            <a:off x="590719" y="2345811"/>
            <a:ext cx="5387068" cy="3964279"/>
          </a:xfrm>
        </p:spPr>
        <p:txBody>
          <a:bodyPr anchor="ctr">
            <a:noAutofit/>
          </a:bodyPr>
          <a:lstStyle/>
          <a:p>
            <a:pPr>
              <a:buFont typeface="Arial" panose="020B0604020202020204" pitchFamily="34" charset="0"/>
              <a:buChar char="•"/>
            </a:pPr>
            <a:r>
              <a:rPr lang="en-GB" b="0" i="0" dirty="0">
                <a:effectLst/>
                <a:highlight>
                  <a:srgbClr val="FFFFFF"/>
                </a:highlight>
                <a:latin typeface="Google Sans"/>
              </a:rPr>
              <a:t>Engineering: Safe design and equipment</a:t>
            </a:r>
          </a:p>
          <a:p>
            <a:pPr>
              <a:buFont typeface="Arial" panose="020B0604020202020204" pitchFamily="34" charset="0"/>
              <a:buChar char="•"/>
            </a:pPr>
            <a:r>
              <a:rPr lang="en-GB" b="0" i="0" dirty="0">
                <a:effectLst/>
                <a:highlight>
                  <a:srgbClr val="FFFFFF"/>
                </a:highlight>
                <a:latin typeface="Google Sans"/>
              </a:rPr>
              <a:t>Education: Educating employees</a:t>
            </a:r>
          </a:p>
          <a:p>
            <a:pPr>
              <a:buFont typeface="Arial" panose="020B0604020202020204" pitchFamily="34" charset="0"/>
              <a:buChar char="•"/>
            </a:pPr>
            <a:r>
              <a:rPr lang="en-GB" b="0" i="0" dirty="0">
                <a:effectLst/>
                <a:highlight>
                  <a:srgbClr val="FFFFFF"/>
                </a:highlight>
                <a:latin typeface="Google Sans"/>
              </a:rPr>
              <a:t>Enforcement: Enlisting positive attitudes from employees and management</a:t>
            </a:r>
          </a:p>
          <a:p>
            <a:pPr>
              <a:buFont typeface="Arial" panose="020B0604020202020204" pitchFamily="34" charset="0"/>
              <a:buChar char="•"/>
            </a:pPr>
            <a:r>
              <a:rPr lang="en-GB" b="0" i="0" dirty="0">
                <a:effectLst/>
                <a:highlight>
                  <a:srgbClr val="FFFFFF"/>
                </a:highlight>
                <a:latin typeface="Google Sans"/>
              </a:rPr>
              <a:t>Encouragement: Providing encouragement to follow safe rules and practices</a:t>
            </a:r>
          </a:p>
          <a:p>
            <a:endParaRPr lang="en-GB" dirty="0"/>
          </a:p>
        </p:txBody>
      </p:sp>
      <p:sp>
        <p:nvSpPr>
          <p:cNvPr id="6" name="Date Placeholder 5">
            <a:extLst>
              <a:ext uri="{FF2B5EF4-FFF2-40B4-BE49-F238E27FC236}">
                <a16:creationId xmlns:a16="http://schemas.microsoft.com/office/drawing/2014/main" id="{E80FEA15-FA72-159C-2527-04E33427670D}"/>
              </a:ext>
            </a:extLst>
          </p:cNvPr>
          <p:cNvSpPr>
            <a:spLocks noGrp="1"/>
          </p:cNvSpPr>
          <p:nvPr>
            <p:ph type="dt" sz="half" idx="10"/>
          </p:nvPr>
        </p:nvSpPr>
        <p:spPr/>
        <p:txBody>
          <a:bodyPr/>
          <a:lstStyle/>
          <a:p>
            <a:fld id="{A045C8CD-37FB-4D39-B753-DE00F03B40EB}" type="datetime1">
              <a:rPr lang="en-GB" smtClean="0"/>
              <a:t>30/07/2025</a:t>
            </a:fld>
            <a:endParaRPr lang="en-GB"/>
          </a:p>
        </p:txBody>
      </p:sp>
      <p:sp>
        <p:nvSpPr>
          <p:cNvPr id="7" name="Slide Number Placeholder 6">
            <a:extLst>
              <a:ext uri="{FF2B5EF4-FFF2-40B4-BE49-F238E27FC236}">
                <a16:creationId xmlns:a16="http://schemas.microsoft.com/office/drawing/2014/main" id="{35A18FF6-6FEE-45CE-612E-B2E3F785032C}"/>
              </a:ext>
            </a:extLst>
          </p:cNvPr>
          <p:cNvSpPr>
            <a:spLocks noGrp="1"/>
          </p:cNvSpPr>
          <p:nvPr>
            <p:ph type="sldNum" sz="quarter" idx="12"/>
          </p:nvPr>
        </p:nvSpPr>
        <p:spPr/>
        <p:txBody>
          <a:bodyPr/>
          <a:lstStyle/>
          <a:p>
            <a:fld id="{E1F53765-4FF0-40A9-A4FE-B27B4CFAA281}" type="slidenum">
              <a:rPr lang="en-GB" smtClean="0"/>
              <a:t>11</a:t>
            </a:fld>
            <a:endParaRPr lang="en-GB"/>
          </a:p>
        </p:txBody>
      </p:sp>
      <p:pic>
        <p:nvPicPr>
          <p:cNvPr id="5" name="Picture 4" descr="A person in a hard hat and safety vest holding a clipboard&#10;&#10;Description automatically generated">
            <a:extLst>
              <a:ext uri="{FF2B5EF4-FFF2-40B4-BE49-F238E27FC236}">
                <a16:creationId xmlns:a16="http://schemas.microsoft.com/office/drawing/2014/main" id="{93306425-8AD6-A016-3843-8CCFD82AFE2C}"/>
              </a:ext>
            </a:extLst>
          </p:cNvPr>
          <p:cNvPicPr>
            <a:picLocks noChangeAspect="1"/>
          </p:cNvPicPr>
          <p:nvPr/>
        </p:nvPicPr>
        <p:blipFill>
          <a:blip r:embed="rId2">
            <a:extLst>
              <a:ext uri="{28A0092B-C50C-407E-A947-70E740481C1C}">
                <a14:useLocalDpi xmlns:a14="http://schemas.microsoft.com/office/drawing/2010/main" val="0"/>
              </a:ext>
            </a:extLst>
          </a:blip>
          <a:srcRect t="3062" r="4" b="4"/>
          <a:stretch/>
        </p:blipFill>
        <p:spPr>
          <a:xfrm>
            <a:off x="5977788" y="799352"/>
            <a:ext cx="5425410" cy="5259296"/>
          </a:xfrm>
          <a:prstGeom prst="rect">
            <a:avLst/>
          </a:prstGeom>
        </p:spPr>
      </p:pic>
    </p:spTree>
    <p:extLst>
      <p:ext uri="{BB962C8B-B14F-4D97-AF65-F5344CB8AC3E}">
        <p14:creationId xmlns:p14="http://schemas.microsoft.com/office/powerpoint/2010/main" val="3983848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2B762-CFEF-CF8A-C9B7-26952BA90C17}"/>
              </a:ext>
            </a:extLst>
          </p:cNvPr>
          <p:cNvSpPr>
            <a:spLocks noGrp="1"/>
          </p:cNvSpPr>
          <p:nvPr>
            <p:ph type="title"/>
          </p:nvPr>
        </p:nvSpPr>
        <p:spPr>
          <a:xfrm>
            <a:off x="640080" y="325369"/>
            <a:ext cx="4368602" cy="1956841"/>
          </a:xfrm>
        </p:spPr>
        <p:txBody>
          <a:bodyPr anchor="b">
            <a:normAutofit/>
          </a:bodyPr>
          <a:lstStyle/>
          <a:p>
            <a:r>
              <a:rPr lang="en-GB" sz="5000"/>
              <a:t>SAFETY &amp; PRODUCTIVITY</a:t>
            </a:r>
          </a:p>
        </p:txBody>
      </p:sp>
      <p:sp>
        <p:nvSpPr>
          <p:cNvPr id="3" name="Content Placeholder 2">
            <a:extLst>
              <a:ext uri="{FF2B5EF4-FFF2-40B4-BE49-F238E27FC236}">
                <a16:creationId xmlns:a16="http://schemas.microsoft.com/office/drawing/2014/main" id="{239355A5-2892-4555-369D-E10FD1556E16}"/>
              </a:ext>
            </a:extLst>
          </p:cNvPr>
          <p:cNvSpPr>
            <a:spLocks noGrp="1"/>
          </p:cNvSpPr>
          <p:nvPr>
            <p:ph idx="1"/>
          </p:nvPr>
        </p:nvSpPr>
        <p:spPr>
          <a:xfrm>
            <a:off x="640080" y="2872899"/>
            <a:ext cx="4243589" cy="3320668"/>
          </a:xfrm>
        </p:spPr>
        <p:txBody>
          <a:bodyPr>
            <a:noAutofit/>
          </a:bodyPr>
          <a:lstStyle/>
          <a:p>
            <a:pPr algn="just"/>
            <a:r>
              <a:rPr lang="en-US" sz="2400" dirty="0">
                <a:latin typeface="Times New Roman" panose="02020603050405020304" pitchFamily="18" charset="0"/>
                <a:cs typeface="Times New Roman" panose="02020603050405020304" pitchFamily="18" charset="0"/>
              </a:rPr>
              <a:t>Safety, quality, and productivity are inextricably linked</a:t>
            </a:r>
          </a:p>
          <a:p>
            <a:pPr algn="just"/>
            <a:r>
              <a:rPr lang="en-US" sz="2400" dirty="0">
                <a:latin typeface="Times New Roman" panose="02020603050405020304" pitchFamily="18" charset="0"/>
                <a:cs typeface="Times New Roman" panose="02020603050405020304" pitchFamily="18" charset="0"/>
              </a:rPr>
              <a:t>When organizations put better care into maintaining their safety, quality, and productivity, they are also better able to serve their customers and protect their employees</a:t>
            </a:r>
            <a:endParaRPr lang="en-IN" sz="2400" dirty="0">
              <a:latin typeface="Times New Roman" panose="02020603050405020304" pitchFamily="18" charset="0"/>
              <a:cs typeface="Times New Roman" panose="02020603050405020304" pitchFamily="18" charset="0"/>
            </a:endParaRPr>
          </a:p>
          <a:p>
            <a:pPr algn="just"/>
            <a:endParaRPr lang="en-GB" sz="2400" dirty="0"/>
          </a:p>
        </p:txBody>
      </p:sp>
      <p:sp>
        <p:nvSpPr>
          <p:cNvPr id="6" name="Date Placeholder 5">
            <a:extLst>
              <a:ext uri="{FF2B5EF4-FFF2-40B4-BE49-F238E27FC236}">
                <a16:creationId xmlns:a16="http://schemas.microsoft.com/office/drawing/2014/main" id="{E2D4E0CD-45CB-5A9E-13FA-BD6F9D7EB45E}"/>
              </a:ext>
            </a:extLst>
          </p:cNvPr>
          <p:cNvSpPr>
            <a:spLocks noGrp="1"/>
          </p:cNvSpPr>
          <p:nvPr>
            <p:ph type="dt" sz="half" idx="10"/>
          </p:nvPr>
        </p:nvSpPr>
        <p:spPr/>
        <p:txBody>
          <a:bodyPr/>
          <a:lstStyle/>
          <a:p>
            <a:fld id="{40047E58-8F50-4B68-8B98-A513BEA8ECB2}" type="datetime1">
              <a:rPr lang="en-GB" smtClean="0"/>
              <a:t>30/07/2025</a:t>
            </a:fld>
            <a:endParaRPr lang="en-GB"/>
          </a:p>
        </p:txBody>
      </p:sp>
      <p:sp>
        <p:nvSpPr>
          <p:cNvPr id="7" name="Slide Number Placeholder 6">
            <a:extLst>
              <a:ext uri="{FF2B5EF4-FFF2-40B4-BE49-F238E27FC236}">
                <a16:creationId xmlns:a16="http://schemas.microsoft.com/office/drawing/2014/main" id="{6115A749-38BC-75DC-869E-50712C915FD6}"/>
              </a:ext>
            </a:extLst>
          </p:cNvPr>
          <p:cNvSpPr>
            <a:spLocks noGrp="1"/>
          </p:cNvSpPr>
          <p:nvPr>
            <p:ph type="sldNum" sz="quarter" idx="12"/>
          </p:nvPr>
        </p:nvSpPr>
        <p:spPr/>
        <p:txBody>
          <a:bodyPr/>
          <a:lstStyle/>
          <a:p>
            <a:fld id="{E1F53765-4FF0-40A9-A4FE-B27B4CFAA281}" type="slidenum">
              <a:rPr lang="en-GB" smtClean="0"/>
              <a:t>12</a:t>
            </a:fld>
            <a:endParaRPr lang="en-GB"/>
          </a:p>
        </p:txBody>
      </p:sp>
      <p:pic>
        <p:nvPicPr>
          <p:cNvPr id="5" name="Picture 4" descr="A group of people in a factory&#10;&#10;Description automatically generated">
            <a:extLst>
              <a:ext uri="{FF2B5EF4-FFF2-40B4-BE49-F238E27FC236}">
                <a16:creationId xmlns:a16="http://schemas.microsoft.com/office/drawing/2014/main" id="{4D4D8CDE-D85F-8C1C-B9F4-D47FFD268DBE}"/>
              </a:ext>
            </a:extLst>
          </p:cNvPr>
          <p:cNvPicPr>
            <a:picLocks noChangeAspect="1"/>
          </p:cNvPicPr>
          <p:nvPr/>
        </p:nvPicPr>
        <p:blipFill>
          <a:blip r:embed="rId2">
            <a:extLst>
              <a:ext uri="{28A0092B-C50C-407E-A947-70E740481C1C}">
                <a14:useLocalDpi xmlns:a14="http://schemas.microsoft.com/office/drawing/2010/main" val="0"/>
              </a:ext>
            </a:extLst>
          </a:blip>
          <a:srcRect b="303"/>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848014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EA19F-44E8-2084-CA71-FADE5BDD5348}"/>
              </a:ext>
            </a:extLst>
          </p:cNvPr>
          <p:cNvSpPr>
            <a:spLocks noGrp="1"/>
          </p:cNvSpPr>
          <p:nvPr>
            <p:ph type="title"/>
          </p:nvPr>
        </p:nvSpPr>
        <p:spPr>
          <a:xfrm>
            <a:off x="0" y="380987"/>
            <a:ext cx="3143250" cy="2601119"/>
          </a:xfrm>
        </p:spPr>
        <p:txBody>
          <a:bodyPr anchor="t">
            <a:normAutofit/>
          </a:bodyPr>
          <a:lstStyle/>
          <a:p>
            <a:pPr algn="ctr"/>
            <a:r>
              <a:rPr lang="en-GB" sz="3400" b="1" dirty="0"/>
              <a:t>SAFETY AND PRODUCTIVITY</a:t>
            </a:r>
          </a:p>
        </p:txBody>
      </p:sp>
      <p:sp>
        <p:nvSpPr>
          <p:cNvPr id="8" name="Content Placeholder 2">
            <a:extLst>
              <a:ext uri="{FF2B5EF4-FFF2-40B4-BE49-F238E27FC236}">
                <a16:creationId xmlns:a16="http://schemas.microsoft.com/office/drawing/2014/main" id="{04EBEA31-4A3C-94D9-EE65-3E0F34C18993}"/>
              </a:ext>
            </a:extLst>
          </p:cNvPr>
          <p:cNvSpPr>
            <a:spLocks noGrp="1"/>
          </p:cNvSpPr>
          <p:nvPr>
            <p:ph idx="1"/>
          </p:nvPr>
        </p:nvSpPr>
        <p:spPr>
          <a:xfrm>
            <a:off x="3013023" y="779489"/>
            <a:ext cx="9323882" cy="5426439"/>
          </a:xfrm>
        </p:spPr>
        <p:txBody>
          <a:bodyPr anchor="ctr">
            <a:noAutofit/>
          </a:bodyPr>
          <a:lstStyle/>
          <a:p>
            <a:r>
              <a:rPr lang="en-GB" sz="2000" b="0" i="0" u="none" strike="noStrike" baseline="0" dirty="0">
                <a:latin typeface="Times New Roman" panose="02020603050405020304" pitchFamily="18" charset="0"/>
              </a:rPr>
              <a:t>The safety of people, machines, and processes is a key element of any sustainable business or organization.</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Top manufacturers continue to discredit the age-old notion that safety and productivity have separate and competitive goals.</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These leaders use a combination of integrated safety solutions and new international standards to optimize their uptime and productivity.</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Workplace productivity is dependent on employee safety. As such, employers should put safety first before focusing on productivity.</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Increasing safety in the workplace can significantly boost productivity.</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An unsafe work environment lowers productivity</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Workplace productivity refers to the amount of work accomplished by employees over a given period.</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Having a workforce that is engaged and committed can help maximize productivity.</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Productivity levels can be measured by comparing input and work output.</a:t>
            </a:r>
          </a:p>
          <a:p>
            <a:pPr marL="0" indent="0">
              <a:buNone/>
            </a:pPr>
            <a:r>
              <a:rPr lang="en-GB" sz="2000" b="0" i="0" u="none" strike="noStrike" baseline="0" dirty="0">
                <a:latin typeface="SymbolMT"/>
              </a:rPr>
              <a:t>• </a:t>
            </a:r>
            <a:r>
              <a:rPr lang="en-GB" sz="2000" b="0" i="0" u="none" strike="noStrike" baseline="0" dirty="0">
                <a:latin typeface="Times New Roman" panose="02020603050405020304" pitchFamily="18" charset="0"/>
              </a:rPr>
              <a:t>The quantity and quality of work delivered by each employee can either increase or reduce productivity in the workplace.</a:t>
            </a:r>
            <a:endParaRPr lang="en-GB" sz="2000" dirty="0"/>
          </a:p>
        </p:txBody>
      </p:sp>
      <p:sp>
        <p:nvSpPr>
          <p:cNvPr id="4" name="Date Placeholder 3">
            <a:extLst>
              <a:ext uri="{FF2B5EF4-FFF2-40B4-BE49-F238E27FC236}">
                <a16:creationId xmlns:a16="http://schemas.microsoft.com/office/drawing/2014/main" id="{0C86C7DD-B4F9-70F8-ED1E-2B202BB07911}"/>
              </a:ext>
            </a:extLst>
          </p:cNvPr>
          <p:cNvSpPr>
            <a:spLocks noGrp="1"/>
          </p:cNvSpPr>
          <p:nvPr>
            <p:ph type="dt" sz="half" idx="10"/>
          </p:nvPr>
        </p:nvSpPr>
        <p:spPr/>
        <p:txBody>
          <a:bodyPr/>
          <a:lstStyle/>
          <a:p>
            <a:fld id="{BE9D7F2F-2B98-41F2-8F0A-27BB05C9F9AB}" type="datetime1">
              <a:rPr lang="en-GB" smtClean="0"/>
              <a:t>30/07/2025</a:t>
            </a:fld>
            <a:endParaRPr lang="en-GB"/>
          </a:p>
        </p:txBody>
      </p:sp>
      <p:sp>
        <p:nvSpPr>
          <p:cNvPr id="6" name="Slide Number Placeholder 5">
            <a:extLst>
              <a:ext uri="{FF2B5EF4-FFF2-40B4-BE49-F238E27FC236}">
                <a16:creationId xmlns:a16="http://schemas.microsoft.com/office/drawing/2014/main" id="{AAF19F24-C132-B54A-DA48-11CD606D88CB}"/>
              </a:ext>
            </a:extLst>
          </p:cNvPr>
          <p:cNvSpPr>
            <a:spLocks noGrp="1"/>
          </p:cNvSpPr>
          <p:nvPr>
            <p:ph type="sldNum" sz="quarter" idx="12"/>
          </p:nvPr>
        </p:nvSpPr>
        <p:spPr/>
        <p:txBody>
          <a:bodyPr/>
          <a:lstStyle/>
          <a:p>
            <a:fld id="{E1F53765-4FF0-40A9-A4FE-B27B4CFAA281}" type="slidenum">
              <a:rPr lang="en-GB" smtClean="0"/>
              <a:t>13</a:t>
            </a:fld>
            <a:endParaRPr lang="en-GB"/>
          </a:p>
        </p:txBody>
      </p:sp>
      <p:pic>
        <p:nvPicPr>
          <p:cNvPr id="7" name="Graphic 6" descr="Construction Worker">
            <a:extLst>
              <a:ext uri="{FF2B5EF4-FFF2-40B4-BE49-F238E27FC236}">
                <a16:creationId xmlns:a16="http://schemas.microsoft.com/office/drawing/2014/main" id="{78D3A37B-7055-081A-440A-CCB2E0BA51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1856582"/>
            <a:ext cx="914400" cy="914400"/>
          </a:xfrm>
          <a:prstGeom prst="rect">
            <a:avLst/>
          </a:prstGeom>
        </p:spPr>
      </p:pic>
    </p:spTree>
    <p:extLst>
      <p:ext uri="{BB962C8B-B14F-4D97-AF65-F5344CB8AC3E}">
        <p14:creationId xmlns:p14="http://schemas.microsoft.com/office/powerpoint/2010/main" val="141473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ECB7A-08C8-E0C9-9913-71DF2D30ECF5}"/>
              </a:ext>
            </a:extLst>
          </p:cNvPr>
          <p:cNvSpPr>
            <a:spLocks noGrp="1"/>
          </p:cNvSpPr>
          <p:nvPr>
            <p:ph type="title"/>
          </p:nvPr>
        </p:nvSpPr>
        <p:spPr>
          <a:xfrm>
            <a:off x="838200" y="556995"/>
            <a:ext cx="10515600" cy="1133693"/>
          </a:xfrm>
        </p:spPr>
        <p:txBody>
          <a:bodyPr>
            <a:normAutofit/>
          </a:bodyPr>
          <a:lstStyle/>
          <a:p>
            <a:pPr algn="ctr"/>
            <a:r>
              <a:rPr lang="en-GB" sz="2500" b="1" i="0" u="none" strike="noStrike" baseline="0">
                <a:latin typeface="Times New Roman" panose="02020603050405020304" pitchFamily="18" charset="0"/>
              </a:rPr>
              <a:t>Productive workplace offers a wide range of benefits to the company, employer, and employees:</a:t>
            </a:r>
            <a:br>
              <a:rPr lang="en-GB" sz="2500" b="1" i="0" u="none" strike="noStrike" baseline="0">
                <a:latin typeface="Times New Roman" panose="02020603050405020304" pitchFamily="18" charset="0"/>
              </a:rPr>
            </a:br>
            <a:endParaRPr lang="en-GB" sz="2500" b="1"/>
          </a:p>
        </p:txBody>
      </p:sp>
      <p:graphicFrame>
        <p:nvGraphicFramePr>
          <p:cNvPr id="5" name="Content Placeholder 2">
            <a:extLst>
              <a:ext uri="{FF2B5EF4-FFF2-40B4-BE49-F238E27FC236}">
                <a16:creationId xmlns:a16="http://schemas.microsoft.com/office/drawing/2014/main" id="{04EF8F6E-4A13-BA55-ED46-48C9D0175BBD}"/>
              </a:ext>
            </a:extLst>
          </p:cNvPr>
          <p:cNvGraphicFramePr>
            <a:graphicFrameLocks noGrp="1"/>
          </p:cNvGraphicFramePr>
          <p:nvPr>
            <p:ph idx="1"/>
            <p:extLst>
              <p:ext uri="{D42A27DB-BD31-4B8C-83A1-F6EECF244321}">
                <p14:modId xmlns:p14="http://schemas.microsoft.com/office/powerpoint/2010/main" val="162738547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1F42DEE0-A56A-F98B-275A-07368B3C8F4D}"/>
              </a:ext>
            </a:extLst>
          </p:cNvPr>
          <p:cNvSpPr>
            <a:spLocks noGrp="1"/>
          </p:cNvSpPr>
          <p:nvPr>
            <p:ph type="dt" sz="half" idx="10"/>
          </p:nvPr>
        </p:nvSpPr>
        <p:spPr/>
        <p:txBody>
          <a:bodyPr/>
          <a:lstStyle/>
          <a:p>
            <a:fld id="{86040F77-AF8D-482D-90AB-F32A32860884}" type="datetime1">
              <a:rPr lang="en-GB" smtClean="0"/>
              <a:t>30/07/2025</a:t>
            </a:fld>
            <a:endParaRPr lang="en-GB"/>
          </a:p>
        </p:txBody>
      </p:sp>
      <p:sp>
        <p:nvSpPr>
          <p:cNvPr id="6" name="Slide Number Placeholder 5">
            <a:extLst>
              <a:ext uri="{FF2B5EF4-FFF2-40B4-BE49-F238E27FC236}">
                <a16:creationId xmlns:a16="http://schemas.microsoft.com/office/drawing/2014/main" id="{1341F163-6F0A-D863-8A4F-37EFA311DF00}"/>
              </a:ext>
            </a:extLst>
          </p:cNvPr>
          <p:cNvSpPr>
            <a:spLocks noGrp="1"/>
          </p:cNvSpPr>
          <p:nvPr>
            <p:ph type="sldNum" sz="quarter" idx="12"/>
          </p:nvPr>
        </p:nvSpPr>
        <p:spPr/>
        <p:txBody>
          <a:bodyPr/>
          <a:lstStyle/>
          <a:p>
            <a:fld id="{E1F53765-4FF0-40A9-A4FE-B27B4CFAA281}" type="slidenum">
              <a:rPr lang="en-GB" smtClean="0"/>
              <a:t>14</a:t>
            </a:fld>
            <a:endParaRPr lang="en-GB"/>
          </a:p>
        </p:txBody>
      </p:sp>
    </p:spTree>
    <p:extLst>
      <p:ext uri="{BB962C8B-B14F-4D97-AF65-F5344CB8AC3E}">
        <p14:creationId xmlns:p14="http://schemas.microsoft.com/office/powerpoint/2010/main" val="196280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45E59-7313-C446-357D-133200E71A3B}"/>
              </a:ext>
            </a:extLst>
          </p:cNvPr>
          <p:cNvSpPr>
            <a:spLocks noGrp="1"/>
          </p:cNvSpPr>
          <p:nvPr>
            <p:ph type="title"/>
          </p:nvPr>
        </p:nvSpPr>
        <p:spPr>
          <a:xfrm>
            <a:off x="1371597" y="698226"/>
            <a:ext cx="10044023" cy="877729"/>
          </a:xfrm>
        </p:spPr>
        <p:txBody>
          <a:bodyPr anchor="ctr">
            <a:noAutofit/>
          </a:bodyPr>
          <a:lstStyle/>
          <a:p>
            <a:r>
              <a:rPr lang="en-US" sz="5400" b="1" dirty="0">
                <a:solidFill>
                  <a:schemeClr val="accent1">
                    <a:lumMod val="50000"/>
                  </a:schemeClr>
                </a:solidFill>
                <a:latin typeface="Times New Roman" panose="02020603050405020304" pitchFamily="18" charset="0"/>
                <a:cs typeface="Times New Roman" panose="02020603050405020304" pitchFamily="18" charset="0"/>
              </a:rPr>
              <a:t>The Three Pillars:                                        </a:t>
            </a:r>
            <a:br>
              <a:rPr lang="en-US" sz="5400" b="1" dirty="0">
                <a:solidFill>
                  <a:schemeClr val="accent1">
                    <a:lumMod val="50000"/>
                  </a:schemeClr>
                </a:solidFill>
                <a:latin typeface="Times New Roman" panose="02020603050405020304" pitchFamily="18" charset="0"/>
                <a:cs typeface="Times New Roman" panose="02020603050405020304" pitchFamily="18" charset="0"/>
              </a:rPr>
            </a:br>
            <a:endParaRPr lang="en-GB" sz="5400" b="1" dirty="0">
              <a:solidFill>
                <a:schemeClr val="accent1">
                  <a:lumMod val="50000"/>
                </a:schemeClr>
              </a:solidFill>
            </a:endParaRPr>
          </a:p>
        </p:txBody>
      </p:sp>
      <p:graphicFrame>
        <p:nvGraphicFramePr>
          <p:cNvPr id="5" name="Content Placeholder 2">
            <a:extLst>
              <a:ext uri="{FF2B5EF4-FFF2-40B4-BE49-F238E27FC236}">
                <a16:creationId xmlns:a16="http://schemas.microsoft.com/office/drawing/2014/main" id="{D492C4A9-27BD-BCD6-B41E-9B2355243FAD}"/>
              </a:ext>
            </a:extLst>
          </p:cNvPr>
          <p:cNvGraphicFramePr>
            <a:graphicFrameLocks noGrp="1"/>
          </p:cNvGraphicFramePr>
          <p:nvPr>
            <p:ph idx="1"/>
            <p:extLst>
              <p:ext uri="{D42A27DB-BD31-4B8C-83A1-F6EECF244321}">
                <p14:modId xmlns:p14="http://schemas.microsoft.com/office/powerpoint/2010/main" val="87482828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D544A39E-DA62-F9F5-E0A4-8485E8C3A765}"/>
              </a:ext>
            </a:extLst>
          </p:cNvPr>
          <p:cNvSpPr>
            <a:spLocks noGrp="1"/>
          </p:cNvSpPr>
          <p:nvPr>
            <p:ph type="dt" sz="half" idx="10"/>
          </p:nvPr>
        </p:nvSpPr>
        <p:spPr/>
        <p:txBody>
          <a:bodyPr/>
          <a:lstStyle/>
          <a:p>
            <a:fld id="{258E6D32-EDFA-45C4-8B7A-FBD09E9730EF}" type="datetime1">
              <a:rPr lang="en-GB" smtClean="0"/>
              <a:t>30/07/2025</a:t>
            </a:fld>
            <a:endParaRPr lang="en-GB"/>
          </a:p>
        </p:txBody>
      </p:sp>
      <p:sp>
        <p:nvSpPr>
          <p:cNvPr id="6" name="Slide Number Placeholder 5">
            <a:extLst>
              <a:ext uri="{FF2B5EF4-FFF2-40B4-BE49-F238E27FC236}">
                <a16:creationId xmlns:a16="http://schemas.microsoft.com/office/drawing/2014/main" id="{9FA1EEC4-32B5-00DD-8C7D-40BF57895703}"/>
              </a:ext>
            </a:extLst>
          </p:cNvPr>
          <p:cNvSpPr>
            <a:spLocks noGrp="1"/>
          </p:cNvSpPr>
          <p:nvPr>
            <p:ph type="sldNum" sz="quarter" idx="12"/>
          </p:nvPr>
        </p:nvSpPr>
        <p:spPr/>
        <p:txBody>
          <a:bodyPr/>
          <a:lstStyle/>
          <a:p>
            <a:fld id="{E1F53765-4FF0-40A9-A4FE-B27B4CFAA281}" type="slidenum">
              <a:rPr lang="en-GB" smtClean="0"/>
              <a:t>15</a:t>
            </a:fld>
            <a:endParaRPr lang="en-GB"/>
          </a:p>
        </p:txBody>
      </p:sp>
    </p:spTree>
    <p:extLst>
      <p:ext uri="{BB962C8B-B14F-4D97-AF65-F5344CB8AC3E}">
        <p14:creationId xmlns:p14="http://schemas.microsoft.com/office/powerpoint/2010/main" val="1804307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91CF-C433-DDF6-18F0-464A63459B4E}"/>
              </a:ext>
            </a:extLst>
          </p:cNvPr>
          <p:cNvSpPr>
            <a:spLocks noGrp="1"/>
          </p:cNvSpPr>
          <p:nvPr>
            <p:ph type="title"/>
          </p:nvPr>
        </p:nvSpPr>
        <p:spPr>
          <a:xfrm>
            <a:off x="1371597" y="348865"/>
            <a:ext cx="10044023" cy="877729"/>
          </a:xfrm>
        </p:spPr>
        <p:txBody>
          <a:bodyPr anchor="ctr">
            <a:normAutofit/>
          </a:bodyPr>
          <a:lstStyle/>
          <a:p>
            <a:r>
              <a:rPr lang="en-GB" sz="4000" dirty="0">
                <a:solidFill>
                  <a:schemeClr val="accent1">
                    <a:lumMod val="50000"/>
                  </a:schemeClr>
                </a:solidFill>
              </a:rPr>
              <a:t>SAFETY</a:t>
            </a:r>
          </a:p>
        </p:txBody>
      </p:sp>
      <p:graphicFrame>
        <p:nvGraphicFramePr>
          <p:cNvPr id="5" name="Content Placeholder 2">
            <a:extLst>
              <a:ext uri="{FF2B5EF4-FFF2-40B4-BE49-F238E27FC236}">
                <a16:creationId xmlns:a16="http://schemas.microsoft.com/office/drawing/2014/main" id="{E047D57B-7082-70D9-7919-AC5B93DFD4A0}"/>
              </a:ext>
            </a:extLst>
          </p:cNvPr>
          <p:cNvGraphicFramePr>
            <a:graphicFrameLocks noGrp="1"/>
          </p:cNvGraphicFramePr>
          <p:nvPr>
            <p:ph idx="1"/>
            <p:extLst>
              <p:ext uri="{D42A27DB-BD31-4B8C-83A1-F6EECF244321}">
                <p14:modId xmlns:p14="http://schemas.microsoft.com/office/powerpoint/2010/main" val="133610789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57E98355-251D-F373-625D-FE52A815FF22}"/>
              </a:ext>
            </a:extLst>
          </p:cNvPr>
          <p:cNvSpPr>
            <a:spLocks noGrp="1"/>
          </p:cNvSpPr>
          <p:nvPr>
            <p:ph type="dt" sz="half" idx="10"/>
          </p:nvPr>
        </p:nvSpPr>
        <p:spPr/>
        <p:txBody>
          <a:bodyPr/>
          <a:lstStyle/>
          <a:p>
            <a:fld id="{40E7FA12-EBC9-4388-A86E-6FDC1AD98E37}" type="datetime1">
              <a:rPr lang="en-GB" smtClean="0"/>
              <a:t>30/07/2025</a:t>
            </a:fld>
            <a:endParaRPr lang="en-GB"/>
          </a:p>
        </p:txBody>
      </p:sp>
      <p:sp>
        <p:nvSpPr>
          <p:cNvPr id="6" name="Slide Number Placeholder 5">
            <a:extLst>
              <a:ext uri="{FF2B5EF4-FFF2-40B4-BE49-F238E27FC236}">
                <a16:creationId xmlns:a16="http://schemas.microsoft.com/office/drawing/2014/main" id="{8038972F-742A-AAFD-9EA1-1A4BA73DBBE1}"/>
              </a:ext>
            </a:extLst>
          </p:cNvPr>
          <p:cNvSpPr>
            <a:spLocks noGrp="1"/>
          </p:cNvSpPr>
          <p:nvPr>
            <p:ph type="sldNum" sz="quarter" idx="12"/>
          </p:nvPr>
        </p:nvSpPr>
        <p:spPr/>
        <p:txBody>
          <a:bodyPr/>
          <a:lstStyle/>
          <a:p>
            <a:fld id="{E1F53765-4FF0-40A9-A4FE-B27B4CFAA281}" type="slidenum">
              <a:rPr lang="en-GB" smtClean="0"/>
              <a:t>16</a:t>
            </a:fld>
            <a:endParaRPr lang="en-GB"/>
          </a:p>
        </p:txBody>
      </p:sp>
    </p:spTree>
    <p:extLst>
      <p:ext uri="{BB962C8B-B14F-4D97-AF65-F5344CB8AC3E}">
        <p14:creationId xmlns:p14="http://schemas.microsoft.com/office/powerpoint/2010/main" val="3987708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BDFECB26-6091-37FB-7953-CA82E324EA66}"/>
              </a:ext>
            </a:extLst>
          </p:cNvPr>
          <p:cNvSpPr>
            <a:spLocks noGrp="1"/>
          </p:cNvSpPr>
          <p:nvPr>
            <p:ph type="title"/>
          </p:nvPr>
        </p:nvSpPr>
        <p:spPr>
          <a:xfrm>
            <a:off x="838200" y="643467"/>
            <a:ext cx="2951205" cy="5571066"/>
          </a:xfrm>
        </p:spPr>
        <p:txBody>
          <a:bodyPr>
            <a:normAutofit/>
          </a:bodyPr>
          <a:lstStyle/>
          <a:p>
            <a:r>
              <a:rPr lang="en-GB">
                <a:solidFill>
                  <a:srgbClr val="FFFFFF"/>
                </a:solidFill>
              </a:rPr>
              <a:t>QUALITY</a:t>
            </a:r>
          </a:p>
        </p:txBody>
      </p:sp>
      <p:sp>
        <p:nvSpPr>
          <p:cNvPr id="4" name="Date Placeholder 3">
            <a:extLst>
              <a:ext uri="{FF2B5EF4-FFF2-40B4-BE49-F238E27FC236}">
                <a16:creationId xmlns:a16="http://schemas.microsoft.com/office/drawing/2014/main" id="{7EB9CD2A-CF07-2362-99FD-4CA5F3BD5813}"/>
              </a:ext>
            </a:extLst>
          </p:cNvPr>
          <p:cNvSpPr>
            <a:spLocks noGrp="1"/>
          </p:cNvSpPr>
          <p:nvPr>
            <p:ph type="dt" sz="half" idx="10"/>
          </p:nvPr>
        </p:nvSpPr>
        <p:spPr>
          <a:xfrm>
            <a:off x="838200" y="6356350"/>
            <a:ext cx="2743200" cy="365125"/>
          </a:xfrm>
        </p:spPr>
        <p:txBody>
          <a:bodyPr>
            <a:normAutofit/>
          </a:bodyPr>
          <a:lstStyle/>
          <a:p>
            <a:pPr>
              <a:spcAft>
                <a:spcPts val="600"/>
              </a:spcAft>
            </a:pPr>
            <a:fld id="{01A4FF5F-02E1-4A8F-A8AF-48CCCC992BE3}" type="datetime1">
              <a:rPr lang="en-GB">
                <a:solidFill>
                  <a:srgbClr val="FFFFFF"/>
                </a:solidFill>
              </a:rPr>
              <a:pPr>
                <a:spcAft>
                  <a:spcPts val="600"/>
                </a:spcAft>
              </a:pPr>
              <a:t>30/07/2025</a:t>
            </a:fld>
            <a:endParaRPr lang="en-GB">
              <a:solidFill>
                <a:srgbClr val="FFFFFF"/>
              </a:solidFill>
            </a:endParaRPr>
          </a:p>
        </p:txBody>
      </p:sp>
      <p:sp>
        <p:nvSpPr>
          <p:cNvPr id="6" name="Slide Number Placeholder 5">
            <a:extLst>
              <a:ext uri="{FF2B5EF4-FFF2-40B4-BE49-F238E27FC236}">
                <a16:creationId xmlns:a16="http://schemas.microsoft.com/office/drawing/2014/main" id="{61825A60-959F-2C58-6CA3-479B7AB1049B}"/>
              </a:ext>
            </a:extLst>
          </p:cNvPr>
          <p:cNvSpPr>
            <a:spLocks noGrp="1"/>
          </p:cNvSpPr>
          <p:nvPr>
            <p:ph type="sldNum" sz="quarter" idx="12"/>
          </p:nvPr>
        </p:nvSpPr>
        <p:spPr>
          <a:xfrm>
            <a:off x="8610600" y="6356350"/>
            <a:ext cx="2743200" cy="365125"/>
          </a:xfrm>
        </p:spPr>
        <p:txBody>
          <a:bodyPr>
            <a:normAutofit/>
          </a:bodyPr>
          <a:lstStyle/>
          <a:p>
            <a:pPr>
              <a:spcAft>
                <a:spcPts val="600"/>
              </a:spcAft>
            </a:pPr>
            <a:fld id="{E1F53765-4FF0-40A9-A4FE-B27B4CFAA281}" type="slidenum">
              <a:rPr lang="en-GB">
                <a:solidFill>
                  <a:srgbClr val="898989"/>
                </a:solidFill>
              </a:rPr>
              <a:pPr>
                <a:spcAft>
                  <a:spcPts val="600"/>
                </a:spcAft>
              </a:pPr>
              <a:t>17</a:t>
            </a:fld>
            <a:endParaRPr lang="en-GB">
              <a:solidFill>
                <a:srgbClr val="898989"/>
              </a:solidFill>
            </a:endParaRPr>
          </a:p>
        </p:txBody>
      </p:sp>
      <p:graphicFrame>
        <p:nvGraphicFramePr>
          <p:cNvPr id="37" name="Content Placeholder 2">
            <a:extLst>
              <a:ext uri="{FF2B5EF4-FFF2-40B4-BE49-F238E27FC236}">
                <a16:creationId xmlns:a16="http://schemas.microsoft.com/office/drawing/2014/main" id="{54064B50-016A-9DB9-430B-2D67C1BCA14D}"/>
              </a:ext>
            </a:extLst>
          </p:cNvPr>
          <p:cNvGraphicFramePr>
            <a:graphicFrameLocks noGrp="1"/>
          </p:cNvGraphicFramePr>
          <p:nvPr>
            <p:ph idx="1"/>
            <p:extLst>
              <p:ext uri="{D42A27DB-BD31-4B8C-83A1-F6EECF244321}">
                <p14:modId xmlns:p14="http://schemas.microsoft.com/office/powerpoint/2010/main" val="1525150385"/>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6245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566514CE-A73E-24F8-4084-4317608FD38D}"/>
              </a:ext>
            </a:extLst>
          </p:cNvPr>
          <p:cNvSpPr>
            <a:spLocks noGrp="1"/>
          </p:cNvSpPr>
          <p:nvPr>
            <p:ph type="title"/>
          </p:nvPr>
        </p:nvSpPr>
        <p:spPr>
          <a:xfrm>
            <a:off x="838200" y="643467"/>
            <a:ext cx="2951205" cy="5571066"/>
          </a:xfrm>
        </p:spPr>
        <p:txBody>
          <a:bodyPr>
            <a:normAutofit/>
          </a:bodyPr>
          <a:lstStyle/>
          <a:p>
            <a:r>
              <a:rPr lang="en-GB" sz="3400">
                <a:solidFill>
                  <a:srgbClr val="FFFFFF"/>
                </a:solidFill>
              </a:rPr>
              <a:t>PRODUCTIVITY</a:t>
            </a:r>
          </a:p>
        </p:txBody>
      </p:sp>
      <p:sp>
        <p:nvSpPr>
          <p:cNvPr id="4" name="Date Placeholder 3">
            <a:extLst>
              <a:ext uri="{FF2B5EF4-FFF2-40B4-BE49-F238E27FC236}">
                <a16:creationId xmlns:a16="http://schemas.microsoft.com/office/drawing/2014/main" id="{3D4F84CC-9B7E-2509-7357-9BF950A855F9}"/>
              </a:ext>
            </a:extLst>
          </p:cNvPr>
          <p:cNvSpPr>
            <a:spLocks noGrp="1"/>
          </p:cNvSpPr>
          <p:nvPr>
            <p:ph type="dt" sz="half" idx="10"/>
          </p:nvPr>
        </p:nvSpPr>
        <p:spPr>
          <a:xfrm>
            <a:off x="838200" y="6356350"/>
            <a:ext cx="2743200" cy="365125"/>
          </a:xfrm>
        </p:spPr>
        <p:txBody>
          <a:bodyPr>
            <a:normAutofit/>
          </a:bodyPr>
          <a:lstStyle/>
          <a:p>
            <a:pPr>
              <a:spcAft>
                <a:spcPts val="600"/>
              </a:spcAft>
            </a:pPr>
            <a:fld id="{A45BBF98-2487-4AA0-B478-31FE1DD8CEF9}" type="datetime1">
              <a:rPr lang="en-GB">
                <a:solidFill>
                  <a:srgbClr val="FFFFFF"/>
                </a:solidFill>
              </a:rPr>
              <a:pPr>
                <a:spcAft>
                  <a:spcPts val="600"/>
                </a:spcAft>
              </a:pPr>
              <a:t>30/07/2025</a:t>
            </a:fld>
            <a:endParaRPr lang="en-GB">
              <a:solidFill>
                <a:srgbClr val="FFFFFF"/>
              </a:solidFill>
            </a:endParaRPr>
          </a:p>
        </p:txBody>
      </p:sp>
      <p:sp>
        <p:nvSpPr>
          <p:cNvPr id="6" name="Slide Number Placeholder 5">
            <a:extLst>
              <a:ext uri="{FF2B5EF4-FFF2-40B4-BE49-F238E27FC236}">
                <a16:creationId xmlns:a16="http://schemas.microsoft.com/office/drawing/2014/main" id="{5EC9C92F-9215-1A0B-F3FE-A16B04DC0D2C}"/>
              </a:ext>
            </a:extLst>
          </p:cNvPr>
          <p:cNvSpPr>
            <a:spLocks noGrp="1"/>
          </p:cNvSpPr>
          <p:nvPr>
            <p:ph type="sldNum" sz="quarter" idx="12"/>
          </p:nvPr>
        </p:nvSpPr>
        <p:spPr>
          <a:xfrm>
            <a:off x="8610600" y="6356350"/>
            <a:ext cx="2743200" cy="365125"/>
          </a:xfrm>
        </p:spPr>
        <p:txBody>
          <a:bodyPr>
            <a:normAutofit/>
          </a:bodyPr>
          <a:lstStyle/>
          <a:p>
            <a:pPr>
              <a:spcAft>
                <a:spcPts val="600"/>
              </a:spcAft>
            </a:pPr>
            <a:fld id="{E1F53765-4FF0-40A9-A4FE-B27B4CFAA281}" type="slidenum">
              <a:rPr lang="en-GB">
                <a:solidFill>
                  <a:srgbClr val="898989"/>
                </a:solidFill>
              </a:rPr>
              <a:pPr>
                <a:spcAft>
                  <a:spcPts val="600"/>
                </a:spcAft>
              </a:pPr>
              <a:t>18</a:t>
            </a:fld>
            <a:endParaRPr lang="en-GB">
              <a:solidFill>
                <a:srgbClr val="898989"/>
              </a:solidFill>
            </a:endParaRPr>
          </a:p>
        </p:txBody>
      </p:sp>
      <p:graphicFrame>
        <p:nvGraphicFramePr>
          <p:cNvPr id="5" name="Content Placeholder 2">
            <a:extLst>
              <a:ext uri="{FF2B5EF4-FFF2-40B4-BE49-F238E27FC236}">
                <a16:creationId xmlns:a16="http://schemas.microsoft.com/office/drawing/2014/main" id="{2B41F452-874C-E23C-FC42-89B248FA396B}"/>
              </a:ext>
            </a:extLst>
          </p:cNvPr>
          <p:cNvGraphicFramePr>
            <a:graphicFrameLocks noGrp="1"/>
          </p:cNvGraphicFramePr>
          <p:nvPr>
            <p:ph idx="1"/>
            <p:extLst>
              <p:ext uri="{D42A27DB-BD31-4B8C-83A1-F6EECF244321}">
                <p14:modId xmlns:p14="http://schemas.microsoft.com/office/powerpoint/2010/main" val="1339055065"/>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8626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5A41EF-5265-DDE4-A29C-4FAF71646469}"/>
              </a:ext>
            </a:extLst>
          </p:cNvPr>
          <p:cNvSpPr>
            <a:spLocks noGrp="1"/>
          </p:cNvSpPr>
          <p:nvPr>
            <p:ph type="title"/>
          </p:nvPr>
        </p:nvSpPr>
        <p:spPr>
          <a:xfrm>
            <a:off x="466722" y="586855"/>
            <a:ext cx="3201366" cy="3387497"/>
          </a:xfrm>
        </p:spPr>
        <p:txBody>
          <a:bodyPr anchor="b">
            <a:normAutofit/>
          </a:bodyPr>
          <a:lstStyle/>
          <a:p>
            <a:pPr algn="r"/>
            <a:r>
              <a:rPr lang="en-GB" sz="4000" b="1" i="0" u="none" strike="noStrike" baseline="0">
                <a:solidFill>
                  <a:srgbClr val="FFFFFF"/>
                </a:solidFill>
                <a:latin typeface="Times New Roman" panose="02020603050405020304" pitchFamily="18" charset="0"/>
              </a:rPr>
              <a:t>Safe environments minimize lost working hours</a:t>
            </a:r>
            <a:br>
              <a:rPr lang="en-GB" sz="4000" b="1" i="0" u="none" strike="noStrike" baseline="0">
                <a:solidFill>
                  <a:srgbClr val="FFFFFF"/>
                </a:solidFill>
                <a:latin typeface="Times New Roman" panose="02020603050405020304" pitchFamily="18" charset="0"/>
              </a:rPr>
            </a:br>
            <a:endParaRPr lang="en-GB" sz="4000">
              <a:solidFill>
                <a:srgbClr val="FFFFFF"/>
              </a:solidFill>
            </a:endParaRPr>
          </a:p>
        </p:txBody>
      </p:sp>
      <p:sp>
        <p:nvSpPr>
          <p:cNvPr id="3" name="Content Placeholder 2">
            <a:extLst>
              <a:ext uri="{FF2B5EF4-FFF2-40B4-BE49-F238E27FC236}">
                <a16:creationId xmlns:a16="http://schemas.microsoft.com/office/drawing/2014/main" id="{99EBF075-AB9E-BF70-50D3-5E6B7F5AA781}"/>
              </a:ext>
            </a:extLst>
          </p:cNvPr>
          <p:cNvSpPr>
            <a:spLocks noGrp="1"/>
          </p:cNvSpPr>
          <p:nvPr>
            <p:ph idx="1"/>
          </p:nvPr>
        </p:nvSpPr>
        <p:spPr>
          <a:xfrm>
            <a:off x="4810259" y="649480"/>
            <a:ext cx="6555347" cy="5546047"/>
          </a:xfrm>
        </p:spPr>
        <p:txBody>
          <a:bodyPr anchor="ctr">
            <a:noAutofit/>
          </a:bodyPr>
          <a:lstStyle/>
          <a:p>
            <a:pPr algn="just"/>
            <a:r>
              <a:rPr lang="en-GB" sz="2000" b="0" i="0" u="none" strike="noStrike" baseline="0" dirty="0">
                <a:latin typeface="Times New Roman" panose="02020603050405020304" pitchFamily="18" charset="0"/>
              </a:rPr>
              <a:t>Whether your work environment is an office or an industrial facility, reducing downtime is the key to maintaining productivity. </a:t>
            </a:r>
          </a:p>
          <a:p>
            <a:pPr algn="just"/>
            <a:r>
              <a:rPr lang="en-GB" sz="2000" b="0" i="0" u="none" strike="noStrike" baseline="0" dirty="0">
                <a:latin typeface="Times New Roman" panose="02020603050405020304" pitchFamily="18" charset="0"/>
              </a:rPr>
              <a:t>In the office, this might mean maintaining a reliable IT infrastructure. A factory, on the other hand, would rely on having machines that run at peak efficiency. </a:t>
            </a:r>
          </a:p>
          <a:p>
            <a:pPr algn="just"/>
            <a:r>
              <a:rPr lang="en-GB" sz="2000" b="0" i="0" u="none" strike="noStrike" baseline="0" dirty="0">
                <a:latin typeface="Times New Roman" panose="02020603050405020304" pitchFamily="18" charset="0"/>
              </a:rPr>
              <a:t>In either setting, employees are necessary to maintain optimal productivity. Because businesses rely on employees in this way, injuries will lead to lost productivity in any workplace. </a:t>
            </a:r>
          </a:p>
          <a:p>
            <a:pPr algn="just"/>
            <a:r>
              <a:rPr lang="en-GB" sz="2000" b="0" i="0" u="none" strike="noStrike" baseline="0" dirty="0">
                <a:latin typeface="Times New Roman" panose="02020603050405020304" pitchFamily="18" charset="0"/>
              </a:rPr>
              <a:t>Businesses that cut corners to save time and speed up production can often seem productive and profitable. </a:t>
            </a:r>
          </a:p>
          <a:p>
            <a:pPr algn="just"/>
            <a:r>
              <a:rPr lang="en-GB" sz="2000" b="0" i="0" u="none" strike="noStrike" baseline="0" dirty="0">
                <a:latin typeface="Times New Roman" panose="02020603050405020304" pitchFamily="18" charset="0"/>
              </a:rPr>
              <a:t>In the long term, these environments can also be unsafe, leading to increased downtime. While safety programs and implementing safe work practices often require an initial investment, they also have a positive impact on employee health. </a:t>
            </a:r>
          </a:p>
          <a:p>
            <a:pPr algn="just"/>
            <a:r>
              <a:rPr lang="en-GB" sz="2000" b="0" i="0" u="none" strike="noStrike" baseline="0" dirty="0">
                <a:latin typeface="Times New Roman" panose="02020603050405020304" pitchFamily="18" charset="0"/>
              </a:rPr>
              <a:t>Because healthy employees are more reliable and productive, they're also good for the bottom line.</a:t>
            </a:r>
            <a:endParaRPr lang="en-GB" sz="2000" dirty="0"/>
          </a:p>
        </p:txBody>
      </p:sp>
      <p:sp>
        <p:nvSpPr>
          <p:cNvPr id="4" name="Date Placeholder 3">
            <a:extLst>
              <a:ext uri="{FF2B5EF4-FFF2-40B4-BE49-F238E27FC236}">
                <a16:creationId xmlns:a16="http://schemas.microsoft.com/office/drawing/2014/main" id="{5394770A-4C44-63DA-89A1-09E829C552EE}"/>
              </a:ext>
            </a:extLst>
          </p:cNvPr>
          <p:cNvSpPr>
            <a:spLocks noGrp="1"/>
          </p:cNvSpPr>
          <p:nvPr>
            <p:ph type="dt" sz="half" idx="10"/>
          </p:nvPr>
        </p:nvSpPr>
        <p:spPr>
          <a:xfrm>
            <a:off x="8970264" y="6455664"/>
            <a:ext cx="2743200" cy="365125"/>
          </a:xfrm>
        </p:spPr>
        <p:txBody>
          <a:bodyPr>
            <a:normAutofit/>
          </a:bodyPr>
          <a:lstStyle/>
          <a:p>
            <a:pPr algn="r">
              <a:spcAft>
                <a:spcPts val="600"/>
              </a:spcAft>
            </a:pPr>
            <a:fld id="{FE19017F-BB4F-459E-AE0D-F95B3ECA7D3A}" type="datetime1">
              <a:rPr lang="en-GB" sz="1100">
                <a:solidFill>
                  <a:schemeClr val="tx1">
                    <a:lumMod val="50000"/>
                    <a:lumOff val="50000"/>
                  </a:schemeClr>
                </a:solidFill>
              </a:rPr>
              <a:pPr algn="r">
                <a:spcAft>
                  <a:spcPts val="600"/>
                </a:spcAft>
              </a:pPr>
              <a:t>30/07/2025</a:t>
            </a:fld>
            <a:endParaRPr lang="en-GB" sz="1100">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C2F8E088-9C4F-D1FE-1DE9-E16D8A4C2767}"/>
              </a:ext>
            </a:extLst>
          </p:cNvPr>
          <p:cNvSpPr>
            <a:spLocks noGrp="1"/>
          </p:cNvSpPr>
          <p:nvPr>
            <p:ph type="sldNum" sz="quarter" idx="12"/>
          </p:nvPr>
        </p:nvSpPr>
        <p:spPr>
          <a:xfrm>
            <a:off x="11704320" y="6455664"/>
            <a:ext cx="448056" cy="365125"/>
          </a:xfrm>
        </p:spPr>
        <p:txBody>
          <a:bodyPr>
            <a:normAutofit/>
          </a:bodyPr>
          <a:lstStyle/>
          <a:p>
            <a:pPr>
              <a:spcAft>
                <a:spcPts val="600"/>
              </a:spcAft>
            </a:pPr>
            <a:fld id="{E1F53765-4FF0-40A9-A4FE-B27B4CFAA281}" type="slidenum">
              <a:rPr lang="en-GB" sz="1100">
                <a:solidFill>
                  <a:schemeClr val="tx1">
                    <a:lumMod val="50000"/>
                    <a:lumOff val="50000"/>
                  </a:schemeClr>
                </a:solidFill>
              </a:rPr>
              <a:pPr>
                <a:spcAft>
                  <a:spcPts val="600"/>
                </a:spcAft>
              </a:pPr>
              <a:t>19</a:t>
            </a:fld>
            <a:endParaRPr lang="en-GB" sz="1100">
              <a:solidFill>
                <a:schemeClr val="tx1">
                  <a:lumMod val="50000"/>
                  <a:lumOff val="50000"/>
                </a:schemeClr>
              </a:solidFill>
            </a:endParaRPr>
          </a:p>
        </p:txBody>
      </p:sp>
    </p:spTree>
    <p:extLst>
      <p:ext uri="{BB962C8B-B14F-4D97-AF65-F5344CB8AC3E}">
        <p14:creationId xmlns:p14="http://schemas.microsoft.com/office/powerpoint/2010/main" val="802849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72ED3E-F297-A221-2B6E-134FE366220B}"/>
              </a:ext>
            </a:extLst>
          </p:cNvPr>
          <p:cNvSpPr>
            <a:spLocks noGrp="1"/>
          </p:cNvSpPr>
          <p:nvPr>
            <p:ph type="title"/>
          </p:nvPr>
        </p:nvSpPr>
        <p:spPr>
          <a:xfrm>
            <a:off x="466722" y="586855"/>
            <a:ext cx="3201366" cy="3387497"/>
          </a:xfrm>
        </p:spPr>
        <p:txBody>
          <a:bodyPr anchor="b">
            <a:normAutofit/>
          </a:bodyPr>
          <a:lstStyle/>
          <a:p>
            <a:pPr algn="r"/>
            <a:r>
              <a:rPr lang="en-GB" sz="4000" b="1" i="0" u="none" strike="noStrike" baseline="0">
                <a:solidFill>
                  <a:srgbClr val="FFFFFF"/>
                </a:solidFill>
                <a:latin typeface="Times New Roman" panose="02020603050405020304" pitchFamily="18" charset="0"/>
              </a:rPr>
              <a:t>Safety culture at work makes for engaged employees</a:t>
            </a:r>
            <a:br>
              <a:rPr lang="en-GB" sz="4000" b="1" i="0" u="none" strike="noStrike" baseline="0">
                <a:solidFill>
                  <a:srgbClr val="FFFFFF"/>
                </a:solidFill>
                <a:latin typeface="Times New Roman" panose="02020603050405020304" pitchFamily="18" charset="0"/>
              </a:rPr>
            </a:br>
            <a:endParaRPr lang="en-GB" sz="4000">
              <a:solidFill>
                <a:srgbClr val="FFFFFF"/>
              </a:solidFill>
            </a:endParaRPr>
          </a:p>
        </p:txBody>
      </p:sp>
      <p:sp>
        <p:nvSpPr>
          <p:cNvPr id="3" name="Content Placeholder 2">
            <a:extLst>
              <a:ext uri="{FF2B5EF4-FFF2-40B4-BE49-F238E27FC236}">
                <a16:creationId xmlns:a16="http://schemas.microsoft.com/office/drawing/2014/main" id="{3B4BC7E6-E3C2-253D-86D5-CAB69E3C0F87}"/>
              </a:ext>
            </a:extLst>
          </p:cNvPr>
          <p:cNvSpPr>
            <a:spLocks noGrp="1"/>
          </p:cNvSpPr>
          <p:nvPr>
            <p:ph idx="1"/>
          </p:nvPr>
        </p:nvSpPr>
        <p:spPr>
          <a:xfrm>
            <a:off x="4242217" y="649480"/>
            <a:ext cx="7123390" cy="5546047"/>
          </a:xfrm>
        </p:spPr>
        <p:txBody>
          <a:bodyPr anchor="ctr">
            <a:noAutofit/>
          </a:bodyPr>
          <a:lstStyle/>
          <a:p>
            <a:pPr algn="just"/>
            <a:r>
              <a:rPr lang="en-GB" sz="2400" b="0" i="0" u="none" strike="noStrike" baseline="0" dirty="0">
                <a:latin typeface="Times New Roman" panose="02020603050405020304" pitchFamily="18" charset="0"/>
              </a:rPr>
              <a:t>A key aspect of finding a balance between productivity and safety is the enforcement of safety culture.</a:t>
            </a:r>
          </a:p>
          <a:p>
            <a:pPr algn="just"/>
            <a:r>
              <a:rPr lang="en-GB" sz="2400" b="0" i="0" u="none" strike="noStrike" baseline="0" dirty="0">
                <a:latin typeface="Times New Roman" panose="02020603050405020304" pitchFamily="18" charset="0"/>
              </a:rPr>
              <a:t>A study by Lockheed Martin of their Paducah Plant found that by developing a safety culture, they were</a:t>
            </a:r>
          </a:p>
          <a:p>
            <a:pPr marL="0" indent="0" algn="just">
              <a:buNone/>
            </a:pPr>
            <a:r>
              <a:rPr lang="en-GB" sz="2400" b="0" i="0" u="none" strike="noStrike" baseline="0" dirty="0">
                <a:latin typeface="Times New Roman" panose="02020603050405020304" pitchFamily="18" charset="0"/>
              </a:rPr>
              <a:t> able to increase employee product</a:t>
            </a:r>
            <a:r>
              <a:rPr lang="en-GB" sz="2400" b="0" i="0" u="none" strike="noStrike" baseline="0" dirty="0">
                <a:latin typeface="TimesNewRomanPSMT"/>
              </a:rPr>
              <a:t>ivity by 24% and reduce factory costs by 20%.</a:t>
            </a:r>
          </a:p>
          <a:p>
            <a:pPr algn="just"/>
            <a:r>
              <a:rPr lang="en-GB" sz="2400" b="0" i="0" u="none" strike="noStrike" baseline="0" dirty="0">
                <a:latin typeface="TimesNewRomanPSMT"/>
              </a:rPr>
              <a:t> Lockheed Martin’s </a:t>
            </a:r>
            <a:r>
              <a:rPr lang="en-GB" sz="2400" b="0" i="0" u="none" strike="noStrike" baseline="0" dirty="0">
                <a:latin typeface="Times New Roman" panose="02020603050405020304" pitchFamily="18" charset="0"/>
              </a:rPr>
              <a:t>study found that the major reason for this increase was their focus on reducing errors that lead to job hazards and accidents.</a:t>
            </a:r>
          </a:p>
          <a:p>
            <a:pPr algn="just"/>
            <a:r>
              <a:rPr lang="en-GB" sz="2400" b="0" i="0" u="none" strike="noStrike" baseline="0" dirty="0">
                <a:latin typeface="Times New Roman" panose="02020603050405020304" pitchFamily="18" charset="0"/>
              </a:rPr>
              <a:t> By implementing safe job procedures, extensive training, improving pre-work preparation, and auditing all safety processes, plant personnel were able to increase safety while also reducing expenses.</a:t>
            </a:r>
            <a:endParaRPr lang="en-GB" sz="2400" dirty="0"/>
          </a:p>
        </p:txBody>
      </p:sp>
      <p:sp>
        <p:nvSpPr>
          <p:cNvPr id="4" name="Date Placeholder 3">
            <a:extLst>
              <a:ext uri="{FF2B5EF4-FFF2-40B4-BE49-F238E27FC236}">
                <a16:creationId xmlns:a16="http://schemas.microsoft.com/office/drawing/2014/main" id="{B3617E3C-1E4D-3EA0-22D0-D597846630F5}"/>
              </a:ext>
            </a:extLst>
          </p:cNvPr>
          <p:cNvSpPr>
            <a:spLocks noGrp="1"/>
          </p:cNvSpPr>
          <p:nvPr>
            <p:ph type="dt" sz="half" idx="10"/>
          </p:nvPr>
        </p:nvSpPr>
        <p:spPr>
          <a:xfrm>
            <a:off x="8970264" y="6455664"/>
            <a:ext cx="2743200" cy="365125"/>
          </a:xfrm>
        </p:spPr>
        <p:txBody>
          <a:bodyPr>
            <a:normAutofit/>
          </a:bodyPr>
          <a:lstStyle/>
          <a:p>
            <a:pPr algn="r">
              <a:spcAft>
                <a:spcPts val="600"/>
              </a:spcAft>
            </a:pPr>
            <a:fld id="{4C4B5D67-D318-4D77-BA4D-0C9F6D5A0F44}" type="datetime1">
              <a:rPr lang="en-GB" sz="1100">
                <a:solidFill>
                  <a:schemeClr val="tx1">
                    <a:lumMod val="50000"/>
                    <a:lumOff val="50000"/>
                  </a:schemeClr>
                </a:solidFill>
              </a:rPr>
              <a:pPr algn="r">
                <a:spcAft>
                  <a:spcPts val="600"/>
                </a:spcAft>
              </a:pPr>
              <a:t>30/07/2025</a:t>
            </a:fld>
            <a:endParaRPr lang="en-GB" sz="1100">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94DD5C9D-AF3C-DCC7-941B-87A77B776223}"/>
              </a:ext>
            </a:extLst>
          </p:cNvPr>
          <p:cNvSpPr>
            <a:spLocks noGrp="1"/>
          </p:cNvSpPr>
          <p:nvPr>
            <p:ph type="sldNum" sz="quarter" idx="12"/>
          </p:nvPr>
        </p:nvSpPr>
        <p:spPr>
          <a:xfrm>
            <a:off x="11704320" y="6455664"/>
            <a:ext cx="448056" cy="365125"/>
          </a:xfrm>
        </p:spPr>
        <p:txBody>
          <a:bodyPr>
            <a:normAutofit/>
          </a:bodyPr>
          <a:lstStyle/>
          <a:p>
            <a:pPr>
              <a:spcAft>
                <a:spcPts val="600"/>
              </a:spcAft>
            </a:pPr>
            <a:fld id="{E1F53765-4FF0-40A9-A4FE-B27B4CFAA281}" type="slidenum">
              <a:rPr lang="en-GB" sz="1100">
                <a:solidFill>
                  <a:schemeClr val="tx1">
                    <a:lumMod val="50000"/>
                    <a:lumOff val="50000"/>
                  </a:schemeClr>
                </a:solidFill>
              </a:rPr>
              <a:pPr>
                <a:spcAft>
                  <a:spcPts val="600"/>
                </a:spcAft>
              </a:pPr>
              <a:t>20</a:t>
            </a:fld>
            <a:endParaRPr lang="en-GB" sz="1100">
              <a:solidFill>
                <a:schemeClr val="tx1">
                  <a:lumMod val="50000"/>
                  <a:lumOff val="50000"/>
                </a:schemeClr>
              </a:solidFill>
            </a:endParaRPr>
          </a:p>
        </p:txBody>
      </p:sp>
    </p:spTree>
    <p:extLst>
      <p:ext uri="{BB962C8B-B14F-4D97-AF65-F5344CB8AC3E}">
        <p14:creationId xmlns:p14="http://schemas.microsoft.com/office/powerpoint/2010/main" val="401312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5DB40-63CD-AB24-042D-B4B137A882ED}"/>
              </a:ext>
            </a:extLst>
          </p:cNvPr>
          <p:cNvSpPr>
            <a:spLocks noGrp="1"/>
          </p:cNvSpPr>
          <p:nvPr>
            <p:ph type="title"/>
          </p:nvPr>
        </p:nvSpPr>
        <p:spPr>
          <a:xfrm>
            <a:off x="838200" y="557188"/>
            <a:ext cx="10515600" cy="1133499"/>
          </a:xfrm>
        </p:spPr>
        <p:txBody>
          <a:bodyPr>
            <a:normAutofit/>
          </a:bodyPr>
          <a:lstStyle/>
          <a:p>
            <a:pPr algn="ctr"/>
            <a:r>
              <a:rPr lang="en-GB" sz="3600" b="1" i="0" u="none" strike="noStrike" baseline="0">
                <a:latin typeface="Times New Roman" panose="02020603050405020304" pitchFamily="18" charset="0"/>
              </a:rPr>
              <a:t>Safety information and education</a:t>
            </a:r>
            <a:br>
              <a:rPr lang="en-GB" sz="3600" b="1" i="0" u="none" strike="noStrike" baseline="0">
                <a:latin typeface="Times New Roman" panose="02020603050405020304" pitchFamily="18" charset="0"/>
              </a:rPr>
            </a:br>
            <a:endParaRPr lang="en-GB" sz="3600"/>
          </a:p>
        </p:txBody>
      </p:sp>
      <p:graphicFrame>
        <p:nvGraphicFramePr>
          <p:cNvPr id="5" name="Content Placeholder 2">
            <a:extLst>
              <a:ext uri="{FF2B5EF4-FFF2-40B4-BE49-F238E27FC236}">
                <a16:creationId xmlns:a16="http://schemas.microsoft.com/office/drawing/2014/main" id="{6D04B096-4EA5-D65F-52B2-E6167CB252D7}"/>
              </a:ext>
            </a:extLst>
          </p:cNvPr>
          <p:cNvGraphicFramePr>
            <a:graphicFrameLocks noGrp="1"/>
          </p:cNvGraphicFramePr>
          <p:nvPr>
            <p:ph idx="1"/>
            <p:extLst>
              <p:ext uri="{D42A27DB-BD31-4B8C-83A1-F6EECF244321}">
                <p14:modId xmlns:p14="http://schemas.microsoft.com/office/powerpoint/2010/main" val="56116117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E4DE9D74-E394-EA05-BFA8-6DED321FA08B}"/>
              </a:ext>
            </a:extLst>
          </p:cNvPr>
          <p:cNvSpPr>
            <a:spLocks noGrp="1"/>
          </p:cNvSpPr>
          <p:nvPr>
            <p:ph type="dt" sz="half" idx="10"/>
          </p:nvPr>
        </p:nvSpPr>
        <p:spPr/>
        <p:txBody>
          <a:bodyPr/>
          <a:lstStyle/>
          <a:p>
            <a:fld id="{2889EB01-B527-4461-88F0-CCA2A3434D42}" type="datetime1">
              <a:rPr lang="en-GB" smtClean="0"/>
              <a:t>30/07/2025</a:t>
            </a:fld>
            <a:endParaRPr lang="en-GB"/>
          </a:p>
        </p:txBody>
      </p:sp>
      <p:sp>
        <p:nvSpPr>
          <p:cNvPr id="6" name="Slide Number Placeholder 5">
            <a:extLst>
              <a:ext uri="{FF2B5EF4-FFF2-40B4-BE49-F238E27FC236}">
                <a16:creationId xmlns:a16="http://schemas.microsoft.com/office/drawing/2014/main" id="{3A6AD5A4-4553-A306-E0A4-1F33107235C7}"/>
              </a:ext>
            </a:extLst>
          </p:cNvPr>
          <p:cNvSpPr>
            <a:spLocks noGrp="1"/>
          </p:cNvSpPr>
          <p:nvPr>
            <p:ph type="sldNum" sz="quarter" idx="12"/>
          </p:nvPr>
        </p:nvSpPr>
        <p:spPr/>
        <p:txBody>
          <a:bodyPr/>
          <a:lstStyle/>
          <a:p>
            <a:fld id="{E1F53765-4FF0-40A9-A4FE-B27B4CFAA281}" type="slidenum">
              <a:rPr lang="en-GB" smtClean="0"/>
              <a:t>21</a:t>
            </a:fld>
            <a:endParaRPr lang="en-GB"/>
          </a:p>
        </p:txBody>
      </p:sp>
    </p:spTree>
    <p:extLst>
      <p:ext uri="{BB962C8B-B14F-4D97-AF65-F5344CB8AC3E}">
        <p14:creationId xmlns:p14="http://schemas.microsoft.com/office/powerpoint/2010/main" val="3110722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52858-183B-4EBD-C36E-2B2BEA5486E8}"/>
              </a:ext>
            </a:extLst>
          </p:cNvPr>
          <p:cNvSpPr>
            <a:spLocks noGrp="1"/>
          </p:cNvSpPr>
          <p:nvPr>
            <p:ph type="title"/>
          </p:nvPr>
        </p:nvSpPr>
        <p:spPr>
          <a:xfrm>
            <a:off x="621792" y="1161288"/>
            <a:ext cx="3602736" cy="4526280"/>
          </a:xfrm>
        </p:spPr>
        <p:txBody>
          <a:bodyPr>
            <a:normAutofit/>
          </a:bodyPr>
          <a:lstStyle/>
          <a:p>
            <a:r>
              <a:rPr lang="en-GB" sz="4000" b="1" i="0" u="none" strike="noStrike" baseline="0">
                <a:latin typeface="Times New Roman" panose="02020603050405020304" pitchFamily="18" charset="0"/>
              </a:rPr>
              <a:t>Safe work practices and safe job procedures</a:t>
            </a:r>
            <a:br>
              <a:rPr lang="en-GB" sz="4000" b="1" i="0" u="none" strike="noStrike" baseline="0">
                <a:latin typeface="Times New Roman" panose="02020603050405020304" pitchFamily="18" charset="0"/>
              </a:rPr>
            </a:br>
            <a:endParaRPr lang="en-GB" sz="4000"/>
          </a:p>
        </p:txBody>
      </p:sp>
      <p:graphicFrame>
        <p:nvGraphicFramePr>
          <p:cNvPr id="5" name="Content Placeholder 2">
            <a:extLst>
              <a:ext uri="{FF2B5EF4-FFF2-40B4-BE49-F238E27FC236}">
                <a16:creationId xmlns:a16="http://schemas.microsoft.com/office/drawing/2014/main" id="{D1FBFDCD-8BB2-924A-618A-1E3D3EECF9FA}"/>
              </a:ext>
            </a:extLst>
          </p:cNvPr>
          <p:cNvGraphicFramePr>
            <a:graphicFrameLocks noGrp="1"/>
          </p:cNvGraphicFramePr>
          <p:nvPr>
            <p:ph idx="1"/>
            <p:extLst>
              <p:ext uri="{D42A27DB-BD31-4B8C-83A1-F6EECF244321}">
                <p14:modId xmlns:p14="http://schemas.microsoft.com/office/powerpoint/2010/main" val="4271146452"/>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57D03B92-3A70-FF2E-39B4-51596897FD20}"/>
              </a:ext>
            </a:extLst>
          </p:cNvPr>
          <p:cNvSpPr>
            <a:spLocks noGrp="1"/>
          </p:cNvSpPr>
          <p:nvPr>
            <p:ph type="dt" sz="half" idx="10"/>
          </p:nvPr>
        </p:nvSpPr>
        <p:spPr/>
        <p:txBody>
          <a:bodyPr/>
          <a:lstStyle/>
          <a:p>
            <a:fld id="{D7CF46F1-2AD7-4FE2-BAFE-686387053980}" type="datetime1">
              <a:rPr lang="en-GB" smtClean="0"/>
              <a:t>30/07/2025</a:t>
            </a:fld>
            <a:endParaRPr lang="en-GB"/>
          </a:p>
        </p:txBody>
      </p:sp>
      <p:sp>
        <p:nvSpPr>
          <p:cNvPr id="6" name="Slide Number Placeholder 5">
            <a:extLst>
              <a:ext uri="{FF2B5EF4-FFF2-40B4-BE49-F238E27FC236}">
                <a16:creationId xmlns:a16="http://schemas.microsoft.com/office/drawing/2014/main" id="{0E17E058-BEBD-6861-6F48-88DA325F181C}"/>
              </a:ext>
            </a:extLst>
          </p:cNvPr>
          <p:cNvSpPr>
            <a:spLocks noGrp="1"/>
          </p:cNvSpPr>
          <p:nvPr>
            <p:ph type="sldNum" sz="quarter" idx="12"/>
          </p:nvPr>
        </p:nvSpPr>
        <p:spPr/>
        <p:txBody>
          <a:bodyPr/>
          <a:lstStyle/>
          <a:p>
            <a:fld id="{E1F53765-4FF0-40A9-A4FE-B27B4CFAA281}" type="slidenum">
              <a:rPr lang="en-GB" smtClean="0"/>
              <a:t>22</a:t>
            </a:fld>
            <a:endParaRPr lang="en-GB"/>
          </a:p>
        </p:txBody>
      </p:sp>
    </p:spTree>
    <p:extLst>
      <p:ext uri="{BB962C8B-B14F-4D97-AF65-F5344CB8AC3E}">
        <p14:creationId xmlns:p14="http://schemas.microsoft.com/office/powerpoint/2010/main" val="1944355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19D28-2F2E-651B-0050-94CFF5D88EE9}"/>
              </a:ext>
            </a:extLst>
          </p:cNvPr>
          <p:cNvSpPr>
            <a:spLocks noGrp="1"/>
          </p:cNvSpPr>
          <p:nvPr>
            <p:ph type="title"/>
          </p:nvPr>
        </p:nvSpPr>
        <p:spPr>
          <a:xfrm>
            <a:off x="5931240" y="243155"/>
            <a:ext cx="4977976" cy="1454051"/>
          </a:xfrm>
        </p:spPr>
        <p:txBody>
          <a:bodyPr>
            <a:normAutofit/>
          </a:bodyPr>
          <a:lstStyle/>
          <a:p>
            <a:r>
              <a:rPr lang="en-GB" sz="3100" b="1" i="0" u="none" strike="noStrike" baseline="0" dirty="0">
                <a:solidFill>
                  <a:schemeClr val="tx2"/>
                </a:solidFill>
                <a:latin typeface="Times New Roman" panose="02020603050405020304" pitchFamily="18" charset="0"/>
              </a:rPr>
              <a:t>Safe employees are happier and engaged in their work</a:t>
            </a:r>
            <a:br>
              <a:rPr lang="en-GB" sz="3100" b="1" i="0" u="none" strike="noStrike" baseline="0" dirty="0">
                <a:solidFill>
                  <a:schemeClr val="tx2"/>
                </a:solidFill>
                <a:latin typeface="Times New Roman" panose="02020603050405020304" pitchFamily="18" charset="0"/>
              </a:rPr>
            </a:br>
            <a:endParaRPr lang="en-GB" sz="3100" dirty="0">
              <a:solidFill>
                <a:schemeClr val="tx2"/>
              </a:solidFill>
            </a:endParaRPr>
          </a:p>
        </p:txBody>
      </p:sp>
      <p:sp>
        <p:nvSpPr>
          <p:cNvPr id="3" name="Content Placeholder 2">
            <a:extLst>
              <a:ext uri="{FF2B5EF4-FFF2-40B4-BE49-F238E27FC236}">
                <a16:creationId xmlns:a16="http://schemas.microsoft.com/office/drawing/2014/main" id="{5A63CBB8-5C84-9D43-884D-9B233E508E28}"/>
              </a:ext>
            </a:extLst>
          </p:cNvPr>
          <p:cNvSpPr>
            <a:spLocks noGrp="1"/>
          </p:cNvSpPr>
          <p:nvPr>
            <p:ph idx="1"/>
          </p:nvPr>
        </p:nvSpPr>
        <p:spPr>
          <a:xfrm>
            <a:off x="6090573" y="2421682"/>
            <a:ext cx="5928607" cy="3639289"/>
          </a:xfrm>
        </p:spPr>
        <p:txBody>
          <a:bodyPr anchor="ctr">
            <a:noAutofit/>
          </a:bodyPr>
          <a:lstStyle/>
          <a:p>
            <a:pPr algn="just"/>
            <a:r>
              <a:rPr lang="en-GB" sz="2400" b="0" i="0" u="none" strike="noStrike" baseline="0" dirty="0">
                <a:solidFill>
                  <a:schemeClr val="tx2"/>
                </a:solidFill>
                <a:latin typeface="Times New Roman" panose="02020603050405020304" pitchFamily="18" charset="0"/>
              </a:rPr>
              <a:t>Safe working conditions often go hand in hand with ideal operational conditions. </a:t>
            </a:r>
          </a:p>
          <a:p>
            <a:pPr algn="just"/>
            <a:r>
              <a:rPr lang="en-GB" sz="2400" b="0" i="0" u="none" strike="noStrike" baseline="0" dirty="0">
                <a:solidFill>
                  <a:schemeClr val="tx2"/>
                </a:solidFill>
                <a:latin typeface="Times New Roman" panose="02020603050405020304" pitchFamily="18" charset="0"/>
              </a:rPr>
              <a:t>With safeguards in place, employees can focus on their work, instead of the dangers and job hazards in their workplace.</a:t>
            </a:r>
          </a:p>
          <a:p>
            <a:pPr algn="just"/>
            <a:r>
              <a:rPr lang="en-GB" sz="2400" b="0" i="0" u="none" strike="noStrike" baseline="0" dirty="0">
                <a:solidFill>
                  <a:schemeClr val="tx2"/>
                </a:solidFill>
                <a:latin typeface="Times New Roman" panose="02020603050405020304" pitchFamily="18" charset="0"/>
              </a:rPr>
              <a:t>Keeping a cleaner, more organized space will help reduce safety hazards, and can also improve efficiency.</a:t>
            </a:r>
          </a:p>
          <a:p>
            <a:pPr algn="just"/>
            <a:r>
              <a:rPr lang="en-GB" sz="2400" b="0" i="0" u="none" strike="noStrike" baseline="0" dirty="0">
                <a:solidFill>
                  <a:schemeClr val="tx2"/>
                </a:solidFill>
                <a:latin typeface="Times New Roman" panose="02020603050405020304" pitchFamily="18" charset="0"/>
              </a:rPr>
              <a:t>Safety in the workplace is productive in other ways, too. </a:t>
            </a:r>
          </a:p>
          <a:p>
            <a:pPr algn="just"/>
            <a:r>
              <a:rPr lang="en-GB" sz="2400" b="0" i="0" u="none" strike="noStrike" baseline="0" dirty="0">
                <a:solidFill>
                  <a:schemeClr val="tx2"/>
                </a:solidFill>
                <a:latin typeface="Times New Roman" panose="02020603050405020304" pitchFamily="18" charset="0"/>
              </a:rPr>
              <a:t>Employees who take personal accountability in their safety are more likely to be engaged and happy at work</a:t>
            </a:r>
            <a:endParaRPr lang="en-GB" sz="2400" dirty="0">
              <a:solidFill>
                <a:schemeClr val="tx2"/>
              </a:solidFill>
            </a:endParaRPr>
          </a:p>
        </p:txBody>
      </p:sp>
      <p:sp>
        <p:nvSpPr>
          <p:cNvPr id="4" name="Date Placeholder 3">
            <a:extLst>
              <a:ext uri="{FF2B5EF4-FFF2-40B4-BE49-F238E27FC236}">
                <a16:creationId xmlns:a16="http://schemas.microsoft.com/office/drawing/2014/main" id="{BDCF01B8-E311-CC18-829E-4941B2BB64DA}"/>
              </a:ext>
            </a:extLst>
          </p:cNvPr>
          <p:cNvSpPr>
            <a:spLocks noGrp="1"/>
          </p:cNvSpPr>
          <p:nvPr>
            <p:ph type="dt" sz="half" idx="10"/>
          </p:nvPr>
        </p:nvSpPr>
        <p:spPr/>
        <p:txBody>
          <a:bodyPr/>
          <a:lstStyle/>
          <a:p>
            <a:fld id="{B8E9327F-8268-4EA3-B8A7-A4877C6AB6F7}" type="datetime1">
              <a:rPr lang="en-GB" smtClean="0"/>
              <a:t>30/07/2025</a:t>
            </a:fld>
            <a:endParaRPr lang="en-GB"/>
          </a:p>
        </p:txBody>
      </p:sp>
      <p:sp>
        <p:nvSpPr>
          <p:cNvPr id="5" name="Slide Number Placeholder 4">
            <a:extLst>
              <a:ext uri="{FF2B5EF4-FFF2-40B4-BE49-F238E27FC236}">
                <a16:creationId xmlns:a16="http://schemas.microsoft.com/office/drawing/2014/main" id="{1B6E026F-C1C8-42B2-5E1D-297EACFDE930}"/>
              </a:ext>
            </a:extLst>
          </p:cNvPr>
          <p:cNvSpPr>
            <a:spLocks noGrp="1"/>
          </p:cNvSpPr>
          <p:nvPr>
            <p:ph type="sldNum" sz="quarter" idx="12"/>
          </p:nvPr>
        </p:nvSpPr>
        <p:spPr/>
        <p:txBody>
          <a:bodyPr/>
          <a:lstStyle/>
          <a:p>
            <a:fld id="{E1F53765-4FF0-40A9-A4FE-B27B4CFAA281}" type="slidenum">
              <a:rPr lang="en-GB" smtClean="0"/>
              <a:t>23</a:t>
            </a:fld>
            <a:endParaRPr lang="en-GB"/>
          </a:p>
        </p:txBody>
      </p:sp>
      <p:pic>
        <p:nvPicPr>
          <p:cNvPr id="7" name="Graphic 6" descr="Protecting Hand">
            <a:extLst>
              <a:ext uri="{FF2B5EF4-FFF2-40B4-BE49-F238E27FC236}">
                <a16:creationId xmlns:a16="http://schemas.microsoft.com/office/drawing/2014/main" id="{CF3E17C7-91E2-9F1F-C07F-28E69D31DA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Tree>
    <p:extLst>
      <p:ext uri="{BB962C8B-B14F-4D97-AF65-F5344CB8AC3E}">
        <p14:creationId xmlns:p14="http://schemas.microsoft.com/office/powerpoint/2010/main" val="317167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6CB1-4693-BC89-800C-2E854206AF3A}"/>
              </a:ext>
            </a:extLst>
          </p:cNvPr>
          <p:cNvSpPr>
            <a:spLocks noGrp="1"/>
          </p:cNvSpPr>
          <p:nvPr>
            <p:ph type="title"/>
          </p:nvPr>
        </p:nvSpPr>
        <p:spPr>
          <a:xfrm>
            <a:off x="1136397" y="502020"/>
            <a:ext cx="5323715" cy="1642970"/>
          </a:xfrm>
        </p:spPr>
        <p:txBody>
          <a:bodyPr anchor="b">
            <a:normAutofit fontScale="90000"/>
          </a:bodyPr>
          <a:lstStyle/>
          <a:p>
            <a:r>
              <a:rPr lang="en-GB" sz="3600" b="1" i="0" u="none" strike="noStrike" baseline="0" dirty="0">
                <a:latin typeface="Times New Roman" panose="02020603050405020304" pitchFamily="18" charset="0"/>
              </a:rPr>
              <a:t>Productivity And Safety: Two Sides Of The Same Coin</a:t>
            </a:r>
            <a:br>
              <a:rPr lang="en-GB" sz="3600" b="1" i="0" u="none" strike="noStrike" baseline="0" dirty="0">
                <a:latin typeface="Times New Roman" panose="02020603050405020304" pitchFamily="18" charset="0"/>
              </a:rPr>
            </a:br>
            <a:endParaRPr lang="en-GB" sz="3600" dirty="0"/>
          </a:p>
        </p:txBody>
      </p:sp>
      <p:sp>
        <p:nvSpPr>
          <p:cNvPr id="3" name="Content Placeholder 2">
            <a:extLst>
              <a:ext uri="{FF2B5EF4-FFF2-40B4-BE49-F238E27FC236}">
                <a16:creationId xmlns:a16="http://schemas.microsoft.com/office/drawing/2014/main" id="{4B8CE313-0C19-F013-5147-DED01B70F98B}"/>
              </a:ext>
            </a:extLst>
          </p:cNvPr>
          <p:cNvSpPr>
            <a:spLocks noGrp="1"/>
          </p:cNvSpPr>
          <p:nvPr>
            <p:ph idx="1"/>
          </p:nvPr>
        </p:nvSpPr>
        <p:spPr>
          <a:xfrm>
            <a:off x="259855" y="1836268"/>
            <a:ext cx="6200257" cy="4399640"/>
          </a:xfrm>
        </p:spPr>
        <p:txBody>
          <a:bodyPr anchor="t">
            <a:noAutofit/>
          </a:bodyPr>
          <a:lstStyle/>
          <a:p>
            <a:pPr algn="just"/>
            <a:r>
              <a:rPr lang="en-GB" sz="2400" b="0" i="0" u="none" strike="noStrike" baseline="0" dirty="0">
                <a:latin typeface="Times New Roman" panose="02020603050405020304" pitchFamily="18" charset="0"/>
              </a:rPr>
              <a:t>One of the ways that personnel at Lockheed Martin's Paducah Plant improved efficiency was by reducing the paperwork for permits by combining their processes. </a:t>
            </a:r>
          </a:p>
          <a:p>
            <a:pPr algn="just"/>
            <a:r>
              <a:rPr lang="en-GB" sz="2400" b="0" i="0" u="none" strike="noStrike" baseline="0" dirty="0">
                <a:latin typeface="Times New Roman" panose="02020603050405020304" pitchFamily="18" charset="0"/>
              </a:rPr>
              <a:t>Employee protection was still addressed through the new procedures, but reducing paperwork helped Lockheed Martin see other benefits.</a:t>
            </a:r>
          </a:p>
          <a:p>
            <a:pPr algn="just"/>
            <a:r>
              <a:rPr lang="en-GB" sz="2400" b="0" i="0" u="none" strike="noStrike" baseline="0" dirty="0">
                <a:latin typeface="Times New Roman" panose="02020603050405020304" pitchFamily="18" charset="0"/>
              </a:rPr>
              <a:t> Safety Line can benefit organizations in the same way, by reducing the time and effort required by manual work-alone systems and improving the health and safety </a:t>
            </a:r>
            <a:endParaRPr lang="en-GB" sz="2400" dirty="0"/>
          </a:p>
        </p:txBody>
      </p:sp>
      <p:sp>
        <p:nvSpPr>
          <p:cNvPr id="6" name="Date Placeholder 5">
            <a:extLst>
              <a:ext uri="{FF2B5EF4-FFF2-40B4-BE49-F238E27FC236}">
                <a16:creationId xmlns:a16="http://schemas.microsoft.com/office/drawing/2014/main" id="{A7CEE65D-2D24-85A4-4F81-6037E4638919}"/>
              </a:ext>
            </a:extLst>
          </p:cNvPr>
          <p:cNvSpPr>
            <a:spLocks noGrp="1"/>
          </p:cNvSpPr>
          <p:nvPr>
            <p:ph type="dt" sz="half" idx="10"/>
          </p:nvPr>
        </p:nvSpPr>
        <p:spPr/>
        <p:txBody>
          <a:bodyPr/>
          <a:lstStyle/>
          <a:p>
            <a:fld id="{5E7B7A59-212F-4A2B-9F49-EBB862040A49}" type="datetime1">
              <a:rPr lang="en-GB" smtClean="0"/>
              <a:t>30/07/2025</a:t>
            </a:fld>
            <a:endParaRPr lang="en-GB"/>
          </a:p>
        </p:txBody>
      </p:sp>
      <p:sp>
        <p:nvSpPr>
          <p:cNvPr id="7" name="Slide Number Placeholder 6">
            <a:extLst>
              <a:ext uri="{FF2B5EF4-FFF2-40B4-BE49-F238E27FC236}">
                <a16:creationId xmlns:a16="http://schemas.microsoft.com/office/drawing/2014/main" id="{BFB985DE-2788-8EC3-311F-DA47E22B07B0}"/>
              </a:ext>
            </a:extLst>
          </p:cNvPr>
          <p:cNvSpPr>
            <a:spLocks noGrp="1"/>
          </p:cNvSpPr>
          <p:nvPr>
            <p:ph type="sldNum" sz="quarter" idx="12"/>
          </p:nvPr>
        </p:nvSpPr>
        <p:spPr/>
        <p:txBody>
          <a:bodyPr/>
          <a:lstStyle/>
          <a:p>
            <a:fld id="{E1F53765-4FF0-40A9-A4FE-B27B4CFAA281}" type="slidenum">
              <a:rPr lang="en-GB" smtClean="0"/>
              <a:t>24</a:t>
            </a:fld>
            <a:endParaRPr lang="en-GB"/>
          </a:p>
        </p:txBody>
      </p:sp>
      <p:pic>
        <p:nvPicPr>
          <p:cNvPr id="5" name="Picture 4" descr="A gold and silver coin&#10;&#10;Description automatically generated">
            <a:extLst>
              <a:ext uri="{FF2B5EF4-FFF2-40B4-BE49-F238E27FC236}">
                <a16:creationId xmlns:a16="http://schemas.microsoft.com/office/drawing/2014/main" id="{F6244922-43A0-3490-A01C-43E46C8C1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967" y="1359681"/>
            <a:ext cx="4170530" cy="4170530"/>
          </a:xfrm>
          <a:prstGeom prst="rect">
            <a:avLst/>
          </a:prstGeom>
        </p:spPr>
      </p:pic>
    </p:spTree>
    <p:extLst>
      <p:ext uri="{BB962C8B-B14F-4D97-AF65-F5344CB8AC3E}">
        <p14:creationId xmlns:p14="http://schemas.microsoft.com/office/powerpoint/2010/main" val="4292047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128A0-37C1-8C8E-FA7C-20B2302AA758}"/>
              </a:ext>
            </a:extLst>
          </p:cNvPr>
          <p:cNvSpPr>
            <a:spLocks noGrp="1"/>
          </p:cNvSpPr>
          <p:nvPr>
            <p:ph type="title"/>
          </p:nvPr>
        </p:nvSpPr>
        <p:spPr>
          <a:xfrm>
            <a:off x="761803" y="-67522"/>
            <a:ext cx="5334197" cy="796185"/>
          </a:xfrm>
        </p:spPr>
        <p:txBody>
          <a:bodyPr anchor="ctr">
            <a:normAutofit/>
          </a:bodyPr>
          <a:lstStyle/>
          <a:p>
            <a:r>
              <a:rPr lang="en-GB" sz="4800" b="1" dirty="0">
                <a:solidFill>
                  <a:schemeClr val="accent2">
                    <a:lumMod val="75000"/>
                  </a:schemeClr>
                </a:solidFill>
              </a:rPr>
              <a:t>ACCIDENT</a:t>
            </a:r>
          </a:p>
        </p:txBody>
      </p:sp>
      <p:sp>
        <p:nvSpPr>
          <p:cNvPr id="3" name="Content Placeholder 2">
            <a:extLst>
              <a:ext uri="{FF2B5EF4-FFF2-40B4-BE49-F238E27FC236}">
                <a16:creationId xmlns:a16="http://schemas.microsoft.com/office/drawing/2014/main" id="{2836A20A-B306-A74F-0A6C-DE13FD65E920}"/>
              </a:ext>
            </a:extLst>
          </p:cNvPr>
          <p:cNvSpPr>
            <a:spLocks noGrp="1"/>
          </p:cNvSpPr>
          <p:nvPr>
            <p:ph idx="1"/>
          </p:nvPr>
        </p:nvSpPr>
        <p:spPr>
          <a:xfrm>
            <a:off x="0" y="585788"/>
            <a:ext cx="7772400" cy="6135687"/>
          </a:xfrm>
        </p:spPr>
        <p:txBody>
          <a:bodyPr anchor="ctr">
            <a:noAutofit/>
          </a:bodyPr>
          <a:lstStyle/>
          <a:p>
            <a:pPr algn="just"/>
            <a:r>
              <a:rPr lang="en-US" sz="2400" b="1" dirty="0"/>
              <a:t>An accident is an undesirable Event that arises to injury, fatality, ill health, property damage or combination of these. </a:t>
            </a:r>
          </a:p>
          <a:p>
            <a:pPr algn="just"/>
            <a:r>
              <a:rPr lang="en-GB" sz="2400" b="1" dirty="0">
                <a:latin typeface="Times New Roman" panose="02020603050405020304" pitchFamily="18" charset="0"/>
              </a:rPr>
              <a:t>An accident is an unintentionally-caused event.</a:t>
            </a:r>
            <a:r>
              <a:rPr lang="en-GB" sz="2400" b="1" dirty="0">
                <a:latin typeface="SymbolMT"/>
              </a:rPr>
              <a:t> </a:t>
            </a:r>
            <a:r>
              <a:rPr lang="en-GB" sz="2400" b="1" dirty="0">
                <a:latin typeface="Times New Roman" panose="02020603050405020304" pitchFamily="18" charset="0"/>
              </a:rPr>
              <a:t>An unexpected event that results in serious injury or illness of an employee and may also result in property damage.</a:t>
            </a:r>
            <a:endParaRPr lang="en-US" sz="2400" b="1" dirty="0"/>
          </a:p>
          <a:p>
            <a:pPr algn="just"/>
            <a:r>
              <a:rPr lang="en-US" sz="2400" b="1" dirty="0">
                <a:latin typeface="Times New Roman" panose="02020603050405020304" pitchFamily="18" charset="0"/>
                <a:cs typeface="Times New Roman" panose="02020603050405020304" pitchFamily="18" charset="0"/>
              </a:rPr>
              <a:t>The American Safety council has defined accident as “that occurrence in a sequence of events which usually produces unintended injury, death or the property damage.</a:t>
            </a:r>
          </a:p>
          <a:p>
            <a:pPr algn="just"/>
            <a:r>
              <a:rPr lang="en-IN" sz="2400" b="1" dirty="0">
                <a:latin typeface="Times New Roman" panose="02020603050405020304" pitchFamily="18" charset="0"/>
                <a:cs typeface="Times New Roman" panose="02020603050405020304" pitchFamily="18" charset="0"/>
              </a:rPr>
              <a:t>Heinrich has defined accident as “an unplanned and uncontrolled event in which the action or reaction on an object, substance, person or radiation result in personal injury”.</a:t>
            </a:r>
          </a:p>
          <a:p>
            <a:pPr algn="just"/>
            <a:endParaRPr lang="en-US" sz="2000" dirty="0"/>
          </a:p>
          <a:p>
            <a:pPr algn="just"/>
            <a:endParaRPr lang="en-GB" sz="2000" dirty="0"/>
          </a:p>
        </p:txBody>
      </p:sp>
      <p:sp>
        <p:nvSpPr>
          <p:cNvPr id="6" name="Date Placeholder 5">
            <a:extLst>
              <a:ext uri="{FF2B5EF4-FFF2-40B4-BE49-F238E27FC236}">
                <a16:creationId xmlns:a16="http://schemas.microsoft.com/office/drawing/2014/main" id="{EE17AAF9-E1A1-84E1-5CA4-6100437EBA83}"/>
              </a:ext>
            </a:extLst>
          </p:cNvPr>
          <p:cNvSpPr>
            <a:spLocks noGrp="1"/>
          </p:cNvSpPr>
          <p:nvPr>
            <p:ph type="dt" sz="half" idx="10"/>
          </p:nvPr>
        </p:nvSpPr>
        <p:spPr/>
        <p:txBody>
          <a:bodyPr/>
          <a:lstStyle/>
          <a:p>
            <a:fld id="{CA5702BC-D3E6-4B76-AB42-FD46C74679A1}" type="datetime1">
              <a:rPr lang="en-GB" smtClean="0"/>
              <a:t>30/07/2025</a:t>
            </a:fld>
            <a:endParaRPr lang="en-GB"/>
          </a:p>
        </p:txBody>
      </p:sp>
      <p:sp>
        <p:nvSpPr>
          <p:cNvPr id="7" name="Slide Number Placeholder 6">
            <a:extLst>
              <a:ext uri="{FF2B5EF4-FFF2-40B4-BE49-F238E27FC236}">
                <a16:creationId xmlns:a16="http://schemas.microsoft.com/office/drawing/2014/main" id="{B664EA72-4B8C-3302-8C0E-39DE931A6BC8}"/>
              </a:ext>
            </a:extLst>
          </p:cNvPr>
          <p:cNvSpPr>
            <a:spLocks noGrp="1"/>
          </p:cNvSpPr>
          <p:nvPr>
            <p:ph type="sldNum" sz="quarter" idx="12"/>
          </p:nvPr>
        </p:nvSpPr>
        <p:spPr/>
        <p:txBody>
          <a:bodyPr/>
          <a:lstStyle/>
          <a:p>
            <a:fld id="{E1F53765-4FF0-40A9-A4FE-B27B4CFAA281}" type="slidenum">
              <a:rPr lang="en-GB" smtClean="0"/>
              <a:t>25</a:t>
            </a:fld>
            <a:endParaRPr lang="en-GB"/>
          </a:p>
        </p:txBody>
      </p:sp>
      <p:pic>
        <p:nvPicPr>
          <p:cNvPr id="5" name="Picture 4" descr="A person in a construction vest and hard hat lying on the ground&#10;&#10;Description automatically generated">
            <a:extLst>
              <a:ext uri="{FF2B5EF4-FFF2-40B4-BE49-F238E27FC236}">
                <a16:creationId xmlns:a16="http://schemas.microsoft.com/office/drawing/2014/main" id="{36A0A144-06E6-5DD1-8294-99648C7B5F6A}"/>
              </a:ext>
            </a:extLst>
          </p:cNvPr>
          <p:cNvPicPr>
            <a:picLocks noChangeAspect="1"/>
          </p:cNvPicPr>
          <p:nvPr/>
        </p:nvPicPr>
        <p:blipFill>
          <a:blip r:embed="rId2">
            <a:extLst>
              <a:ext uri="{28A0092B-C50C-407E-A947-70E740481C1C}">
                <a14:useLocalDpi xmlns:a14="http://schemas.microsoft.com/office/drawing/2010/main" val="0"/>
              </a:ext>
            </a:extLst>
          </a:blip>
          <a:srcRect l="11268" r="11073" b="-1"/>
          <a:stretch/>
        </p:blipFill>
        <p:spPr>
          <a:xfrm>
            <a:off x="7838607" y="1243012"/>
            <a:ext cx="4353393" cy="5614987"/>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559071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in a hard hat and safety vest working in a ruined building&#10;&#10;Description automatically generated">
            <a:extLst>
              <a:ext uri="{FF2B5EF4-FFF2-40B4-BE49-F238E27FC236}">
                <a16:creationId xmlns:a16="http://schemas.microsoft.com/office/drawing/2014/main" id="{BDEA2678-1E08-876B-9662-DBE7CB1E2D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5731" y="742950"/>
            <a:ext cx="5042802" cy="5372100"/>
          </a:xfrm>
          <a:prstGeom prst="rect">
            <a:avLst/>
          </a:prstGeom>
        </p:spPr>
      </p:pic>
      <p:pic>
        <p:nvPicPr>
          <p:cNvPr id="7" name="Graphic 6" descr="Ambulance">
            <a:extLst>
              <a:ext uri="{FF2B5EF4-FFF2-40B4-BE49-F238E27FC236}">
                <a16:creationId xmlns:a16="http://schemas.microsoft.com/office/drawing/2014/main" id="{E416D8B1-4732-3661-2BB6-45CF6164F4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24310" y="-295998"/>
            <a:ext cx="2064838" cy="2064838"/>
          </a:xfrm>
          <a:prstGeom prst="rect">
            <a:avLst/>
          </a:prstGeom>
        </p:spPr>
      </p:pic>
      <p:sp>
        <p:nvSpPr>
          <p:cNvPr id="6" name="Date Placeholder 5">
            <a:extLst>
              <a:ext uri="{FF2B5EF4-FFF2-40B4-BE49-F238E27FC236}">
                <a16:creationId xmlns:a16="http://schemas.microsoft.com/office/drawing/2014/main" id="{160EEEAD-05CE-DEAA-EE5C-3C33772ACC47}"/>
              </a:ext>
            </a:extLst>
          </p:cNvPr>
          <p:cNvSpPr>
            <a:spLocks noGrp="1"/>
          </p:cNvSpPr>
          <p:nvPr>
            <p:ph type="dt" sz="half" idx="10"/>
          </p:nvPr>
        </p:nvSpPr>
        <p:spPr/>
        <p:txBody>
          <a:bodyPr/>
          <a:lstStyle/>
          <a:p>
            <a:fld id="{3B398313-C2ED-4992-9AE2-4A842AD27E61}" type="datetime1">
              <a:rPr lang="en-GB" smtClean="0"/>
              <a:t>30/07/2025</a:t>
            </a:fld>
            <a:endParaRPr lang="en-GB"/>
          </a:p>
        </p:txBody>
      </p:sp>
      <p:sp>
        <p:nvSpPr>
          <p:cNvPr id="8" name="Slide Number Placeholder 7">
            <a:extLst>
              <a:ext uri="{FF2B5EF4-FFF2-40B4-BE49-F238E27FC236}">
                <a16:creationId xmlns:a16="http://schemas.microsoft.com/office/drawing/2014/main" id="{1904F8EE-5180-A9A6-11FF-0410289A74B2}"/>
              </a:ext>
            </a:extLst>
          </p:cNvPr>
          <p:cNvSpPr>
            <a:spLocks noGrp="1"/>
          </p:cNvSpPr>
          <p:nvPr>
            <p:ph type="sldNum" sz="quarter" idx="12"/>
          </p:nvPr>
        </p:nvSpPr>
        <p:spPr/>
        <p:txBody>
          <a:bodyPr/>
          <a:lstStyle/>
          <a:p>
            <a:fld id="{E1F53765-4FF0-40A9-A4FE-B27B4CFAA281}" type="slidenum">
              <a:rPr lang="en-GB" smtClean="0"/>
              <a:t>26</a:t>
            </a:fld>
            <a:endParaRPr lang="en-GB"/>
          </a:p>
        </p:txBody>
      </p:sp>
      <p:sp>
        <p:nvSpPr>
          <p:cNvPr id="2" name="Title 1">
            <a:extLst>
              <a:ext uri="{FF2B5EF4-FFF2-40B4-BE49-F238E27FC236}">
                <a16:creationId xmlns:a16="http://schemas.microsoft.com/office/drawing/2014/main" id="{BB3E436F-EA69-D391-7A3F-BE266D2D2652}"/>
              </a:ext>
            </a:extLst>
          </p:cNvPr>
          <p:cNvSpPr>
            <a:spLocks noGrp="1"/>
          </p:cNvSpPr>
          <p:nvPr>
            <p:ph type="title" idx="4294967295"/>
          </p:nvPr>
        </p:nvSpPr>
        <p:spPr>
          <a:xfrm>
            <a:off x="0" y="150813"/>
            <a:ext cx="7159625" cy="995362"/>
          </a:xfrm>
        </p:spPr>
        <p:txBody>
          <a:bodyPr vert="horz" lIns="91440" tIns="45720" rIns="91440" bIns="45720" rtlCol="0" anchor="b">
            <a:normAutofit/>
          </a:bodyPr>
          <a:lstStyle/>
          <a:p>
            <a:r>
              <a:rPr lang="en-US" sz="4800" b="1" kern="1200" dirty="0">
                <a:solidFill>
                  <a:schemeClr val="bg2"/>
                </a:solidFill>
                <a:latin typeface="+mj-lt"/>
                <a:ea typeface="+mj-ea"/>
                <a:cs typeface="+mj-cs"/>
              </a:rPr>
              <a:t>INDUSTRIAL ACCIDENTS</a:t>
            </a:r>
          </a:p>
        </p:txBody>
      </p:sp>
      <p:sp>
        <p:nvSpPr>
          <p:cNvPr id="3" name="Content Placeholder 2">
            <a:extLst>
              <a:ext uri="{FF2B5EF4-FFF2-40B4-BE49-F238E27FC236}">
                <a16:creationId xmlns:a16="http://schemas.microsoft.com/office/drawing/2014/main" id="{E03750D3-D74B-B7CD-B67F-05EB702A9D54}"/>
              </a:ext>
            </a:extLst>
          </p:cNvPr>
          <p:cNvSpPr>
            <a:spLocks noGrp="1"/>
          </p:cNvSpPr>
          <p:nvPr>
            <p:ph idx="4294967295"/>
          </p:nvPr>
        </p:nvSpPr>
        <p:spPr>
          <a:xfrm>
            <a:off x="0" y="1146174"/>
            <a:ext cx="6367463" cy="5372099"/>
          </a:xfrm>
        </p:spPr>
        <p:txBody>
          <a:bodyPr vert="horz" lIns="91440" tIns="45720" rIns="91440" bIns="45720" rtlCol="0" anchor="t">
            <a:noAutofit/>
          </a:bodyPr>
          <a:lstStyle/>
          <a:p>
            <a:pPr algn="just"/>
            <a:r>
              <a:rPr lang="en-US" b="0" i="0" dirty="0">
                <a:effectLst/>
                <a:highlight>
                  <a:srgbClr val="FFFFFF"/>
                </a:highlight>
              </a:rPr>
              <a:t>It can be defined as “An accident or occupational accident is an event of accident that suddenly occurs when one or no. of employees / workers placed in plant.</a:t>
            </a:r>
          </a:p>
          <a:p>
            <a:pPr algn="just"/>
            <a:r>
              <a:rPr lang="en-US" b="0" i="0" dirty="0">
                <a:effectLst/>
                <a:highlight>
                  <a:srgbClr val="FFFFFF"/>
                </a:highlight>
              </a:rPr>
              <a:t> For instance, In an organization a person / labor while working receiving an electric current, a labor cut his finger from machine, blast in chemical industry because of various reasons, fire in textile section etc..</a:t>
            </a:r>
          </a:p>
          <a:p>
            <a:pPr algn="just"/>
            <a:r>
              <a:rPr lang="en-US" b="0" i="0" dirty="0">
                <a:effectLst/>
                <a:highlight>
                  <a:srgbClr val="FFFFFF"/>
                </a:highlight>
              </a:rPr>
              <a:t>These are all the example of industrial accidents.</a:t>
            </a:r>
            <a:endParaRPr lang="en-US" dirty="0"/>
          </a:p>
        </p:txBody>
      </p:sp>
    </p:spTree>
    <p:extLst>
      <p:ext uri="{BB962C8B-B14F-4D97-AF65-F5344CB8AC3E}">
        <p14:creationId xmlns:p14="http://schemas.microsoft.com/office/powerpoint/2010/main" val="46694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collage of several images of a factory&#10;&#10;Description automatically generated">
            <a:extLst>
              <a:ext uri="{FF2B5EF4-FFF2-40B4-BE49-F238E27FC236}">
                <a16:creationId xmlns:a16="http://schemas.microsoft.com/office/drawing/2014/main" id="{FB10E12E-B377-8836-7F39-6E2CC5584531}"/>
              </a:ext>
            </a:extLst>
          </p:cNvPr>
          <p:cNvPicPr>
            <a:picLocks noChangeAspect="1"/>
          </p:cNvPicPr>
          <p:nvPr/>
        </p:nvPicPr>
        <p:blipFill>
          <a:blip r:embed="rId2">
            <a:extLst>
              <a:ext uri="{28A0092B-C50C-407E-A947-70E740481C1C}">
                <a14:useLocalDpi xmlns:a14="http://schemas.microsoft.com/office/drawing/2010/main" val="0"/>
              </a:ext>
            </a:extLst>
          </a:blip>
          <a:srcRect t="23781" r="1" b="18408"/>
          <a:stretch/>
        </p:blipFill>
        <p:spPr>
          <a:xfrm>
            <a:off x="1" y="10"/>
            <a:ext cx="11862683" cy="6857990"/>
          </a:xfrm>
          <a:custGeom>
            <a:avLst/>
            <a:gdLst/>
            <a:ahLst/>
            <a:cxnLst/>
            <a:rect l="l" t="t" r="r" b="b"/>
            <a:pathLst>
              <a:path w="11862683" h="6858000">
                <a:moveTo>
                  <a:pt x="0" y="0"/>
                </a:moveTo>
                <a:lnTo>
                  <a:pt x="4038600" y="0"/>
                </a:lnTo>
                <a:lnTo>
                  <a:pt x="4114800" y="0"/>
                </a:lnTo>
                <a:lnTo>
                  <a:pt x="4282294" y="0"/>
                </a:lnTo>
                <a:lnTo>
                  <a:pt x="6139260" y="0"/>
                </a:lnTo>
                <a:lnTo>
                  <a:pt x="6362810" y="0"/>
                </a:lnTo>
                <a:lnTo>
                  <a:pt x="7272221" y="0"/>
                </a:lnTo>
                <a:lnTo>
                  <a:pt x="10815342" y="0"/>
                </a:lnTo>
                <a:cubicBezTo>
                  <a:pt x="10709672" y="35571"/>
                  <a:pt x="10607020" y="78255"/>
                  <a:pt x="10501350" y="110269"/>
                </a:cubicBezTo>
                <a:cubicBezTo>
                  <a:pt x="10516447" y="145839"/>
                  <a:pt x="10531542" y="138725"/>
                  <a:pt x="10546639" y="135168"/>
                </a:cubicBezTo>
                <a:cubicBezTo>
                  <a:pt x="10637212" y="120941"/>
                  <a:pt x="10730806" y="110269"/>
                  <a:pt x="10818360" y="71141"/>
                </a:cubicBezTo>
                <a:cubicBezTo>
                  <a:pt x="10839496" y="64027"/>
                  <a:pt x="10863648" y="64027"/>
                  <a:pt x="10872705" y="88927"/>
                </a:cubicBezTo>
                <a:cubicBezTo>
                  <a:pt x="10887801" y="124497"/>
                  <a:pt x="10866668" y="145839"/>
                  <a:pt x="10845532" y="163625"/>
                </a:cubicBezTo>
                <a:cubicBezTo>
                  <a:pt x="10809304" y="195638"/>
                  <a:pt x="10767036" y="188525"/>
                  <a:pt x="10727787" y="192082"/>
                </a:cubicBezTo>
                <a:cubicBezTo>
                  <a:pt x="10619098" y="209867"/>
                  <a:pt x="10567772" y="259665"/>
                  <a:pt x="10543619" y="373491"/>
                </a:cubicBezTo>
                <a:cubicBezTo>
                  <a:pt x="10637212" y="327250"/>
                  <a:pt x="10730806" y="384162"/>
                  <a:pt x="10821380" y="352148"/>
                </a:cubicBezTo>
                <a:cubicBezTo>
                  <a:pt x="10845532" y="345034"/>
                  <a:pt x="10881763" y="355706"/>
                  <a:pt x="10869686" y="394834"/>
                </a:cubicBezTo>
                <a:cubicBezTo>
                  <a:pt x="10857610" y="430405"/>
                  <a:pt x="10818360" y="458860"/>
                  <a:pt x="10887801" y="451747"/>
                </a:cubicBezTo>
                <a:cubicBezTo>
                  <a:pt x="10939127" y="448189"/>
                  <a:pt x="10954222" y="405504"/>
                  <a:pt x="10969318" y="359262"/>
                </a:cubicBezTo>
                <a:cubicBezTo>
                  <a:pt x="10981394" y="334364"/>
                  <a:pt x="11014605" y="320135"/>
                  <a:pt x="11038758" y="334364"/>
                </a:cubicBezTo>
                <a:cubicBezTo>
                  <a:pt x="11068949" y="348592"/>
                  <a:pt x="11059892" y="387720"/>
                  <a:pt x="11059892" y="416176"/>
                </a:cubicBezTo>
                <a:cubicBezTo>
                  <a:pt x="11062912" y="469532"/>
                  <a:pt x="11038758" y="494431"/>
                  <a:pt x="10996491" y="505101"/>
                </a:cubicBezTo>
                <a:cubicBezTo>
                  <a:pt x="10945164" y="519330"/>
                  <a:pt x="10893840" y="537116"/>
                  <a:pt x="10827418" y="558458"/>
                </a:cubicBezTo>
                <a:cubicBezTo>
                  <a:pt x="10899878" y="594028"/>
                  <a:pt x="10954222" y="586915"/>
                  <a:pt x="11008566" y="558458"/>
                </a:cubicBezTo>
                <a:cubicBezTo>
                  <a:pt x="11074988" y="526444"/>
                  <a:pt x="11162542" y="483759"/>
                  <a:pt x="11216886" y="522887"/>
                </a:cubicBezTo>
                <a:cubicBezTo>
                  <a:pt x="11298403" y="579800"/>
                  <a:pt x="11364824" y="544229"/>
                  <a:pt x="11437284" y="533558"/>
                </a:cubicBezTo>
                <a:cubicBezTo>
                  <a:pt x="11588242" y="512216"/>
                  <a:pt x="11494648" y="480203"/>
                  <a:pt x="11645605" y="462417"/>
                </a:cubicBezTo>
                <a:cubicBezTo>
                  <a:pt x="11705988" y="455303"/>
                  <a:pt x="11769390" y="426847"/>
                  <a:pt x="11856944" y="465975"/>
                </a:cubicBezTo>
                <a:cubicBezTo>
                  <a:pt x="11461437" y="672284"/>
                  <a:pt x="11274250" y="658055"/>
                  <a:pt x="10921012" y="910606"/>
                </a:cubicBezTo>
                <a:cubicBezTo>
                  <a:pt x="10936107" y="935506"/>
                  <a:pt x="10951202" y="924835"/>
                  <a:pt x="10966299" y="921277"/>
                </a:cubicBezTo>
                <a:cubicBezTo>
                  <a:pt x="10990452" y="917720"/>
                  <a:pt x="11020644" y="903491"/>
                  <a:pt x="11026682" y="949734"/>
                </a:cubicBezTo>
                <a:cubicBezTo>
                  <a:pt x="11029702" y="985305"/>
                  <a:pt x="11011585" y="1003089"/>
                  <a:pt x="10981394" y="1006647"/>
                </a:cubicBezTo>
                <a:cubicBezTo>
                  <a:pt x="10893840" y="1020875"/>
                  <a:pt x="10815342" y="1070674"/>
                  <a:pt x="10736844" y="1113358"/>
                </a:cubicBezTo>
                <a:cubicBezTo>
                  <a:pt x="10700615" y="1131144"/>
                  <a:pt x="10661366" y="1156043"/>
                  <a:pt x="10676462" y="1220069"/>
                </a:cubicBezTo>
                <a:cubicBezTo>
                  <a:pt x="10706652" y="1237855"/>
                  <a:pt x="10727787" y="1212955"/>
                  <a:pt x="10751940" y="1209399"/>
                </a:cubicBezTo>
                <a:cubicBezTo>
                  <a:pt x="10776093" y="1205842"/>
                  <a:pt x="10833457" y="1220069"/>
                  <a:pt x="10818360" y="1230741"/>
                </a:cubicBezTo>
                <a:cubicBezTo>
                  <a:pt x="10748920" y="1269868"/>
                  <a:pt x="10875724" y="1365909"/>
                  <a:pt x="10791190" y="1365909"/>
                </a:cubicBezTo>
                <a:cubicBezTo>
                  <a:pt x="10652309" y="1365909"/>
                  <a:pt x="10576830" y="1536647"/>
                  <a:pt x="10443988" y="1540204"/>
                </a:cubicBezTo>
                <a:cubicBezTo>
                  <a:pt x="10422854" y="1540204"/>
                  <a:pt x="10413797" y="1572219"/>
                  <a:pt x="10413797" y="1597117"/>
                </a:cubicBezTo>
                <a:cubicBezTo>
                  <a:pt x="10413797" y="1629132"/>
                  <a:pt x="10434930" y="1632688"/>
                  <a:pt x="10456064" y="1636245"/>
                </a:cubicBezTo>
                <a:cubicBezTo>
                  <a:pt x="10489275" y="1639802"/>
                  <a:pt x="10525504" y="1597117"/>
                  <a:pt x="10567772" y="1657587"/>
                </a:cubicBezTo>
                <a:cubicBezTo>
                  <a:pt x="10489275" y="1693158"/>
                  <a:pt x="10407758" y="1728729"/>
                  <a:pt x="10410777" y="1849668"/>
                </a:cubicBezTo>
                <a:cubicBezTo>
                  <a:pt x="10410777" y="1881683"/>
                  <a:pt x="10377566" y="1895910"/>
                  <a:pt x="10353413" y="1903025"/>
                </a:cubicBezTo>
                <a:cubicBezTo>
                  <a:pt x="10311146" y="1917252"/>
                  <a:pt x="10277935" y="1938595"/>
                  <a:pt x="10253782" y="1984836"/>
                </a:cubicBezTo>
                <a:cubicBezTo>
                  <a:pt x="10253782" y="1995507"/>
                  <a:pt x="10253782" y="2002622"/>
                  <a:pt x="10253782" y="2013292"/>
                </a:cubicBezTo>
                <a:cubicBezTo>
                  <a:pt x="10259820" y="2123562"/>
                  <a:pt x="10320202" y="2120004"/>
                  <a:pt x="10386624" y="2102219"/>
                </a:cubicBezTo>
                <a:cubicBezTo>
                  <a:pt x="10465122" y="2080877"/>
                  <a:pt x="10543619" y="2038192"/>
                  <a:pt x="10628156" y="2077320"/>
                </a:cubicBezTo>
                <a:cubicBezTo>
                  <a:pt x="10510408" y="2130676"/>
                  <a:pt x="10380586" y="2134233"/>
                  <a:pt x="10271896" y="2208931"/>
                </a:cubicBezTo>
                <a:cubicBezTo>
                  <a:pt x="10676462" y="2223159"/>
                  <a:pt x="11032720" y="1984836"/>
                  <a:pt x="11425208" y="1892353"/>
                </a:cubicBezTo>
                <a:cubicBezTo>
                  <a:pt x="11413131" y="1952823"/>
                  <a:pt x="11379920" y="1967051"/>
                  <a:pt x="11352748" y="1974165"/>
                </a:cubicBezTo>
                <a:cubicBezTo>
                  <a:pt x="11207830" y="2020407"/>
                  <a:pt x="11081026" y="2112891"/>
                  <a:pt x="10948184" y="2191146"/>
                </a:cubicBezTo>
                <a:cubicBezTo>
                  <a:pt x="10893840" y="2223159"/>
                  <a:pt x="10854590" y="2258731"/>
                  <a:pt x="10833457" y="2326314"/>
                </a:cubicBezTo>
                <a:cubicBezTo>
                  <a:pt x="10815342" y="2390340"/>
                  <a:pt x="10779112" y="2418796"/>
                  <a:pt x="10712690" y="2401012"/>
                </a:cubicBezTo>
                <a:cubicBezTo>
                  <a:pt x="10658346" y="2386784"/>
                  <a:pt x="10600982" y="2393898"/>
                  <a:pt x="10543619" y="2401012"/>
                </a:cubicBezTo>
                <a:cubicBezTo>
                  <a:pt x="10480218" y="2408126"/>
                  <a:pt x="10407758" y="2479267"/>
                  <a:pt x="10422854" y="2518395"/>
                </a:cubicBezTo>
                <a:cubicBezTo>
                  <a:pt x="10453044" y="2582422"/>
                  <a:pt x="10504370" y="2550408"/>
                  <a:pt x="10546639" y="2543294"/>
                </a:cubicBezTo>
                <a:cubicBezTo>
                  <a:pt x="10597964" y="2536181"/>
                  <a:pt x="10691556" y="2518395"/>
                  <a:pt x="10691556" y="2525509"/>
                </a:cubicBezTo>
                <a:cubicBezTo>
                  <a:pt x="10724768" y="2685576"/>
                  <a:pt x="10800246" y="2564636"/>
                  <a:pt x="10854590" y="2564636"/>
                </a:cubicBezTo>
                <a:cubicBezTo>
                  <a:pt x="10905916" y="2564636"/>
                  <a:pt x="10957241" y="2546851"/>
                  <a:pt x="11005548" y="2532623"/>
                </a:cubicBezTo>
                <a:cubicBezTo>
                  <a:pt x="11068949" y="2514837"/>
                  <a:pt x="11126312" y="2546851"/>
                  <a:pt x="11186696" y="2553965"/>
                </a:cubicBezTo>
                <a:cubicBezTo>
                  <a:pt x="11241040" y="2561080"/>
                  <a:pt x="11210850" y="2653563"/>
                  <a:pt x="11244060" y="2692689"/>
                </a:cubicBezTo>
                <a:cubicBezTo>
                  <a:pt x="11250097" y="2703362"/>
                  <a:pt x="11256136" y="2703362"/>
                  <a:pt x="11262174" y="2703362"/>
                </a:cubicBezTo>
                <a:cubicBezTo>
                  <a:pt x="11280289" y="2980812"/>
                  <a:pt x="11597299" y="2913227"/>
                  <a:pt x="11597299" y="2923898"/>
                </a:cubicBezTo>
                <a:cubicBezTo>
                  <a:pt x="11624471" y="2941684"/>
                  <a:pt x="11657682" y="2899000"/>
                  <a:pt x="11690892" y="2941684"/>
                </a:cubicBezTo>
                <a:cubicBezTo>
                  <a:pt x="11548993" y="3137322"/>
                  <a:pt x="11331614" y="3183563"/>
                  <a:pt x="11138390" y="3329402"/>
                </a:cubicBezTo>
                <a:cubicBezTo>
                  <a:pt x="11298403" y="3379202"/>
                  <a:pt x="11391998" y="3208463"/>
                  <a:pt x="11509744" y="3229805"/>
                </a:cubicBezTo>
                <a:cubicBezTo>
                  <a:pt x="11567107" y="3283162"/>
                  <a:pt x="11395016" y="3368530"/>
                  <a:pt x="11561068" y="3393429"/>
                </a:cubicBezTo>
                <a:cubicBezTo>
                  <a:pt x="11488610" y="3439672"/>
                  <a:pt x="11437284" y="3485914"/>
                  <a:pt x="11385959" y="3539269"/>
                </a:cubicBezTo>
                <a:cubicBezTo>
                  <a:pt x="11298403" y="3635309"/>
                  <a:pt x="11280289" y="3699337"/>
                  <a:pt x="11322556" y="3827390"/>
                </a:cubicBezTo>
                <a:cubicBezTo>
                  <a:pt x="11349730" y="3912759"/>
                  <a:pt x="11388978" y="3991015"/>
                  <a:pt x="11352748" y="4090612"/>
                </a:cubicBezTo>
                <a:cubicBezTo>
                  <a:pt x="11328595" y="4158196"/>
                  <a:pt x="11337653" y="4204438"/>
                  <a:pt x="11428226" y="4172424"/>
                </a:cubicBezTo>
                <a:cubicBezTo>
                  <a:pt x="11524840" y="4140411"/>
                  <a:pt x="11561068" y="4200882"/>
                  <a:pt x="11536915" y="4321821"/>
                </a:cubicBezTo>
                <a:cubicBezTo>
                  <a:pt x="11521821" y="4400076"/>
                  <a:pt x="11536915" y="4424975"/>
                  <a:pt x="11603338" y="4414305"/>
                </a:cubicBezTo>
                <a:cubicBezTo>
                  <a:pt x="11675796" y="4403633"/>
                  <a:pt x="11745236" y="4353835"/>
                  <a:pt x="11835811" y="4378734"/>
                </a:cubicBezTo>
                <a:cubicBezTo>
                  <a:pt x="11763352" y="4521016"/>
                  <a:pt x="11609374" y="4478331"/>
                  <a:pt x="11524840" y="4613499"/>
                </a:cubicBezTo>
                <a:cubicBezTo>
                  <a:pt x="11624471" y="4613499"/>
                  <a:pt x="11702969" y="4613499"/>
                  <a:pt x="11775427" y="4585042"/>
                </a:cubicBezTo>
                <a:cubicBezTo>
                  <a:pt x="11805619" y="4574373"/>
                  <a:pt x="11838830" y="4560144"/>
                  <a:pt x="11856944" y="4602828"/>
                </a:cubicBezTo>
                <a:cubicBezTo>
                  <a:pt x="11878080" y="4652628"/>
                  <a:pt x="11835811" y="4670412"/>
                  <a:pt x="11811658" y="4677526"/>
                </a:cubicBezTo>
                <a:cubicBezTo>
                  <a:pt x="11742216" y="4702425"/>
                  <a:pt x="11687874" y="4759339"/>
                  <a:pt x="11627490" y="4805580"/>
                </a:cubicBezTo>
                <a:cubicBezTo>
                  <a:pt x="11497668" y="4905177"/>
                  <a:pt x="11355767" y="4990547"/>
                  <a:pt x="11247078" y="5154171"/>
                </a:cubicBezTo>
                <a:cubicBezTo>
                  <a:pt x="11382940" y="5111487"/>
                  <a:pt x="11485590" y="5011889"/>
                  <a:pt x="11615414" y="4994104"/>
                </a:cubicBezTo>
                <a:cubicBezTo>
                  <a:pt x="11503704" y="5143500"/>
                  <a:pt x="11361806" y="5243097"/>
                  <a:pt x="11228964" y="5353367"/>
                </a:cubicBezTo>
                <a:cubicBezTo>
                  <a:pt x="11189714" y="5385379"/>
                  <a:pt x="11150466" y="5406721"/>
                  <a:pt x="11144428" y="5474306"/>
                </a:cubicBezTo>
                <a:cubicBezTo>
                  <a:pt x="11126312" y="5605917"/>
                  <a:pt x="11078008" y="5712629"/>
                  <a:pt x="10969318" y="5769542"/>
                </a:cubicBezTo>
                <a:cubicBezTo>
                  <a:pt x="10969318" y="5769542"/>
                  <a:pt x="10975356" y="5790884"/>
                  <a:pt x="10978374" y="5801555"/>
                </a:cubicBezTo>
                <a:cubicBezTo>
                  <a:pt x="11044797" y="5805112"/>
                  <a:pt x="11096122" y="5726858"/>
                  <a:pt x="11177639" y="5755314"/>
                </a:cubicBezTo>
                <a:cubicBezTo>
                  <a:pt x="11096122" y="5862025"/>
                  <a:pt x="11029702" y="5954508"/>
                  <a:pt x="10917992" y="6004307"/>
                </a:cubicBezTo>
                <a:cubicBezTo>
                  <a:pt x="10827418" y="6043434"/>
                  <a:pt x="10715710" y="6068335"/>
                  <a:pt x="10649289" y="6196388"/>
                </a:cubicBezTo>
                <a:cubicBezTo>
                  <a:pt x="10724768" y="6221287"/>
                  <a:pt x="10782132" y="6189274"/>
                  <a:pt x="10839496" y="6167932"/>
                </a:cubicBezTo>
                <a:cubicBezTo>
                  <a:pt x="10927050" y="6132361"/>
                  <a:pt x="11014605" y="6093234"/>
                  <a:pt x="11102160" y="6057663"/>
                </a:cubicBezTo>
                <a:cubicBezTo>
                  <a:pt x="11135372" y="6043434"/>
                  <a:pt x="11171600" y="6036320"/>
                  <a:pt x="11192734" y="6100347"/>
                </a:cubicBezTo>
                <a:cubicBezTo>
                  <a:pt x="11081026" y="6114575"/>
                  <a:pt x="11014605" y="6199945"/>
                  <a:pt x="10945164" y="6281757"/>
                </a:cubicBezTo>
                <a:cubicBezTo>
                  <a:pt x="10905916" y="6327999"/>
                  <a:pt x="10872705" y="6388469"/>
                  <a:pt x="10803265" y="6367127"/>
                </a:cubicBezTo>
                <a:cubicBezTo>
                  <a:pt x="10767036" y="6356456"/>
                  <a:pt x="10742882" y="6388469"/>
                  <a:pt x="10745901" y="6431153"/>
                </a:cubicBezTo>
                <a:cubicBezTo>
                  <a:pt x="10760998" y="6580550"/>
                  <a:pt x="10673442" y="6630349"/>
                  <a:pt x="10582868" y="6658805"/>
                </a:cubicBezTo>
                <a:cubicBezTo>
                  <a:pt x="10450026" y="6701489"/>
                  <a:pt x="10332280" y="6786859"/>
                  <a:pt x="10208496" y="6858000"/>
                </a:cubicBezTo>
                <a:lnTo>
                  <a:pt x="7272221" y="6858000"/>
                </a:lnTo>
                <a:lnTo>
                  <a:pt x="6362810" y="6858000"/>
                </a:lnTo>
                <a:lnTo>
                  <a:pt x="6139260" y="6858000"/>
                </a:lnTo>
                <a:lnTo>
                  <a:pt x="4282294" y="6858000"/>
                </a:lnTo>
                <a:lnTo>
                  <a:pt x="4114800" y="6858000"/>
                </a:lnTo>
                <a:lnTo>
                  <a:pt x="4038600" y="6858000"/>
                </a:lnTo>
                <a:lnTo>
                  <a:pt x="0" y="6858000"/>
                </a:lnTo>
                <a:close/>
              </a:path>
            </a:pathLst>
          </a:custGeom>
        </p:spPr>
      </p:pic>
      <p:sp>
        <p:nvSpPr>
          <p:cNvPr id="4" name="Date Placeholder 3">
            <a:extLst>
              <a:ext uri="{FF2B5EF4-FFF2-40B4-BE49-F238E27FC236}">
                <a16:creationId xmlns:a16="http://schemas.microsoft.com/office/drawing/2014/main" id="{E1D14EE6-E4AE-08FA-9E38-F15F9C4FFF01}"/>
              </a:ext>
            </a:extLst>
          </p:cNvPr>
          <p:cNvSpPr>
            <a:spLocks noGrp="1"/>
          </p:cNvSpPr>
          <p:nvPr>
            <p:ph type="dt" sz="half" idx="10"/>
          </p:nvPr>
        </p:nvSpPr>
        <p:spPr/>
        <p:txBody>
          <a:bodyPr/>
          <a:lstStyle/>
          <a:p>
            <a:fld id="{E5383263-11C3-4261-AD6C-AFC5EA45CDA9}" type="datetime1">
              <a:rPr lang="en-GB" smtClean="0"/>
              <a:t>30/07/2025</a:t>
            </a:fld>
            <a:endParaRPr lang="en-GB"/>
          </a:p>
        </p:txBody>
      </p:sp>
      <p:sp>
        <p:nvSpPr>
          <p:cNvPr id="5" name="Slide Number Placeholder 4">
            <a:extLst>
              <a:ext uri="{FF2B5EF4-FFF2-40B4-BE49-F238E27FC236}">
                <a16:creationId xmlns:a16="http://schemas.microsoft.com/office/drawing/2014/main" id="{7EE09BD6-42FF-4211-9B3A-0BCD6CFDFE96}"/>
              </a:ext>
            </a:extLst>
          </p:cNvPr>
          <p:cNvSpPr>
            <a:spLocks noGrp="1"/>
          </p:cNvSpPr>
          <p:nvPr>
            <p:ph type="sldNum" sz="quarter" idx="12"/>
          </p:nvPr>
        </p:nvSpPr>
        <p:spPr/>
        <p:txBody>
          <a:bodyPr/>
          <a:lstStyle/>
          <a:p>
            <a:fld id="{E1F53765-4FF0-40A9-A4FE-B27B4CFAA281}" type="slidenum">
              <a:rPr lang="en-GB" smtClean="0"/>
              <a:t>27</a:t>
            </a:fld>
            <a:endParaRPr lang="en-GB"/>
          </a:p>
        </p:txBody>
      </p:sp>
    </p:spTree>
    <p:extLst>
      <p:ext uri="{BB962C8B-B14F-4D97-AF65-F5344CB8AC3E}">
        <p14:creationId xmlns:p14="http://schemas.microsoft.com/office/powerpoint/2010/main" val="170129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7D62-C8A8-B89E-F39D-47BB77553353}"/>
              </a:ext>
            </a:extLst>
          </p:cNvPr>
          <p:cNvSpPr>
            <a:spLocks noGrp="1"/>
          </p:cNvSpPr>
          <p:nvPr>
            <p:ph type="title"/>
          </p:nvPr>
        </p:nvSpPr>
        <p:spPr>
          <a:xfrm>
            <a:off x="733269" y="0"/>
            <a:ext cx="10515600" cy="654206"/>
          </a:xfrm>
        </p:spPr>
        <p:txBody>
          <a:bodyPr>
            <a:normAutofit fontScale="90000"/>
          </a:bodyPr>
          <a:lstStyle/>
          <a:p>
            <a:r>
              <a:rPr lang="en-GB" dirty="0"/>
              <a:t>ACCIDENT</a:t>
            </a:r>
          </a:p>
        </p:txBody>
      </p:sp>
      <p:sp>
        <p:nvSpPr>
          <p:cNvPr id="3" name="Content Placeholder 2">
            <a:extLst>
              <a:ext uri="{FF2B5EF4-FFF2-40B4-BE49-F238E27FC236}">
                <a16:creationId xmlns:a16="http://schemas.microsoft.com/office/drawing/2014/main" id="{D7093831-C587-B3D1-0D2C-0C7ABF3EE0D3}"/>
              </a:ext>
            </a:extLst>
          </p:cNvPr>
          <p:cNvSpPr>
            <a:spLocks noGrp="1"/>
          </p:cNvSpPr>
          <p:nvPr>
            <p:ph idx="1"/>
          </p:nvPr>
        </p:nvSpPr>
        <p:spPr>
          <a:xfrm>
            <a:off x="1" y="654206"/>
            <a:ext cx="11615737" cy="5946619"/>
          </a:xfrm>
        </p:spPr>
        <p:txBody>
          <a:bodyPr>
            <a:noAutofit/>
          </a:bodyPr>
          <a:lstStyle/>
          <a:p>
            <a:pPr algn="just"/>
            <a:r>
              <a:rPr lang="en-US" sz="2400" dirty="0">
                <a:latin typeface="Times New Roman" panose="02020603050405020304" pitchFamily="18" charset="0"/>
                <a:cs typeface="Times New Roman" panose="02020603050405020304" pitchFamily="18" charset="0"/>
              </a:rPr>
              <a:t>Accidents which take place in the work place are referred to as work place accidents or </a:t>
            </a:r>
            <a:r>
              <a:rPr lang="en-US" sz="2400" b="1" dirty="0">
                <a:latin typeface="Times New Roman" panose="02020603050405020304" pitchFamily="18" charset="0"/>
                <a:cs typeface="Times New Roman" panose="02020603050405020304" pitchFamily="18" charset="0"/>
              </a:rPr>
              <a:t>occupational accidents</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Work place accidents include events that damage property, inhibit a particular workplace function, or cause harm to a person located in the workplace.</a:t>
            </a:r>
            <a:endParaRPr lang="en-GB" sz="2400" b="0" i="0" u="none" strike="noStrike" baseline="0" dirty="0">
              <a:latin typeface="Times New Roman" panose="02020603050405020304" pitchFamily="18" charset="0"/>
              <a:cs typeface="Times New Roman" panose="02020603050405020304" pitchFamily="18" charset="0"/>
            </a:endParaRPr>
          </a:p>
          <a:p>
            <a:pPr algn="just"/>
            <a:r>
              <a:rPr lang="en-GB" sz="2400" b="0" i="0" u="none" strike="noStrike" baseline="0" dirty="0">
                <a:latin typeface="Times New Roman" panose="02020603050405020304" pitchFamily="18" charset="0"/>
                <a:cs typeface="Times New Roman" panose="02020603050405020304" pitchFamily="18" charset="0"/>
              </a:rPr>
              <a:t>Occupational accidents ,CALLED as work-related accidents, and the personal harm they cause may be referred to as an “occupational injury,” “occupational death</a:t>
            </a:r>
          </a:p>
          <a:p>
            <a:pPr algn="just"/>
            <a:r>
              <a:rPr lang="en-GB" sz="2400" b="0" i="0" u="none" strike="noStrike" baseline="0" dirty="0">
                <a:latin typeface="Times New Roman" panose="02020603050405020304" pitchFamily="18" charset="0"/>
                <a:cs typeface="Times New Roman" panose="02020603050405020304" pitchFamily="18" charset="0"/>
              </a:rPr>
              <a:t>Work-related accidents may impose significant costs to the economy. These costs include direct costs due to property damage and lost worker hours, as well as indirect costs, such as due to a decrease in productivity from an accident-related decline in worker morale.</a:t>
            </a:r>
          </a:p>
          <a:p>
            <a:pPr algn="just"/>
            <a:r>
              <a:rPr lang="en-GB" sz="2400" b="0" i="0" u="none" strike="noStrike" baseline="0" dirty="0">
                <a:latin typeface="Times New Roman" panose="02020603050405020304" pitchFamily="18" charset="0"/>
                <a:cs typeface="Times New Roman" panose="02020603050405020304" pitchFamily="18" charset="0"/>
              </a:rPr>
              <a:t> Businesses may also be forced to pay compensation costs, fines, and increased insurance premiums </a:t>
            </a:r>
          </a:p>
          <a:p>
            <a:pPr algn="just"/>
            <a:r>
              <a:rPr lang="en-GB" sz="2400" b="1" i="0" u="none" strike="noStrike" baseline="0" dirty="0">
                <a:latin typeface="Times New Roman" panose="02020603050405020304" pitchFamily="18" charset="0"/>
                <a:cs typeface="Times New Roman" panose="02020603050405020304" pitchFamily="18" charset="0"/>
              </a:rPr>
              <a:t>Accidents that do not cause harm to any person but which have the potential to do so are referred to as a “near miss."</a:t>
            </a:r>
          </a:p>
          <a:p>
            <a:pPr algn="just"/>
            <a:r>
              <a:rPr lang="en-GB" sz="2400" b="1" i="0" u="none" strike="noStrike" baseline="0" dirty="0">
                <a:latin typeface="Times New Roman" panose="02020603050405020304" pitchFamily="18" charset="0"/>
                <a:cs typeface="Times New Roman" panose="02020603050405020304" pitchFamily="18" charset="0"/>
              </a:rPr>
              <a:t>A situation which could lead to injurious or fatal accidents is referred to as an “undesired circumstance,” “unsafe condition,” or “unsafe act.”</a:t>
            </a:r>
            <a:endParaRPr lang="en-GB" sz="24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FC0970-F363-50FB-8E20-D19929DE8921}"/>
              </a:ext>
            </a:extLst>
          </p:cNvPr>
          <p:cNvSpPr>
            <a:spLocks noGrp="1"/>
          </p:cNvSpPr>
          <p:nvPr>
            <p:ph type="dt" sz="half" idx="10"/>
          </p:nvPr>
        </p:nvSpPr>
        <p:spPr/>
        <p:txBody>
          <a:bodyPr/>
          <a:lstStyle/>
          <a:p>
            <a:fld id="{B542FED0-9877-45A0-88EA-1F827A625CA5}" type="datetime1">
              <a:rPr lang="en-GB" smtClean="0"/>
              <a:t>30/07/2025</a:t>
            </a:fld>
            <a:endParaRPr lang="en-GB"/>
          </a:p>
        </p:txBody>
      </p:sp>
      <p:sp>
        <p:nvSpPr>
          <p:cNvPr id="5" name="Slide Number Placeholder 4">
            <a:extLst>
              <a:ext uri="{FF2B5EF4-FFF2-40B4-BE49-F238E27FC236}">
                <a16:creationId xmlns:a16="http://schemas.microsoft.com/office/drawing/2014/main" id="{D916B37D-33B7-EF01-E9B8-23F1AEA0C1ED}"/>
              </a:ext>
            </a:extLst>
          </p:cNvPr>
          <p:cNvSpPr>
            <a:spLocks noGrp="1"/>
          </p:cNvSpPr>
          <p:nvPr>
            <p:ph type="sldNum" sz="quarter" idx="12"/>
          </p:nvPr>
        </p:nvSpPr>
        <p:spPr/>
        <p:txBody>
          <a:bodyPr/>
          <a:lstStyle/>
          <a:p>
            <a:fld id="{E1F53765-4FF0-40A9-A4FE-B27B4CFAA281}" type="slidenum">
              <a:rPr lang="en-GB" smtClean="0"/>
              <a:t>28</a:t>
            </a:fld>
            <a:endParaRPr lang="en-GB"/>
          </a:p>
        </p:txBody>
      </p:sp>
    </p:spTree>
    <p:extLst>
      <p:ext uri="{BB962C8B-B14F-4D97-AF65-F5344CB8AC3E}">
        <p14:creationId xmlns:p14="http://schemas.microsoft.com/office/powerpoint/2010/main" val="740331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A5614-A836-FC3B-4660-A9FE36B7D493}"/>
              </a:ext>
            </a:extLst>
          </p:cNvPr>
          <p:cNvSpPr>
            <a:spLocks noGrp="1"/>
          </p:cNvSpPr>
          <p:nvPr>
            <p:ph type="title"/>
          </p:nvPr>
        </p:nvSpPr>
        <p:spPr>
          <a:xfrm>
            <a:off x="5610510" y="38724"/>
            <a:ext cx="6485631" cy="1175399"/>
          </a:xfrm>
        </p:spPr>
        <p:txBody>
          <a:bodyPr>
            <a:normAutofit/>
          </a:bodyPr>
          <a:lstStyle/>
          <a:p>
            <a:r>
              <a:rPr lang="en-GB" b="1" dirty="0"/>
              <a:t>CAUSES OF ACCIDENTS</a:t>
            </a:r>
          </a:p>
        </p:txBody>
      </p:sp>
      <p:sp>
        <p:nvSpPr>
          <p:cNvPr id="3" name="Content Placeholder 2">
            <a:extLst>
              <a:ext uri="{FF2B5EF4-FFF2-40B4-BE49-F238E27FC236}">
                <a16:creationId xmlns:a16="http://schemas.microsoft.com/office/drawing/2014/main" id="{E6DD946D-FD7C-EB7C-94DA-AAFB1663B4A2}"/>
              </a:ext>
            </a:extLst>
          </p:cNvPr>
          <p:cNvSpPr>
            <a:spLocks noGrp="1"/>
          </p:cNvSpPr>
          <p:nvPr>
            <p:ph idx="1"/>
          </p:nvPr>
        </p:nvSpPr>
        <p:spPr>
          <a:xfrm>
            <a:off x="5790195" y="1214123"/>
            <a:ext cx="6305947" cy="5471489"/>
          </a:xfrm>
        </p:spPr>
        <p:txBody>
          <a:bodyPr>
            <a:noAutofit/>
          </a:bodyPr>
          <a:lstStyle/>
          <a:p>
            <a:r>
              <a:rPr lang="en-GB" sz="2000" b="1" i="0" u="none" strike="noStrike" baseline="0" dirty="0">
                <a:latin typeface="Times New Roman" panose="02020603050405020304" pitchFamily="18" charset="0"/>
              </a:rPr>
              <a:t>Accidents can be caused by human (</a:t>
            </a:r>
            <a:r>
              <a:rPr lang="en-GB" sz="2000" b="1" i="0" u="none" strike="noStrike" baseline="0" dirty="0" err="1">
                <a:latin typeface="Times New Roman" panose="02020603050405020304" pitchFamily="18" charset="0"/>
              </a:rPr>
              <a:t>behavioral</a:t>
            </a:r>
            <a:r>
              <a:rPr lang="en-GB" sz="2000" b="1" i="0" u="none" strike="noStrike" baseline="0" dirty="0">
                <a:latin typeface="Times New Roman" panose="02020603050405020304" pitchFamily="18" charset="0"/>
              </a:rPr>
              <a:t>) factors, such as:</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Unsafe conduct</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Inattention</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Negligence</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Improper training</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Inexperience</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Drowsiness, fatigue, or illness</a:t>
            </a:r>
          </a:p>
          <a:p>
            <a:r>
              <a:rPr lang="en-GB" sz="2000" b="0" i="0" u="none" strike="noStrike" baseline="0" dirty="0">
                <a:latin typeface="SymbolMT"/>
              </a:rPr>
              <a:t>• </a:t>
            </a:r>
            <a:r>
              <a:rPr lang="en-GB" sz="2000" b="1" i="0" u="none" strike="noStrike" baseline="0" dirty="0">
                <a:latin typeface="Times New Roman" panose="02020603050405020304" pitchFamily="18" charset="0"/>
              </a:rPr>
              <a:t>As well as by environmental and workplace design factors, such as:</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Unsafe working conditions</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Unsafe workplace design</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Substandard safety controls</a:t>
            </a:r>
          </a:p>
          <a:p>
            <a:r>
              <a:rPr lang="en-GB" sz="2000" b="0" i="0" u="none" strike="noStrike" baseline="0" dirty="0">
                <a:latin typeface="CourierNewPSMT"/>
              </a:rPr>
              <a:t>o </a:t>
            </a:r>
            <a:r>
              <a:rPr lang="en-GB" sz="2000" b="0" i="0" u="none" strike="noStrike" baseline="0" dirty="0">
                <a:latin typeface="Times New Roman" panose="02020603050405020304" pitchFamily="18" charset="0"/>
              </a:rPr>
              <a:t>Inclement weather</a:t>
            </a:r>
            <a:endParaRPr lang="en-GB" sz="2000" dirty="0"/>
          </a:p>
        </p:txBody>
      </p:sp>
      <p:sp>
        <p:nvSpPr>
          <p:cNvPr id="6" name="Date Placeholder 5">
            <a:extLst>
              <a:ext uri="{FF2B5EF4-FFF2-40B4-BE49-F238E27FC236}">
                <a16:creationId xmlns:a16="http://schemas.microsoft.com/office/drawing/2014/main" id="{3D0DF24E-E2F1-2395-B408-7EFB5332C245}"/>
              </a:ext>
            </a:extLst>
          </p:cNvPr>
          <p:cNvSpPr>
            <a:spLocks noGrp="1"/>
          </p:cNvSpPr>
          <p:nvPr>
            <p:ph type="dt" sz="half" idx="10"/>
          </p:nvPr>
        </p:nvSpPr>
        <p:spPr/>
        <p:txBody>
          <a:bodyPr/>
          <a:lstStyle/>
          <a:p>
            <a:fld id="{7C225925-BE3F-40DE-8A31-7881F1C66DDC}" type="datetime1">
              <a:rPr lang="en-GB" smtClean="0"/>
              <a:t>30/07/2025</a:t>
            </a:fld>
            <a:endParaRPr lang="en-GB"/>
          </a:p>
        </p:txBody>
      </p:sp>
      <p:sp>
        <p:nvSpPr>
          <p:cNvPr id="8" name="Slide Number Placeholder 7">
            <a:extLst>
              <a:ext uri="{FF2B5EF4-FFF2-40B4-BE49-F238E27FC236}">
                <a16:creationId xmlns:a16="http://schemas.microsoft.com/office/drawing/2014/main" id="{7E261858-675A-E245-3207-E3987DA729DD}"/>
              </a:ext>
            </a:extLst>
          </p:cNvPr>
          <p:cNvSpPr>
            <a:spLocks noGrp="1"/>
          </p:cNvSpPr>
          <p:nvPr>
            <p:ph type="sldNum" sz="quarter" idx="12"/>
          </p:nvPr>
        </p:nvSpPr>
        <p:spPr/>
        <p:txBody>
          <a:bodyPr/>
          <a:lstStyle/>
          <a:p>
            <a:fld id="{E1F53765-4FF0-40A9-A4FE-B27B4CFAA281}" type="slidenum">
              <a:rPr lang="en-GB" smtClean="0"/>
              <a:t>29</a:t>
            </a:fld>
            <a:endParaRPr lang="en-GB"/>
          </a:p>
        </p:txBody>
      </p:sp>
      <p:pic>
        <p:nvPicPr>
          <p:cNvPr id="5" name="Picture 4" descr="A group of men in a factory&#10;&#10;Description automatically generated">
            <a:extLst>
              <a:ext uri="{FF2B5EF4-FFF2-40B4-BE49-F238E27FC236}">
                <a16:creationId xmlns:a16="http://schemas.microsoft.com/office/drawing/2014/main" id="{54847D9D-B778-8739-7765-EA6B2B7AE4BF}"/>
              </a:ext>
            </a:extLst>
          </p:cNvPr>
          <p:cNvPicPr>
            <a:picLocks noChangeAspect="1"/>
          </p:cNvPicPr>
          <p:nvPr/>
        </p:nvPicPr>
        <p:blipFill>
          <a:blip r:embed="rId2">
            <a:extLst>
              <a:ext uri="{28A0092B-C50C-407E-A947-70E740481C1C}">
                <a14:useLocalDpi xmlns:a14="http://schemas.microsoft.com/office/drawing/2010/main" val="0"/>
              </a:ext>
            </a:extLst>
          </a:blip>
          <a:srcRect t="3062" r="4" b="4"/>
          <a:stretch/>
        </p:blipFill>
        <p:spPr>
          <a:xfrm>
            <a:off x="703182" y="1028582"/>
            <a:ext cx="4777381" cy="463109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3285545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lose-up of several different types of information&#10;&#10;Description automatically generated">
            <a:extLst>
              <a:ext uri="{FF2B5EF4-FFF2-40B4-BE49-F238E27FC236}">
                <a16:creationId xmlns:a16="http://schemas.microsoft.com/office/drawing/2014/main" id="{5D9D578F-DF56-FC25-0360-6C4EF7554B8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 b="1285"/>
          <a:stretch/>
        </p:blipFill>
        <p:spPr>
          <a:xfrm>
            <a:off x="567526" y="559901"/>
            <a:ext cx="11056947" cy="5730212"/>
          </a:xfrm>
          <a:prstGeom prst="rect">
            <a:avLst/>
          </a:prstGeom>
        </p:spPr>
      </p:pic>
      <p:sp>
        <p:nvSpPr>
          <p:cNvPr id="6" name="Date Placeholder 5">
            <a:extLst>
              <a:ext uri="{FF2B5EF4-FFF2-40B4-BE49-F238E27FC236}">
                <a16:creationId xmlns:a16="http://schemas.microsoft.com/office/drawing/2014/main" id="{A828883A-52D3-1410-BF54-09C20B60270C}"/>
              </a:ext>
            </a:extLst>
          </p:cNvPr>
          <p:cNvSpPr>
            <a:spLocks noGrp="1"/>
          </p:cNvSpPr>
          <p:nvPr>
            <p:ph type="dt" sz="half" idx="10"/>
          </p:nvPr>
        </p:nvSpPr>
        <p:spPr/>
        <p:txBody>
          <a:bodyPr/>
          <a:lstStyle/>
          <a:p>
            <a:fld id="{47B68625-3317-4AB8-87E8-6621AFC54F15}" type="datetime1">
              <a:rPr lang="en-GB" smtClean="0"/>
              <a:t>30/07/2025</a:t>
            </a:fld>
            <a:endParaRPr lang="en-GB"/>
          </a:p>
        </p:txBody>
      </p:sp>
      <p:sp>
        <p:nvSpPr>
          <p:cNvPr id="7" name="Slide Number Placeholder 6">
            <a:extLst>
              <a:ext uri="{FF2B5EF4-FFF2-40B4-BE49-F238E27FC236}">
                <a16:creationId xmlns:a16="http://schemas.microsoft.com/office/drawing/2014/main" id="{0526CF0E-0DB2-BB2D-BF25-FAD560583A4A}"/>
              </a:ext>
            </a:extLst>
          </p:cNvPr>
          <p:cNvSpPr>
            <a:spLocks noGrp="1"/>
          </p:cNvSpPr>
          <p:nvPr>
            <p:ph type="sldNum" sz="quarter" idx="12"/>
          </p:nvPr>
        </p:nvSpPr>
        <p:spPr/>
        <p:txBody>
          <a:bodyPr/>
          <a:lstStyle/>
          <a:p>
            <a:fld id="{E1F53765-4FF0-40A9-A4FE-B27B4CFAA281}" type="slidenum">
              <a:rPr lang="en-GB" smtClean="0"/>
              <a:t>30</a:t>
            </a:fld>
            <a:endParaRPr lang="en-GB"/>
          </a:p>
        </p:txBody>
      </p:sp>
    </p:spTree>
    <p:extLst>
      <p:ext uri="{BB962C8B-B14F-4D97-AF65-F5344CB8AC3E}">
        <p14:creationId xmlns:p14="http://schemas.microsoft.com/office/powerpoint/2010/main" val="2031876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C4846-F0FB-2CE9-E258-692B97BDB8C7}"/>
              </a:ext>
            </a:extLst>
          </p:cNvPr>
          <p:cNvSpPr>
            <a:spLocks noGrp="1"/>
          </p:cNvSpPr>
          <p:nvPr>
            <p:ph type="title"/>
          </p:nvPr>
        </p:nvSpPr>
        <p:spPr>
          <a:xfrm>
            <a:off x="724907" y="18255"/>
            <a:ext cx="5458838" cy="1325563"/>
          </a:xfrm>
        </p:spPr>
        <p:txBody>
          <a:bodyPr>
            <a:normAutofit/>
          </a:bodyPr>
          <a:lstStyle/>
          <a:p>
            <a:r>
              <a:rPr lang="en-GB" b="1" dirty="0"/>
              <a:t>INJURY</a:t>
            </a:r>
          </a:p>
        </p:txBody>
      </p:sp>
      <p:sp>
        <p:nvSpPr>
          <p:cNvPr id="3" name="Content Placeholder 2">
            <a:extLst>
              <a:ext uri="{FF2B5EF4-FFF2-40B4-BE49-F238E27FC236}">
                <a16:creationId xmlns:a16="http://schemas.microsoft.com/office/drawing/2014/main" id="{D3A9E076-4155-0F75-2067-852BFC18D4CF}"/>
              </a:ext>
            </a:extLst>
          </p:cNvPr>
          <p:cNvSpPr>
            <a:spLocks noGrp="1"/>
          </p:cNvSpPr>
          <p:nvPr>
            <p:ph idx="1"/>
          </p:nvPr>
        </p:nvSpPr>
        <p:spPr>
          <a:xfrm>
            <a:off x="4314825" y="423599"/>
            <a:ext cx="7781318" cy="6416146"/>
          </a:xfrm>
        </p:spPr>
        <p:txBody>
          <a:bodyPr>
            <a:noAutofit/>
          </a:bodyPr>
          <a:lstStyle/>
          <a:p>
            <a:pPr algn="just"/>
            <a:r>
              <a:rPr lang="en-US" sz="2400" dirty="0"/>
              <a:t>An injury is any physiological damage to the human body caused by immediate physical stress.</a:t>
            </a:r>
          </a:p>
          <a:p>
            <a:pPr algn="just"/>
            <a:r>
              <a:rPr lang="en-US" sz="2400" dirty="0"/>
              <a:t>An industrial injury is defined as “</a:t>
            </a:r>
            <a:r>
              <a:rPr lang="en-US" sz="2400" b="1" dirty="0"/>
              <a:t>a personal injury to an employee which has been caused by an accident or an occupational disease and which arises out of or in the course of employment and which could entitle such employee to compensation under Workers</a:t>
            </a:r>
            <a:r>
              <a:rPr lang="en-US" sz="2400" dirty="0"/>
              <a:t>’</a:t>
            </a:r>
          </a:p>
          <a:p>
            <a:pPr algn="just"/>
            <a:r>
              <a:rPr lang="en-US" sz="2400" dirty="0"/>
              <a:t>An injury can occur intentionally or unintentionally and may be caused by blunt trauma, penetrating trauma, burning, toxic exposure, asphyxiation, or overexertion.</a:t>
            </a:r>
          </a:p>
          <a:p>
            <a:pPr algn="just"/>
            <a:r>
              <a:rPr lang="en-US" sz="2400" dirty="0"/>
              <a:t>Injuries can occur in any part of the body, and different symptoms are associated with different injuries.</a:t>
            </a:r>
          </a:p>
          <a:p>
            <a:pPr algn="just"/>
            <a:r>
              <a:rPr lang="en-US" sz="2400" dirty="0"/>
              <a:t>Treatment of an injury is typically carried out by a health professional and varies greatly depending on the nature of the injury.</a:t>
            </a:r>
            <a:endParaRPr lang="en-IN" sz="2400" dirty="0"/>
          </a:p>
          <a:p>
            <a:pPr algn="just"/>
            <a:endParaRPr lang="en-IN" sz="2400" dirty="0"/>
          </a:p>
          <a:p>
            <a:pPr algn="just"/>
            <a:endParaRPr lang="en-GB" sz="2400" dirty="0"/>
          </a:p>
        </p:txBody>
      </p:sp>
      <p:sp>
        <p:nvSpPr>
          <p:cNvPr id="4" name="Date Placeholder 3">
            <a:extLst>
              <a:ext uri="{FF2B5EF4-FFF2-40B4-BE49-F238E27FC236}">
                <a16:creationId xmlns:a16="http://schemas.microsoft.com/office/drawing/2014/main" id="{7D7DE1C9-53D4-525C-CDBD-79730B110267}"/>
              </a:ext>
            </a:extLst>
          </p:cNvPr>
          <p:cNvSpPr>
            <a:spLocks noGrp="1"/>
          </p:cNvSpPr>
          <p:nvPr>
            <p:ph type="dt" sz="half" idx="10"/>
          </p:nvPr>
        </p:nvSpPr>
        <p:spPr/>
        <p:txBody>
          <a:bodyPr/>
          <a:lstStyle/>
          <a:p>
            <a:fld id="{12BF7B37-1CCF-4E80-81A0-4E0E31FDCCD9}" type="datetime1">
              <a:rPr lang="en-GB" smtClean="0"/>
              <a:t>30/07/2025</a:t>
            </a:fld>
            <a:endParaRPr lang="en-GB"/>
          </a:p>
        </p:txBody>
      </p:sp>
      <p:sp>
        <p:nvSpPr>
          <p:cNvPr id="5" name="Slide Number Placeholder 4">
            <a:extLst>
              <a:ext uri="{FF2B5EF4-FFF2-40B4-BE49-F238E27FC236}">
                <a16:creationId xmlns:a16="http://schemas.microsoft.com/office/drawing/2014/main" id="{C3DFEE39-4AE5-5595-92BA-A363BA44F712}"/>
              </a:ext>
            </a:extLst>
          </p:cNvPr>
          <p:cNvSpPr>
            <a:spLocks noGrp="1"/>
          </p:cNvSpPr>
          <p:nvPr>
            <p:ph type="sldNum" sz="quarter" idx="12"/>
          </p:nvPr>
        </p:nvSpPr>
        <p:spPr/>
        <p:txBody>
          <a:bodyPr/>
          <a:lstStyle/>
          <a:p>
            <a:fld id="{E1F53765-4FF0-40A9-A4FE-B27B4CFAA281}" type="slidenum">
              <a:rPr lang="en-GB" smtClean="0"/>
              <a:t>31</a:t>
            </a:fld>
            <a:endParaRPr lang="en-GB"/>
          </a:p>
        </p:txBody>
      </p:sp>
      <p:pic>
        <p:nvPicPr>
          <p:cNvPr id="7" name="Graphic 6" descr="Medical">
            <a:extLst>
              <a:ext uri="{FF2B5EF4-FFF2-40B4-BE49-F238E27FC236}">
                <a16:creationId xmlns:a16="http://schemas.microsoft.com/office/drawing/2014/main" id="{FED6A910-C307-7E00-96F3-5D62414C36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858" y="1343818"/>
            <a:ext cx="4504718" cy="391398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Tree>
    <p:extLst>
      <p:ext uri="{BB962C8B-B14F-4D97-AF65-F5344CB8AC3E}">
        <p14:creationId xmlns:p14="http://schemas.microsoft.com/office/powerpoint/2010/main" val="12493155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E15C0F-D05D-E0DB-EB63-BB8C3283DC95}"/>
              </a:ext>
            </a:extLst>
          </p:cNvPr>
          <p:cNvSpPr>
            <a:spLocks noGrp="1"/>
          </p:cNvSpPr>
          <p:nvPr>
            <p:ph idx="1"/>
          </p:nvPr>
        </p:nvSpPr>
        <p:spPr>
          <a:xfrm>
            <a:off x="183204" y="221676"/>
            <a:ext cx="6438089" cy="6433957"/>
          </a:xfrm>
        </p:spPr>
        <p:txBody>
          <a:bodyPr>
            <a:noAutofit/>
          </a:bodyPr>
          <a:lstStyle/>
          <a:p>
            <a:pPr algn="just"/>
            <a:r>
              <a:rPr lang="en-GB" sz="2400" b="0" i="0" u="none" strike="noStrike" baseline="0" dirty="0">
                <a:latin typeface="Times New Roman" panose="02020603050405020304" pitchFamily="18" charset="0"/>
              </a:rPr>
              <a:t>An injury or illness is an abnormal condition or disorder.</a:t>
            </a:r>
          </a:p>
          <a:p>
            <a:pPr algn="just"/>
            <a:r>
              <a:rPr lang="en-GB" sz="2400" b="0" i="0" u="none" strike="noStrike" baseline="0" dirty="0">
                <a:latin typeface="Times New Roman" panose="02020603050405020304" pitchFamily="18" charset="0"/>
              </a:rPr>
              <a:t>Injuries include cases such as, but not limited to, a cut, fracture, sprain, or amputation.</a:t>
            </a:r>
          </a:p>
          <a:p>
            <a:pPr algn="just"/>
            <a:r>
              <a:rPr lang="en-GB" sz="2400" b="0" i="0" u="none" strike="noStrike" baseline="0" dirty="0">
                <a:latin typeface="Times New Roman" panose="02020603050405020304" pitchFamily="18" charset="0"/>
              </a:rPr>
              <a:t>Illnesses include both acute and chronic illnesses, a skin disease, respiratory disorder, or poisoning.</a:t>
            </a:r>
            <a:endParaRPr lang="en-GB" sz="2400" dirty="0">
              <a:latin typeface="Times New Roman" panose="02020603050405020304" pitchFamily="18" charset="0"/>
            </a:endParaRPr>
          </a:p>
          <a:p>
            <a:pPr algn="just"/>
            <a:r>
              <a:rPr lang="en-GB" sz="2400" b="0" i="0" u="none" strike="noStrike" baseline="0" dirty="0">
                <a:latin typeface="Times New Roman" panose="02020603050405020304" pitchFamily="18" charset="0"/>
              </a:rPr>
              <a:t>An injury is damage to your body. It is a general term that refers to harm caused by accidents, falls, hits, weapons, and more.</a:t>
            </a:r>
          </a:p>
        </p:txBody>
      </p:sp>
      <p:sp>
        <p:nvSpPr>
          <p:cNvPr id="6" name="Date Placeholder 5">
            <a:extLst>
              <a:ext uri="{FF2B5EF4-FFF2-40B4-BE49-F238E27FC236}">
                <a16:creationId xmlns:a16="http://schemas.microsoft.com/office/drawing/2014/main" id="{505F6B23-C8AA-4EC7-8EE9-A97095DEB0A6}"/>
              </a:ext>
            </a:extLst>
          </p:cNvPr>
          <p:cNvSpPr>
            <a:spLocks noGrp="1"/>
          </p:cNvSpPr>
          <p:nvPr>
            <p:ph type="dt" sz="half" idx="10"/>
          </p:nvPr>
        </p:nvSpPr>
        <p:spPr/>
        <p:txBody>
          <a:bodyPr/>
          <a:lstStyle/>
          <a:p>
            <a:fld id="{1A22A0DB-5F90-4433-8179-1226AEDD47E1}" type="datetime1">
              <a:rPr lang="en-GB" smtClean="0"/>
              <a:t>30/07/2025</a:t>
            </a:fld>
            <a:endParaRPr lang="en-GB"/>
          </a:p>
        </p:txBody>
      </p:sp>
      <p:sp>
        <p:nvSpPr>
          <p:cNvPr id="7" name="Slide Number Placeholder 6">
            <a:extLst>
              <a:ext uri="{FF2B5EF4-FFF2-40B4-BE49-F238E27FC236}">
                <a16:creationId xmlns:a16="http://schemas.microsoft.com/office/drawing/2014/main" id="{62DEF45E-1FDD-3027-7651-045A231BA8C9}"/>
              </a:ext>
            </a:extLst>
          </p:cNvPr>
          <p:cNvSpPr>
            <a:spLocks noGrp="1"/>
          </p:cNvSpPr>
          <p:nvPr>
            <p:ph type="sldNum" sz="quarter" idx="12"/>
          </p:nvPr>
        </p:nvSpPr>
        <p:spPr/>
        <p:txBody>
          <a:bodyPr/>
          <a:lstStyle/>
          <a:p>
            <a:fld id="{E1F53765-4FF0-40A9-A4FE-B27B4CFAA281}" type="slidenum">
              <a:rPr lang="en-GB" smtClean="0"/>
              <a:t>32</a:t>
            </a:fld>
            <a:endParaRPr lang="en-GB"/>
          </a:p>
        </p:txBody>
      </p:sp>
      <p:pic>
        <p:nvPicPr>
          <p:cNvPr id="5" name="Picture 4" descr="A cartoon of a person wearing a hard hat and glasses&#10;&#10;Description automatically generated">
            <a:extLst>
              <a:ext uri="{FF2B5EF4-FFF2-40B4-BE49-F238E27FC236}">
                <a16:creationId xmlns:a16="http://schemas.microsoft.com/office/drawing/2014/main" id="{6AAFBDF1-A3D3-B027-878D-C246727E3AA1}"/>
              </a:ext>
            </a:extLst>
          </p:cNvPr>
          <p:cNvPicPr>
            <a:picLocks noChangeAspect="1"/>
          </p:cNvPicPr>
          <p:nvPr/>
        </p:nvPicPr>
        <p:blipFill>
          <a:blip r:embed="rId2">
            <a:extLst>
              <a:ext uri="{28A0092B-C50C-407E-A947-70E740481C1C}">
                <a14:useLocalDpi xmlns:a14="http://schemas.microsoft.com/office/drawing/2010/main" val="0"/>
              </a:ext>
            </a:extLst>
          </a:blip>
          <a:srcRect r="2" b="147"/>
          <a:stretch/>
        </p:blipFill>
        <p:spPr>
          <a:xfrm>
            <a:off x="6621294" y="1295416"/>
            <a:ext cx="5570706" cy="5562584"/>
          </a:xfrm>
          <a:custGeom>
            <a:avLst/>
            <a:gdLst/>
            <a:ahLst/>
            <a:cxnLst/>
            <a:rect l="l" t="t" r="r" b="b"/>
            <a:pathLst>
              <a:path w="5570706" h="5562584">
                <a:moveTo>
                  <a:pt x="3374687" y="0"/>
                </a:moveTo>
                <a:cubicBezTo>
                  <a:pt x="4190094" y="0"/>
                  <a:pt x="4937956" y="289196"/>
                  <a:pt x="5521301" y="770615"/>
                </a:cubicBezTo>
                <a:lnTo>
                  <a:pt x="5570706" y="815517"/>
                </a:lnTo>
                <a:lnTo>
                  <a:pt x="5570706" y="5562584"/>
                </a:lnTo>
                <a:lnTo>
                  <a:pt x="808135" y="5562584"/>
                </a:lnTo>
                <a:lnTo>
                  <a:pt x="770615" y="5521302"/>
                </a:lnTo>
                <a:cubicBezTo>
                  <a:pt x="289196" y="4937957"/>
                  <a:pt x="0" y="4190095"/>
                  <a:pt x="0" y="3374687"/>
                </a:cubicBezTo>
                <a:cubicBezTo>
                  <a:pt x="0" y="1510899"/>
                  <a:pt x="1510899" y="0"/>
                  <a:pt x="3374687" y="0"/>
                </a:cubicBezTo>
                <a:close/>
              </a:path>
            </a:pathLst>
          </a:custGeom>
        </p:spPr>
      </p:pic>
    </p:spTree>
    <p:extLst>
      <p:ext uri="{BB962C8B-B14F-4D97-AF65-F5344CB8AC3E}">
        <p14:creationId xmlns:p14="http://schemas.microsoft.com/office/powerpoint/2010/main" val="48738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FE09-C3C0-6237-ED50-C912848A215A}"/>
              </a:ext>
            </a:extLst>
          </p:cNvPr>
          <p:cNvSpPr>
            <a:spLocks noGrp="1"/>
          </p:cNvSpPr>
          <p:nvPr>
            <p:ph type="title"/>
          </p:nvPr>
        </p:nvSpPr>
        <p:spPr>
          <a:xfrm>
            <a:off x="6513788" y="365125"/>
            <a:ext cx="4840010" cy="1807305"/>
          </a:xfrm>
        </p:spPr>
        <p:txBody>
          <a:bodyPr>
            <a:normAutofit/>
          </a:bodyPr>
          <a:lstStyle/>
          <a:p>
            <a:endParaRPr lang="en-GB"/>
          </a:p>
        </p:txBody>
      </p:sp>
      <p:graphicFrame>
        <p:nvGraphicFramePr>
          <p:cNvPr id="11" name="Content Placeholder 2">
            <a:extLst>
              <a:ext uri="{FF2B5EF4-FFF2-40B4-BE49-F238E27FC236}">
                <a16:creationId xmlns:a16="http://schemas.microsoft.com/office/drawing/2014/main" id="{2E208294-3E27-7438-B83A-6160A8A4503C}"/>
              </a:ext>
            </a:extLst>
          </p:cNvPr>
          <p:cNvGraphicFramePr>
            <a:graphicFrameLocks noGrp="1"/>
          </p:cNvGraphicFramePr>
          <p:nvPr>
            <p:ph idx="1"/>
            <p:extLst>
              <p:ext uri="{D42A27DB-BD31-4B8C-83A1-F6EECF244321}">
                <p14:modId xmlns:p14="http://schemas.microsoft.com/office/powerpoint/2010/main" val="2094172702"/>
              </p:ext>
            </p:extLst>
          </p:nvPr>
        </p:nvGraphicFramePr>
        <p:xfrm>
          <a:off x="5914180" y="365125"/>
          <a:ext cx="6274771" cy="6127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62736F6C-6389-E65A-817C-97DA43081242}"/>
              </a:ext>
            </a:extLst>
          </p:cNvPr>
          <p:cNvSpPr>
            <a:spLocks noGrp="1"/>
          </p:cNvSpPr>
          <p:nvPr>
            <p:ph type="dt" sz="half" idx="10"/>
          </p:nvPr>
        </p:nvSpPr>
        <p:spPr/>
        <p:txBody>
          <a:bodyPr/>
          <a:lstStyle/>
          <a:p>
            <a:fld id="{EFFAC15A-8220-4899-AFBA-13010C3E0B3D}" type="datetime1">
              <a:rPr lang="en-GB" smtClean="0"/>
              <a:t>30/07/2025</a:t>
            </a:fld>
            <a:endParaRPr lang="en-GB"/>
          </a:p>
        </p:txBody>
      </p:sp>
      <p:sp>
        <p:nvSpPr>
          <p:cNvPr id="6" name="Slide Number Placeholder 5">
            <a:extLst>
              <a:ext uri="{FF2B5EF4-FFF2-40B4-BE49-F238E27FC236}">
                <a16:creationId xmlns:a16="http://schemas.microsoft.com/office/drawing/2014/main" id="{3CBB254A-4D29-AFAC-124E-3A9DF9A90651}"/>
              </a:ext>
            </a:extLst>
          </p:cNvPr>
          <p:cNvSpPr>
            <a:spLocks noGrp="1"/>
          </p:cNvSpPr>
          <p:nvPr>
            <p:ph type="sldNum" sz="quarter" idx="12"/>
          </p:nvPr>
        </p:nvSpPr>
        <p:spPr/>
        <p:txBody>
          <a:bodyPr/>
          <a:lstStyle/>
          <a:p>
            <a:fld id="{E1F53765-4FF0-40A9-A4FE-B27B4CFAA281}" type="slidenum">
              <a:rPr lang="en-GB" smtClean="0"/>
              <a:t>33</a:t>
            </a:fld>
            <a:endParaRPr lang="en-GB"/>
          </a:p>
        </p:txBody>
      </p:sp>
      <p:pic>
        <p:nvPicPr>
          <p:cNvPr id="5" name="Picture 4" descr="The radiologic figure of a skeleton">
            <a:extLst>
              <a:ext uri="{FF2B5EF4-FFF2-40B4-BE49-F238E27FC236}">
                <a16:creationId xmlns:a16="http://schemas.microsoft.com/office/drawing/2014/main" id="{050DF3FF-AB0F-EE89-50D0-CC1ABE5D14CB}"/>
              </a:ext>
            </a:extLst>
          </p:cNvPr>
          <p:cNvPicPr>
            <a:picLocks noChangeAspect="1"/>
          </p:cNvPicPr>
          <p:nvPr/>
        </p:nvPicPr>
        <p:blipFill>
          <a:blip r:embed="rId7"/>
          <a:srcRect l="40913" r="-1"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Tree>
    <p:extLst>
      <p:ext uri="{BB962C8B-B14F-4D97-AF65-F5344CB8AC3E}">
        <p14:creationId xmlns:p14="http://schemas.microsoft.com/office/powerpoint/2010/main" val="3322899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2EFA0-7475-925D-0466-5C27408F4C70}"/>
              </a:ext>
            </a:extLst>
          </p:cNvPr>
          <p:cNvSpPr>
            <a:spLocks noGrp="1"/>
          </p:cNvSpPr>
          <p:nvPr>
            <p:ph type="title"/>
          </p:nvPr>
        </p:nvSpPr>
        <p:spPr>
          <a:xfrm>
            <a:off x="4553733" y="548464"/>
            <a:ext cx="6798541" cy="1675623"/>
          </a:xfrm>
        </p:spPr>
        <p:txBody>
          <a:bodyPr anchor="b">
            <a:normAutofit/>
          </a:bodyPr>
          <a:lstStyle/>
          <a:p>
            <a:r>
              <a:rPr lang="en-GB" sz="4800" b="1" dirty="0"/>
              <a:t>WHY DO ACCIDENTS HAPPEN??</a:t>
            </a:r>
          </a:p>
        </p:txBody>
      </p:sp>
      <p:sp>
        <p:nvSpPr>
          <p:cNvPr id="3" name="Content Placeholder 2">
            <a:extLst>
              <a:ext uri="{FF2B5EF4-FFF2-40B4-BE49-F238E27FC236}">
                <a16:creationId xmlns:a16="http://schemas.microsoft.com/office/drawing/2014/main" id="{95F4634A-ED41-771D-011A-73A816834276}"/>
              </a:ext>
            </a:extLst>
          </p:cNvPr>
          <p:cNvSpPr>
            <a:spLocks noGrp="1"/>
          </p:cNvSpPr>
          <p:nvPr>
            <p:ph idx="1"/>
          </p:nvPr>
        </p:nvSpPr>
        <p:spPr>
          <a:xfrm>
            <a:off x="4553734" y="2409830"/>
            <a:ext cx="6798539" cy="3705217"/>
          </a:xfrm>
        </p:spPr>
        <p:txBody>
          <a:bodyPr>
            <a:normAutofit/>
          </a:bodyPr>
          <a:lstStyle/>
          <a:p>
            <a:r>
              <a:rPr lang="en-GB" sz="4000" b="1" dirty="0">
                <a:solidFill>
                  <a:schemeClr val="accent3">
                    <a:lumMod val="75000"/>
                  </a:schemeClr>
                </a:solidFill>
              </a:rPr>
              <a:t>UNSAFE ACTS</a:t>
            </a:r>
          </a:p>
          <a:p>
            <a:r>
              <a:rPr lang="en-GB" sz="4000" b="1" dirty="0">
                <a:solidFill>
                  <a:schemeClr val="accent3">
                    <a:lumMod val="75000"/>
                  </a:schemeClr>
                </a:solidFill>
              </a:rPr>
              <a:t>UNSAFE CONDITIONS</a:t>
            </a:r>
          </a:p>
        </p:txBody>
      </p:sp>
      <p:sp>
        <p:nvSpPr>
          <p:cNvPr id="4" name="Date Placeholder 3">
            <a:extLst>
              <a:ext uri="{FF2B5EF4-FFF2-40B4-BE49-F238E27FC236}">
                <a16:creationId xmlns:a16="http://schemas.microsoft.com/office/drawing/2014/main" id="{A5FBABB4-1385-5681-65C7-A4BED77C68ED}"/>
              </a:ext>
            </a:extLst>
          </p:cNvPr>
          <p:cNvSpPr>
            <a:spLocks noGrp="1"/>
          </p:cNvSpPr>
          <p:nvPr>
            <p:ph type="dt" sz="half" idx="10"/>
          </p:nvPr>
        </p:nvSpPr>
        <p:spPr/>
        <p:txBody>
          <a:bodyPr>
            <a:normAutofit/>
          </a:bodyPr>
          <a:lstStyle/>
          <a:p>
            <a:pPr>
              <a:spcAft>
                <a:spcPts val="600"/>
              </a:spcAft>
            </a:pPr>
            <a:fld id="{D7028FC1-2F1A-441B-B93D-2F901BB6B7C5}" type="datetime1">
              <a:rPr lang="en-GB">
                <a:solidFill>
                  <a:srgbClr val="FFFFFF"/>
                </a:solidFill>
              </a:rPr>
              <a:pPr>
                <a:spcAft>
                  <a:spcPts val="600"/>
                </a:spcAft>
              </a:pPr>
              <a:t>30/07/2025</a:t>
            </a:fld>
            <a:endParaRPr lang="en-GB">
              <a:solidFill>
                <a:srgbClr val="FFFFFF"/>
              </a:solidFill>
            </a:endParaRPr>
          </a:p>
        </p:txBody>
      </p:sp>
      <p:sp>
        <p:nvSpPr>
          <p:cNvPr id="5" name="Slide Number Placeholder 4">
            <a:extLst>
              <a:ext uri="{FF2B5EF4-FFF2-40B4-BE49-F238E27FC236}">
                <a16:creationId xmlns:a16="http://schemas.microsoft.com/office/drawing/2014/main" id="{EC9678C9-BE13-D75E-D172-1067E6175D8F}"/>
              </a:ext>
            </a:extLst>
          </p:cNvPr>
          <p:cNvSpPr>
            <a:spLocks noGrp="1"/>
          </p:cNvSpPr>
          <p:nvPr>
            <p:ph type="sldNum" sz="quarter" idx="12"/>
          </p:nvPr>
        </p:nvSpPr>
        <p:spPr>
          <a:xfrm>
            <a:off x="9193686" y="6356350"/>
            <a:ext cx="2160114" cy="365125"/>
          </a:xfrm>
        </p:spPr>
        <p:txBody>
          <a:bodyPr>
            <a:normAutofit/>
          </a:bodyPr>
          <a:lstStyle/>
          <a:p>
            <a:pPr>
              <a:spcAft>
                <a:spcPts val="600"/>
              </a:spcAft>
            </a:pPr>
            <a:fld id="{E1F53765-4FF0-40A9-A4FE-B27B4CFAA281}" type="slidenum">
              <a:rPr lang="en-GB" smtClean="0"/>
              <a:pPr>
                <a:spcAft>
                  <a:spcPts val="600"/>
                </a:spcAft>
              </a:pPr>
              <a:t>34</a:t>
            </a:fld>
            <a:endParaRPr lang="en-GB"/>
          </a:p>
        </p:txBody>
      </p:sp>
      <p:pic>
        <p:nvPicPr>
          <p:cNvPr id="7" name="Picture 6" descr="3D black question marks with one yellow question mark">
            <a:extLst>
              <a:ext uri="{FF2B5EF4-FFF2-40B4-BE49-F238E27FC236}">
                <a16:creationId xmlns:a16="http://schemas.microsoft.com/office/drawing/2014/main" id="{E806D0E8-8A63-5E0C-63C2-77CADE9FFFB8}"/>
              </a:ext>
            </a:extLst>
          </p:cNvPr>
          <p:cNvPicPr>
            <a:picLocks noChangeAspect="1"/>
          </p:cNvPicPr>
          <p:nvPr/>
        </p:nvPicPr>
        <p:blipFill>
          <a:blip r:embed="rId2"/>
          <a:srcRect l="50266" r="27399" b="1"/>
          <a:stretch/>
        </p:blipFill>
        <p:spPr>
          <a:xfrm>
            <a:off x="1" y="10"/>
            <a:ext cx="4196496" cy="6857990"/>
          </a:xfrm>
          <a:prstGeom prst="rect">
            <a:avLst/>
          </a:prstGeom>
          <a:effectLst/>
        </p:spPr>
      </p:pic>
    </p:spTree>
    <p:extLst>
      <p:ext uri="{BB962C8B-B14F-4D97-AF65-F5344CB8AC3E}">
        <p14:creationId xmlns:p14="http://schemas.microsoft.com/office/powerpoint/2010/main" val="1540815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E580C5AC-9AA6-24AA-2E4C-E4AEBD077045}"/>
              </a:ext>
            </a:extLst>
          </p:cNvPr>
          <p:cNvSpPr>
            <a:spLocks noGrp="1"/>
          </p:cNvSpPr>
          <p:nvPr>
            <p:ph type="title"/>
          </p:nvPr>
        </p:nvSpPr>
        <p:spPr>
          <a:xfrm>
            <a:off x="0" y="1412488"/>
            <a:ext cx="3737389" cy="4363844"/>
          </a:xfrm>
        </p:spPr>
        <p:txBody>
          <a:bodyPr anchor="t">
            <a:normAutofit/>
          </a:bodyPr>
          <a:lstStyle/>
          <a:p>
            <a:r>
              <a:rPr lang="en-GB" sz="4000" dirty="0">
                <a:solidFill>
                  <a:srgbClr val="FFFFFF"/>
                </a:solidFill>
              </a:rPr>
              <a:t>UNSAFE ACTS AND CONDITIONS</a:t>
            </a:r>
          </a:p>
        </p:txBody>
      </p:sp>
      <p:sp>
        <p:nvSpPr>
          <p:cNvPr id="7" name="Content Placeholder 6">
            <a:extLst>
              <a:ext uri="{FF2B5EF4-FFF2-40B4-BE49-F238E27FC236}">
                <a16:creationId xmlns:a16="http://schemas.microsoft.com/office/drawing/2014/main" id="{D72D11F9-5770-AB39-CB7E-387E85928BAF}"/>
              </a:ext>
            </a:extLst>
          </p:cNvPr>
          <p:cNvSpPr>
            <a:spLocks noGrp="1"/>
          </p:cNvSpPr>
          <p:nvPr>
            <p:ph sz="half" idx="1"/>
          </p:nvPr>
        </p:nvSpPr>
        <p:spPr>
          <a:xfrm>
            <a:off x="4219953" y="303217"/>
            <a:ext cx="3708107" cy="4363844"/>
          </a:xfrm>
        </p:spPr>
        <p:txBody>
          <a:bodyPr>
            <a:noAutofit/>
          </a:bodyPr>
          <a:lstStyle/>
          <a:p>
            <a:pPr algn="just"/>
            <a:r>
              <a:rPr lang="en-GB" sz="2400" b="0" i="0" u="none" strike="noStrike" baseline="0" dirty="0">
                <a:latin typeface="Times New Roman" panose="02020603050405020304" pitchFamily="18" charset="0"/>
              </a:rPr>
              <a:t>1.</a:t>
            </a:r>
            <a:r>
              <a:rPr lang="en-GB" sz="2400" b="1" i="0" u="none" strike="noStrike" baseline="0" dirty="0">
                <a:latin typeface="Times New Roman" panose="02020603050405020304" pitchFamily="18" charset="0"/>
              </a:rPr>
              <a:t>Unsafe acts </a:t>
            </a:r>
            <a:r>
              <a:rPr lang="en-GB" sz="2400" b="0" i="0" u="none" strike="noStrike" baseline="0" dirty="0">
                <a:latin typeface="Times New Roman" panose="02020603050405020304" pitchFamily="18" charset="0"/>
              </a:rPr>
              <a:t>: any activity or task that is conducted in a manner which increase the probabilities of an accident. </a:t>
            </a:r>
          </a:p>
          <a:p>
            <a:pPr algn="just"/>
            <a:r>
              <a:rPr lang="en-GB" sz="2400" b="0" i="0" u="none" strike="noStrike" baseline="0" dirty="0" err="1">
                <a:latin typeface="Times New Roman" panose="02020603050405020304" pitchFamily="18" charset="0"/>
              </a:rPr>
              <a:t>Eg</a:t>
            </a:r>
            <a:r>
              <a:rPr lang="en-GB" sz="2400" b="0" i="0" u="none" strike="noStrike" baseline="0" dirty="0">
                <a:latin typeface="Times New Roman" panose="02020603050405020304" pitchFamily="18" charset="0"/>
              </a:rPr>
              <a:t>: Influence of drugs, operating </a:t>
            </a:r>
            <a:r>
              <a:rPr lang="en-GB" sz="2400" b="0" i="0" u="none" strike="noStrike" baseline="0" dirty="0" err="1">
                <a:latin typeface="Times New Roman" panose="02020603050405020304" pitchFamily="18" charset="0"/>
              </a:rPr>
              <a:t>equipments</a:t>
            </a:r>
            <a:r>
              <a:rPr lang="en-GB" sz="2400" b="0" i="0" u="none" strike="noStrike" baseline="0" dirty="0">
                <a:latin typeface="Times New Roman" panose="02020603050405020304" pitchFamily="18" charset="0"/>
              </a:rPr>
              <a:t> or tools without authority, using damaged or defective </a:t>
            </a:r>
            <a:r>
              <a:rPr lang="en-GB" sz="2400" b="0" i="0" u="none" strike="noStrike" baseline="0" dirty="0" err="1">
                <a:latin typeface="Times New Roman" panose="02020603050405020304" pitchFamily="18" charset="0"/>
              </a:rPr>
              <a:t>equipments</a:t>
            </a:r>
            <a:r>
              <a:rPr lang="en-GB" sz="2400" b="0" i="0" u="none" strike="noStrike" baseline="0" dirty="0">
                <a:latin typeface="Times New Roman" panose="02020603050405020304" pitchFamily="18" charset="0"/>
              </a:rPr>
              <a:t>, not using personal protective </a:t>
            </a:r>
            <a:r>
              <a:rPr lang="en-GB" sz="2400" b="0" i="0" u="none" strike="noStrike" baseline="0" dirty="0" err="1">
                <a:latin typeface="Times New Roman" panose="02020603050405020304" pitchFamily="18" charset="0"/>
              </a:rPr>
              <a:t>equipments</a:t>
            </a:r>
            <a:r>
              <a:rPr lang="en-GB" sz="2400" b="0" i="0" u="none" strike="noStrike" baseline="0" dirty="0">
                <a:latin typeface="Times New Roman" panose="02020603050405020304" pitchFamily="18" charset="0"/>
              </a:rPr>
              <a:t>, operating </a:t>
            </a:r>
            <a:r>
              <a:rPr lang="en-GB" sz="2400" b="0" i="0" u="none" strike="noStrike" baseline="0" dirty="0" err="1">
                <a:latin typeface="Times New Roman" panose="02020603050405020304" pitchFamily="18" charset="0"/>
              </a:rPr>
              <a:t>equipments</a:t>
            </a:r>
            <a:r>
              <a:rPr lang="en-GB" sz="2400" b="0" i="0" u="none" strike="noStrike" baseline="0" dirty="0">
                <a:latin typeface="Times New Roman" panose="02020603050405020304" pitchFamily="18" charset="0"/>
              </a:rPr>
              <a:t> at improper speed, improper working position, Improper lifting, removing safety devices</a:t>
            </a:r>
          </a:p>
        </p:txBody>
      </p:sp>
      <p:cxnSp>
        <p:nvCxnSpPr>
          <p:cNvPr id="25" name="Straight Connector 24">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52D07D6-CC7B-1A98-6F62-734CC34169EF}"/>
              </a:ext>
            </a:extLst>
          </p:cNvPr>
          <p:cNvSpPr>
            <a:spLocks noGrp="1"/>
          </p:cNvSpPr>
          <p:nvPr>
            <p:ph sz="half" idx="2"/>
          </p:nvPr>
        </p:nvSpPr>
        <p:spPr>
          <a:xfrm>
            <a:off x="8331683" y="321620"/>
            <a:ext cx="3860316" cy="4363844"/>
          </a:xfrm>
        </p:spPr>
        <p:txBody>
          <a:bodyPr>
            <a:noAutofit/>
          </a:bodyPr>
          <a:lstStyle/>
          <a:p>
            <a:pPr algn="just"/>
            <a:r>
              <a:rPr lang="en-GB" sz="2400" b="0" i="0" u="none" strike="noStrike" baseline="0" dirty="0">
                <a:latin typeface="Times New Roman" panose="02020603050405020304" pitchFamily="18" charset="0"/>
              </a:rPr>
              <a:t>2. </a:t>
            </a:r>
            <a:r>
              <a:rPr lang="en-GB" sz="2400" b="1" i="0" u="none" strike="noStrike" baseline="0" dirty="0">
                <a:latin typeface="Times New Roman" panose="02020603050405020304" pitchFamily="18" charset="0"/>
              </a:rPr>
              <a:t>Unsafe  conditions </a:t>
            </a:r>
            <a:r>
              <a:rPr lang="en-GB" sz="2400" b="0" i="0" u="none" strike="noStrike" baseline="0" dirty="0">
                <a:latin typeface="Times New Roman" panose="02020603050405020304" pitchFamily="18" charset="0"/>
              </a:rPr>
              <a:t>: A condition in the workplace that is likely to cause property damage or injury</a:t>
            </a:r>
          </a:p>
          <a:p>
            <a:pPr algn="just"/>
            <a:r>
              <a:rPr lang="en-GB" sz="2400" b="0" i="0" u="none" strike="noStrike" baseline="0" dirty="0" err="1">
                <a:latin typeface="Times New Roman" panose="02020603050405020304" pitchFamily="18" charset="0"/>
              </a:rPr>
              <a:t>Eg</a:t>
            </a:r>
            <a:r>
              <a:rPr lang="en-GB" sz="2400" b="0" i="0" u="none" strike="noStrike" baseline="0" dirty="0">
                <a:latin typeface="Times New Roman" panose="02020603050405020304" pitchFamily="18" charset="0"/>
              </a:rPr>
              <a:t>: Poor or improper ventilation, poor lighting, unsafe atmosphere(heat, dust, fumes, chemicals &amp; vibration), slippery or wet floors , congestion of working area, noise exposure, inadequate warning system, loose electrical </a:t>
            </a:r>
            <a:r>
              <a:rPr lang="en-GB" sz="2400" b="0" i="0" u="none" strike="noStrike" baseline="0" dirty="0" err="1">
                <a:latin typeface="Times New Roman" panose="02020603050405020304" pitchFamily="18" charset="0"/>
              </a:rPr>
              <a:t>wiring,unsafepilling</a:t>
            </a:r>
            <a:r>
              <a:rPr lang="en-GB" sz="2400" b="0" i="0" u="none" strike="noStrike" baseline="0" dirty="0">
                <a:latin typeface="Times New Roman" panose="02020603050405020304" pitchFamily="18" charset="0"/>
              </a:rPr>
              <a:t> stacking and storing</a:t>
            </a:r>
            <a:endParaRPr lang="en-GB" sz="2400" dirty="0"/>
          </a:p>
          <a:p>
            <a:pPr algn="just"/>
            <a:endParaRPr lang="en-GB" sz="2400" dirty="0"/>
          </a:p>
        </p:txBody>
      </p:sp>
      <p:sp>
        <p:nvSpPr>
          <p:cNvPr id="4" name="Date Placeholder 3">
            <a:extLst>
              <a:ext uri="{FF2B5EF4-FFF2-40B4-BE49-F238E27FC236}">
                <a16:creationId xmlns:a16="http://schemas.microsoft.com/office/drawing/2014/main" id="{5EF76FA8-4B13-4332-6DD4-A548EB186932}"/>
              </a:ext>
            </a:extLst>
          </p:cNvPr>
          <p:cNvSpPr>
            <a:spLocks noGrp="1"/>
          </p:cNvSpPr>
          <p:nvPr>
            <p:ph type="dt" sz="half" idx="10"/>
          </p:nvPr>
        </p:nvSpPr>
        <p:spPr>
          <a:xfrm>
            <a:off x="838200" y="6356350"/>
            <a:ext cx="2743200" cy="365125"/>
          </a:xfrm>
        </p:spPr>
        <p:txBody>
          <a:bodyPr>
            <a:normAutofit/>
          </a:bodyPr>
          <a:lstStyle/>
          <a:p>
            <a:pPr>
              <a:spcAft>
                <a:spcPts val="600"/>
              </a:spcAft>
            </a:pPr>
            <a:fld id="{D7028FC1-2F1A-441B-B93D-2F901BB6B7C5}" type="datetime1">
              <a:rPr lang="en-GB">
                <a:solidFill>
                  <a:srgbClr val="FFFFFF">
                    <a:alpha val="80000"/>
                  </a:srgbClr>
                </a:solidFill>
              </a:rPr>
              <a:pPr>
                <a:spcAft>
                  <a:spcPts val="600"/>
                </a:spcAft>
              </a:pPr>
              <a:t>30/07/2025</a:t>
            </a:fld>
            <a:endParaRPr lang="en-GB">
              <a:solidFill>
                <a:srgbClr val="FFFFFF">
                  <a:alpha val="80000"/>
                </a:srgbClr>
              </a:solidFill>
            </a:endParaRPr>
          </a:p>
        </p:txBody>
      </p:sp>
      <p:sp>
        <p:nvSpPr>
          <p:cNvPr id="5" name="Slide Number Placeholder 4">
            <a:extLst>
              <a:ext uri="{FF2B5EF4-FFF2-40B4-BE49-F238E27FC236}">
                <a16:creationId xmlns:a16="http://schemas.microsoft.com/office/drawing/2014/main" id="{26F05DBB-4050-BC48-1845-0EB1CB798A3F}"/>
              </a:ext>
            </a:extLst>
          </p:cNvPr>
          <p:cNvSpPr>
            <a:spLocks noGrp="1"/>
          </p:cNvSpPr>
          <p:nvPr>
            <p:ph type="sldNum" sz="quarter" idx="12"/>
          </p:nvPr>
        </p:nvSpPr>
        <p:spPr>
          <a:xfrm>
            <a:off x="9202366" y="6356350"/>
            <a:ext cx="2151434" cy="365125"/>
          </a:xfrm>
        </p:spPr>
        <p:txBody>
          <a:bodyPr>
            <a:normAutofit/>
          </a:bodyPr>
          <a:lstStyle/>
          <a:p>
            <a:pPr>
              <a:spcAft>
                <a:spcPts val="600"/>
              </a:spcAft>
            </a:pPr>
            <a:fld id="{E1F53765-4FF0-40A9-A4FE-B27B4CFAA281}" type="slidenum">
              <a:rPr lang="en-GB" smtClean="0"/>
              <a:pPr>
                <a:spcAft>
                  <a:spcPts val="600"/>
                </a:spcAft>
              </a:pPr>
              <a:t>35</a:t>
            </a:fld>
            <a:endParaRPr lang="en-GB"/>
          </a:p>
        </p:txBody>
      </p:sp>
    </p:spTree>
    <p:extLst>
      <p:ext uri="{BB962C8B-B14F-4D97-AF65-F5344CB8AC3E}">
        <p14:creationId xmlns:p14="http://schemas.microsoft.com/office/powerpoint/2010/main" val="3696644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Content Placeholder 6" descr="A diagram of a forklift lifting boxes&#10;&#10;Description automatically generated">
            <a:extLst>
              <a:ext uri="{FF2B5EF4-FFF2-40B4-BE49-F238E27FC236}">
                <a16:creationId xmlns:a16="http://schemas.microsoft.com/office/drawing/2014/main" id="{8205FB1F-2A14-AA9E-7B9C-08FF2A1330E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8197"/>
          <a:stretch/>
        </p:blipFill>
        <p:spPr>
          <a:xfrm>
            <a:off x="20" y="1282"/>
            <a:ext cx="12191980" cy="6856718"/>
          </a:xfrm>
          <a:prstGeom prst="rect">
            <a:avLst/>
          </a:prstGeom>
        </p:spPr>
      </p:pic>
      <p:sp>
        <p:nvSpPr>
          <p:cNvPr id="4" name="Date Placeholder 3">
            <a:extLst>
              <a:ext uri="{FF2B5EF4-FFF2-40B4-BE49-F238E27FC236}">
                <a16:creationId xmlns:a16="http://schemas.microsoft.com/office/drawing/2014/main" id="{F8879E05-6AFC-E210-ADD5-7D7FC0225C3D}"/>
              </a:ext>
            </a:extLst>
          </p:cNvPr>
          <p:cNvSpPr>
            <a:spLocks noGrp="1"/>
          </p:cNvSpPr>
          <p:nvPr>
            <p:ph type="dt" sz="half" idx="10"/>
          </p:nvPr>
        </p:nvSpPr>
        <p:spPr/>
        <p:txBody>
          <a:bodyPr vert="horz" lIns="91440" tIns="45720" rIns="91440" bIns="45720" rtlCol="0" anchor="ctr">
            <a:normAutofit/>
          </a:bodyPr>
          <a:lstStyle/>
          <a:p>
            <a:pPr>
              <a:spcAft>
                <a:spcPts val="600"/>
              </a:spcAft>
            </a:pPr>
            <a:fld id="{D7028FC1-2F1A-441B-B93D-2F901BB6B7C5}" type="datetime1">
              <a:rPr lang="en-US">
                <a:solidFill>
                  <a:srgbClr val="FFFFFF"/>
                </a:solidFill>
              </a:rPr>
              <a:pPr>
                <a:spcAft>
                  <a:spcPts val="600"/>
                </a:spcAft>
              </a:pPr>
              <a:t>7/30/2025</a:t>
            </a:fld>
            <a:endParaRPr lang="en-US">
              <a:solidFill>
                <a:srgbClr val="FFFFFF"/>
              </a:solidFill>
            </a:endParaRPr>
          </a:p>
        </p:txBody>
      </p:sp>
      <p:sp>
        <p:nvSpPr>
          <p:cNvPr id="5" name="Slide Number Placeholder 4">
            <a:extLst>
              <a:ext uri="{FF2B5EF4-FFF2-40B4-BE49-F238E27FC236}">
                <a16:creationId xmlns:a16="http://schemas.microsoft.com/office/drawing/2014/main" id="{2CB22208-EE25-F78A-14BA-D2DCBFA61022}"/>
              </a:ext>
            </a:extLst>
          </p:cNvPr>
          <p:cNvSpPr>
            <a:spLocks noGrp="1"/>
          </p:cNvSpPr>
          <p:nvPr>
            <p:ph type="sldNum" sz="quarter" idx="12"/>
          </p:nvPr>
        </p:nvSpPr>
        <p:spPr/>
        <p:txBody>
          <a:bodyPr vert="horz" lIns="91440" tIns="45720" rIns="91440" bIns="45720" rtlCol="0" anchor="ctr">
            <a:normAutofit/>
          </a:bodyPr>
          <a:lstStyle/>
          <a:p>
            <a:pPr>
              <a:spcAft>
                <a:spcPts val="600"/>
              </a:spcAft>
            </a:pPr>
            <a:fld id="{E1F53765-4FF0-40A9-A4FE-B27B4CFAA281}" type="slidenum">
              <a:rPr lang="en-US">
                <a:solidFill>
                  <a:srgbClr val="FFFFFF"/>
                </a:solidFill>
              </a:rPr>
              <a:pPr>
                <a:spcAft>
                  <a:spcPts val="600"/>
                </a:spcAft>
              </a:pPr>
              <a:t>36</a:t>
            </a:fld>
            <a:endParaRPr lang="en-US">
              <a:solidFill>
                <a:srgbClr val="FFFFFF"/>
              </a:solidFill>
            </a:endParaRPr>
          </a:p>
        </p:txBody>
      </p:sp>
    </p:spTree>
    <p:extLst>
      <p:ext uri="{BB962C8B-B14F-4D97-AF65-F5344CB8AC3E}">
        <p14:creationId xmlns:p14="http://schemas.microsoft.com/office/powerpoint/2010/main" val="2932695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C4DEC8-0A69-B961-938C-C7F26D228E32}"/>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b="1" kern="1200">
                <a:solidFill>
                  <a:srgbClr val="FFFFFF"/>
                </a:solidFill>
                <a:latin typeface="+mj-lt"/>
                <a:ea typeface="+mj-ea"/>
                <a:cs typeface="+mj-cs"/>
              </a:rPr>
              <a:t>UNSAFE ACT</a:t>
            </a:r>
          </a:p>
        </p:txBody>
      </p:sp>
      <p:sp>
        <p:nvSpPr>
          <p:cNvPr id="3" name="Content Placeholder 2">
            <a:extLst>
              <a:ext uri="{FF2B5EF4-FFF2-40B4-BE49-F238E27FC236}">
                <a16:creationId xmlns:a16="http://schemas.microsoft.com/office/drawing/2014/main" id="{FC088925-3873-8118-5C57-1A7848C55E80}"/>
              </a:ext>
            </a:extLst>
          </p:cNvPr>
          <p:cNvSpPr>
            <a:spLocks/>
          </p:cNvSpPr>
          <p:nvPr/>
        </p:nvSpPr>
        <p:spPr>
          <a:xfrm>
            <a:off x="644056" y="2619690"/>
            <a:ext cx="8902531" cy="489765"/>
          </a:xfrm>
          <a:prstGeom prst="rect">
            <a:avLst/>
          </a:prstGeom>
        </p:spPr>
        <p:txBody>
          <a:bodyPr>
            <a:noAutofit/>
          </a:bodyPr>
          <a:lstStyle/>
          <a:p>
            <a:pPr defTabSz="546811">
              <a:lnSpc>
                <a:spcPct val="90000"/>
              </a:lnSpc>
              <a:spcAft>
                <a:spcPts val="552"/>
              </a:spcAft>
            </a:pPr>
            <a:r>
              <a:rPr lang="en-US" sz="2576" b="1" kern="1200">
                <a:solidFill>
                  <a:schemeClr val="tx1"/>
                </a:solidFill>
                <a:latin typeface="+mn-lt"/>
                <a:ea typeface="+mn-ea"/>
                <a:cs typeface="+mn-cs"/>
              </a:rPr>
              <a:t>Committing mistake by person or Any act that may lead to accident is known as unsafe act. </a:t>
            </a:r>
          </a:p>
          <a:p>
            <a:pPr>
              <a:lnSpc>
                <a:spcPct val="90000"/>
              </a:lnSpc>
              <a:spcAft>
                <a:spcPts val="600"/>
              </a:spcAft>
            </a:pPr>
            <a:endParaRPr lang="en-GB" sz="2800" dirty="0"/>
          </a:p>
        </p:txBody>
      </p:sp>
      <p:sp>
        <p:nvSpPr>
          <p:cNvPr id="33" name="Content Placeholder 6">
            <a:extLst>
              <a:ext uri="{FF2B5EF4-FFF2-40B4-BE49-F238E27FC236}">
                <a16:creationId xmlns:a16="http://schemas.microsoft.com/office/drawing/2014/main" id="{E73343C1-FF1B-7130-0B00-C4EDDBEC86C6}"/>
              </a:ext>
            </a:extLst>
          </p:cNvPr>
          <p:cNvSpPr>
            <a:spLocks/>
          </p:cNvSpPr>
          <p:nvPr/>
        </p:nvSpPr>
        <p:spPr>
          <a:xfrm>
            <a:off x="1307034" y="3506805"/>
            <a:ext cx="4309735" cy="2662847"/>
          </a:xfrm>
          <a:prstGeom prst="rect">
            <a:avLst/>
          </a:prstGeom>
        </p:spPr>
        <p:txBody>
          <a:bodyPr>
            <a:noAutofit/>
          </a:bodyPr>
          <a:lstStyle/>
          <a:p>
            <a:pPr marL="307582" indent="-307582" defTabSz="546811">
              <a:lnSpc>
                <a:spcPct val="90000"/>
              </a:lnSpc>
              <a:spcBef>
                <a:spcPts val="75"/>
              </a:spcBef>
              <a:buFont typeface="+mj-lt"/>
              <a:buAutoNum type="arabicPeriod"/>
            </a:pPr>
            <a:r>
              <a:rPr lang="en-US" sz="2208" kern="1200">
                <a:solidFill>
                  <a:schemeClr val="tx1"/>
                </a:solidFill>
                <a:latin typeface="+mn-lt"/>
                <a:ea typeface="+mn-ea"/>
                <a:cs typeface="+mn-cs"/>
              </a:rPr>
              <a:t>Working without wearing safety helmet &amp; safety Shoes</a:t>
            </a:r>
          </a:p>
          <a:p>
            <a:pPr marL="307582" indent="-307582" defTabSz="546811">
              <a:lnSpc>
                <a:spcPct val="90000"/>
              </a:lnSpc>
              <a:spcBef>
                <a:spcPts val="75"/>
              </a:spcBef>
              <a:buFont typeface="+mj-lt"/>
              <a:buAutoNum type="arabicPeriod"/>
            </a:pPr>
            <a:r>
              <a:rPr lang="en-US" sz="2208" kern="1200">
                <a:solidFill>
                  <a:schemeClr val="tx1"/>
                </a:solidFill>
                <a:latin typeface="+mn-lt"/>
                <a:ea typeface="+mn-ea"/>
                <a:cs typeface="+mn-cs"/>
              </a:rPr>
              <a:t>Working at height without wearing full body harness.</a:t>
            </a:r>
          </a:p>
          <a:p>
            <a:pPr marL="307582" indent="-307582" defTabSz="546811">
              <a:lnSpc>
                <a:spcPct val="90000"/>
              </a:lnSpc>
              <a:spcBef>
                <a:spcPts val="75"/>
              </a:spcBef>
              <a:buFont typeface="+mj-lt"/>
              <a:buAutoNum type="arabicPeriod"/>
            </a:pPr>
            <a:r>
              <a:rPr lang="en-US" sz="2208" kern="1200">
                <a:solidFill>
                  <a:schemeClr val="tx1"/>
                </a:solidFill>
                <a:latin typeface="+mn-lt"/>
                <a:ea typeface="+mn-ea"/>
                <a:cs typeface="+mn-cs"/>
              </a:rPr>
              <a:t>Taking Rest in working Areas</a:t>
            </a:r>
          </a:p>
          <a:p>
            <a:pPr marL="307582" indent="-307582" defTabSz="546811">
              <a:lnSpc>
                <a:spcPct val="90000"/>
              </a:lnSpc>
              <a:spcBef>
                <a:spcPts val="75"/>
              </a:spcBef>
              <a:buFont typeface="+mj-lt"/>
              <a:buAutoNum type="arabicPeriod"/>
            </a:pPr>
            <a:r>
              <a:rPr lang="en-US" sz="2208" kern="1200">
                <a:solidFill>
                  <a:schemeClr val="tx1"/>
                </a:solidFill>
                <a:latin typeface="+mn-lt"/>
                <a:ea typeface="+mn-ea"/>
                <a:cs typeface="+mn-cs"/>
              </a:rPr>
              <a:t>working or Taking rest below Hanging Load</a:t>
            </a:r>
          </a:p>
          <a:p>
            <a:pPr marL="307582" indent="-307582" defTabSz="546811">
              <a:lnSpc>
                <a:spcPct val="90000"/>
              </a:lnSpc>
              <a:spcBef>
                <a:spcPts val="75"/>
              </a:spcBef>
              <a:buFont typeface="+mj-lt"/>
              <a:buAutoNum type="arabicPeriod"/>
            </a:pPr>
            <a:r>
              <a:rPr lang="en-US" sz="2208" kern="1200">
                <a:solidFill>
                  <a:schemeClr val="tx1"/>
                </a:solidFill>
                <a:latin typeface="+mn-lt"/>
                <a:ea typeface="+mn-ea"/>
                <a:cs typeface="+mn-cs"/>
              </a:rPr>
              <a:t>Over speeding</a:t>
            </a:r>
          </a:p>
          <a:p>
            <a:pPr>
              <a:lnSpc>
                <a:spcPct val="90000"/>
              </a:lnSpc>
            </a:pPr>
            <a:endParaRPr lang="en-GB" sz="2400" dirty="0"/>
          </a:p>
        </p:txBody>
      </p:sp>
      <p:sp>
        <p:nvSpPr>
          <p:cNvPr id="4" name="Date Placeholder 3">
            <a:extLst>
              <a:ext uri="{FF2B5EF4-FFF2-40B4-BE49-F238E27FC236}">
                <a16:creationId xmlns:a16="http://schemas.microsoft.com/office/drawing/2014/main" id="{88EF2CDD-14AA-361D-6C35-A64D2667663C}"/>
              </a:ext>
            </a:extLst>
          </p:cNvPr>
          <p:cNvSpPr>
            <a:spLocks/>
          </p:cNvSpPr>
          <p:nvPr/>
        </p:nvSpPr>
        <p:spPr>
          <a:xfrm>
            <a:off x="2799239" y="6078231"/>
            <a:ext cx="1678730" cy="223442"/>
          </a:xfrm>
          <a:prstGeom prst="rect">
            <a:avLst/>
          </a:prstGeom>
        </p:spPr>
        <p:txBody>
          <a:bodyPr/>
          <a:lstStyle/>
          <a:p>
            <a:pPr defTabSz="546811">
              <a:spcAft>
                <a:spcPts val="552"/>
              </a:spcAft>
            </a:pPr>
            <a:fld id="{D7028FC1-2F1A-441B-B93D-2F901BB6B7C5}" type="datetime1">
              <a:rPr lang="en-GB" sz="1076" kern="1200">
                <a:solidFill>
                  <a:schemeClr val="tx1"/>
                </a:solidFill>
                <a:latin typeface="+mn-lt"/>
                <a:ea typeface="+mn-ea"/>
                <a:cs typeface="+mn-cs"/>
              </a:rPr>
              <a:pPr defTabSz="546811">
                <a:spcAft>
                  <a:spcPts val="552"/>
                </a:spcAft>
              </a:pPr>
              <a:t>30/07/2025</a:t>
            </a:fld>
            <a:endParaRPr lang="en-GB"/>
          </a:p>
        </p:txBody>
      </p:sp>
      <p:sp>
        <p:nvSpPr>
          <p:cNvPr id="5" name="Slide Number Placeholder 4">
            <a:extLst>
              <a:ext uri="{FF2B5EF4-FFF2-40B4-BE49-F238E27FC236}">
                <a16:creationId xmlns:a16="http://schemas.microsoft.com/office/drawing/2014/main" id="{6A071F4E-6AFD-CF11-7552-46D3BBEF1F7F}"/>
              </a:ext>
            </a:extLst>
          </p:cNvPr>
          <p:cNvSpPr>
            <a:spLocks/>
          </p:cNvSpPr>
          <p:nvPr/>
        </p:nvSpPr>
        <p:spPr>
          <a:xfrm>
            <a:off x="7555641" y="6078231"/>
            <a:ext cx="1678730" cy="223442"/>
          </a:xfrm>
          <a:prstGeom prst="rect">
            <a:avLst/>
          </a:prstGeom>
        </p:spPr>
        <p:txBody>
          <a:bodyPr/>
          <a:lstStyle/>
          <a:p>
            <a:pPr defTabSz="546811">
              <a:spcAft>
                <a:spcPts val="552"/>
              </a:spcAft>
            </a:pPr>
            <a:fld id="{E1F53765-4FF0-40A9-A4FE-B27B4CFAA281}" type="slidenum">
              <a:rPr lang="en-GB" sz="1076" kern="1200">
                <a:solidFill>
                  <a:schemeClr val="tx1"/>
                </a:solidFill>
                <a:latin typeface="+mn-lt"/>
                <a:ea typeface="+mn-ea"/>
                <a:cs typeface="+mn-cs"/>
              </a:rPr>
              <a:pPr defTabSz="546811">
                <a:spcAft>
                  <a:spcPts val="552"/>
                </a:spcAft>
              </a:pPr>
              <a:t>37</a:t>
            </a:fld>
            <a:endParaRPr lang="en-GB"/>
          </a:p>
        </p:txBody>
      </p:sp>
      <p:sp>
        <p:nvSpPr>
          <p:cNvPr id="8" name="Content Placeholder 6">
            <a:extLst>
              <a:ext uri="{FF2B5EF4-FFF2-40B4-BE49-F238E27FC236}">
                <a16:creationId xmlns:a16="http://schemas.microsoft.com/office/drawing/2014/main" id="{8ED95968-91A7-76EF-A944-375B4F697AF7}"/>
              </a:ext>
            </a:extLst>
          </p:cNvPr>
          <p:cNvSpPr txBox="1">
            <a:spLocks/>
          </p:cNvSpPr>
          <p:nvPr/>
        </p:nvSpPr>
        <p:spPr>
          <a:xfrm>
            <a:off x="6375652" y="3262419"/>
            <a:ext cx="5196233" cy="2662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7582" indent="-307582" algn="just" defTabSz="546811">
              <a:lnSpc>
                <a:spcPct val="100000"/>
              </a:lnSpc>
              <a:spcBef>
                <a:spcPts val="75"/>
              </a:spcBef>
              <a:buFont typeface="+mj-lt"/>
              <a:buAutoNum type="arabicPeriod" startAt="6"/>
            </a:pPr>
            <a:r>
              <a:rPr lang="en-US" sz="2208" kern="1200">
                <a:solidFill>
                  <a:schemeClr val="tx1"/>
                </a:solidFill>
                <a:latin typeface="+mn-lt"/>
                <a:ea typeface="+mn-ea"/>
                <a:cs typeface="+mn-cs"/>
              </a:rPr>
              <a:t>Operating equipment without qualification or authorization.</a:t>
            </a:r>
          </a:p>
          <a:p>
            <a:pPr marL="307582" indent="-307582" algn="just" defTabSz="546811">
              <a:lnSpc>
                <a:spcPct val="100000"/>
              </a:lnSpc>
              <a:spcBef>
                <a:spcPts val="75"/>
              </a:spcBef>
              <a:buFont typeface="+mj-lt"/>
              <a:buAutoNum type="arabicPeriod" startAt="6"/>
            </a:pPr>
            <a:r>
              <a:rPr lang="en-US" sz="2208" kern="1200">
                <a:solidFill>
                  <a:schemeClr val="tx1"/>
                </a:solidFill>
                <a:latin typeface="+mn-lt"/>
                <a:ea typeface="+mn-ea"/>
                <a:cs typeface="+mn-cs"/>
              </a:rPr>
              <a:t>Lack of/or improper use of PPE</a:t>
            </a:r>
          </a:p>
          <a:p>
            <a:pPr marL="307582" indent="-307582" algn="just" defTabSz="546811">
              <a:lnSpc>
                <a:spcPct val="100000"/>
              </a:lnSpc>
              <a:spcBef>
                <a:spcPts val="75"/>
              </a:spcBef>
              <a:buFont typeface="+mj-lt"/>
              <a:buAutoNum type="arabicPeriod" startAt="6"/>
            </a:pPr>
            <a:r>
              <a:rPr lang="en-US" sz="2208" kern="1200">
                <a:solidFill>
                  <a:schemeClr val="tx1"/>
                </a:solidFill>
                <a:latin typeface="+mn-lt"/>
                <a:ea typeface="+mn-ea"/>
                <a:cs typeface="+mn-cs"/>
              </a:rPr>
              <a:t>Operating equipment at unsafe speeds</a:t>
            </a:r>
          </a:p>
          <a:p>
            <a:pPr marL="307582" indent="-307582" algn="just" defTabSz="546811">
              <a:lnSpc>
                <a:spcPct val="100000"/>
              </a:lnSpc>
              <a:spcBef>
                <a:spcPts val="75"/>
              </a:spcBef>
              <a:buFont typeface="+mj-lt"/>
              <a:buAutoNum type="arabicPeriod" startAt="6"/>
            </a:pPr>
            <a:r>
              <a:rPr lang="en-US" sz="2208" kern="1200">
                <a:solidFill>
                  <a:schemeClr val="tx1"/>
                </a:solidFill>
                <a:latin typeface="+mn-lt"/>
                <a:ea typeface="+mn-ea"/>
                <a:cs typeface="+mn-cs"/>
              </a:rPr>
              <a:t>Failure to warn</a:t>
            </a:r>
          </a:p>
          <a:p>
            <a:pPr marL="307582" indent="-307582" algn="just" defTabSz="546811">
              <a:lnSpc>
                <a:spcPct val="100000"/>
              </a:lnSpc>
              <a:spcBef>
                <a:spcPts val="75"/>
              </a:spcBef>
              <a:buFont typeface="+mj-lt"/>
              <a:buAutoNum type="arabicPeriod" startAt="6"/>
            </a:pPr>
            <a:r>
              <a:rPr lang="en-US" sz="2208" kern="1200">
                <a:solidFill>
                  <a:schemeClr val="tx1"/>
                </a:solidFill>
                <a:latin typeface="+mn-lt"/>
                <a:ea typeface="+mn-ea"/>
                <a:cs typeface="+mn-cs"/>
              </a:rPr>
              <a:t>Bypass or removal of safety devices</a:t>
            </a:r>
          </a:p>
          <a:p>
            <a:pPr marL="307582" indent="-307582" algn="just" defTabSz="546811">
              <a:lnSpc>
                <a:spcPct val="100000"/>
              </a:lnSpc>
              <a:spcBef>
                <a:spcPts val="75"/>
              </a:spcBef>
              <a:buFont typeface="+mj-lt"/>
              <a:buAutoNum type="arabicPeriod" startAt="6"/>
            </a:pPr>
            <a:r>
              <a:rPr lang="en-US" sz="2208" kern="1200">
                <a:solidFill>
                  <a:schemeClr val="tx1"/>
                </a:solidFill>
                <a:latin typeface="+mn-lt"/>
                <a:ea typeface="+mn-ea"/>
                <a:cs typeface="+mn-cs"/>
              </a:rPr>
              <a:t>Using defective equipment </a:t>
            </a:r>
            <a:endParaRPr lang="en-IN" sz="2208" kern="1200">
              <a:solidFill>
                <a:schemeClr val="tx1"/>
              </a:solidFill>
              <a:latin typeface="+mn-lt"/>
              <a:ea typeface="+mn-ea"/>
              <a:cs typeface="+mn-cs"/>
            </a:endParaRPr>
          </a:p>
          <a:p>
            <a:pPr algn="just">
              <a:lnSpc>
                <a:spcPct val="100000"/>
              </a:lnSpc>
              <a:spcBef>
                <a:spcPts val="125"/>
              </a:spcBef>
            </a:pPr>
            <a:endParaRPr lang="en-IN" sz="2400" dirty="0"/>
          </a:p>
        </p:txBody>
      </p:sp>
    </p:spTree>
    <p:extLst>
      <p:ext uri="{BB962C8B-B14F-4D97-AF65-F5344CB8AC3E}">
        <p14:creationId xmlns:p14="http://schemas.microsoft.com/office/powerpoint/2010/main" val="3236137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E222C-82CC-8DD8-FF07-606DE4D0E9F8}"/>
              </a:ext>
            </a:extLst>
          </p:cNvPr>
          <p:cNvSpPr>
            <a:spLocks noGrp="1"/>
          </p:cNvSpPr>
          <p:nvPr>
            <p:ph type="title"/>
          </p:nvPr>
        </p:nvSpPr>
        <p:spPr/>
        <p:txBody>
          <a:bodyPr/>
          <a:lstStyle/>
          <a:p>
            <a:r>
              <a:rPr lang="en-GB" b="1"/>
              <a:t>HOW TO PREVENT UNSAFE ACTS</a:t>
            </a:r>
            <a:endParaRPr lang="en-GB" b="1" dirty="0"/>
          </a:p>
        </p:txBody>
      </p:sp>
      <p:graphicFrame>
        <p:nvGraphicFramePr>
          <p:cNvPr id="9" name="Content Placeholder 2">
            <a:extLst>
              <a:ext uri="{FF2B5EF4-FFF2-40B4-BE49-F238E27FC236}">
                <a16:creationId xmlns:a16="http://schemas.microsoft.com/office/drawing/2014/main" id="{56072397-9542-22AA-3320-ED37C4089671}"/>
              </a:ext>
            </a:extLst>
          </p:cNvPr>
          <p:cNvGraphicFramePr>
            <a:graphicFrameLocks noGrp="1"/>
          </p:cNvGraphicFramePr>
          <p:nvPr>
            <p:ph idx="1"/>
            <p:extLst>
              <p:ext uri="{D42A27DB-BD31-4B8C-83A1-F6EECF244321}">
                <p14:modId xmlns:p14="http://schemas.microsoft.com/office/powerpoint/2010/main" val="351528725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C8160E3E-2479-9FBA-A90B-40B43BD7B4D8}"/>
              </a:ext>
            </a:extLst>
          </p:cNvPr>
          <p:cNvSpPr>
            <a:spLocks noGrp="1"/>
          </p:cNvSpPr>
          <p:nvPr>
            <p:ph type="dt" sz="half" idx="10"/>
          </p:nvPr>
        </p:nvSpPr>
        <p:spPr/>
        <p:txBody>
          <a:bodyPr/>
          <a:lstStyle/>
          <a:p>
            <a:fld id="{D7028FC1-2F1A-441B-B93D-2F901BB6B7C5}" type="datetime1">
              <a:rPr lang="en-GB" smtClean="0"/>
              <a:t>30/07/2025</a:t>
            </a:fld>
            <a:endParaRPr lang="en-GB"/>
          </a:p>
        </p:txBody>
      </p:sp>
      <p:sp>
        <p:nvSpPr>
          <p:cNvPr id="5" name="Slide Number Placeholder 4">
            <a:extLst>
              <a:ext uri="{FF2B5EF4-FFF2-40B4-BE49-F238E27FC236}">
                <a16:creationId xmlns:a16="http://schemas.microsoft.com/office/drawing/2014/main" id="{6CD4DC99-2EF7-9423-C791-F702DA450882}"/>
              </a:ext>
            </a:extLst>
          </p:cNvPr>
          <p:cNvSpPr>
            <a:spLocks noGrp="1"/>
          </p:cNvSpPr>
          <p:nvPr>
            <p:ph type="sldNum" sz="quarter" idx="12"/>
          </p:nvPr>
        </p:nvSpPr>
        <p:spPr/>
        <p:txBody>
          <a:bodyPr/>
          <a:lstStyle/>
          <a:p>
            <a:fld id="{E1F53765-4FF0-40A9-A4FE-B27B4CFAA281}" type="slidenum">
              <a:rPr lang="en-GB" smtClean="0"/>
              <a:t>38</a:t>
            </a:fld>
            <a:endParaRPr lang="en-GB"/>
          </a:p>
        </p:txBody>
      </p:sp>
    </p:spTree>
    <p:extLst>
      <p:ext uri="{BB962C8B-B14F-4D97-AF65-F5344CB8AC3E}">
        <p14:creationId xmlns:p14="http://schemas.microsoft.com/office/powerpoint/2010/main" val="2899017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5C4DEC8-0A69-B961-938C-C7F26D228E32}"/>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b="1" kern="1200">
                <a:solidFill>
                  <a:srgbClr val="FFFFFF"/>
                </a:solidFill>
                <a:latin typeface="+mj-lt"/>
                <a:ea typeface="+mj-ea"/>
                <a:cs typeface="+mj-cs"/>
              </a:rPr>
              <a:t>UNSAFE CONDITION</a:t>
            </a:r>
          </a:p>
        </p:txBody>
      </p:sp>
      <p:sp>
        <p:nvSpPr>
          <p:cNvPr id="3" name="Content Placeholder 2">
            <a:extLst>
              <a:ext uri="{FF2B5EF4-FFF2-40B4-BE49-F238E27FC236}">
                <a16:creationId xmlns:a16="http://schemas.microsoft.com/office/drawing/2014/main" id="{FC088925-3873-8118-5C57-1A7848C55E80}"/>
              </a:ext>
            </a:extLst>
          </p:cNvPr>
          <p:cNvSpPr>
            <a:spLocks/>
          </p:cNvSpPr>
          <p:nvPr/>
        </p:nvSpPr>
        <p:spPr>
          <a:xfrm>
            <a:off x="437157" y="1645535"/>
            <a:ext cx="11754843" cy="526830"/>
          </a:xfrm>
          <a:prstGeom prst="rect">
            <a:avLst/>
          </a:prstGeom>
        </p:spPr>
        <p:txBody>
          <a:bodyPr>
            <a:noAutofit/>
          </a:bodyPr>
          <a:lstStyle/>
          <a:p>
            <a:pPr>
              <a:spcBef>
                <a:spcPts val="125"/>
              </a:spcBef>
            </a:pPr>
            <a:r>
              <a:rPr lang="en-US" sz="2800" b="1" dirty="0"/>
              <a:t>Any sources or situation or condition that have potential to create accident is known as unsafe condition.</a:t>
            </a:r>
          </a:p>
        </p:txBody>
      </p:sp>
      <p:sp>
        <p:nvSpPr>
          <p:cNvPr id="33" name="Content Placeholder 6">
            <a:extLst>
              <a:ext uri="{FF2B5EF4-FFF2-40B4-BE49-F238E27FC236}">
                <a16:creationId xmlns:a16="http://schemas.microsoft.com/office/drawing/2014/main" id="{E73343C1-FF1B-7130-0B00-C4EDDBEC86C6}"/>
              </a:ext>
            </a:extLst>
          </p:cNvPr>
          <p:cNvSpPr>
            <a:spLocks/>
          </p:cNvSpPr>
          <p:nvPr/>
        </p:nvSpPr>
        <p:spPr>
          <a:xfrm>
            <a:off x="644056" y="2590822"/>
            <a:ext cx="5264398" cy="2765702"/>
          </a:xfrm>
          <a:prstGeom prst="rect">
            <a:avLst/>
          </a:prstGeom>
        </p:spPr>
        <p:txBody>
          <a:bodyPr>
            <a:noAutofit/>
          </a:bodyPr>
          <a:lstStyle/>
          <a:p>
            <a:pPr marL="493776" indent="-493776" defTabSz="438912">
              <a:lnSpc>
                <a:spcPct val="170000"/>
              </a:lnSpc>
              <a:spcBef>
                <a:spcPts val="120"/>
              </a:spcBef>
              <a:buFont typeface="+mj-lt"/>
              <a:buAutoNum type="arabicPeriod"/>
            </a:pPr>
            <a:r>
              <a:rPr lang="en-US" sz="2304" kern="1200">
                <a:solidFill>
                  <a:schemeClr val="tx1"/>
                </a:solidFill>
                <a:latin typeface="+mn-lt"/>
                <a:ea typeface="+mn-ea"/>
                <a:cs typeface="+mn-cs"/>
              </a:rPr>
              <a:t>Damage welding Cable</a:t>
            </a:r>
          </a:p>
          <a:p>
            <a:pPr marL="493776" indent="-493776" defTabSz="438912">
              <a:lnSpc>
                <a:spcPct val="170000"/>
              </a:lnSpc>
              <a:spcBef>
                <a:spcPts val="120"/>
              </a:spcBef>
              <a:buFont typeface="+mj-lt"/>
              <a:buAutoNum type="arabicPeriod"/>
            </a:pPr>
            <a:r>
              <a:rPr lang="en-US" sz="2304" kern="1200">
                <a:solidFill>
                  <a:schemeClr val="tx1"/>
                </a:solidFill>
                <a:latin typeface="+mn-lt"/>
                <a:ea typeface="+mn-ea"/>
                <a:cs typeface="+mn-cs"/>
              </a:rPr>
              <a:t>Mechanical guard not Provided on rotating parts</a:t>
            </a:r>
          </a:p>
          <a:p>
            <a:pPr marL="493776" indent="-493776" defTabSz="438912">
              <a:lnSpc>
                <a:spcPct val="170000"/>
              </a:lnSpc>
              <a:spcBef>
                <a:spcPts val="120"/>
              </a:spcBef>
              <a:buFont typeface="+mj-lt"/>
              <a:buAutoNum type="arabicPeriod"/>
            </a:pPr>
            <a:r>
              <a:rPr lang="en-US" sz="2304" kern="1200">
                <a:solidFill>
                  <a:schemeClr val="tx1"/>
                </a:solidFill>
                <a:latin typeface="+mn-lt"/>
                <a:ea typeface="+mn-ea"/>
                <a:cs typeface="+mn-cs"/>
              </a:rPr>
              <a:t>Defective sling or lifting equipment.</a:t>
            </a:r>
          </a:p>
          <a:p>
            <a:pPr marL="493776" indent="-493776" defTabSz="438912">
              <a:lnSpc>
                <a:spcPct val="170000"/>
              </a:lnSpc>
              <a:spcBef>
                <a:spcPts val="120"/>
              </a:spcBef>
              <a:buFont typeface="+mj-lt"/>
              <a:buAutoNum type="arabicPeriod"/>
            </a:pPr>
            <a:r>
              <a:rPr lang="en-US" sz="2304" kern="1200">
                <a:solidFill>
                  <a:schemeClr val="tx1"/>
                </a:solidFill>
                <a:latin typeface="+mn-lt"/>
                <a:ea typeface="+mn-ea"/>
                <a:cs typeface="+mn-cs"/>
              </a:rPr>
              <a:t>Defective work platform</a:t>
            </a:r>
          </a:p>
          <a:p>
            <a:pPr marL="493776" indent="-493776" defTabSz="438912">
              <a:lnSpc>
                <a:spcPct val="170000"/>
              </a:lnSpc>
              <a:spcBef>
                <a:spcPts val="120"/>
              </a:spcBef>
              <a:buFont typeface="+mj-lt"/>
              <a:buAutoNum type="arabicPeriod"/>
            </a:pPr>
            <a:r>
              <a:rPr lang="en-US" sz="2304" kern="1200">
                <a:solidFill>
                  <a:schemeClr val="tx1"/>
                </a:solidFill>
                <a:latin typeface="+mn-lt"/>
                <a:ea typeface="+mn-ea"/>
                <a:cs typeface="+mn-cs"/>
              </a:rPr>
              <a:t>Floor or platform Opening, Pits</a:t>
            </a:r>
            <a:endParaRPr lang="en-US" sz="2400"/>
          </a:p>
        </p:txBody>
      </p:sp>
      <p:sp>
        <p:nvSpPr>
          <p:cNvPr id="4" name="Date Placeholder 3">
            <a:extLst>
              <a:ext uri="{FF2B5EF4-FFF2-40B4-BE49-F238E27FC236}">
                <a16:creationId xmlns:a16="http://schemas.microsoft.com/office/drawing/2014/main" id="{88EF2CDD-14AA-361D-6C35-A64D2667663C}"/>
              </a:ext>
            </a:extLst>
          </p:cNvPr>
          <p:cNvSpPr>
            <a:spLocks/>
          </p:cNvSpPr>
          <p:nvPr/>
        </p:nvSpPr>
        <p:spPr>
          <a:xfrm>
            <a:off x="2882485" y="5595067"/>
            <a:ext cx="1743573" cy="232073"/>
          </a:xfrm>
          <a:prstGeom prst="rect">
            <a:avLst/>
          </a:prstGeom>
        </p:spPr>
        <p:txBody>
          <a:bodyPr/>
          <a:lstStyle/>
          <a:p>
            <a:pPr defTabSz="570586">
              <a:spcAft>
                <a:spcPts val="576"/>
              </a:spcAft>
            </a:pPr>
            <a:fld id="{D7028FC1-2F1A-441B-B93D-2F901BB6B7C5}" type="datetime1">
              <a:rPr lang="en-GB" sz="1123" kern="1200">
                <a:solidFill>
                  <a:schemeClr val="tx1"/>
                </a:solidFill>
                <a:latin typeface="+mn-lt"/>
                <a:ea typeface="+mn-ea"/>
                <a:cs typeface="+mn-cs"/>
              </a:rPr>
              <a:pPr defTabSz="570586">
                <a:spcAft>
                  <a:spcPts val="576"/>
                </a:spcAft>
              </a:pPr>
              <a:t>30/07/2025</a:t>
            </a:fld>
            <a:endParaRPr lang="en-GB"/>
          </a:p>
        </p:txBody>
      </p:sp>
      <p:sp>
        <p:nvSpPr>
          <p:cNvPr id="5" name="Slide Number Placeholder 4">
            <a:extLst>
              <a:ext uri="{FF2B5EF4-FFF2-40B4-BE49-F238E27FC236}">
                <a16:creationId xmlns:a16="http://schemas.microsoft.com/office/drawing/2014/main" id="{6A071F4E-6AFD-CF11-7552-46D3BBEF1F7F}"/>
              </a:ext>
            </a:extLst>
          </p:cNvPr>
          <p:cNvSpPr>
            <a:spLocks/>
          </p:cNvSpPr>
          <p:nvPr/>
        </p:nvSpPr>
        <p:spPr>
          <a:xfrm>
            <a:off x="7822608" y="5595067"/>
            <a:ext cx="1743573" cy="232073"/>
          </a:xfrm>
          <a:prstGeom prst="rect">
            <a:avLst/>
          </a:prstGeom>
        </p:spPr>
        <p:txBody>
          <a:bodyPr/>
          <a:lstStyle/>
          <a:p>
            <a:pPr defTabSz="570586">
              <a:spcAft>
                <a:spcPts val="576"/>
              </a:spcAft>
            </a:pPr>
            <a:fld id="{E1F53765-4FF0-40A9-A4FE-B27B4CFAA281}" type="slidenum">
              <a:rPr lang="en-GB" sz="1123" kern="1200">
                <a:solidFill>
                  <a:schemeClr val="tx1"/>
                </a:solidFill>
                <a:latin typeface="+mn-lt"/>
                <a:ea typeface="+mn-ea"/>
                <a:cs typeface="+mn-cs"/>
              </a:rPr>
              <a:pPr defTabSz="570586">
                <a:spcAft>
                  <a:spcPts val="576"/>
                </a:spcAft>
              </a:pPr>
              <a:t>39</a:t>
            </a:fld>
            <a:endParaRPr lang="en-GB"/>
          </a:p>
        </p:txBody>
      </p:sp>
      <p:graphicFrame>
        <p:nvGraphicFramePr>
          <p:cNvPr id="37" name="Content Placeholder 6">
            <a:extLst>
              <a:ext uri="{FF2B5EF4-FFF2-40B4-BE49-F238E27FC236}">
                <a16:creationId xmlns:a16="http://schemas.microsoft.com/office/drawing/2014/main" id="{BE51E7DD-F369-B11A-922E-C2A5B46A20D0}"/>
              </a:ext>
            </a:extLst>
          </p:cNvPr>
          <p:cNvGraphicFramePr/>
          <p:nvPr>
            <p:extLst>
              <p:ext uri="{D42A27DB-BD31-4B8C-83A1-F6EECF244321}">
                <p14:modId xmlns:p14="http://schemas.microsoft.com/office/powerpoint/2010/main" val="4280931923"/>
              </p:ext>
            </p:extLst>
          </p:nvPr>
        </p:nvGraphicFramePr>
        <p:xfrm>
          <a:off x="5788974" y="2815487"/>
          <a:ext cx="5782911" cy="27657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7795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5951-0150-2E09-AECC-5DF8279E7131}"/>
              </a:ext>
            </a:extLst>
          </p:cNvPr>
          <p:cNvSpPr>
            <a:spLocks noGrp="1"/>
          </p:cNvSpPr>
          <p:nvPr>
            <p:ph type="title"/>
          </p:nvPr>
        </p:nvSpPr>
        <p:spPr>
          <a:xfrm>
            <a:off x="479394" y="1070800"/>
            <a:ext cx="3939688" cy="5583126"/>
          </a:xfrm>
        </p:spPr>
        <p:txBody>
          <a:bodyPr>
            <a:normAutofit/>
          </a:bodyPr>
          <a:lstStyle/>
          <a:p>
            <a:pPr algn="r"/>
            <a:r>
              <a:rPr lang="en-GB" sz="5000" b="1"/>
              <a:t>HOW TO PREVENT UNSAFE CONDITIONS</a:t>
            </a:r>
          </a:p>
        </p:txBody>
      </p:sp>
      <p:graphicFrame>
        <p:nvGraphicFramePr>
          <p:cNvPr id="7" name="Content Placeholder 2">
            <a:extLst>
              <a:ext uri="{FF2B5EF4-FFF2-40B4-BE49-F238E27FC236}">
                <a16:creationId xmlns:a16="http://schemas.microsoft.com/office/drawing/2014/main" id="{26988999-EFCD-21AE-7BC6-CD421EE4668A}"/>
              </a:ext>
            </a:extLst>
          </p:cNvPr>
          <p:cNvGraphicFramePr>
            <a:graphicFrameLocks noGrp="1"/>
          </p:cNvGraphicFramePr>
          <p:nvPr>
            <p:ph idx="1"/>
            <p:extLst>
              <p:ext uri="{D42A27DB-BD31-4B8C-83A1-F6EECF244321}">
                <p14:modId xmlns:p14="http://schemas.microsoft.com/office/powerpoint/2010/main" val="3613080877"/>
              </p:ext>
            </p:extLst>
          </p:nvPr>
        </p:nvGraphicFramePr>
        <p:xfrm>
          <a:off x="5108535" y="1070800"/>
          <a:ext cx="6853616"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0270B350-F82D-13EC-BDA1-DBF1F881C48F}"/>
              </a:ext>
            </a:extLst>
          </p:cNvPr>
          <p:cNvSpPr>
            <a:spLocks noGrp="1"/>
          </p:cNvSpPr>
          <p:nvPr>
            <p:ph type="dt" sz="half" idx="10"/>
          </p:nvPr>
        </p:nvSpPr>
        <p:spPr>
          <a:xfrm>
            <a:off x="838200" y="320400"/>
            <a:ext cx="2743200" cy="365125"/>
          </a:xfrm>
        </p:spPr>
        <p:txBody>
          <a:bodyPr>
            <a:normAutofit/>
          </a:bodyPr>
          <a:lstStyle/>
          <a:p>
            <a:pPr>
              <a:spcAft>
                <a:spcPts val="600"/>
              </a:spcAft>
            </a:pPr>
            <a:fld id="{D7028FC1-2F1A-441B-B93D-2F901BB6B7C5}" type="datetime1">
              <a:rPr lang="en-GB">
                <a:solidFill>
                  <a:schemeClr val="tx1">
                    <a:alpha val="60000"/>
                  </a:schemeClr>
                </a:solidFill>
              </a:rPr>
              <a:pPr>
                <a:spcAft>
                  <a:spcPts val="600"/>
                </a:spcAft>
              </a:pPr>
              <a:t>30/07/2025</a:t>
            </a:fld>
            <a:endParaRPr lang="en-GB">
              <a:solidFill>
                <a:schemeClr val="tx1">
                  <a:alpha val="60000"/>
                </a:schemeClr>
              </a:solidFill>
            </a:endParaRPr>
          </a:p>
        </p:txBody>
      </p:sp>
      <p:sp>
        <p:nvSpPr>
          <p:cNvPr id="5" name="Slide Number Placeholder 4">
            <a:extLst>
              <a:ext uri="{FF2B5EF4-FFF2-40B4-BE49-F238E27FC236}">
                <a16:creationId xmlns:a16="http://schemas.microsoft.com/office/drawing/2014/main" id="{65A862F9-E71B-6C9F-961F-3F9697F71021}"/>
              </a:ext>
            </a:extLst>
          </p:cNvPr>
          <p:cNvSpPr>
            <a:spLocks noGrp="1"/>
          </p:cNvSpPr>
          <p:nvPr>
            <p:ph type="sldNum" sz="quarter" idx="12"/>
          </p:nvPr>
        </p:nvSpPr>
        <p:spPr>
          <a:xfrm>
            <a:off x="8610600" y="320400"/>
            <a:ext cx="2743200" cy="365125"/>
          </a:xfrm>
        </p:spPr>
        <p:txBody>
          <a:bodyPr>
            <a:normAutofit/>
          </a:bodyPr>
          <a:lstStyle/>
          <a:p>
            <a:pPr>
              <a:spcAft>
                <a:spcPts val="600"/>
              </a:spcAft>
            </a:pPr>
            <a:fld id="{E1F53765-4FF0-40A9-A4FE-B27B4CFAA281}" type="slidenum">
              <a:rPr lang="en-GB">
                <a:solidFill>
                  <a:schemeClr val="tx1">
                    <a:alpha val="60000"/>
                  </a:schemeClr>
                </a:solidFill>
              </a:rPr>
              <a:pPr>
                <a:spcAft>
                  <a:spcPts val="600"/>
                </a:spcAft>
              </a:pPr>
              <a:t>40</a:t>
            </a:fld>
            <a:endParaRPr lang="en-GB">
              <a:solidFill>
                <a:schemeClr val="tx1">
                  <a:alpha val="60000"/>
                </a:schemeClr>
              </a:solidFill>
            </a:endParaRPr>
          </a:p>
        </p:txBody>
      </p:sp>
    </p:spTree>
    <p:extLst>
      <p:ext uri="{BB962C8B-B14F-4D97-AF65-F5344CB8AC3E}">
        <p14:creationId xmlns:p14="http://schemas.microsoft.com/office/powerpoint/2010/main" val="3416051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Content Placeholder 6" descr="A graphic of a safety act&#10;&#10;Description automatically generated with medium confidence">
            <a:extLst>
              <a:ext uri="{FF2B5EF4-FFF2-40B4-BE49-F238E27FC236}">
                <a16:creationId xmlns:a16="http://schemas.microsoft.com/office/drawing/2014/main" id="{0B456B63-A720-7A5B-01CE-95E785314C9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881"/>
          <a:stretch/>
        </p:blipFill>
        <p:spPr>
          <a:xfrm>
            <a:off x="20" y="1"/>
            <a:ext cx="12191979" cy="6858000"/>
          </a:xfrm>
          <a:prstGeom prst="rect">
            <a:avLst/>
          </a:prstGeom>
        </p:spPr>
      </p:pic>
      <p:sp>
        <p:nvSpPr>
          <p:cNvPr id="4" name="Date Placeholder 3">
            <a:extLst>
              <a:ext uri="{FF2B5EF4-FFF2-40B4-BE49-F238E27FC236}">
                <a16:creationId xmlns:a16="http://schemas.microsoft.com/office/drawing/2014/main" id="{F0558AE4-C773-D3FD-43A6-A4EE651C0143}"/>
              </a:ext>
            </a:extLst>
          </p:cNvPr>
          <p:cNvSpPr>
            <a:spLocks noGrp="1"/>
          </p:cNvSpPr>
          <p:nvPr>
            <p:ph type="dt" sz="half" idx="10"/>
          </p:nvPr>
        </p:nvSpPr>
        <p:spPr/>
        <p:txBody>
          <a:bodyPr vert="horz" lIns="91440" tIns="45720" rIns="91440" bIns="45720" rtlCol="0" anchor="ctr">
            <a:normAutofit/>
          </a:bodyPr>
          <a:lstStyle/>
          <a:p>
            <a:pPr>
              <a:spcAft>
                <a:spcPts val="600"/>
              </a:spcAft>
            </a:pPr>
            <a:fld id="{D7028FC1-2F1A-441B-B93D-2F901BB6B7C5}" type="datetime1">
              <a:rPr lang="en-US">
                <a:solidFill>
                  <a:srgbClr val="FFFFFF"/>
                </a:solidFill>
              </a:rPr>
              <a:pPr>
                <a:spcAft>
                  <a:spcPts val="600"/>
                </a:spcAft>
              </a:pPr>
              <a:t>7/30/2025</a:t>
            </a:fld>
            <a:endParaRPr lang="en-US">
              <a:solidFill>
                <a:srgbClr val="FFFFFF"/>
              </a:solidFill>
            </a:endParaRPr>
          </a:p>
        </p:txBody>
      </p:sp>
      <p:sp>
        <p:nvSpPr>
          <p:cNvPr id="5" name="Slide Number Placeholder 4">
            <a:extLst>
              <a:ext uri="{FF2B5EF4-FFF2-40B4-BE49-F238E27FC236}">
                <a16:creationId xmlns:a16="http://schemas.microsoft.com/office/drawing/2014/main" id="{26931489-9DE1-F99C-AB8C-4A645A9002F4}"/>
              </a:ext>
            </a:extLst>
          </p:cNvPr>
          <p:cNvSpPr>
            <a:spLocks noGrp="1"/>
          </p:cNvSpPr>
          <p:nvPr>
            <p:ph type="sldNum" sz="quarter" idx="12"/>
          </p:nvPr>
        </p:nvSpPr>
        <p:spPr/>
        <p:txBody>
          <a:bodyPr vert="horz" lIns="91440" tIns="45720" rIns="91440" bIns="45720" rtlCol="0" anchor="ctr">
            <a:normAutofit/>
          </a:bodyPr>
          <a:lstStyle/>
          <a:p>
            <a:pPr>
              <a:spcAft>
                <a:spcPts val="600"/>
              </a:spcAft>
            </a:pPr>
            <a:fld id="{E1F53765-4FF0-40A9-A4FE-B27B4CFAA281}" type="slidenum">
              <a:rPr lang="en-US">
                <a:solidFill>
                  <a:srgbClr val="FFFFFF"/>
                </a:solidFill>
              </a:rPr>
              <a:pPr>
                <a:spcAft>
                  <a:spcPts val="600"/>
                </a:spcAft>
              </a:pPr>
              <a:t>41</a:t>
            </a:fld>
            <a:endParaRPr lang="en-US">
              <a:solidFill>
                <a:srgbClr val="FFFFFF"/>
              </a:solidFill>
            </a:endParaRPr>
          </a:p>
        </p:txBody>
      </p:sp>
    </p:spTree>
    <p:extLst>
      <p:ext uri="{BB962C8B-B14F-4D97-AF65-F5344CB8AC3E}">
        <p14:creationId xmlns:p14="http://schemas.microsoft.com/office/powerpoint/2010/main" val="501644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group of men in a factory&#10;&#10;Description automatically generated">
            <a:extLst>
              <a:ext uri="{FF2B5EF4-FFF2-40B4-BE49-F238E27FC236}">
                <a16:creationId xmlns:a16="http://schemas.microsoft.com/office/drawing/2014/main" id="{092C9C2C-0F0D-5752-CB63-F9E921BCEABF}"/>
              </a:ext>
            </a:extLst>
          </p:cNvPr>
          <p:cNvPicPr>
            <a:picLocks noChangeAspect="1"/>
          </p:cNvPicPr>
          <p:nvPr/>
        </p:nvPicPr>
        <p:blipFill>
          <a:blip r:embed="rId2">
            <a:extLst>
              <a:ext uri="{28A0092B-C50C-407E-A947-70E740481C1C}">
                <a14:useLocalDpi xmlns:a14="http://schemas.microsoft.com/office/drawing/2010/main" val="0"/>
              </a:ext>
            </a:extLst>
          </a:blip>
          <a:srcRect t="3783" r="-2" b="2385"/>
          <a:stretch/>
        </p:blipFill>
        <p:spPr>
          <a:xfrm>
            <a:off x="4883022" y="10"/>
            <a:ext cx="7308978"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p:nvSpPr>
          <p:cNvPr id="2" name="Title 1">
            <a:extLst>
              <a:ext uri="{FF2B5EF4-FFF2-40B4-BE49-F238E27FC236}">
                <a16:creationId xmlns:a16="http://schemas.microsoft.com/office/drawing/2014/main" id="{64E12031-D892-AC95-25ED-36454E8252A3}"/>
              </a:ext>
            </a:extLst>
          </p:cNvPr>
          <p:cNvSpPr>
            <a:spLocks noGrp="1"/>
          </p:cNvSpPr>
          <p:nvPr>
            <p:ph type="title"/>
          </p:nvPr>
        </p:nvSpPr>
        <p:spPr>
          <a:xfrm>
            <a:off x="374904" y="175298"/>
            <a:ext cx="4992624" cy="1243584"/>
          </a:xfrm>
        </p:spPr>
        <p:txBody>
          <a:bodyPr anchor="ctr">
            <a:normAutofit/>
          </a:bodyPr>
          <a:lstStyle/>
          <a:p>
            <a:r>
              <a:rPr lang="en-GB" sz="3400" dirty="0"/>
              <a:t>DANGEROUS OCCURANCE</a:t>
            </a:r>
          </a:p>
        </p:txBody>
      </p:sp>
      <p:sp>
        <p:nvSpPr>
          <p:cNvPr id="3" name="Content Placeholder 2">
            <a:extLst>
              <a:ext uri="{FF2B5EF4-FFF2-40B4-BE49-F238E27FC236}">
                <a16:creationId xmlns:a16="http://schemas.microsoft.com/office/drawing/2014/main" id="{D8238D46-71BE-8244-A94A-B112AE37C727}"/>
              </a:ext>
            </a:extLst>
          </p:cNvPr>
          <p:cNvSpPr>
            <a:spLocks noGrp="1"/>
          </p:cNvSpPr>
          <p:nvPr>
            <p:ph idx="1"/>
          </p:nvPr>
        </p:nvSpPr>
        <p:spPr>
          <a:xfrm>
            <a:off x="127508" y="1242014"/>
            <a:ext cx="5583744" cy="3402363"/>
          </a:xfrm>
        </p:spPr>
        <p:txBody>
          <a:bodyPr anchor="t">
            <a:noAutofit/>
          </a:bodyPr>
          <a:lstStyle/>
          <a:p>
            <a:pPr algn="just"/>
            <a:r>
              <a:rPr lang="en-US" sz="2400" dirty="0"/>
              <a:t>These are </a:t>
            </a:r>
            <a:r>
              <a:rPr lang="en-US" sz="2400" b="1" dirty="0"/>
              <a:t>incidents with a high potential to cause death or serious injury</a:t>
            </a:r>
            <a:r>
              <a:rPr lang="en-US" sz="2400" dirty="0"/>
              <a:t>, but which </a:t>
            </a:r>
            <a:r>
              <a:rPr lang="en-US" sz="2400" b="1" dirty="0"/>
              <a:t>happen relatively infrequently</a:t>
            </a:r>
            <a:r>
              <a:rPr lang="en-US" sz="2400" dirty="0"/>
              <a:t>. </a:t>
            </a:r>
          </a:p>
          <a:p>
            <a:pPr algn="just"/>
            <a:r>
              <a:rPr lang="en-US" sz="2400" dirty="0"/>
              <a:t>Dangerous occurrence means any occurrence that does not result in, but could (if the situation was different) cause the death of a worker or will require a worker to be admitted to a hospital as an in-patient for a period of 72 hours or more.</a:t>
            </a:r>
          </a:p>
          <a:p>
            <a:pPr algn="just"/>
            <a:endParaRPr lang="en-GB" sz="2400" dirty="0"/>
          </a:p>
        </p:txBody>
      </p:sp>
      <p:sp>
        <p:nvSpPr>
          <p:cNvPr id="4" name="Date Placeholder 3">
            <a:extLst>
              <a:ext uri="{FF2B5EF4-FFF2-40B4-BE49-F238E27FC236}">
                <a16:creationId xmlns:a16="http://schemas.microsoft.com/office/drawing/2014/main" id="{A760CE23-EC8E-AE05-1102-4F6BF4A3C9C0}"/>
              </a:ext>
            </a:extLst>
          </p:cNvPr>
          <p:cNvSpPr>
            <a:spLocks noGrp="1"/>
          </p:cNvSpPr>
          <p:nvPr>
            <p:ph type="dt" sz="half" idx="10"/>
          </p:nvPr>
        </p:nvSpPr>
        <p:spPr>
          <a:xfrm>
            <a:off x="374904" y="6356350"/>
            <a:ext cx="1381977" cy="365125"/>
          </a:xfrm>
        </p:spPr>
        <p:txBody>
          <a:bodyPr>
            <a:normAutofit/>
          </a:bodyPr>
          <a:lstStyle/>
          <a:p>
            <a:pPr>
              <a:spcAft>
                <a:spcPts val="600"/>
              </a:spcAft>
            </a:pPr>
            <a:fld id="{D7028FC1-2F1A-441B-B93D-2F901BB6B7C5}" type="datetime1">
              <a:rPr lang="en-GB">
                <a:solidFill>
                  <a:schemeClr val="tx1">
                    <a:lumMod val="50000"/>
                    <a:lumOff val="50000"/>
                  </a:schemeClr>
                </a:solidFill>
              </a:rPr>
              <a:pPr>
                <a:spcAft>
                  <a:spcPts val="600"/>
                </a:spcAft>
              </a:pPr>
              <a:t>30/07/2025</a:t>
            </a:fld>
            <a:endParaRPr lang="en-GB">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DC0E8426-A4CD-C49A-A2CF-31F461310703}"/>
              </a:ext>
            </a:extLst>
          </p:cNvPr>
          <p:cNvSpPr>
            <a:spLocks noGrp="1"/>
          </p:cNvSpPr>
          <p:nvPr>
            <p:ph type="sldNum" sz="quarter" idx="12"/>
          </p:nvPr>
        </p:nvSpPr>
        <p:spPr>
          <a:xfrm>
            <a:off x="9081136" y="6356350"/>
            <a:ext cx="2743200" cy="365125"/>
          </a:xfrm>
        </p:spPr>
        <p:txBody>
          <a:bodyPr>
            <a:normAutofit/>
          </a:bodyPr>
          <a:lstStyle/>
          <a:p>
            <a:pPr>
              <a:spcAft>
                <a:spcPts val="600"/>
              </a:spcAft>
            </a:pPr>
            <a:fld id="{E1F53765-4FF0-40A9-A4FE-B27B4CFAA281}" type="slidenum">
              <a:rPr lang="en-GB">
                <a:solidFill>
                  <a:schemeClr val="bg1"/>
                </a:solidFill>
              </a:rPr>
              <a:pPr>
                <a:spcAft>
                  <a:spcPts val="600"/>
                </a:spcAft>
              </a:pPr>
              <a:t>42</a:t>
            </a:fld>
            <a:endParaRPr lang="en-GB">
              <a:solidFill>
                <a:schemeClr val="bg1"/>
              </a:solidFill>
            </a:endParaRPr>
          </a:p>
        </p:txBody>
      </p:sp>
    </p:spTree>
    <p:extLst>
      <p:ext uri="{BB962C8B-B14F-4D97-AF65-F5344CB8AC3E}">
        <p14:creationId xmlns:p14="http://schemas.microsoft.com/office/powerpoint/2010/main" val="35625177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66DB60-8A09-A6F7-A538-5FE772E9D4D4}"/>
              </a:ext>
            </a:extLst>
          </p:cNvPr>
          <p:cNvSpPr>
            <a:spLocks noGrp="1"/>
          </p:cNvSpPr>
          <p:nvPr>
            <p:ph idx="1"/>
          </p:nvPr>
        </p:nvSpPr>
        <p:spPr>
          <a:xfrm>
            <a:off x="300857" y="392318"/>
            <a:ext cx="6597726" cy="5648718"/>
          </a:xfrm>
        </p:spPr>
        <p:txBody>
          <a:bodyPr>
            <a:noAutofit/>
          </a:bodyPr>
          <a:lstStyle/>
          <a:p>
            <a:r>
              <a:rPr lang="en-US" sz="2400" dirty="0"/>
              <a:t>The structural failure or collapse of a structure, scaffold, temporary falsework or any part of a tunnel, trench or excavation;</a:t>
            </a:r>
          </a:p>
          <a:p>
            <a:r>
              <a:rPr lang="en-US" sz="2400" dirty="0"/>
              <a:t>The failure of a crane or hoist or the overturning of a crane or unit of powered mobile equipment</a:t>
            </a:r>
          </a:p>
          <a:p>
            <a:r>
              <a:rPr lang="en-US" sz="2400" dirty="0"/>
              <a:t>An accidental contact with an energized electrical conductor</a:t>
            </a:r>
          </a:p>
          <a:p>
            <a:r>
              <a:rPr lang="en-US" sz="2400" dirty="0"/>
              <a:t>The bursting of a grinding wheel</a:t>
            </a:r>
          </a:p>
          <a:p>
            <a:r>
              <a:rPr lang="en-US" sz="2400" dirty="0"/>
              <a:t>An uncontrolled spill or escape of a toxic, corrosive or explosive substance;</a:t>
            </a:r>
          </a:p>
          <a:p>
            <a:r>
              <a:rPr lang="en-US" sz="2400" dirty="0"/>
              <a:t>A premature detonation or accidental detonation of explosives;</a:t>
            </a:r>
          </a:p>
          <a:p>
            <a:r>
              <a:rPr lang="en-US" sz="2400" dirty="0"/>
              <a:t>The failure of an elevated or suspended platform</a:t>
            </a:r>
            <a:endParaRPr lang="en-IN" sz="2400" dirty="0"/>
          </a:p>
          <a:p>
            <a:endParaRPr lang="en-IN" sz="2400" dirty="0"/>
          </a:p>
          <a:p>
            <a:endParaRPr lang="en-GB" sz="2400" dirty="0"/>
          </a:p>
        </p:txBody>
      </p:sp>
      <p:sp>
        <p:nvSpPr>
          <p:cNvPr id="4" name="Date Placeholder 3">
            <a:extLst>
              <a:ext uri="{FF2B5EF4-FFF2-40B4-BE49-F238E27FC236}">
                <a16:creationId xmlns:a16="http://schemas.microsoft.com/office/drawing/2014/main" id="{B06BCE7F-CFE3-8ABE-7C07-317ACB87B2F3}"/>
              </a:ext>
            </a:extLst>
          </p:cNvPr>
          <p:cNvSpPr>
            <a:spLocks noGrp="1"/>
          </p:cNvSpPr>
          <p:nvPr>
            <p:ph type="dt" sz="half" idx="10"/>
          </p:nvPr>
        </p:nvSpPr>
        <p:spPr>
          <a:xfrm>
            <a:off x="838200" y="6356350"/>
            <a:ext cx="2164746" cy="365125"/>
          </a:xfrm>
        </p:spPr>
        <p:txBody>
          <a:bodyPr>
            <a:normAutofit/>
          </a:bodyPr>
          <a:lstStyle/>
          <a:p>
            <a:pPr>
              <a:spcAft>
                <a:spcPts val="600"/>
              </a:spcAft>
            </a:pPr>
            <a:fld id="{D7028FC1-2F1A-441B-B93D-2F901BB6B7C5}" type="datetime1">
              <a:rPr lang="en-GB" smtClean="0"/>
              <a:pPr>
                <a:spcAft>
                  <a:spcPts val="600"/>
                </a:spcAft>
              </a:pPr>
              <a:t>30/07/2025</a:t>
            </a:fld>
            <a:endParaRPr lang="en-GB"/>
          </a:p>
        </p:txBody>
      </p:sp>
      <p:sp>
        <p:nvSpPr>
          <p:cNvPr id="5" name="Slide Number Placeholder 4">
            <a:extLst>
              <a:ext uri="{FF2B5EF4-FFF2-40B4-BE49-F238E27FC236}">
                <a16:creationId xmlns:a16="http://schemas.microsoft.com/office/drawing/2014/main" id="{080D780B-B36A-CFBF-0B0B-C45A2B0FFC73}"/>
              </a:ext>
            </a:extLst>
          </p:cNvPr>
          <p:cNvSpPr>
            <a:spLocks noGrp="1"/>
          </p:cNvSpPr>
          <p:nvPr>
            <p:ph type="sldNum" sz="quarter" idx="12"/>
          </p:nvPr>
        </p:nvSpPr>
        <p:spPr/>
        <p:txBody>
          <a:bodyPr>
            <a:normAutofit/>
          </a:bodyPr>
          <a:lstStyle/>
          <a:p>
            <a:pPr>
              <a:spcAft>
                <a:spcPts val="600"/>
              </a:spcAft>
            </a:pPr>
            <a:fld id="{E1F53765-4FF0-40A9-A4FE-B27B4CFAA281}" type="slidenum">
              <a:rPr lang="en-GB">
                <a:solidFill>
                  <a:srgbClr val="FFFFFF"/>
                </a:solidFill>
              </a:rPr>
              <a:pPr>
                <a:spcAft>
                  <a:spcPts val="600"/>
                </a:spcAft>
              </a:pPr>
              <a:t>43</a:t>
            </a:fld>
            <a:endParaRPr lang="en-GB">
              <a:solidFill>
                <a:srgbClr val="FFFFFF"/>
              </a:solidFill>
            </a:endParaRPr>
          </a:p>
        </p:txBody>
      </p:sp>
      <p:pic>
        <p:nvPicPr>
          <p:cNvPr id="7" name="Picture 6" descr="A rusty crane in a building&#10;&#10;Description automatically generated">
            <a:extLst>
              <a:ext uri="{FF2B5EF4-FFF2-40B4-BE49-F238E27FC236}">
                <a16:creationId xmlns:a16="http://schemas.microsoft.com/office/drawing/2014/main" id="{0038D41B-DDB4-A548-B4FE-3CFE502E09F6}"/>
              </a:ext>
            </a:extLst>
          </p:cNvPr>
          <p:cNvPicPr>
            <a:picLocks noChangeAspect="1"/>
          </p:cNvPicPr>
          <p:nvPr/>
        </p:nvPicPr>
        <p:blipFill>
          <a:blip r:embed="rId2">
            <a:extLst>
              <a:ext uri="{28A0092B-C50C-407E-A947-70E740481C1C}">
                <a14:useLocalDpi xmlns:a14="http://schemas.microsoft.com/office/drawing/2010/main" val="0"/>
              </a:ext>
            </a:extLst>
          </a:blip>
          <a:srcRect l="10593" r="16608"/>
          <a:stretch/>
        </p:blipFill>
        <p:spPr>
          <a:xfrm>
            <a:off x="7199440" y="10"/>
            <a:ext cx="4992560" cy="6857990"/>
          </a:xfrm>
          <a:prstGeom prst="rect">
            <a:avLst/>
          </a:prstGeom>
          <a:effectLst/>
        </p:spPr>
      </p:pic>
    </p:spTree>
    <p:extLst>
      <p:ext uri="{BB962C8B-B14F-4D97-AF65-F5344CB8AC3E}">
        <p14:creationId xmlns:p14="http://schemas.microsoft.com/office/powerpoint/2010/main" val="2417673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Picture 9" descr="Oil refinery against blue sky">
            <a:extLst>
              <a:ext uri="{FF2B5EF4-FFF2-40B4-BE49-F238E27FC236}">
                <a16:creationId xmlns:a16="http://schemas.microsoft.com/office/drawing/2014/main" id="{F6634EDE-2C17-0600-518B-B5E036BB0EC6}"/>
              </a:ext>
            </a:extLst>
          </p:cNvPr>
          <p:cNvPicPr>
            <a:picLocks noChangeAspect="1"/>
          </p:cNvPicPr>
          <p:nvPr/>
        </p:nvPicPr>
        <p:blipFill>
          <a:blip r:embed="rId2">
            <a:duotone>
              <a:prstClr val="black"/>
              <a:schemeClr val="tx2">
                <a:tint val="45000"/>
                <a:satMod val="400000"/>
              </a:schemeClr>
            </a:duotone>
            <a:alphaModFix amt="2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1B160ED-9DB2-0651-38B8-2F636A5E4061}"/>
              </a:ext>
            </a:extLst>
          </p:cNvPr>
          <p:cNvSpPr>
            <a:spLocks noGrp="1"/>
          </p:cNvSpPr>
          <p:nvPr>
            <p:ph type="title"/>
          </p:nvPr>
        </p:nvSpPr>
        <p:spPr/>
        <p:txBody>
          <a:bodyPr>
            <a:normAutofit/>
          </a:bodyPr>
          <a:lstStyle/>
          <a:p>
            <a:r>
              <a:rPr lang="en-GB" b="1"/>
              <a:t>DANGEROUS OCCURANCE  INCLUDES:</a:t>
            </a:r>
          </a:p>
        </p:txBody>
      </p:sp>
      <p:graphicFrame>
        <p:nvGraphicFramePr>
          <p:cNvPr id="13" name="Content Placeholder 2">
            <a:extLst>
              <a:ext uri="{FF2B5EF4-FFF2-40B4-BE49-F238E27FC236}">
                <a16:creationId xmlns:a16="http://schemas.microsoft.com/office/drawing/2014/main" id="{8B5B7DDC-F7BB-F517-CAC3-60D4F773638B}"/>
              </a:ext>
            </a:extLst>
          </p:cNvPr>
          <p:cNvGraphicFramePr>
            <a:graphicFrameLocks noGrp="1"/>
          </p:cNvGraphicFramePr>
          <p:nvPr>
            <p:ph idx="1"/>
            <p:extLst>
              <p:ext uri="{D42A27DB-BD31-4B8C-83A1-F6EECF244321}">
                <p14:modId xmlns:p14="http://schemas.microsoft.com/office/powerpoint/2010/main" val="27633296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FB7F9ECC-31B6-52E2-8289-A840717E3298}"/>
              </a:ext>
            </a:extLst>
          </p:cNvPr>
          <p:cNvSpPr>
            <a:spLocks noGrp="1"/>
          </p:cNvSpPr>
          <p:nvPr>
            <p:ph type="dt" sz="half" idx="10"/>
          </p:nvPr>
        </p:nvSpPr>
        <p:spPr/>
        <p:txBody>
          <a:bodyPr>
            <a:normAutofit/>
          </a:bodyPr>
          <a:lstStyle/>
          <a:p>
            <a:pPr>
              <a:spcAft>
                <a:spcPts val="600"/>
              </a:spcAft>
            </a:pPr>
            <a:fld id="{D7028FC1-2F1A-441B-B93D-2F901BB6B7C5}" type="datetime1">
              <a:rPr lang="en-GB">
                <a:solidFill>
                  <a:schemeClr val="tx1"/>
                </a:solidFill>
              </a:rPr>
              <a:pPr>
                <a:spcAft>
                  <a:spcPts val="600"/>
                </a:spcAft>
              </a:pPr>
              <a:t>30/07/2025</a:t>
            </a:fld>
            <a:endParaRPr lang="en-GB">
              <a:solidFill>
                <a:schemeClr val="tx1"/>
              </a:solidFill>
            </a:endParaRPr>
          </a:p>
        </p:txBody>
      </p:sp>
      <p:sp>
        <p:nvSpPr>
          <p:cNvPr id="5" name="Slide Number Placeholder 4">
            <a:extLst>
              <a:ext uri="{FF2B5EF4-FFF2-40B4-BE49-F238E27FC236}">
                <a16:creationId xmlns:a16="http://schemas.microsoft.com/office/drawing/2014/main" id="{BD4B1C9F-FF0D-CEA6-495F-3120E3D0F53A}"/>
              </a:ext>
            </a:extLst>
          </p:cNvPr>
          <p:cNvSpPr>
            <a:spLocks noGrp="1"/>
          </p:cNvSpPr>
          <p:nvPr>
            <p:ph type="sldNum" sz="quarter" idx="12"/>
          </p:nvPr>
        </p:nvSpPr>
        <p:spPr/>
        <p:txBody>
          <a:bodyPr>
            <a:normAutofit/>
          </a:bodyPr>
          <a:lstStyle/>
          <a:p>
            <a:pPr>
              <a:spcAft>
                <a:spcPts val="600"/>
              </a:spcAft>
            </a:pPr>
            <a:fld id="{E1F53765-4FF0-40A9-A4FE-B27B4CFAA281}" type="slidenum">
              <a:rPr lang="en-GB">
                <a:solidFill>
                  <a:schemeClr val="tx1"/>
                </a:solidFill>
              </a:rPr>
              <a:pPr>
                <a:spcAft>
                  <a:spcPts val="600"/>
                </a:spcAft>
              </a:pPr>
              <a:t>44</a:t>
            </a:fld>
            <a:endParaRPr lang="en-GB">
              <a:solidFill>
                <a:schemeClr val="tx1"/>
              </a:solidFill>
            </a:endParaRPr>
          </a:p>
        </p:txBody>
      </p:sp>
    </p:spTree>
    <p:extLst>
      <p:ext uri="{BB962C8B-B14F-4D97-AF65-F5344CB8AC3E}">
        <p14:creationId xmlns:p14="http://schemas.microsoft.com/office/powerpoint/2010/main" val="3217768460"/>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3F21F-1A35-A458-F315-A07C2D3FE899}"/>
              </a:ext>
            </a:extLst>
          </p:cNvPr>
          <p:cNvSpPr>
            <a:spLocks noGrp="1"/>
          </p:cNvSpPr>
          <p:nvPr>
            <p:ph type="title"/>
          </p:nvPr>
        </p:nvSpPr>
        <p:spPr>
          <a:xfrm>
            <a:off x="229849" y="586855"/>
            <a:ext cx="3671123" cy="4728095"/>
          </a:xfrm>
        </p:spPr>
        <p:txBody>
          <a:bodyPr anchor="b">
            <a:normAutofit/>
          </a:bodyPr>
          <a:lstStyle/>
          <a:p>
            <a:r>
              <a:rPr lang="en-GB" b="1" dirty="0"/>
              <a:t>CATEGORIES OF ACCIDENTS</a:t>
            </a:r>
            <a:r>
              <a:rPr lang="en-GB" b="1" dirty="0">
                <a:solidFill>
                  <a:srgbClr val="FFFFFF"/>
                </a:solidFill>
              </a:rPr>
              <a:t> OF ACCIDENTS</a:t>
            </a:r>
          </a:p>
        </p:txBody>
      </p:sp>
      <p:sp>
        <p:nvSpPr>
          <p:cNvPr id="3" name="Content Placeholder 2">
            <a:extLst>
              <a:ext uri="{FF2B5EF4-FFF2-40B4-BE49-F238E27FC236}">
                <a16:creationId xmlns:a16="http://schemas.microsoft.com/office/drawing/2014/main" id="{186B1EFA-FFCE-D241-4B82-B4A257FB362C}"/>
              </a:ext>
            </a:extLst>
          </p:cNvPr>
          <p:cNvSpPr>
            <a:spLocks noGrp="1"/>
          </p:cNvSpPr>
          <p:nvPr>
            <p:ph idx="1"/>
          </p:nvPr>
        </p:nvSpPr>
        <p:spPr>
          <a:xfrm>
            <a:off x="4037826" y="37211"/>
            <a:ext cx="7924325" cy="7143077"/>
          </a:xfrm>
        </p:spPr>
        <p:txBody>
          <a:bodyPr anchor="ctr">
            <a:normAutofit/>
          </a:bodyPr>
          <a:lstStyle/>
          <a:p>
            <a:pPr marL="0" indent="0">
              <a:buNone/>
            </a:pPr>
            <a:endParaRPr lang="en-GB" sz="2000" b="0" i="0" u="none" strike="noStrike" baseline="0" dirty="0">
              <a:latin typeface="Times New Roman" panose="02020603050405020304" pitchFamily="18" charset="0"/>
            </a:endParaRPr>
          </a:p>
          <a:p>
            <a:r>
              <a:rPr lang="en-GB" sz="2000" b="1" i="0" u="none" strike="noStrike" baseline="0" dirty="0">
                <a:latin typeface="Times New Roman" panose="02020603050405020304" pitchFamily="18" charset="0"/>
              </a:rPr>
              <a:t>Minor Accidents </a:t>
            </a:r>
            <a:r>
              <a:rPr lang="en-GB" sz="2000" b="0" i="0" u="none" strike="noStrike" baseline="0" dirty="0">
                <a:latin typeface="Times New Roman" panose="02020603050405020304" pitchFamily="18" charset="0"/>
              </a:rPr>
              <a:t>: less harmful in nature to the workers, and are easily contro</a:t>
            </a:r>
            <a:r>
              <a:rPr lang="en-GB" sz="2000" dirty="0">
                <a:latin typeface="Times New Roman" panose="02020603050405020304" pitchFamily="18" charset="0"/>
              </a:rPr>
              <a:t>l</a:t>
            </a:r>
            <a:r>
              <a:rPr lang="en-GB" sz="2000" b="0" i="0" u="none" strike="noStrike" baseline="0" dirty="0">
                <a:latin typeface="Times New Roman" panose="02020603050405020304" pitchFamily="18" charset="0"/>
              </a:rPr>
              <a:t>lable. </a:t>
            </a:r>
          </a:p>
          <a:p>
            <a:pPr>
              <a:buFont typeface="Wingdings" panose="05000000000000000000" pitchFamily="2" charset="2"/>
              <a:buChar char="v"/>
            </a:pPr>
            <a:r>
              <a:rPr lang="en-GB" sz="2000" b="0" i="0" u="none" strike="noStrike" baseline="0" dirty="0">
                <a:latin typeface="Times New Roman" panose="02020603050405020304" pitchFamily="18" charset="0"/>
              </a:rPr>
              <a:t>Preventing employees from working for the period less than 48 hours from the time of accidents and are not reported to higher management.</a:t>
            </a:r>
          </a:p>
          <a:p>
            <a:r>
              <a:rPr lang="en-GB" sz="2000" b="1" i="0" u="none" strike="noStrike" baseline="0" dirty="0">
                <a:latin typeface="Times New Roman" panose="02020603050405020304" pitchFamily="18" charset="0"/>
              </a:rPr>
              <a:t>Reportable Accidents : </a:t>
            </a:r>
            <a:r>
              <a:rPr lang="en-GB" sz="2000" b="0" i="0" u="none" strike="noStrike" baseline="0" dirty="0">
                <a:latin typeface="Times New Roman" panose="02020603050405020304" pitchFamily="18" charset="0"/>
              </a:rPr>
              <a:t>little complicated than the minor accidents</a:t>
            </a:r>
          </a:p>
          <a:p>
            <a:pPr>
              <a:buFont typeface="Wingdings" panose="05000000000000000000" pitchFamily="2" charset="2"/>
              <a:buChar char="v"/>
            </a:pPr>
            <a:r>
              <a:rPr lang="en-GB" sz="2000" b="0" i="0" u="none" strike="noStrike" baseline="0" dirty="0">
                <a:latin typeface="Times New Roman" panose="02020603050405020304" pitchFamily="18" charset="0"/>
              </a:rPr>
              <a:t>here the injuries caused to worker prevent him from working for the period of 48 hours or more</a:t>
            </a:r>
          </a:p>
          <a:p>
            <a:pPr>
              <a:buFont typeface="Wingdings" panose="05000000000000000000" pitchFamily="2" charset="2"/>
              <a:buChar char="v"/>
            </a:pPr>
            <a:r>
              <a:rPr lang="en-GB" sz="2000" b="0" i="0" u="none" strike="noStrike" baseline="0" dirty="0">
                <a:latin typeface="Times New Roman" panose="02020603050405020304" pitchFamily="18" charset="0"/>
              </a:rPr>
              <a:t>supervisor is responsible to report to the higher management and arrange another worker so that the production could not be affected.</a:t>
            </a:r>
          </a:p>
          <a:p>
            <a:r>
              <a:rPr lang="en-GB" sz="2000" b="1" i="0" u="none" strike="noStrike" baseline="0" dirty="0">
                <a:latin typeface="Times New Roman" panose="02020603050405020304" pitchFamily="18" charset="0"/>
              </a:rPr>
              <a:t>Fatal Accidents : </a:t>
            </a:r>
            <a:r>
              <a:rPr lang="en-GB" sz="2000" b="0" i="0" u="none" strike="noStrike" baseline="0" dirty="0">
                <a:latin typeface="Times New Roman" panose="02020603050405020304" pitchFamily="18" charset="0"/>
              </a:rPr>
              <a:t>An accident causing death or permanent or prolonged disability to the injured employee</a:t>
            </a:r>
          </a:p>
          <a:p>
            <a:r>
              <a:rPr lang="en-GB" sz="2000" b="1" i="0" u="none" strike="noStrike" baseline="0" dirty="0">
                <a:latin typeface="Times New Roman" panose="02020603050405020304" pitchFamily="18" charset="0"/>
              </a:rPr>
              <a:t>Accidents due to dangerous </a:t>
            </a:r>
            <a:r>
              <a:rPr lang="en-GB" sz="2000" b="1" i="0" u="none" strike="noStrike" baseline="0" dirty="0" err="1">
                <a:latin typeface="Times New Roman" panose="02020603050405020304" pitchFamily="18" charset="0"/>
              </a:rPr>
              <a:t>occurences</a:t>
            </a:r>
            <a:r>
              <a:rPr lang="en-GB" sz="2000" b="1" i="0" u="none" strike="noStrike" baseline="0" dirty="0">
                <a:latin typeface="Times New Roman" panose="02020603050405020304" pitchFamily="18" charset="0"/>
              </a:rPr>
              <a:t>: </a:t>
            </a:r>
            <a:r>
              <a:rPr lang="en-GB" sz="2000" b="0" i="0" u="none" strike="noStrike" baseline="0" dirty="0">
                <a:latin typeface="Times New Roman" panose="02020603050405020304" pitchFamily="18" charset="0"/>
              </a:rPr>
              <a:t>It includes bursting of vessel for containing steam under pressure greater than atmospheric pressure, failure of crank or other appliances, explosion of fire causing damage to any room/place where person are employed, explosion of container used for storage of any gas or liquid at a pressure greater than atmospheric pressure.</a:t>
            </a:r>
          </a:p>
          <a:p>
            <a:endParaRPr lang="en-GB" sz="2000" dirty="0"/>
          </a:p>
        </p:txBody>
      </p:sp>
      <p:sp>
        <p:nvSpPr>
          <p:cNvPr id="4" name="Date Placeholder 3">
            <a:extLst>
              <a:ext uri="{FF2B5EF4-FFF2-40B4-BE49-F238E27FC236}">
                <a16:creationId xmlns:a16="http://schemas.microsoft.com/office/drawing/2014/main" id="{92CD1480-DA24-E433-01DD-E300A64E8678}"/>
              </a:ext>
            </a:extLst>
          </p:cNvPr>
          <p:cNvSpPr>
            <a:spLocks noGrp="1"/>
          </p:cNvSpPr>
          <p:nvPr>
            <p:ph type="dt" sz="half" idx="10"/>
          </p:nvPr>
        </p:nvSpPr>
        <p:spPr>
          <a:xfrm>
            <a:off x="8970264" y="6455664"/>
            <a:ext cx="2743200" cy="365125"/>
          </a:xfrm>
        </p:spPr>
        <p:txBody>
          <a:bodyPr>
            <a:normAutofit/>
          </a:bodyPr>
          <a:lstStyle/>
          <a:p>
            <a:pPr algn="r">
              <a:spcAft>
                <a:spcPts val="600"/>
              </a:spcAft>
            </a:pPr>
            <a:fld id="{D7028FC1-2F1A-441B-B93D-2F901BB6B7C5}" type="datetime1">
              <a:rPr lang="en-GB" sz="1100">
                <a:solidFill>
                  <a:schemeClr val="tx1">
                    <a:lumMod val="50000"/>
                    <a:lumOff val="50000"/>
                  </a:schemeClr>
                </a:solidFill>
              </a:rPr>
              <a:pPr algn="r">
                <a:spcAft>
                  <a:spcPts val="600"/>
                </a:spcAft>
              </a:pPr>
              <a:t>30/07/2025</a:t>
            </a:fld>
            <a:endParaRPr lang="en-GB" sz="1100">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EA3428B2-2A22-744D-E6DF-EB42FA325EFE}"/>
              </a:ext>
            </a:extLst>
          </p:cNvPr>
          <p:cNvSpPr>
            <a:spLocks noGrp="1"/>
          </p:cNvSpPr>
          <p:nvPr>
            <p:ph type="sldNum" sz="quarter" idx="12"/>
          </p:nvPr>
        </p:nvSpPr>
        <p:spPr>
          <a:xfrm>
            <a:off x="11704320" y="6455664"/>
            <a:ext cx="448056" cy="365125"/>
          </a:xfrm>
        </p:spPr>
        <p:txBody>
          <a:bodyPr>
            <a:normAutofit/>
          </a:bodyPr>
          <a:lstStyle/>
          <a:p>
            <a:pPr>
              <a:spcAft>
                <a:spcPts val="600"/>
              </a:spcAft>
            </a:pPr>
            <a:fld id="{E1F53765-4FF0-40A9-A4FE-B27B4CFAA281}" type="slidenum">
              <a:rPr lang="en-GB" sz="1100">
                <a:solidFill>
                  <a:schemeClr val="tx1">
                    <a:lumMod val="50000"/>
                    <a:lumOff val="50000"/>
                  </a:schemeClr>
                </a:solidFill>
              </a:rPr>
              <a:pPr>
                <a:spcAft>
                  <a:spcPts val="600"/>
                </a:spcAft>
              </a:pPr>
              <a:t>45</a:t>
            </a:fld>
            <a:endParaRPr lang="en-GB" sz="1100">
              <a:solidFill>
                <a:schemeClr val="tx1">
                  <a:lumMod val="50000"/>
                  <a:lumOff val="50000"/>
                </a:schemeClr>
              </a:solidFill>
            </a:endParaRPr>
          </a:p>
        </p:txBody>
      </p:sp>
    </p:spTree>
    <p:extLst>
      <p:ext uri="{BB962C8B-B14F-4D97-AF65-F5344CB8AC3E}">
        <p14:creationId xmlns:p14="http://schemas.microsoft.com/office/powerpoint/2010/main" val="22140873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A42151-6452-6CF3-9026-FA76CA0AA7F1}"/>
              </a:ext>
            </a:extLst>
          </p:cNvPr>
          <p:cNvSpPr>
            <a:spLocks noGrp="1"/>
          </p:cNvSpPr>
          <p:nvPr>
            <p:ph idx="1"/>
          </p:nvPr>
        </p:nvSpPr>
        <p:spPr>
          <a:xfrm>
            <a:off x="158548" y="605276"/>
            <a:ext cx="6692904" cy="5145798"/>
          </a:xfrm>
        </p:spPr>
        <p:txBody>
          <a:bodyPr anchor="ctr">
            <a:noAutofit/>
          </a:bodyPr>
          <a:lstStyle/>
          <a:p>
            <a:pPr algn="just"/>
            <a:endParaRPr lang="en-GB" sz="2400" b="0" i="0" u="none" strike="noStrike" baseline="0" dirty="0">
              <a:latin typeface="Times New Roman" panose="02020603050405020304" pitchFamily="18" charset="0"/>
            </a:endParaRPr>
          </a:p>
          <a:p>
            <a:pPr algn="just"/>
            <a:r>
              <a:rPr lang="en-GB" sz="2400" b="1" i="0" u="none" strike="noStrike" baseline="0" dirty="0">
                <a:latin typeface="Times New Roman" panose="02020603050405020304" pitchFamily="18" charset="0"/>
              </a:rPr>
              <a:t>Accidents due to dangerous </a:t>
            </a:r>
            <a:r>
              <a:rPr lang="en-GB" sz="2400" b="1" i="0" u="none" strike="noStrike" baseline="0" dirty="0" err="1">
                <a:latin typeface="Times New Roman" panose="02020603050405020304" pitchFamily="18" charset="0"/>
              </a:rPr>
              <a:t>occurences</a:t>
            </a:r>
            <a:r>
              <a:rPr lang="en-GB" sz="2400" b="1" i="0" u="none" strike="noStrike" baseline="0" dirty="0">
                <a:latin typeface="Times New Roman" panose="02020603050405020304" pitchFamily="18" charset="0"/>
              </a:rPr>
              <a:t>: </a:t>
            </a:r>
            <a:r>
              <a:rPr lang="en-GB" sz="2400" b="0" i="0" u="none" strike="noStrike" baseline="0" dirty="0">
                <a:latin typeface="Times New Roman" panose="02020603050405020304" pitchFamily="18" charset="0"/>
              </a:rPr>
              <a:t>It is any occurrence at a place of employment that did not result in, but could have resulted in the death of a worker or required a worker to be admitted to a hospital as inpatient for 72 hours or more.</a:t>
            </a:r>
          </a:p>
          <a:p>
            <a:pPr algn="just"/>
            <a:r>
              <a:rPr lang="en-GB" sz="2400" b="0" i="0" u="none" strike="noStrike" baseline="0" dirty="0">
                <a:latin typeface="Wingdings" panose="05000000000000000000" pitchFamily="2" charset="2"/>
              </a:rPr>
              <a:t></a:t>
            </a:r>
            <a:r>
              <a:rPr lang="en-GB" sz="2400" b="0" i="0" u="none" strike="noStrike" baseline="0" dirty="0">
                <a:latin typeface="Times New Roman" panose="02020603050405020304" pitchFamily="18" charset="0"/>
              </a:rPr>
              <a:t>It includes bursting of vessel for containing steam under pressure greater than atmospheric pressure</a:t>
            </a:r>
          </a:p>
          <a:p>
            <a:pPr algn="just"/>
            <a:r>
              <a:rPr lang="en-GB" sz="2400" b="0" i="0" u="none" strike="noStrike" baseline="0" dirty="0">
                <a:latin typeface="Wingdings" panose="05000000000000000000" pitchFamily="2" charset="2"/>
              </a:rPr>
              <a:t></a:t>
            </a:r>
            <a:r>
              <a:rPr lang="en-GB" sz="2400" b="0" i="0" u="none" strike="noStrike" baseline="0" dirty="0">
                <a:latin typeface="Times New Roman" panose="02020603050405020304" pitchFamily="18" charset="0"/>
              </a:rPr>
              <a:t>failure of crank or other appliances</a:t>
            </a:r>
          </a:p>
          <a:p>
            <a:pPr algn="just"/>
            <a:r>
              <a:rPr lang="en-GB" sz="2400" b="0" i="0" u="none" strike="noStrike" baseline="0" dirty="0">
                <a:latin typeface="Wingdings" panose="05000000000000000000" pitchFamily="2" charset="2"/>
              </a:rPr>
              <a:t></a:t>
            </a:r>
            <a:r>
              <a:rPr lang="en-GB" sz="2400" b="0" i="0" u="none" strike="noStrike" baseline="0" dirty="0">
                <a:latin typeface="Times New Roman" panose="02020603050405020304" pitchFamily="18" charset="0"/>
              </a:rPr>
              <a:t>explosion of fire causing damage to any room/place where person are employed,</a:t>
            </a:r>
          </a:p>
          <a:p>
            <a:pPr algn="just"/>
            <a:r>
              <a:rPr lang="en-GB" sz="2400" b="0" i="0" u="none" strike="noStrike" baseline="0" dirty="0">
                <a:latin typeface="Wingdings" panose="05000000000000000000" pitchFamily="2" charset="2"/>
              </a:rPr>
              <a:t></a:t>
            </a:r>
            <a:r>
              <a:rPr lang="en-GB" sz="2400" b="0" i="0" u="none" strike="noStrike" baseline="0" dirty="0">
                <a:latin typeface="Times New Roman" panose="02020603050405020304" pitchFamily="18" charset="0"/>
              </a:rPr>
              <a:t>explosion of container used for storage of any gas or liquid at a pressure greater than atmospheric pressure.</a:t>
            </a:r>
          </a:p>
          <a:p>
            <a:pPr algn="just"/>
            <a:r>
              <a:rPr lang="en-GB" sz="2400" b="0" i="0" u="none" strike="noStrike" baseline="0" dirty="0">
                <a:latin typeface="Wingdings" panose="05000000000000000000" pitchFamily="2" charset="2"/>
              </a:rPr>
              <a:t></a:t>
            </a:r>
            <a:r>
              <a:rPr lang="en-GB" sz="2400" b="0" i="0" u="none" strike="noStrike" baseline="0" dirty="0">
                <a:latin typeface="Times New Roman" panose="02020603050405020304" pitchFamily="18" charset="0"/>
              </a:rPr>
              <a:t>Bursting of grinding wheel</a:t>
            </a:r>
          </a:p>
          <a:p>
            <a:pPr algn="just"/>
            <a:r>
              <a:rPr lang="en-GB" sz="2400" b="0" i="0" u="none" strike="noStrike" baseline="0" dirty="0">
                <a:latin typeface="Wingdings" panose="05000000000000000000" pitchFamily="2" charset="2"/>
              </a:rPr>
              <a:t></a:t>
            </a:r>
            <a:r>
              <a:rPr lang="en-GB" sz="2400" b="0" i="0" u="none" strike="noStrike" baseline="0" dirty="0">
                <a:latin typeface="Times New Roman" panose="02020603050405020304" pitchFamily="18" charset="0"/>
              </a:rPr>
              <a:t>The structural failure or collapse of a structure</a:t>
            </a:r>
          </a:p>
          <a:p>
            <a:pPr algn="just"/>
            <a:endParaRPr lang="en-GB" sz="2400" dirty="0"/>
          </a:p>
        </p:txBody>
      </p:sp>
      <p:sp>
        <p:nvSpPr>
          <p:cNvPr id="4" name="Date Placeholder 3">
            <a:extLst>
              <a:ext uri="{FF2B5EF4-FFF2-40B4-BE49-F238E27FC236}">
                <a16:creationId xmlns:a16="http://schemas.microsoft.com/office/drawing/2014/main" id="{3DEAF081-8C94-3B66-040C-A2EEF76AA415}"/>
              </a:ext>
            </a:extLst>
          </p:cNvPr>
          <p:cNvSpPr>
            <a:spLocks noGrp="1"/>
          </p:cNvSpPr>
          <p:nvPr>
            <p:ph type="dt" sz="half" idx="10"/>
          </p:nvPr>
        </p:nvSpPr>
        <p:spPr>
          <a:xfrm>
            <a:off x="761800" y="6356350"/>
            <a:ext cx="2743200" cy="365125"/>
          </a:xfrm>
        </p:spPr>
        <p:txBody>
          <a:bodyPr>
            <a:normAutofit/>
          </a:bodyPr>
          <a:lstStyle/>
          <a:p>
            <a:pPr>
              <a:spcAft>
                <a:spcPts val="600"/>
              </a:spcAft>
            </a:pPr>
            <a:fld id="{D7028FC1-2F1A-441B-B93D-2F901BB6B7C5}" type="datetime1">
              <a:rPr lang="en-GB">
                <a:solidFill>
                  <a:schemeClr val="tx1"/>
                </a:solidFill>
              </a:rPr>
              <a:pPr>
                <a:spcAft>
                  <a:spcPts val="600"/>
                </a:spcAft>
              </a:pPr>
              <a:t>30/07/2025</a:t>
            </a:fld>
            <a:endParaRPr lang="en-GB">
              <a:solidFill>
                <a:schemeClr val="tx1"/>
              </a:solidFill>
            </a:endParaRPr>
          </a:p>
        </p:txBody>
      </p:sp>
      <p:pic>
        <p:nvPicPr>
          <p:cNvPr id="7" name="Picture 6" descr="Fire extinguisher and hose reel in hotel corridor">
            <a:extLst>
              <a:ext uri="{FF2B5EF4-FFF2-40B4-BE49-F238E27FC236}">
                <a16:creationId xmlns:a16="http://schemas.microsoft.com/office/drawing/2014/main" id="{E110289F-B66D-735A-0500-CA39DBD9B505}"/>
              </a:ext>
            </a:extLst>
          </p:cNvPr>
          <p:cNvPicPr>
            <a:picLocks noChangeAspect="1"/>
          </p:cNvPicPr>
          <p:nvPr/>
        </p:nvPicPr>
        <p:blipFill>
          <a:blip r:embed="rId2"/>
          <a:srcRect l="14521" r="33642"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5" name="Slide Number Placeholder 4">
            <a:extLst>
              <a:ext uri="{FF2B5EF4-FFF2-40B4-BE49-F238E27FC236}">
                <a16:creationId xmlns:a16="http://schemas.microsoft.com/office/drawing/2014/main" id="{29C9F127-9179-CBFE-8DBF-FECCCAD4FD92}"/>
              </a:ext>
            </a:extLst>
          </p:cNvPr>
          <p:cNvSpPr>
            <a:spLocks noGrp="1"/>
          </p:cNvSpPr>
          <p:nvPr>
            <p:ph type="sldNum" sz="quarter" idx="12"/>
          </p:nvPr>
        </p:nvSpPr>
        <p:spPr>
          <a:xfrm>
            <a:off x="10167869" y="6356350"/>
            <a:ext cx="1768425" cy="365125"/>
          </a:xfrm>
        </p:spPr>
        <p:txBody>
          <a:bodyPr>
            <a:normAutofit/>
          </a:bodyPr>
          <a:lstStyle/>
          <a:p>
            <a:pPr>
              <a:spcAft>
                <a:spcPts val="600"/>
              </a:spcAft>
            </a:pPr>
            <a:fld id="{E1F53765-4FF0-40A9-A4FE-B27B4CFAA281}" type="slidenum">
              <a:rPr lang="en-GB">
                <a:solidFill>
                  <a:srgbClr val="FFFFFF"/>
                </a:solidFill>
              </a:rPr>
              <a:pPr>
                <a:spcAft>
                  <a:spcPts val="600"/>
                </a:spcAft>
              </a:pPr>
              <a:t>46</a:t>
            </a:fld>
            <a:endParaRPr lang="en-GB">
              <a:solidFill>
                <a:srgbClr val="FFFFFF"/>
              </a:solidFill>
            </a:endParaRPr>
          </a:p>
        </p:txBody>
      </p:sp>
    </p:spTree>
    <p:extLst>
      <p:ext uri="{BB962C8B-B14F-4D97-AF65-F5344CB8AC3E}">
        <p14:creationId xmlns:p14="http://schemas.microsoft.com/office/powerpoint/2010/main" val="1817248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5A05519-B8ED-254F-BFAD-9CF6124B42A7}"/>
              </a:ext>
            </a:extLst>
          </p:cNvPr>
          <p:cNvPicPr>
            <a:picLocks noChangeAspect="1"/>
          </p:cNvPicPr>
          <p:nvPr/>
        </p:nvPicPr>
        <p:blipFill>
          <a:blip r:embed="rId2">
            <a:alphaModFix amt="35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67F9E73A-8C4F-A69F-DAFA-413A9A4A0DD7}"/>
              </a:ext>
            </a:extLst>
          </p:cNvPr>
          <p:cNvSpPr>
            <a:spLocks noGrp="1"/>
          </p:cNvSpPr>
          <p:nvPr>
            <p:ph type="title"/>
          </p:nvPr>
        </p:nvSpPr>
        <p:spPr/>
        <p:txBody>
          <a:bodyPr>
            <a:normAutofit/>
          </a:bodyPr>
          <a:lstStyle/>
          <a:p>
            <a:r>
              <a:rPr lang="en-GB" b="1">
                <a:solidFill>
                  <a:srgbClr val="FFFFFF"/>
                </a:solidFill>
              </a:rPr>
              <a:t>REPORTABLE ACCIDENTS</a:t>
            </a:r>
          </a:p>
        </p:txBody>
      </p:sp>
      <p:graphicFrame>
        <p:nvGraphicFramePr>
          <p:cNvPr id="7" name="Content Placeholder 2">
            <a:extLst>
              <a:ext uri="{FF2B5EF4-FFF2-40B4-BE49-F238E27FC236}">
                <a16:creationId xmlns:a16="http://schemas.microsoft.com/office/drawing/2014/main" id="{75D3D397-F0B4-A4BA-240E-FB3CD57BAEBB}"/>
              </a:ext>
            </a:extLst>
          </p:cNvPr>
          <p:cNvGraphicFramePr>
            <a:graphicFrameLocks noGrp="1"/>
          </p:cNvGraphicFramePr>
          <p:nvPr>
            <p:ph idx="1"/>
            <p:extLst>
              <p:ext uri="{D42A27DB-BD31-4B8C-83A1-F6EECF244321}">
                <p14:modId xmlns:p14="http://schemas.microsoft.com/office/powerpoint/2010/main" val="170665341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3643C5A1-7145-E795-6A04-6CEFBD64405A}"/>
              </a:ext>
            </a:extLst>
          </p:cNvPr>
          <p:cNvSpPr>
            <a:spLocks noGrp="1"/>
          </p:cNvSpPr>
          <p:nvPr>
            <p:ph type="dt" sz="half" idx="10"/>
          </p:nvPr>
        </p:nvSpPr>
        <p:spPr/>
        <p:txBody>
          <a:bodyPr>
            <a:normAutofit/>
          </a:bodyPr>
          <a:lstStyle/>
          <a:p>
            <a:pPr>
              <a:spcAft>
                <a:spcPts val="600"/>
              </a:spcAft>
            </a:pPr>
            <a:fld id="{D7028FC1-2F1A-441B-B93D-2F901BB6B7C5}" type="datetime1">
              <a:rPr lang="en-GB">
                <a:solidFill>
                  <a:srgbClr val="FFFFFF"/>
                </a:solidFill>
              </a:rPr>
              <a:pPr>
                <a:spcAft>
                  <a:spcPts val="600"/>
                </a:spcAft>
              </a:pPr>
              <a:t>30/07/2025</a:t>
            </a:fld>
            <a:endParaRPr lang="en-GB">
              <a:solidFill>
                <a:srgbClr val="FFFFFF"/>
              </a:solidFill>
            </a:endParaRPr>
          </a:p>
        </p:txBody>
      </p:sp>
      <p:sp>
        <p:nvSpPr>
          <p:cNvPr id="5" name="Slide Number Placeholder 4">
            <a:extLst>
              <a:ext uri="{FF2B5EF4-FFF2-40B4-BE49-F238E27FC236}">
                <a16:creationId xmlns:a16="http://schemas.microsoft.com/office/drawing/2014/main" id="{83A57631-0220-B6C8-1627-2742BEE61482}"/>
              </a:ext>
            </a:extLst>
          </p:cNvPr>
          <p:cNvSpPr>
            <a:spLocks noGrp="1"/>
          </p:cNvSpPr>
          <p:nvPr>
            <p:ph type="sldNum" sz="quarter" idx="12"/>
          </p:nvPr>
        </p:nvSpPr>
        <p:spPr/>
        <p:txBody>
          <a:bodyPr>
            <a:normAutofit/>
          </a:bodyPr>
          <a:lstStyle/>
          <a:p>
            <a:pPr>
              <a:spcAft>
                <a:spcPts val="600"/>
              </a:spcAft>
            </a:pPr>
            <a:fld id="{E1F53765-4FF0-40A9-A4FE-B27B4CFAA281}" type="slidenum">
              <a:rPr lang="en-GB">
                <a:solidFill>
                  <a:srgbClr val="FFFFFF"/>
                </a:solidFill>
              </a:rPr>
              <a:pPr>
                <a:spcAft>
                  <a:spcPts val="600"/>
                </a:spcAft>
              </a:pPr>
              <a:t>47</a:t>
            </a:fld>
            <a:endParaRPr lang="en-GB">
              <a:solidFill>
                <a:srgbClr val="FFFFFF"/>
              </a:solidFill>
            </a:endParaRPr>
          </a:p>
        </p:txBody>
      </p:sp>
    </p:spTree>
    <p:extLst>
      <p:ext uri="{BB962C8B-B14F-4D97-AF65-F5344CB8AC3E}">
        <p14:creationId xmlns:p14="http://schemas.microsoft.com/office/powerpoint/2010/main" val="2940091578"/>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50C0D-CCD7-E96A-1280-BAEE6F296C22}"/>
              </a:ext>
            </a:extLst>
          </p:cNvPr>
          <p:cNvSpPr>
            <a:spLocks noGrp="1"/>
          </p:cNvSpPr>
          <p:nvPr>
            <p:ph type="title"/>
          </p:nvPr>
        </p:nvSpPr>
        <p:spPr>
          <a:xfrm>
            <a:off x="6383337" y="469448"/>
            <a:ext cx="5256213" cy="539750"/>
          </a:xfrm>
        </p:spPr>
        <p:txBody>
          <a:bodyPr anchor="t">
            <a:normAutofit/>
          </a:bodyPr>
          <a:lstStyle/>
          <a:p>
            <a:endParaRPr lang="en-GB" sz="2200"/>
          </a:p>
        </p:txBody>
      </p:sp>
      <p:sp>
        <p:nvSpPr>
          <p:cNvPr id="15" name="Content Placeholder 2">
            <a:extLst>
              <a:ext uri="{FF2B5EF4-FFF2-40B4-BE49-F238E27FC236}">
                <a16:creationId xmlns:a16="http://schemas.microsoft.com/office/drawing/2014/main" id="{83D48468-8D53-750B-618D-D2101994A53C}"/>
              </a:ext>
            </a:extLst>
          </p:cNvPr>
          <p:cNvSpPr>
            <a:spLocks noGrp="1"/>
          </p:cNvSpPr>
          <p:nvPr>
            <p:ph idx="1"/>
          </p:nvPr>
        </p:nvSpPr>
        <p:spPr>
          <a:xfrm>
            <a:off x="4586990" y="636939"/>
            <a:ext cx="7495081" cy="6078654"/>
          </a:xfrm>
        </p:spPr>
        <p:txBody>
          <a:bodyPr anchor="t">
            <a:noAutofit/>
          </a:bodyPr>
          <a:lstStyle/>
          <a:p>
            <a:pPr marL="0" indent="0" algn="just">
              <a:spcAft>
                <a:spcPts val="800"/>
              </a:spcAft>
              <a:buNone/>
            </a:pPr>
            <a:endParaRPr lang="en-IN" sz="2400" b="1" kern="100" dirty="0">
              <a:solidFill>
                <a:schemeClr val="tx1">
                  <a:alpha val="60000"/>
                </a:schemeClr>
              </a:solidFill>
              <a:effectLst/>
              <a:latin typeface="Aptos" panose="020B0004020202020204" pitchFamily="34" charset="0"/>
              <a:ea typeface="Times New Roman" panose="02020603050405020304" pitchFamily="18" charset="0"/>
              <a:cs typeface="Times New Roman" panose="02020603050405020304" pitchFamily="18" charset="0"/>
            </a:endParaRPr>
          </a:p>
          <a:p>
            <a:pPr algn="just">
              <a:spcAft>
                <a:spcPts val="800"/>
              </a:spcAft>
            </a:pPr>
            <a:r>
              <a:rPr lang="en-IN" sz="2400" b="1" kern="100" dirty="0">
                <a:solidFill>
                  <a:schemeClr val="tx1">
                    <a:alpha val="60000"/>
                  </a:schemeClr>
                </a:solidFill>
                <a:effectLst/>
                <a:latin typeface="Aptos" panose="020B0004020202020204" pitchFamily="34" charset="0"/>
                <a:ea typeface="Times New Roman" panose="02020603050405020304" pitchFamily="18" charset="0"/>
                <a:cs typeface="Times New Roman" panose="02020603050405020304" pitchFamily="18" charset="0"/>
              </a:rPr>
              <a:t>The information enables the Health and Safety Executive (HSE) and local government authorities "to identify where and how risks arise, and to investigate serious accidents". </a:t>
            </a:r>
          </a:p>
          <a:p>
            <a:pPr algn="just">
              <a:spcAft>
                <a:spcPts val="800"/>
              </a:spcAft>
            </a:pPr>
            <a:r>
              <a:rPr lang="en-IN" sz="2400" b="1" kern="100" dirty="0">
                <a:solidFill>
                  <a:schemeClr val="tx1">
                    <a:alpha val="60000"/>
                  </a:schemeClr>
                </a:solidFill>
                <a:effectLst/>
                <a:latin typeface="Aptos" panose="020B0004020202020204" pitchFamily="34" charset="0"/>
                <a:ea typeface="Times New Roman" panose="02020603050405020304" pitchFamily="18" charset="0"/>
                <a:cs typeface="Times New Roman" panose="02020603050405020304" pitchFamily="18" charset="0"/>
              </a:rPr>
              <a:t>The regulations require "responsible persons" to report deaths at work, major injuries caused by accidents at work, injuries to persons not at work that</a:t>
            </a:r>
            <a:r>
              <a:rPr lang="en-GB" sz="2400" b="1" kern="100" dirty="0">
                <a:solidFill>
                  <a:schemeClr val="tx1">
                    <a:alpha val="60000"/>
                  </a:schemeClr>
                </a:solidFill>
                <a:latin typeface="Aptos" panose="020B0004020202020204" pitchFamily="34" charset="0"/>
                <a:ea typeface="Times New Roman" panose="02020603050405020304" pitchFamily="18" charset="0"/>
                <a:cs typeface="Times New Roman" panose="02020603050405020304" pitchFamily="18" charset="0"/>
              </a:rPr>
              <a:t> </a:t>
            </a:r>
            <a:r>
              <a:rPr lang="en-IN" sz="2400" b="1" kern="100" dirty="0">
                <a:solidFill>
                  <a:schemeClr val="tx1">
                    <a:alpha val="60000"/>
                  </a:schemeClr>
                </a:solidFill>
                <a:effectLst/>
                <a:latin typeface="Aptos" panose="020B0004020202020204" pitchFamily="34" charset="0"/>
                <a:ea typeface="Times New Roman" panose="02020603050405020304" pitchFamily="18" charset="0"/>
                <a:cs typeface="Times New Roman" panose="02020603050405020304" pitchFamily="18" charset="0"/>
              </a:rPr>
              <a:t>require hospital treatment, injuries arising from accidents in hospitals, and dangerous occurrences.</a:t>
            </a:r>
          </a:p>
          <a:p>
            <a:pPr algn="just">
              <a:spcAft>
                <a:spcPts val="800"/>
              </a:spcAft>
            </a:pPr>
            <a:r>
              <a:rPr lang="en-IN" sz="2400" b="1" kern="100" dirty="0">
                <a:solidFill>
                  <a:schemeClr val="tx1">
                    <a:alpha val="60000"/>
                  </a:schemeClr>
                </a:solidFill>
                <a:effectLst/>
                <a:latin typeface="Aptos" panose="020B0004020202020204" pitchFamily="34" charset="0"/>
                <a:ea typeface="Times New Roman" panose="02020603050405020304" pitchFamily="18" charset="0"/>
                <a:cs typeface="Times New Roman" panose="02020603050405020304" pitchFamily="18" charset="0"/>
              </a:rPr>
              <a:t> Under The Occupational Health and Safety Regulations, 2020, there is a legal requirement to report all serious injuries, fatalities and dangerous occurrences that occur in the workplace to Occupational Health and Safety.</a:t>
            </a:r>
            <a:endParaRPr lang="en-GB" sz="2400" b="1" kern="100" dirty="0">
              <a:solidFill>
                <a:schemeClr val="tx1">
                  <a:alpha val="60000"/>
                </a:schemeClr>
              </a:solidFill>
              <a:effectLst/>
              <a:latin typeface="Aptos" panose="020B0004020202020204" pitchFamily="34" charset="0"/>
              <a:ea typeface="Times New Roman" panose="02020603050405020304" pitchFamily="18" charset="0"/>
              <a:cs typeface="Times New Roman" panose="02020603050405020304" pitchFamily="18" charset="0"/>
            </a:endParaRPr>
          </a:p>
          <a:p>
            <a:pPr algn="just"/>
            <a:endParaRPr lang="en-GB" sz="2400" b="1" dirty="0">
              <a:solidFill>
                <a:schemeClr val="tx1">
                  <a:alpha val="60000"/>
                </a:schemeClr>
              </a:solidFill>
            </a:endParaRPr>
          </a:p>
        </p:txBody>
      </p:sp>
      <p:sp>
        <p:nvSpPr>
          <p:cNvPr id="4" name="Date Placeholder 3">
            <a:extLst>
              <a:ext uri="{FF2B5EF4-FFF2-40B4-BE49-F238E27FC236}">
                <a16:creationId xmlns:a16="http://schemas.microsoft.com/office/drawing/2014/main" id="{7B796591-65EB-19E5-C756-67D61246F74A}"/>
              </a:ext>
            </a:extLst>
          </p:cNvPr>
          <p:cNvSpPr>
            <a:spLocks noGrp="1"/>
          </p:cNvSpPr>
          <p:nvPr>
            <p:ph type="dt" sz="half" idx="10"/>
          </p:nvPr>
        </p:nvSpPr>
        <p:spPr>
          <a:xfrm rot="16200000">
            <a:off x="-2605087" y="3154363"/>
            <a:ext cx="5759452" cy="549275"/>
          </a:xfrm>
        </p:spPr>
        <p:txBody>
          <a:bodyPr>
            <a:normAutofit/>
          </a:bodyPr>
          <a:lstStyle/>
          <a:p>
            <a:pPr algn="ctr">
              <a:spcAft>
                <a:spcPts val="600"/>
              </a:spcAft>
            </a:pPr>
            <a:fld id="{D7028FC1-2F1A-441B-B93D-2F901BB6B7C5}" type="datetime1">
              <a:rPr lang="en-GB" sz="1000"/>
              <a:pPr algn="ctr">
                <a:spcAft>
                  <a:spcPts val="600"/>
                </a:spcAft>
              </a:pPr>
              <a:t>30/07/2025</a:t>
            </a:fld>
            <a:endParaRPr lang="en-GB" sz="1000"/>
          </a:p>
        </p:txBody>
      </p:sp>
      <p:sp>
        <p:nvSpPr>
          <p:cNvPr id="5" name="Slide Number Placeholder 4">
            <a:extLst>
              <a:ext uri="{FF2B5EF4-FFF2-40B4-BE49-F238E27FC236}">
                <a16:creationId xmlns:a16="http://schemas.microsoft.com/office/drawing/2014/main" id="{4CEE04B3-1424-7EAC-569C-DF99EB81902B}"/>
              </a:ext>
            </a:extLst>
          </p:cNvPr>
          <p:cNvSpPr>
            <a:spLocks noGrp="1"/>
          </p:cNvSpPr>
          <p:nvPr>
            <p:ph type="sldNum" sz="quarter" idx="12"/>
          </p:nvPr>
        </p:nvSpPr>
        <p:spPr>
          <a:xfrm rot="5400000">
            <a:off x="9033635" y="3148837"/>
            <a:ext cx="5768976" cy="550800"/>
          </a:xfrm>
        </p:spPr>
        <p:txBody>
          <a:bodyPr>
            <a:normAutofit/>
          </a:bodyPr>
          <a:lstStyle/>
          <a:p>
            <a:pPr algn="ctr">
              <a:spcAft>
                <a:spcPts val="600"/>
              </a:spcAft>
            </a:pPr>
            <a:fld id="{E1F53765-4FF0-40A9-A4FE-B27B4CFAA281}" type="slidenum">
              <a:rPr lang="en-GB" sz="1000"/>
              <a:pPr algn="ctr">
                <a:spcAft>
                  <a:spcPts val="600"/>
                </a:spcAft>
              </a:pPr>
              <a:t>48</a:t>
            </a:fld>
            <a:endParaRPr lang="en-GB" sz="1000"/>
          </a:p>
        </p:txBody>
      </p:sp>
      <p:pic>
        <p:nvPicPr>
          <p:cNvPr id="8" name="Picture 7" descr="A close up of a paper&#10;&#10;Description automatically generated">
            <a:extLst>
              <a:ext uri="{FF2B5EF4-FFF2-40B4-BE49-F238E27FC236}">
                <a16:creationId xmlns:a16="http://schemas.microsoft.com/office/drawing/2014/main" id="{258C31E4-87D2-E569-A848-F63AFF56CD4B}"/>
              </a:ext>
            </a:extLst>
          </p:cNvPr>
          <p:cNvPicPr>
            <a:picLocks noChangeAspect="1"/>
          </p:cNvPicPr>
          <p:nvPr/>
        </p:nvPicPr>
        <p:blipFill>
          <a:blip r:embed="rId2">
            <a:extLst>
              <a:ext uri="{28A0092B-C50C-407E-A947-70E740481C1C}">
                <a14:useLocalDpi xmlns:a14="http://schemas.microsoft.com/office/drawing/2010/main" val="0"/>
              </a:ext>
            </a:extLst>
          </a:blip>
          <a:srcRect t="14560" r="4" b="32362"/>
          <a:stretch/>
        </p:blipFill>
        <p:spPr>
          <a:xfrm>
            <a:off x="550862" y="551479"/>
            <a:ext cx="3781295" cy="2790000"/>
          </a:xfrm>
          <a:prstGeom prst="rect">
            <a:avLst/>
          </a:prstGeom>
          <a:effectLst>
            <a:outerShdw blurRad="508000" dist="101600" dir="5400000" algn="tl" rotWithShape="0">
              <a:prstClr val="black">
                <a:alpha val="10000"/>
              </a:prstClr>
            </a:outerShdw>
          </a:effectLst>
        </p:spPr>
      </p:pic>
      <p:pic>
        <p:nvPicPr>
          <p:cNvPr id="7" name="Picture 6" descr="Desk with stethoscope and computer keyboard">
            <a:extLst>
              <a:ext uri="{FF2B5EF4-FFF2-40B4-BE49-F238E27FC236}">
                <a16:creationId xmlns:a16="http://schemas.microsoft.com/office/drawing/2014/main" id="{055B47C5-48C5-EC7D-F177-6578C2E1DE4C}"/>
              </a:ext>
            </a:extLst>
          </p:cNvPr>
          <p:cNvPicPr>
            <a:picLocks noChangeAspect="1"/>
          </p:cNvPicPr>
          <p:nvPr/>
        </p:nvPicPr>
        <p:blipFill>
          <a:blip r:embed="rId3"/>
          <a:srcRect t="3194" b="17282"/>
          <a:stretch/>
        </p:blipFill>
        <p:spPr>
          <a:xfrm>
            <a:off x="550862" y="3518725"/>
            <a:ext cx="4036128" cy="2790000"/>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19122173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63E66C-8613-94FF-E7AC-03943922DA56}"/>
              </a:ext>
            </a:extLst>
          </p:cNvPr>
          <p:cNvSpPr>
            <a:spLocks noGrp="1"/>
          </p:cNvSpPr>
          <p:nvPr>
            <p:ph type="title"/>
          </p:nvPr>
        </p:nvSpPr>
        <p:spPr>
          <a:xfrm>
            <a:off x="1371599" y="294538"/>
            <a:ext cx="9895951" cy="1033669"/>
          </a:xfrm>
        </p:spPr>
        <p:txBody>
          <a:bodyPr>
            <a:normAutofit/>
          </a:bodyPr>
          <a:lstStyle/>
          <a:p>
            <a:r>
              <a:rPr lang="en-IN" sz="3100" b="1" kern="100">
                <a:solidFill>
                  <a:srgbClr val="FFFFFF"/>
                </a:solidFill>
                <a:effectLst/>
                <a:latin typeface="Aptos" panose="020B0004020202020204" pitchFamily="34" charset="0"/>
                <a:ea typeface="Times New Roman" panose="02020603050405020304" pitchFamily="18" charset="0"/>
                <a:cs typeface="Times New Roman" panose="02020603050405020304" pitchFamily="18" charset="0"/>
              </a:rPr>
              <a:t>Serious Injury or Fatality: REPORTABLE ACCIDENTS</a:t>
            </a:r>
            <a:br>
              <a:rPr lang="en-GB" sz="3100" b="1" kern="100">
                <a:solidFill>
                  <a:srgbClr val="FFFFFF"/>
                </a:solidFill>
                <a:effectLst/>
                <a:latin typeface="Aptos" panose="020B0004020202020204" pitchFamily="34" charset="0"/>
                <a:ea typeface="Times New Roman" panose="02020603050405020304" pitchFamily="18" charset="0"/>
                <a:cs typeface="Times New Roman" panose="02020603050405020304" pitchFamily="18" charset="0"/>
              </a:rPr>
            </a:br>
            <a:endParaRPr lang="en-GB" sz="3100" b="1">
              <a:solidFill>
                <a:srgbClr val="FFFFFF"/>
              </a:solidFill>
            </a:endParaRPr>
          </a:p>
        </p:txBody>
      </p:sp>
      <p:sp>
        <p:nvSpPr>
          <p:cNvPr id="3" name="Content Placeholder 2">
            <a:extLst>
              <a:ext uri="{FF2B5EF4-FFF2-40B4-BE49-F238E27FC236}">
                <a16:creationId xmlns:a16="http://schemas.microsoft.com/office/drawing/2014/main" id="{824B79C3-CDC6-00E4-34D2-04F2A4BF2710}"/>
              </a:ext>
            </a:extLst>
          </p:cNvPr>
          <p:cNvSpPr>
            <a:spLocks noGrp="1"/>
          </p:cNvSpPr>
          <p:nvPr>
            <p:ph idx="1"/>
          </p:nvPr>
        </p:nvSpPr>
        <p:spPr>
          <a:xfrm>
            <a:off x="104931" y="2318197"/>
            <a:ext cx="12191998" cy="3683358"/>
          </a:xfrm>
        </p:spPr>
        <p:txBody>
          <a:bodyPr anchor="ctr">
            <a:noAutofit/>
          </a:bodyPr>
          <a:lstStyle/>
          <a:p>
            <a:pPr>
              <a:spcAft>
                <a:spcPts val="800"/>
              </a:spcAft>
            </a:pP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An employer or contractor shall give notice to the Occupational</a:t>
            </a:r>
            <a:r>
              <a:rPr lang="en-GB" sz="2400" kern="100" dirty="0">
                <a:latin typeface="Aptos" panose="020B0004020202020204" pitchFamily="34" charset="0"/>
                <a:ea typeface="Times New Roman" panose="02020603050405020304" pitchFamily="18" charset="0"/>
                <a:cs typeface="Times New Roman" panose="02020603050405020304" pitchFamily="18" charset="0"/>
              </a:rPr>
              <a:t> </a:t>
            </a: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Health and Safety Branch of</a:t>
            </a:r>
            <a:r>
              <a:rPr lang="en-GB" sz="2400" kern="100" dirty="0">
                <a:latin typeface="Aptos" panose="020B0004020202020204" pitchFamily="34" charset="0"/>
                <a:ea typeface="Times New Roman" panose="02020603050405020304" pitchFamily="18" charset="0"/>
                <a:cs typeface="Times New Roman" panose="02020603050405020304" pitchFamily="18" charset="0"/>
              </a:rPr>
              <a:t> </a:t>
            </a: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every accident at a place of employment that: causes, or may cause the death of a worker; or</a:t>
            </a:r>
            <a:r>
              <a:rPr lang="en-GB" sz="2400" kern="100" dirty="0">
                <a:latin typeface="Aptos" panose="020B0004020202020204" pitchFamily="34" charset="0"/>
                <a:ea typeface="Times New Roman" panose="02020603050405020304" pitchFamily="18" charset="0"/>
                <a:cs typeface="Times New Roman" panose="02020603050405020304" pitchFamily="18" charset="0"/>
              </a:rPr>
              <a:t> </a:t>
            </a: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 will require a worker to be admitted to a hospital for 72 hours or more</a:t>
            </a:r>
            <a:r>
              <a:rPr lang="en-GB" sz="2400" kern="100" dirty="0">
                <a:latin typeface="Aptos" panose="020B0004020202020204" pitchFamily="34" charset="0"/>
                <a:ea typeface="Times New Roman" panose="02020603050405020304" pitchFamily="18" charset="0"/>
                <a:cs typeface="Times New Roman" panose="02020603050405020304" pitchFamily="18" charset="0"/>
              </a:rPr>
              <a:t>. </a:t>
            </a: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The notice must include:</a:t>
            </a:r>
            <a:endParaRPr lang="en-GB" sz="2400" kern="100" dirty="0">
              <a:latin typeface="Aptos" panose="020B0004020202020204" pitchFamily="34" charset="0"/>
              <a:ea typeface="Times New Roman" panose="02020603050405020304" pitchFamily="18" charset="0"/>
              <a:cs typeface="Times New Roman" panose="02020603050405020304" pitchFamily="18" charset="0"/>
            </a:endParaRPr>
          </a:p>
          <a:p>
            <a:pPr>
              <a:spcBef>
                <a:spcPts val="600"/>
              </a:spcBef>
              <a:spcAft>
                <a:spcPts val="600"/>
              </a:spcAft>
              <a:buFont typeface="Wingdings" panose="05000000000000000000" pitchFamily="2" charset="2"/>
              <a:buChar char="v"/>
            </a:pP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the name of each injured or deceased worker; </a:t>
            </a:r>
            <a:endParaRPr lang="en-GB" sz="2400" kern="100" dirty="0">
              <a:latin typeface="Aptos" panose="020B0004020202020204" pitchFamily="34" charset="0"/>
              <a:ea typeface="Times New Roman" panose="02020603050405020304" pitchFamily="18" charset="0"/>
              <a:cs typeface="Times New Roman" panose="02020603050405020304" pitchFamily="18" charset="0"/>
            </a:endParaRPr>
          </a:p>
          <a:p>
            <a:pPr>
              <a:spcBef>
                <a:spcPts val="600"/>
              </a:spcBef>
              <a:spcAft>
                <a:spcPts val="600"/>
              </a:spcAft>
              <a:buFont typeface="Wingdings" panose="05000000000000000000" pitchFamily="2" charset="2"/>
              <a:buChar char="v"/>
            </a:pP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 the name of the employer of each injured worker or deceased worker;</a:t>
            </a:r>
            <a:endParaRPr lang="en-GB" sz="24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spcBef>
                <a:spcPts val="600"/>
              </a:spcBef>
              <a:spcAft>
                <a:spcPts val="600"/>
              </a:spcAft>
              <a:buFont typeface="Wingdings" panose="05000000000000000000" pitchFamily="2" charset="2"/>
              <a:buChar char="v"/>
            </a:pP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 the date, time and location of the accident;</a:t>
            </a:r>
            <a:endParaRPr lang="en-GB" sz="24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spcBef>
                <a:spcPts val="600"/>
              </a:spcBef>
              <a:spcAft>
                <a:spcPts val="600"/>
              </a:spcAft>
              <a:buFont typeface="Wingdings" panose="05000000000000000000" pitchFamily="2" charset="2"/>
              <a:buChar char="v"/>
            </a:pP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 the circumstances related to the accident;</a:t>
            </a:r>
            <a:endParaRPr lang="en-GB" sz="24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spcBef>
                <a:spcPts val="600"/>
              </a:spcBef>
              <a:spcAft>
                <a:spcPts val="600"/>
              </a:spcAft>
              <a:buFont typeface="Wingdings" panose="05000000000000000000" pitchFamily="2" charset="2"/>
              <a:buChar char="v"/>
            </a:pP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the apparent injuries; and</a:t>
            </a:r>
            <a:endParaRPr lang="en-GB" sz="24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spcBef>
                <a:spcPts val="600"/>
              </a:spcBef>
              <a:spcAft>
                <a:spcPts val="600"/>
              </a:spcAft>
              <a:buFont typeface="Wingdings" panose="05000000000000000000" pitchFamily="2" charset="2"/>
              <a:buChar char="v"/>
            </a:pPr>
            <a:r>
              <a:rPr lang="en-IN" sz="2400" kern="100" dirty="0">
                <a:effectLst/>
                <a:latin typeface="Aptos" panose="020B0004020202020204" pitchFamily="34" charset="0"/>
                <a:ea typeface="Times New Roman" panose="02020603050405020304" pitchFamily="18" charset="0"/>
                <a:cs typeface="Times New Roman" panose="02020603050405020304" pitchFamily="18" charset="0"/>
              </a:rPr>
              <a:t> the name, telephone and fax number of the employer or contractor, or person designated by the employer or contractor to be contacted for additional information.</a:t>
            </a:r>
            <a:endParaRPr lang="en-GB" sz="2400" kern="100" dirty="0">
              <a:effectLst/>
              <a:latin typeface="Aptos" panose="020B0004020202020204" pitchFamily="34" charset="0"/>
              <a:ea typeface="Times New Roman" panose="02020603050405020304" pitchFamily="18" charset="0"/>
              <a:cs typeface="Times New Roman" panose="02020603050405020304" pitchFamily="18" charset="0"/>
            </a:endParaRPr>
          </a:p>
          <a:p>
            <a:endParaRPr lang="en-GB" sz="2400" dirty="0"/>
          </a:p>
        </p:txBody>
      </p:sp>
      <p:sp>
        <p:nvSpPr>
          <p:cNvPr id="4" name="Date Placeholder 3">
            <a:extLst>
              <a:ext uri="{FF2B5EF4-FFF2-40B4-BE49-F238E27FC236}">
                <a16:creationId xmlns:a16="http://schemas.microsoft.com/office/drawing/2014/main" id="{4BADB3C0-9243-1824-6132-DB5888985960}"/>
              </a:ext>
            </a:extLst>
          </p:cNvPr>
          <p:cNvSpPr>
            <a:spLocks noGrp="1"/>
          </p:cNvSpPr>
          <p:nvPr>
            <p:ph type="dt" sz="half" idx="10"/>
          </p:nvPr>
        </p:nvSpPr>
        <p:spPr>
          <a:xfrm>
            <a:off x="8970264" y="6455431"/>
            <a:ext cx="2743200" cy="365125"/>
          </a:xfrm>
        </p:spPr>
        <p:txBody>
          <a:bodyPr>
            <a:normAutofit/>
          </a:bodyPr>
          <a:lstStyle/>
          <a:p>
            <a:pPr algn="r">
              <a:spcAft>
                <a:spcPts val="600"/>
              </a:spcAft>
            </a:pPr>
            <a:fld id="{D7028FC1-2F1A-441B-B93D-2F901BB6B7C5}" type="datetime1">
              <a:rPr lang="en-GB" sz="1100">
                <a:solidFill>
                  <a:schemeClr val="tx1">
                    <a:lumMod val="50000"/>
                    <a:lumOff val="50000"/>
                  </a:schemeClr>
                </a:solidFill>
              </a:rPr>
              <a:pPr algn="r">
                <a:spcAft>
                  <a:spcPts val="600"/>
                </a:spcAft>
              </a:pPr>
              <a:t>30/07/2025</a:t>
            </a:fld>
            <a:endParaRPr lang="en-GB" sz="1100">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FBCFE0A6-35AF-2596-EC46-186B6AA2B5A4}"/>
              </a:ext>
            </a:extLst>
          </p:cNvPr>
          <p:cNvSpPr>
            <a:spLocks noGrp="1"/>
          </p:cNvSpPr>
          <p:nvPr>
            <p:ph type="sldNum" sz="quarter" idx="12"/>
          </p:nvPr>
        </p:nvSpPr>
        <p:spPr>
          <a:xfrm>
            <a:off x="11704320" y="6455431"/>
            <a:ext cx="445913" cy="365125"/>
          </a:xfrm>
        </p:spPr>
        <p:txBody>
          <a:bodyPr>
            <a:normAutofit/>
          </a:bodyPr>
          <a:lstStyle/>
          <a:p>
            <a:pPr>
              <a:spcAft>
                <a:spcPts val="600"/>
              </a:spcAft>
            </a:pPr>
            <a:fld id="{E1F53765-4FF0-40A9-A4FE-B27B4CFAA281}" type="slidenum">
              <a:rPr lang="en-GB" sz="1100">
                <a:solidFill>
                  <a:schemeClr val="tx1">
                    <a:lumMod val="50000"/>
                    <a:lumOff val="50000"/>
                  </a:schemeClr>
                </a:solidFill>
              </a:rPr>
              <a:pPr>
                <a:spcAft>
                  <a:spcPts val="600"/>
                </a:spcAft>
              </a:pPr>
              <a:t>49</a:t>
            </a:fld>
            <a:endParaRPr lang="en-GB" sz="1100">
              <a:solidFill>
                <a:schemeClr val="tx1">
                  <a:lumMod val="50000"/>
                  <a:lumOff val="50000"/>
                </a:schemeClr>
              </a:solidFill>
            </a:endParaRPr>
          </a:p>
        </p:txBody>
      </p:sp>
    </p:spTree>
    <p:extLst>
      <p:ext uri="{BB962C8B-B14F-4D97-AF65-F5344CB8AC3E}">
        <p14:creationId xmlns:p14="http://schemas.microsoft.com/office/powerpoint/2010/main" val="2385999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E9A39E-7B8F-F43B-6CB0-4A826E1D5985}"/>
              </a:ext>
            </a:extLst>
          </p:cNvPr>
          <p:cNvSpPr>
            <a:spLocks noGrp="1"/>
          </p:cNvSpPr>
          <p:nvPr>
            <p:ph type="title"/>
          </p:nvPr>
        </p:nvSpPr>
        <p:spPr>
          <a:xfrm>
            <a:off x="761803" y="350196"/>
            <a:ext cx="4646904" cy="1624520"/>
          </a:xfrm>
        </p:spPr>
        <p:txBody>
          <a:bodyPr anchor="ctr">
            <a:normAutofit/>
          </a:bodyPr>
          <a:lstStyle/>
          <a:p>
            <a:r>
              <a:rPr lang="en-GB" sz="3700" b="1" dirty="0"/>
              <a:t>THEORIES OF ACCIDENT CAUSATION</a:t>
            </a:r>
          </a:p>
        </p:txBody>
      </p:sp>
      <p:sp>
        <p:nvSpPr>
          <p:cNvPr id="3" name="Content Placeholder 2">
            <a:extLst>
              <a:ext uri="{FF2B5EF4-FFF2-40B4-BE49-F238E27FC236}">
                <a16:creationId xmlns:a16="http://schemas.microsoft.com/office/drawing/2014/main" id="{0475F420-A7F1-05B6-BFDF-7DF739E86F5A}"/>
              </a:ext>
            </a:extLst>
          </p:cNvPr>
          <p:cNvSpPr>
            <a:spLocks noGrp="1"/>
          </p:cNvSpPr>
          <p:nvPr>
            <p:ph idx="1"/>
          </p:nvPr>
        </p:nvSpPr>
        <p:spPr>
          <a:xfrm>
            <a:off x="761802" y="2743200"/>
            <a:ext cx="5474106" cy="3613149"/>
          </a:xfrm>
        </p:spPr>
        <p:txBody>
          <a:bodyPr anchor="ctr">
            <a:noAutofit/>
          </a:bodyPr>
          <a:lstStyle/>
          <a:p>
            <a:r>
              <a:rPr lang="en-US" dirty="0"/>
              <a:t>There are several major theories concerning accident causation. </a:t>
            </a:r>
          </a:p>
          <a:p>
            <a:pPr marL="971538" lvl="1" indent="-514350">
              <a:buFont typeface="+mj-lt"/>
              <a:buAutoNum type="arabicPeriod"/>
            </a:pPr>
            <a:r>
              <a:rPr lang="en-US" sz="2800" b="1" dirty="0">
                <a:solidFill>
                  <a:schemeClr val="accent1">
                    <a:lumMod val="50000"/>
                  </a:schemeClr>
                </a:solidFill>
              </a:rPr>
              <a:t>The domino theory </a:t>
            </a:r>
          </a:p>
          <a:p>
            <a:pPr marL="971538" lvl="1" indent="-514350">
              <a:buFont typeface="+mj-lt"/>
              <a:buAutoNum type="arabicPeriod"/>
            </a:pPr>
            <a:r>
              <a:rPr lang="en-US" sz="2800" b="1" dirty="0">
                <a:solidFill>
                  <a:schemeClr val="accent1">
                    <a:lumMod val="50000"/>
                  </a:schemeClr>
                </a:solidFill>
              </a:rPr>
              <a:t>Human Factors Theory</a:t>
            </a:r>
          </a:p>
          <a:p>
            <a:pPr marL="971538" lvl="1" indent="-514350">
              <a:buFont typeface="+mj-lt"/>
              <a:buAutoNum type="arabicPeriod"/>
            </a:pPr>
            <a:r>
              <a:rPr lang="en-US" sz="2800" b="1" dirty="0">
                <a:solidFill>
                  <a:schemeClr val="accent1">
                    <a:lumMod val="50000"/>
                  </a:schemeClr>
                </a:solidFill>
              </a:rPr>
              <a:t>Accident/Incident Theory</a:t>
            </a:r>
          </a:p>
          <a:p>
            <a:pPr marL="971538" lvl="1" indent="-514350">
              <a:buFont typeface="+mj-lt"/>
              <a:buAutoNum type="arabicPeriod"/>
            </a:pPr>
            <a:r>
              <a:rPr lang="en-US" sz="2800" b="1" dirty="0">
                <a:solidFill>
                  <a:schemeClr val="accent1">
                    <a:lumMod val="50000"/>
                  </a:schemeClr>
                </a:solidFill>
              </a:rPr>
              <a:t>Epidemiological Theory</a:t>
            </a:r>
          </a:p>
          <a:p>
            <a:pPr marL="971538" lvl="1" indent="-514350">
              <a:buFont typeface="+mj-lt"/>
              <a:buAutoNum type="arabicPeriod"/>
            </a:pPr>
            <a:r>
              <a:rPr lang="en-US" sz="2800" b="1" dirty="0">
                <a:solidFill>
                  <a:schemeClr val="accent1">
                    <a:lumMod val="50000"/>
                  </a:schemeClr>
                </a:solidFill>
              </a:rPr>
              <a:t>Systems Theory</a:t>
            </a:r>
          </a:p>
          <a:p>
            <a:pPr marL="971538" lvl="1" indent="-514350">
              <a:buFont typeface="+mj-lt"/>
              <a:buAutoNum type="arabicPeriod"/>
            </a:pPr>
            <a:r>
              <a:rPr lang="en-US" sz="2800" b="1" dirty="0">
                <a:solidFill>
                  <a:schemeClr val="accent1">
                    <a:lumMod val="50000"/>
                  </a:schemeClr>
                </a:solidFill>
              </a:rPr>
              <a:t>The energy release theory</a:t>
            </a:r>
          </a:p>
          <a:p>
            <a:pPr marL="971538" lvl="1" indent="-514350">
              <a:buFont typeface="+mj-lt"/>
              <a:buAutoNum type="arabicPeriod"/>
            </a:pPr>
            <a:r>
              <a:rPr lang="en-US" sz="2800" b="1" dirty="0">
                <a:solidFill>
                  <a:schemeClr val="accent1">
                    <a:lumMod val="50000"/>
                  </a:schemeClr>
                </a:solidFill>
              </a:rPr>
              <a:t>Behavior Theory</a:t>
            </a:r>
            <a:endParaRPr lang="en-IN" sz="2800" b="1" dirty="0">
              <a:solidFill>
                <a:schemeClr val="accent1">
                  <a:lumMod val="50000"/>
                </a:schemeClr>
              </a:solidFill>
            </a:endParaRPr>
          </a:p>
          <a:p>
            <a:endParaRPr lang="en-GB" dirty="0"/>
          </a:p>
        </p:txBody>
      </p:sp>
      <p:sp>
        <p:nvSpPr>
          <p:cNvPr id="4" name="Date Placeholder 3">
            <a:extLst>
              <a:ext uri="{FF2B5EF4-FFF2-40B4-BE49-F238E27FC236}">
                <a16:creationId xmlns:a16="http://schemas.microsoft.com/office/drawing/2014/main" id="{6DAF51DC-1043-3E32-95CE-6FAEA8A4BB0F}"/>
              </a:ext>
            </a:extLst>
          </p:cNvPr>
          <p:cNvSpPr>
            <a:spLocks noGrp="1"/>
          </p:cNvSpPr>
          <p:nvPr>
            <p:ph type="dt" sz="half" idx="10"/>
          </p:nvPr>
        </p:nvSpPr>
        <p:spPr>
          <a:xfrm>
            <a:off x="761802" y="6356350"/>
            <a:ext cx="2819598" cy="365125"/>
          </a:xfrm>
        </p:spPr>
        <p:txBody>
          <a:bodyPr>
            <a:normAutofit/>
          </a:bodyPr>
          <a:lstStyle/>
          <a:p>
            <a:pPr>
              <a:spcAft>
                <a:spcPts val="600"/>
              </a:spcAft>
            </a:pPr>
            <a:fld id="{D7028FC1-2F1A-441B-B93D-2F901BB6B7C5}" type="datetime1">
              <a:rPr lang="en-GB">
                <a:solidFill>
                  <a:schemeClr val="tx1"/>
                </a:solidFill>
              </a:rPr>
              <a:pPr>
                <a:spcAft>
                  <a:spcPts val="600"/>
                </a:spcAft>
              </a:pPr>
              <a:t>30/07/2025</a:t>
            </a:fld>
            <a:endParaRPr lang="en-GB">
              <a:solidFill>
                <a:schemeClr val="tx1"/>
              </a:solidFill>
            </a:endParaRPr>
          </a:p>
        </p:txBody>
      </p:sp>
      <p:pic>
        <p:nvPicPr>
          <p:cNvPr id="7" name="Picture 6" descr="Dominoes falling in a row">
            <a:extLst>
              <a:ext uri="{FF2B5EF4-FFF2-40B4-BE49-F238E27FC236}">
                <a16:creationId xmlns:a16="http://schemas.microsoft.com/office/drawing/2014/main" id="{77E756C5-45BC-853C-23FB-587C1DCC9ACD}"/>
              </a:ext>
            </a:extLst>
          </p:cNvPr>
          <p:cNvPicPr>
            <a:picLocks noChangeAspect="1"/>
          </p:cNvPicPr>
          <p:nvPr/>
        </p:nvPicPr>
        <p:blipFill>
          <a:blip r:embed="rId2"/>
          <a:srcRect l="23945" r="9314"/>
          <a:stretch/>
        </p:blipFill>
        <p:spPr>
          <a:xfrm>
            <a:off x="6096000" y="1"/>
            <a:ext cx="6102825" cy="6858000"/>
          </a:xfrm>
          <a:prstGeom prst="rect">
            <a:avLst/>
          </a:prstGeom>
        </p:spPr>
      </p:pic>
      <p:sp>
        <p:nvSpPr>
          <p:cNvPr id="5" name="Slide Number Placeholder 4">
            <a:extLst>
              <a:ext uri="{FF2B5EF4-FFF2-40B4-BE49-F238E27FC236}">
                <a16:creationId xmlns:a16="http://schemas.microsoft.com/office/drawing/2014/main" id="{0732FF0F-240B-6184-D0A5-5948B6561DD3}"/>
              </a:ext>
            </a:extLst>
          </p:cNvPr>
          <p:cNvSpPr>
            <a:spLocks noGrp="1"/>
          </p:cNvSpPr>
          <p:nvPr>
            <p:ph type="sldNum" sz="quarter" idx="12"/>
          </p:nvPr>
        </p:nvSpPr>
        <p:spPr>
          <a:xfrm>
            <a:off x="8732520" y="6356350"/>
            <a:ext cx="3200400" cy="365125"/>
          </a:xfrm>
        </p:spPr>
        <p:txBody>
          <a:bodyPr>
            <a:normAutofit/>
          </a:bodyPr>
          <a:lstStyle/>
          <a:p>
            <a:pPr>
              <a:spcAft>
                <a:spcPts val="600"/>
              </a:spcAft>
            </a:pPr>
            <a:fld id="{E1F53765-4FF0-40A9-A4FE-B27B4CFAA281}" type="slidenum">
              <a:rPr lang="en-GB">
                <a:solidFill>
                  <a:srgbClr val="FFFFFF"/>
                </a:solidFill>
              </a:rPr>
              <a:pPr>
                <a:spcAft>
                  <a:spcPts val="600"/>
                </a:spcAft>
              </a:pPr>
              <a:t>50</a:t>
            </a:fld>
            <a:endParaRPr lang="en-GB">
              <a:solidFill>
                <a:srgbClr val="FFFFFF"/>
              </a:solidFill>
            </a:endParaRPr>
          </a:p>
        </p:txBody>
      </p:sp>
    </p:spTree>
    <p:extLst>
      <p:ext uri="{BB962C8B-B14F-4D97-AF65-F5344CB8AC3E}">
        <p14:creationId xmlns:p14="http://schemas.microsoft.com/office/powerpoint/2010/main" val="11198505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93867C-5362-0088-C97B-1A95DD7BE56D}"/>
              </a:ext>
            </a:extLst>
          </p:cNvPr>
          <p:cNvSpPr>
            <a:spLocks noGrp="1"/>
          </p:cNvSpPr>
          <p:nvPr>
            <p:ph type="title"/>
          </p:nvPr>
        </p:nvSpPr>
        <p:spPr>
          <a:xfrm>
            <a:off x="804672" y="802955"/>
            <a:ext cx="4766330" cy="1454051"/>
          </a:xfrm>
        </p:spPr>
        <p:txBody>
          <a:bodyPr>
            <a:normAutofit/>
          </a:bodyPr>
          <a:lstStyle/>
          <a:p>
            <a:endParaRPr lang="en-GB" sz="3600">
              <a:solidFill>
                <a:schemeClr val="tx2"/>
              </a:solidFill>
            </a:endParaRPr>
          </a:p>
        </p:txBody>
      </p:sp>
      <p:sp>
        <p:nvSpPr>
          <p:cNvPr id="3" name="Content Placeholder 2">
            <a:extLst>
              <a:ext uri="{FF2B5EF4-FFF2-40B4-BE49-F238E27FC236}">
                <a16:creationId xmlns:a16="http://schemas.microsoft.com/office/drawing/2014/main" id="{325CC9CE-6583-B1F1-541B-D4CDB5A7E08A}"/>
              </a:ext>
            </a:extLst>
          </p:cNvPr>
          <p:cNvSpPr>
            <a:spLocks noGrp="1"/>
          </p:cNvSpPr>
          <p:nvPr>
            <p:ph idx="1"/>
          </p:nvPr>
        </p:nvSpPr>
        <p:spPr>
          <a:xfrm>
            <a:off x="959370" y="2406693"/>
            <a:ext cx="6625403" cy="3353476"/>
          </a:xfrm>
        </p:spPr>
        <p:txBody>
          <a:bodyPr anchor="t">
            <a:normAutofit/>
          </a:bodyPr>
          <a:lstStyle/>
          <a:p>
            <a:pPr marL="0" indent="0" algn="just">
              <a:buNone/>
            </a:pPr>
            <a:r>
              <a:rPr lang="en-GB" sz="3600" b="1" i="0" u="none" strike="noStrike" baseline="0" dirty="0">
                <a:solidFill>
                  <a:schemeClr val="tx2"/>
                </a:solidFill>
                <a:latin typeface="TimesNewRomanPSMT"/>
              </a:rPr>
              <a:t>Accident causation theory is the art and science that seeks to understand the deeper roots of why accidents happen.</a:t>
            </a:r>
            <a:endParaRPr lang="en-GB" sz="3600" b="1" dirty="0">
              <a:solidFill>
                <a:schemeClr val="tx2"/>
              </a:solidFill>
            </a:endParaRPr>
          </a:p>
        </p:txBody>
      </p:sp>
      <p:grpSp>
        <p:nvGrpSpPr>
          <p:cNvPr id="23" name="Group 22">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4" name="Freeform: Shape 23">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Graphic 8" descr="Light Bulb and Gear">
            <a:extLst>
              <a:ext uri="{FF2B5EF4-FFF2-40B4-BE49-F238E27FC236}">
                <a16:creationId xmlns:a16="http://schemas.microsoft.com/office/drawing/2014/main" id="{A3D3E016-FB6A-8A50-93EB-E9A384A982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8392" y="1819656"/>
            <a:ext cx="4142232" cy="4142232"/>
          </a:xfrm>
          <a:prstGeom prst="rect">
            <a:avLst/>
          </a:prstGeom>
        </p:spPr>
      </p:pic>
      <p:sp>
        <p:nvSpPr>
          <p:cNvPr id="4" name="Date Placeholder 3">
            <a:extLst>
              <a:ext uri="{FF2B5EF4-FFF2-40B4-BE49-F238E27FC236}">
                <a16:creationId xmlns:a16="http://schemas.microsoft.com/office/drawing/2014/main" id="{7F475097-0CD0-0336-2E20-5F79B4CC84A6}"/>
              </a:ext>
            </a:extLst>
          </p:cNvPr>
          <p:cNvSpPr>
            <a:spLocks noGrp="1"/>
          </p:cNvSpPr>
          <p:nvPr>
            <p:ph type="dt" sz="half" idx="10"/>
          </p:nvPr>
        </p:nvSpPr>
        <p:spPr>
          <a:xfrm>
            <a:off x="804672" y="6356350"/>
            <a:ext cx="2743200" cy="365125"/>
          </a:xfrm>
        </p:spPr>
        <p:txBody>
          <a:bodyPr>
            <a:normAutofit/>
          </a:bodyPr>
          <a:lstStyle/>
          <a:p>
            <a:pPr>
              <a:spcAft>
                <a:spcPts val="600"/>
              </a:spcAft>
            </a:pPr>
            <a:fld id="{D7028FC1-2F1A-441B-B93D-2F901BB6B7C5}" type="datetime1">
              <a:rPr lang="en-GB" smtClean="0"/>
              <a:pPr>
                <a:spcAft>
                  <a:spcPts val="600"/>
                </a:spcAft>
              </a:pPr>
              <a:t>30/07/2025</a:t>
            </a:fld>
            <a:endParaRPr lang="en-GB"/>
          </a:p>
        </p:txBody>
      </p:sp>
      <p:sp>
        <p:nvSpPr>
          <p:cNvPr id="5" name="Slide Number Placeholder 4">
            <a:extLst>
              <a:ext uri="{FF2B5EF4-FFF2-40B4-BE49-F238E27FC236}">
                <a16:creationId xmlns:a16="http://schemas.microsoft.com/office/drawing/2014/main" id="{08C1B10E-E8AC-1D13-11DE-51C60320AFCF}"/>
              </a:ext>
            </a:extLst>
          </p:cNvPr>
          <p:cNvSpPr>
            <a:spLocks noGrp="1"/>
          </p:cNvSpPr>
          <p:nvPr>
            <p:ph type="sldNum" sz="quarter" idx="12"/>
          </p:nvPr>
        </p:nvSpPr>
        <p:spPr>
          <a:xfrm>
            <a:off x="8610600" y="6356350"/>
            <a:ext cx="2743200" cy="365125"/>
          </a:xfrm>
        </p:spPr>
        <p:txBody>
          <a:bodyPr>
            <a:normAutofit/>
          </a:bodyPr>
          <a:lstStyle/>
          <a:p>
            <a:pPr>
              <a:spcAft>
                <a:spcPts val="600"/>
              </a:spcAft>
            </a:pPr>
            <a:fld id="{E1F53765-4FF0-40A9-A4FE-B27B4CFAA281}" type="slidenum">
              <a:rPr lang="en-GB" smtClean="0"/>
              <a:pPr>
                <a:spcAft>
                  <a:spcPts val="600"/>
                </a:spcAft>
              </a:pPr>
              <a:t>51</a:t>
            </a:fld>
            <a:endParaRPr lang="en-GB"/>
          </a:p>
        </p:txBody>
      </p:sp>
    </p:spTree>
    <p:extLst>
      <p:ext uri="{BB962C8B-B14F-4D97-AF65-F5344CB8AC3E}">
        <p14:creationId xmlns:p14="http://schemas.microsoft.com/office/powerpoint/2010/main" val="22993871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2B521E4F-D04E-AC9C-C24A-AC7CE39C4576}"/>
              </a:ext>
            </a:extLst>
          </p:cNvPr>
          <p:cNvSpPr>
            <a:spLocks noGrp="1"/>
          </p:cNvSpPr>
          <p:nvPr>
            <p:ph type="title"/>
          </p:nvPr>
        </p:nvSpPr>
        <p:spPr>
          <a:xfrm>
            <a:off x="694842" y="-84765"/>
            <a:ext cx="6821774" cy="1325563"/>
          </a:xfrm>
        </p:spPr>
        <p:txBody>
          <a:bodyPr>
            <a:normAutofit/>
          </a:bodyPr>
          <a:lstStyle/>
          <a:p>
            <a:r>
              <a:rPr lang="en-GB" b="1" u="sng" dirty="0">
                <a:solidFill>
                  <a:schemeClr val="accent4">
                    <a:lumMod val="75000"/>
                  </a:schemeClr>
                </a:solidFill>
              </a:rPr>
              <a:t>THE DOMINO THEORY</a:t>
            </a:r>
          </a:p>
        </p:txBody>
      </p:sp>
      <p:sp>
        <p:nvSpPr>
          <p:cNvPr id="3" name="Content Placeholder 2">
            <a:extLst>
              <a:ext uri="{FF2B5EF4-FFF2-40B4-BE49-F238E27FC236}">
                <a16:creationId xmlns:a16="http://schemas.microsoft.com/office/drawing/2014/main" id="{BE04B26E-D0D2-84D5-234E-766E92F9F7B6}"/>
              </a:ext>
            </a:extLst>
          </p:cNvPr>
          <p:cNvSpPr>
            <a:spLocks noGrp="1"/>
          </p:cNvSpPr>
          <p:nvPr>
            <p:ph idx="1"/>
          </p:nvPr>
        </p:nvSpPr>
        <p:spPr>
          <a:xfrm>
            <a:off x="9003" y="826100"/>
            <a:ext cx="6821774" cy="5962961"/>
          </a:xfrm>
        </p:spPr>
        <p:txBody>
          <a:bodyPr>
            <a:noAutofit/>
          </a:bodyPr>
          <a:lstStyle/>
          <a:p>
            <a:pPr algn="just"/>
            <a:r>
              <a:rPr lang="en-GB" sz="2400" b="1" i="0" u="none" strike="noStrike" baseline="0" dirty="0">
                <a:latin typeface="Cambria" panose="02040503050406030204" pitchFamily="18" charset="0"/>
              </a:rPr>
              <a:t>A theory of accident causation and control, developed by H.W. Heinrich. </a:t>
            </a:r>
          </a:p>
          <a:p>
            <a:pPr algn="just"/>
            <a:r>
              <a:rPr lang="en-US" sz="2400" b="1" dirty="0"/>
              <a:t>According to Heinrich, an "accident" is one factor in a sequence that may lead to an injury</a:t>
            </a:r>
            <a:endParaRPr lang="en-GB" sz="2400" b="1" i="0" u="none" strike="noStrike" baseline="0" dirty="0">
              <a:latin typeface="Cambria" panose="02040503050406030204" pitchFamily="18" charset="0"/>
            </a:endParaRPr>
          </a:p>
          <a:p>
            <a:pPr algn="just"/>
            <a:r>
              <a:rPr lang="en-GB" sz="2400" b="1" i="0" u="none" strike="noStrike" baseline="0" dirty="0">
                <a:latin typeface="Cambria" panose="02040503050406030204" pitchFamily="18" charset="0"/>
              </a:rPr>
              <a:t>That propose that all accidents, whether in a residence or a workplace environment, are the result of a chain of events. </a:t>
            </a:r>
          </a:p>
          <a:p>
            <a:pPr algn="just"/>
            <a:r>
              <a:rPr lang="en-GB" sz="2400" b="1" i="0" u="none" strike="noStrike" baseline="0" dirty="0">
                <a:latin typeface="Cambria" panose="02040503050406030204" pitchFamily="18" charset="0"/>
              </a:rPr>
              <a:t>The chain of events consists of the following sequential factors: ancestry and social environment, an individual's mistake, an unsafe action and/or physical hazard, the actual accident, and an injury as the result of the preceding factors. </a:t>
            </a:r>
          </a:p>
          <a:p>
            <a:pPr algn="just"/>
            <a:r>
              <a:rPr lang="en-GB" sz="2400" b="1" i="0" u="none" strike="noStrike" baseline="0" dirty="0">
                <a:latin typeface="Cambria" panose="02040503050406030204" pitchFamily="18" charset="0"/>
              </a:rPr>
              <a:t>These factors are described as dominoes, and the removal of any one of these five factors can prevent the accident</a:t>
            </a:r>
            <a:endParaRPr lang="en-GB" sz="2400" b="1" dirty="0"/>
          </a:p>
        </p:txBody>
      </p:sp>
      <p:pic>
        <p:nvPicPr>
          <p:cNvPr id="7" name="Picture 6" descr="A machine with sparks flying out of it&#10;&#10;Description automatically generated">
            <a:extLst>
              <a:ext uri="{FF2B5EF4-FFF2-40B4-BE49-F238E27FC236}">
                <a16:creationId xmlns:a16="http://schemas.microsoft.com/office/drawing/2014/main" id="{0BE90509-5CA0-4BAA-8C98-615899AAF558}"/>
              </a:ext>
            </a:extLst>
          </p:cNvPr>
          <p:cNvPicPr>
            <a:picLocks noChangeAspect="1"/>
          </p:cNvPicPr>
          <p:nvPr/>
        </p:nvPicPr>
        <p:blipFill>
          <a:blip r:embed="rId2">
            <a:extLst>
              <a:ext uri="{28A0092B-C50C-407E-A947-70E740481C1C}">
                <a14:useLocalDpi xmlns:a14="http://schemas.microsoft.com/office/drawing/2010/main" val="0"/>
              </a:ext>
            </a:extLst>
          </a:blip>
          <a:srcRect r="3" b="3"/>
          <a:stretch/>
        </p:blipFill>
        <p:spPr>
          <a:xfrm>
            <a:off x="6770155" y="1234112"/>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4" name="Date Placeholder 3">
            <a:extLst>
              <a:ext uri="{FF2B5EF4-FFF2-40B4-BE49-F238E27FC236}">
                <a16:creationId xmlns:a16="http://schemas.microsoft.com/office/drawing/2014/main" id="{0A7804F9-36B9-39EB-A09B-86381656D9DF}"/>
              </a:ext>
            </a:extLst>
          </p:cNvPr>
          <p:cNvSpPr>
            <a:spLocks noGrp="1"/>
          </p:cNvSpPr>
          <p:nvPr>
            <p:ph type="dt" sz="half" idx="10"/>
          </p:nvPr>
        </p:nvSpPr>
        <p:spPr>
          <a:xfrm>
            <a:off x="838200" y="6356350"/>
            <a:ext cx="2743200" cy="365125"/>
          </a:xfrm>
        </p:spPr>
        <p:txBody>
          <a:bodyPr>
            <a:normAutofit/>
          </a:bodyPr>
          <a:lstStyle/>
          <a:p>
            <a:pPr>
              <a:spcAft>
                <a:spcPts val="600"/>
              </a:spcAft>
            </a:pPr>
            <a:fld id="{D7028FC1-2F1A-441B-B93D-2F901BB6B7C5}" type="datetime1">
              <a:rPr lang="en-GB" smtClean="0"/>
              <a:pPr>
                <a:spcAft>
                  <a:spcPts val="600"/>
                </a:spcAft>
              </a:pPr>
              <a:t>30/07/2025</a:t>
            </a:fld>
            <a:endParaRPr lang="en-GB"/>
          </a:p>
        </p:txBody>
      </p:sp>
      <p:sp>
        <p:nvSpPr>
          <p:cNvPr id="5" name="Slide Number Placeholder 4">
            <a:extLst>
              <a:ext uri="{FF2B5EF4-FFF2-40B4-BE49-F238E27FC236}">
                <a16:creationId xmlns:a16="http://schemas.microsoft.com/office/drawing/2014/main" id="{877A4ADE-C9F3-428E-3C16-79316099AA3B}"/>
              </a:ext>
            </a:extLst>
          </p:cNvPr>
          <p:cNvSpPr>
            <a:spLocks noGrp="1"/>
          </p:cNvSpPr>
          <p:nvPr>
            <p:ph type="sldNum" sz="quarter" idx="12"/>
          </p:nvPr>
        </p:nvSpPr>
        <p:spPr>
          <a:xfrm>
            <a:off x="8610600" y="6356350"/>
            <a:ext cx="2743200" cy="365125"/>
          </a:xfrm>
        </p:spPr>
        <p:txBody>
          <a:bodyPr>
            <a:normAutofit/>
          </a:bodyPr>
          <a:lstStyle/>
          <a:p>
            <a:pPr>
              <a:spcAft>
                <a:spcPts val="600"/>
              </a:spcAft>
            </a:pPr>
            <a:fld id="{E1F53765-4FF0-40A9-A4FE-B27B4CFAA281}" type="slidenum">
              <a:rPr lang="en-GB" smtClean="0"/>
              <a:pPr>
                <a:spcAft>
                  <a:spcPts val="600"/>
                </a:spcAft>
              </a:pPr>
              <a:t>52</a:t>
            </a:fld>
            <a:endParaRPr lang="en-GB"/>
          </a:p>
        </p:txBody>
      </p:sp>
      <p:sp>
        <p:nvSpPr>
          <p:cNvPr id="21"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28830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Shape 1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DDA8F4CE-3DF3-21AD-D9CD-C3D5936698DF}"/>
              </a:ext>
            </a:extLst>
          </p:cNvPr>
          <p:cNvPicPr>
            <a:picLocks noChangeAspect="1"/>
          </p:cNvPicPr>
          <p:nvPr/>
        </p:nvPicPr>
        <p:blipFill rotWithShape="1">
          <a:blip r:embed="rId2">
            <a:extLst>
              <a:ext uri="{28A0092B-C50C-407E-A947-70E740481C1C}">
                <a14:useLocalDpi xmlns:a14="http://schemas.microsoft.com/office/drawing/2010/main" val="0"/>
              </a:ext>
            </a:extLst>
          </a:blip>
          <a:srcRect t="33186" b="24346"/>
          <a:stretch/>
        </p:blipFill>
        <p:spPr>
          <a:xfrm>
            <a:off x="7212545" y="1927771"/>
            <a:ext cx="4777381" cy="193586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4" name="Arc 1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31821E3-25E6-D46A-D018-1F266399D2E9}"/>
              </a:ext>
            </a:extLst>
          </p:cNvPr>
          <p:cNvSpPr>
            <a:spLocks noGrp="1"/>
          </p:cNvSpPr>
          <p:nvPr>
            <p:ph idx="1"/>
          </p:nvPr>
        </p:nvSpPr>
        <p:spPr>
          <a:xfrm>
            <a:off x="183668" y="278452"/>
            <a:ext cx="7116542" cy="6077898"/>
          </a:xfrm>
        </p:spPr>
        <p:txBody>
          <a:bodyPr>
            <a:noAutofit/>
          </a:bodyPr>
          <a:lstStyle/>
          <a:p>
            <a:r>
              <a:rPr lang="en-US" sz="2400" b="1" dirty="0"/>
              <a:t>The factors can be visualized as a series of dominoes standing on edge; </a:t>
            </a:r>
          </a:p>
          <a:p>
            <a:r>
              <a:rPr lang="en-US" sz="2400" b="1" dirty="0"/>
              <a:t>When one falls, the linkage required for a chain reaction is completed.</a:t>
            </a:r>
          </a:p>
          <a:p>
            <a:r>
              <a:rPr lang="en-US" sz="2400" b="1" dirty="0"/>
              <a:t>Each of the factors is dependent on the preceding factor.</a:t>
            </a:r>
          </a:p>
          <a:p>
            <a:r>
              <a:rPr lang="en-GB" sz="2400" b="1" dirty="0"/>
              <a:t>Each of the factors is dependent on the preceding factor after studying the reports of 75 000 industrial accidents, Heinrich concluded that":</a:t>
            </a:r>
          </a:p>
          <a:p>
            <a:r>
              <a:rPr lang="en-GB" sz="2400" b="1" dirty="0">
                <a:solidFill>
                  <a:srgbClr val="FF0000"/>
                </a:solidFill>
              </a:rPr>
              <a:t>88 percent of industrial accidents are caused by unsafe acts committed by fellow workers</a:t>
            </a:r>
          </a:p>
          <a:p>
            <a:r>
              <a:rPr lang="en-GB" sz="2400" b="1" dirty="0">
                <a:solidFill>
                  <a:srgbClr val="FF0000"/>
                </a:solidFill>
              </a:rPr>
              <a:t>10 percent of industrial accidents are caused by unsafe conditions</a:t>
            </a:r>
          </a:p>
          <a:p>
            <a:r>
              <a:rPr lang="en-GB" sz="2400" b="1" dirty="0">
                <a:solidFill>
                  <a:srgbClr val="FF0000"/>
                </a:solidFill>
              </a:rPr>
              <a:t>2percent of industrial accidents are unavoidable</a:t>
            </a:r>
            <a:endParaRPr lang="en-US" sz="2400" b="1" dirty="0">
              <a:solidFill>
                <a:srgbClr val="FF0000"/>
              </a:solidFill>
            </a:endParaRPr>
          </a:p>
          <a:p>
            <a:pPr algn="l"/>
            <a:endParaRPr lang="en-GB" sz="2400" b="0" i="0" u="none" strike="noStrike" baseline="0" dirty="0">
              <a:solidFill>
                <a:srgbClr val="000000"/>
              </a:solidFill>
              <a:latin typeface="Times New Roman" panose="02020603050405020304" pitchFamily="18" charset="0"/>
            </a:endParaRPr>
          </a:p>
          <a:p>
            <a:endParaRPr lang="en-IN" sz="2400" b="1" dirty="0"/>
          </a:p>
        </p:txBody>
      </p:sp>
      <p:sp>
        <p:nvSpPr>
          <p:cNvPr id="4" name="Date Placeholder 3">
            <a:extLst>
              <a:ext uri="{FF2B5EF4-FFF2-40B4-BE49-F238E27FC236}">
                <a16:creationId xmlns:a16="http://schemas.microsoft.com/office/drawing/2014/main" id="{50C8E103-121B-8029-6184-6401D195C7B7}"/>
              </a:ext>
            </a:extLst>
          </p:cNvPr>
          <p:cNvSpPr>
            <a:spLocks noGrp="1"/>
          </p:cNvSpPr>
          <p:nvPr>
            <p:ph type="dt" sz="half" idx="10"/>
          </p:nvPr>
        </p:nvSpPr>
        <p:spPr>
          <a:xfrm>
            <a:off x="838200" y="6356350"/>
            <a:ext cx="2743200" cy="365125"/>
          </a:xfrm>
        </p:spPr>
        <p:txBody>
          <a:bodyPr>
            <a:noAutofit/>
          </a:bodyPr>
          <a:lstStyle/>
          <a:p>
            <a:pPr>
              <a:spcAft>
                <a:spcPts val="600"/>
              </a:spcAft>
            </a:pPr>
            <a:endParaRPr lang="en-US" sz="2400" dirty="0"/>
          </a:p>
        </p:txBody>
      </p:sp>
    </p:spTree>
    <p:extLst>
      <p:ext uri="{BB962C8B-B14F-4D97-AF65-F5344CB8AC3E}">
        <p14:creationId xmlns:p14="http://schemas.microsoft.com/office/powerpoint/2010/main" val="36007389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14C4F3-21E6-4A55-63B6-04FF009A431C}"/>
              </a:ext>
            </a:extLst>
          </p:cNvPr>
          <p:cNvSpPr>
            <a:spLocks noGrp="1"/>
          </p:cNvSpPr>
          <p:nvPr>
            <p:ph type="dt" sz="half" idx="10"/>
          </p:nvPr>
        </p:nvSpPr>
        <p:spPr/>
        <p:txBody>
          <a:bodyPr/>
          <a:lstStyle/>
          <a:p>
            <a:r>
              <a:rPr lang="en-US"/>
              <a:t>ARJUN P K</a:t>
            </a:r>
            <a:endParaRPr lang="en-US" dirty="0"/>
          </a:p>
        </p:txBody>
      </p:sp>
      <p:pic>
        <p:nvPicPr>
          <p:cNvPr id="5" name="Picture 4">
            <a:extLst>
              <a:ext uri="{FF2B5EF4-FFF2-40B4-BE49-F238E27FC236}">
                <a16:creationId xmlns:a16="http://schemas.microsoft.com/office/drawing/2014/main" id="{B3EC03A9-C04C-1FC2-7203-AC13BB23B1C6}"/>
              </a:ext>
            </a:extLst>
          </p:cNvPr>
          <p:cNvPicPr>
            <a:picLocks noChangeAspect="1"/>
          </p:cNvPicPr>
          <p:nvPr/>
        </p:nvPicPr>
        <p:blipFill>
          <a:blip r:embed="rId2"/>
          <a:stretch>
            <a:fillRect/>
          </a:stretch>
        </p:blipFill>
        <p:spPr>
          <a:xfrm>
            <a:off x="0" y="1251800"/>
            <a:ext cx="12192000" cy="5606201"/>
          </a:xfrm>
          <a:prstGeom prst="rect">
            <a:avLst/>
          </a:prstGeom>
        </p:spPr>
      </p:pic>
    </p:spTree>
    <p:extLst>
      <p:ext uri="{BB962C8B-B14F-4D97-AF65-F5344CB8AC3E}">
        <p14:creationId xmlns:p14="http://schemas.microsoft.com/office/powerpoint/2010/main" val="20504546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0FD417-9C94-34F4-56A5-0547387D537A}"/>
              </a:ext>
            </a:extLst>
          </p:cNvPr>
          <p:cNvSpPr>
            <a:spLocks noGrp="1"/>
          </p:cNvSpPr>
          <p:nvPr>
            <p:ph type="title"/>
          </p:nvPr>
        </p:nvSpPr>
        <p:spPr>
          <a:xfrm>
            <a:off x="104931" y="2219508"/>
            <a:ext cx="3514660" cy="3387497"/>
          </a:xfrm>
        </p:spPr>
        <p:txBody>
          <a:bodyPr anchor="b">
            <a:noAutofit/>
          </a:bodyPr>
          <a:lstStyle/>
          <a:p>
            <a:pPr algn="r"/>
            <a:r>
              <a:rPr lang="en-GB" sz="5400" b="1" i="0" u="none" strike="noStrike" baseline="0" dirty="0">
                <a:solidFill>
                  <a:schemeClr val="tx2">
                    <a:lumMod val="10000"/>
                    <a:lumOff val="90000"/>
                  </a:schemeClr>
                </a:solidFill>
                <a:latin typeface="Times New Roman" panose="02020603050405020304" pitchFamily="18" charset="0"/>
              </a:rPr>
              <a:t> Heinrich’s Axioms of Industrial Safety </a:t>
            </a:r>
            <a:br>
              <a:rPr lang="en-GB" sz="5400" b="1" i="0" u="none" strike="noStrike" baseline="0" dirty="0">
                <a:solidFill>
                  <a:schemeClr val="tx2">
                    <a:lumMod val="10000"/>
                    <a:lumOff val="90000"/>
                  </a:schemeClr>
                </a:solidFill>
                <a:latin typeface="Times New Roman" panose="02020603050405020304" pitchFamily="18" charset="0"/>
              </a:rPr>
            </a:br>
            <a:endParaRPr lang="en-GB" sz="5400" b="1" dirty="0">
              <a:solidFill>
                <a:schemeClr val="tx2">
                  <a:lumMod val="10000"/>
                  <a:lumOff val="90000"/>
                </a:schemeClr>
              </a:solidFill>
            </a:endParaRPr>
          </a:p>
        </p:txBody>
      </p:sp>
      <p:sp>
        <p:nvSpPr>
          <p:cNvPr id="3" name="Content Placeholder 2">
            <a:extLst>
              <a:ext uri="{FF2B5EF4-FFF2-40B4-BE49-F238E27FC236}">
                <a16:creationId xmlns:a16="http://schemas.microsoft.com/office/drawing/2014/main" id="{4422A943-8EAF-1D23-2CE4-B08CFB02CEC0}"/>
              </a:ext>
            </a:extLst>
          </p:cNvPr>
          <p:cNvSpPr>
            <a:spLocks noGrp="1"/>
          </p:cNvSpPr>
          <p:nvPr>
            <p:ph idx="1"/>
          </p:nvPr>
        </p:nvSpPr>
        <p:spPr>
          <a:xfrm>
            <a:off x="4142757" y="649480"/>
            <a:ext cx="7222849" cy="5451517"/>
          </a:xfrm>
        </p:spPr>
        <p:txBody>
          <a:bodyPr anchor="ctr">
            <a:noAutofit/>
          </a:bodyPr>
          <a:lstStyle/>
          <a:p>
            <a:pPr algn="just"/>
            <a:r>
              <a:rPr lang="en-GB" sz="2000" b="1" i="0" u="none" strike="noStrike" baseline="0" dirty="0">
                <a:latin typeface="Times New Roman" panose="02020603050405020304" pitchFamily="18" charset="0"/>
              </a:rPr>
              <a:t> Heinrich’s study laid the foundation for his Axioms of Industrial Safety and his theory of accident causation, which came to be known as the domino theory </a:t>
            </a:r>
          </a:p>
          <a:p>
            <a:pPr marL="0" indent="0" algn="just">
              <a:buNone/>
            </a:pPr>
            <a:r>
              <a:rPr lang="en-GB" sz="2000" b="1" i="0" u="none" strike="noStrike" baseline="0" dirty="0">
                <a:latin typeface="Times New Roman" panose="02020603050405020304" pitchFamily="18" charset="0"/>
              </a:rPr>
              <a:t>1. Injuries result from a series of preceding factors. </a:t>
            </a:r>
          </a:p>
          <a:p>
            <a:pPr marL="0" indent="0" algn="just">
              <a:buNone/>
            </a:pPr>
            <a:r>
              <a:rPr lang="en-GB" sz="2000" b="1" i="0" u="none" strike="noStrike" baseline="0" dirty="0">
                <a:latin typeface="Times New Roman" panose="02020603050405020304" pitchFamily="18" charset="0"/>
              </a:rPr>
              <a:t>2. Accidents occur as the result of physical hazard or an unsafe act. </a:t>
            </a:r>
          </a:p>
          <a:p>
            <a:pPr marL="0" indent="0" algn="just">
              <a:buNone/>
            </a:pPr>
            <a:r>
              <a:rPr lang="en-GB" sz="2000" b="1" i="0" u="none" strike="noStrike" baseline="0" dirty="0">
                <a:latin typeface="Times New Roman" panose="02020603050405020304" pitchFamily="18" charset="0"/>
              </a:rPr>
              <a:t>3. Most accidents are the result of unsafe </a:t>
            </a:r>
            <a:r>
              <a:rPr lang="en-GB" sz="2000" b="1" i="0" u="none" strike="noStrike" baseline="0" dirty="0" err="1">
                <a:latin typeface="Times New Roman" panose="02020603050405020304" pitchFamily="18" charset="0"/>
              </a:rPr>
              <a:t>behavior</a:t>
            </a:r>
            <a:r>
              <a:rPr lang="en-GB" sz="2000" b="1" i="0" u="none" strike="noStrike" baseline="0" dirty="0">
                <a:latin typeface="Times New Roman" panose="02020603050405020304" pitchFamily="18" charset="0"/>
              </a:rPr>
              <a:t>. </a:t>
            </a:r>
          </a:p>
          <a:p>
            <a:pPr marL="0" indent="0" algn="just">
              <a:buNone/>
            </a:pPr>
            <a:r>
              <a:rPr lang="en-GB" sz="2000" b="1" i="0" u="none" strike="noStrike" baseline="0" dirty="0">
                <a:latin typeface="Times New Roman" panose="02020603050405020304" pitchFamily="18" charset="0"/>
              </a:rPr>
              <a:t>4. Unsafe acts and hazards do not always result in immediate accidents and injuries. </a:t>
            </a:r>
          </a:p>
          <a:p>
            <a:pPr marL="0" indent="0" algn="just">
              <a:buNone/>
            </a:pPr>
            <a:r>
              <a:rPr lang="en-GB" sz="2000" b="1" i="0" u="none" strike="noStrike" baseline="0" dirty="0">
                <a:latin typeface="Times New Roman" panose="02020603050405020304" pitchFamily="18" charset="0"/>
              </a:rPr>
              <a:t>5. Understanding why people commit unsafe acts helps to establish guidelines for corrective actions. </a:t>
            </a:r>
          </a:p>
          <a:p>
            <a:pPr marL="0" indent="0" algn="just">
              <a:buNone/>
            </a:pPr>
            <a:r>
              <a:rPr lang="en-GB" sz="2000" b="1" i="0" u="none" strike="noStrike" baseline="0" dirty="0">
                <a:latin typeface="Times New Roman" panose="02020603050405020304" pitchFamily="18" charset="0"/>
              </a:rPr>
              <a:t>6. The severity of the injury is largely fortuitous and the accident that caused it is preventable. </a:t>
            </a:r>
          </a:p>
          <a:p>
            <a:pPr marL="0" indent="0" algn="just">
              <a:buNone/>
            </a:pPr>
            <a:r>
              <a:rPr lang="en-GB" sz="2000" b="1" i="0" u="none" strike="noStrike" baseline="0" dirty="0">
                <a:latin typeface="Times New Roman" panose="02020603050405020304" pitchFamily="18" charset="0"/>
              </a:rPr>
              <a:t>7. Best accident prevention techniques are analogous to best quality / productivity techniques. </a:t>
            </a:r>
          </a:p>
          <a:p>
            <a:pPr marL="0" indent="0" algn="just">
              <a:buNone/>
            </a:pPr>
            <a:r>
              <a:rPr lang="en-GB" sz="2000" b="1" i="0" u="none" strike="noStrike" baseline="0" dirty="0">
                <a:latin typeface="Times New Roman" panose="02020603050405020304" pitchFamily="18" charset="0"/>
              </a:rPr>
              <a:t>8. Management should assume safety responsibilities. </a:t>
            </a:r>
          </a:p>
          <a:p>
            <a:pPr marL="0" indent="0" algn="just">
              <a:buNone/>
            </a:pPr>
            <a:r>
              <a:rPr lang="en-GB" sz="2000" b="1" i="0" u="none" strike="noStrike" baseline="0" dirty="0">
                <a:latin typeface="Times New Roman" panose="02020603050405020304" pitchFamily="18" charset="0"/>
              </a:rPr>
              <a:t>9. The supervisor is the key person in the prevention of industrial accidents. </a:t>
            </a:r>
          </a:p>
          <a:p>
            <a:pPr marL="0" indent="0" algn="just">
              <a:buNone/>
            </a:pPr>
            <a:r>
              <a:rPr lang="en-GB" sz="2000" b="1" i="0" u="none" strike="noStrike" baseline="0" dirty="0">
                <a:latin typeface="Times New Roman" panose="02020603050405020304" pitchFamily="18" charset="0"/>
              </a:rPr>
              <a:t>10. Cost of accidents include both direct costs and indirect costs. </a:t>
            </a:r>
            <a:endParaRPr lang="en-GB" sz="2000" b="1" dirty="0"/>
          </a:p>
        </p:txBody>
      </p:sp>
      <p:sp>
        <p:nvSpPr>
          <p:cNvPr id="4" name="Date Placeholder 3">
            <a:extLst>
              <a:ext uri="{FF2B5EF4-FFF2-40B4-BE49-F238E27FC236}">
                <a16:creationId xmlns:a16="http://schemas.microsoft.com/office/drawing/2014/main" id="{C002AE04-54E2-27B8-F072-912C441140ED}"/>
              </a:ext>
            </a:extLst>
          </p:cNvPr>
          <p:cNvSpPr>
            <a:spLocks noGrp="1"/>
          </p:cNvSpPr>
          <p:nvPr>
            <p:ph type="dt" sz="half" idx="10"/>
          </p:nvPr>
        </p:nvSpPr>
        <p:spPr>
          <a:xfrm>
            <a:off x="8970264" y="6455664"/>
            <a:ext cx="2743200" cy="365125"/>
          </a:xfrm>
        </p:spPr>
        <p:txBody>
          <a:bodyPr>
            <a:normAutofit/>
          </a:bodyPr>
          <a:lstStyle/>
          <a:p>
            <a:pPr algn="r">
              <a:spcAft>
                <a:spcPts val="600"/>
              </a:spcAft>
            </a:pPr>
            <a:fld id="{D7028FC1-2F1A-441B-B93D-2F901BB6B7C5}" type="datetime1">
              <a:rPr lang="en-GB" sz="1100">
                <a:solidFill>
                  <a:schemeClr val="tx1">
                    <a:lumMod val="50000"/>
                    <a:lumOff val="50000"/>
                  </a:schemeClr>
                </a:solidFill>
              </a:rPr>
              <a:pPr algn="r">
                <a:spcAft>
                  <a:spcPts val="600"/>
                </a:spcAft>
              </a:pPr>
              <a:t>30/07/2025</a:t>
            </a:fld>
            <a:endParaRPr lang="en-GB" sz="1100">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BD3C251F-3949-2BB7-B0E8-BDAEE421F21B}"/>
              </a:ext>
            </a:extLst>
          </p:cNvPr>
          <p:cNvSpPr>
            <a:spLocks noGrp="1"/>
          </p:cNvSpPr>
          <p:nvPr>
            <p:ph type="sldNum" sz="quarter" idx="12"/>
          </p:nvPr>
        </p:nvSpPr>
        <p:spPr>
          <a:xfrm>
            <a:off x="11704320" y="6455664"/>
            <a:ext cx="448056" cy="365125"/>
          </a:xfrm>
        </p:spPr>
        <p:txBody>
          <a:bodyPr>
            <a:normAutofit/>
          </a:bodyPr>
          <a:lstStyle/>
          <a:p>
            <a:pPr>
              <a:spcAft>
                <a:spcPts val="600"/>
              </a:spcAft>
            </a:pPr>
            <a:fld id="{E1F53765-4FF0-40A9-A4FE-B27B4CFAA281}" type="slidenum">
              <a:rPr lang="en-GB" sz="1100">
                <a:solidFill>
                  <a:schemeClr val="tx1">
                    <a:lumMod val="50000"/>
                    <a:lumOff val="50000"/>
                  </a:schemeClr>
                </a:solidFill>
              </a:rPr>
              <a:pPr>
                <a:spcAft>
                  <a:spcPts val="600"/>
                </a:spcAft>
              </a:pPr>
              <a:t>55</a:t>
            </a:fld>
            <a:endParaRPr lang="en-GB" sz="1100">
              <a:solidFill>
                <a:schemeClr val="tx1">
                  <a:lumMod val="50000"/>
                  <a:lumOff val="50000"/>
                </a:schemeClr>
              </a:solidFill>
            </a:endParaRPr>
          </a:p>
        </p:txBody>
      </p:sp>
    </p:spTree>
    <p:extLst>
      <p:ext uri="{BB962C8B-B14F-4D97-AF65-F5344CB8AC3E}">
        <p14:creationId xmlns:p14="http://schemas.microsoft.com/office/powerpoint/2010/main" val="29313034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ominoes">
            <a:extLst>
              <a:ext uri="{FF2B5EF4-FFF2-40B4-BE49-F238E27FC236}">
                <a16:creationId xmlns:a16="http://schemas.microsoft.com/office/drawing/2014/main" id="{F17467BA-B36E-3A33-2143-26E45EA0F528}"/>
              </a:ext>
            </a:extLst>
          </p:cNvPr>
          <p:cNvPicPr>
            <a:picLocks noChangeAspect="1"/>
          </p:cNvPicPr>
          <p:nvPr/>
        </p:nvPicPr>
        <p:blipFill>
          <a:blip r:embed="rId2"/>
          <a:srcRect l="36186" r="22703" b="-1"/>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a:extLst>
              <a:ext uri="{FF2B5EF4-FFF2-40B4-BE49-F238E27FC236}">
                <a16:creationId xmlns:a16="http://schemas.microsoft.com/office/drawing/2014/main" id="{D95C3B55-D976-5242-5CA8-C2960576259E}"/>
              </a:ext>
            </a:extLst>
          </p:cNvPr>
          <p:cNvSpPr>
            <a:spLocks noGrp="1"/>
          </p:cNvSpPr>
          <p:nvPr>
            <p:ph type="title"/>
          </p:nvPr>
        </p:nvSpPr>
        <p:spPr>
          <a:xfrm>
            <a:off x="1137034" y="609600"/>
            <a:ext cx="6831188" cy="1322887"/>
          </a:xfrm>
        </p:spPr>
        <p:txBody>
          <a:bodyPr>
            <a:normAutofit/>
          </a:bodyPr>
          <a:lstStyle/>
          <a:p>
            <a:r>
              <a:rPr lang="en-IN" dirty="0"/>
              <a:t>The process…..</a:t>
            </a:r>
          </a:p>
        </p:txBody>
      </p:sp>
      <p:sp>
        <p:nvSpPr>
          <p:cNvPr id="3" name="Content Placeholder 2">
            <a:extLst>
              <a:ext uri="{FF2B5EF4-FFF2-40B4-BE49-F238E27FC236}">
                <a16:creationId xmlns:a16="http://schemas.microsoft.com/office/drawing/2014/main" id="{7210E8AC-064E-23B7-F670-425DFCF53095}"/>
              </a:ext>
            </a:extLst>
          </p:cNvPr>
          <p:cNvSpPr>
            <a:spLocks noGrp="1"/>
          </p:cNvSpPr>
          <p:nvPr>
            <p:ph idx="1"/>
          </p:nvPr>
        </p:nvSpPr>
        <p:spPr>
          <a:xfrm>
            <a:off x="567408" y="1474706"/>
            <a:ext cx="7400814" cy="3908585"/>
          </a:xfrm>
        </p:spPr>
        <p:txBody>
          <a:bodyPr>
            <a:noAutofit/>
          </a:bodyPr>
          <a:lstStyle/>
          <a:p>
            <a:pPr marL="685783" indent="-685783" algn="just">
              <a:buFont typeface="+mj-lt"/>
              <a:buAutoNum type="alphaLcParenR"/>
            </a:pPr>
            <a:r>
              <a:rPr lang="en-US" sz="2400" dirty="0"/>
              <a:t>A personal injury (the final domino) occurs only as a result of an accident.</a:t>
            </a:r>
          </a:p>
          <a:p>
            <a:pPr marL="685783" indent="-685783" algn="just">
              <a:buFont typeface="+mj-lt"/>
              <a:buAutoNum type="alphaLcParenR"/>
            </a:pPr>
            <a:r>
              <a:rPr lang="en-US" sz="2400" dirty="0"/>
              <a:t>An accident occurs only as a result of a personal or mechanical hazard.</a:t>
            </a:r>
          </a:p>
          <a:p>
            <a:pPr marL="685783" indent="-685783" algn="just">
              <a:buFont typeface="+mj-lt"/>
              <a:buAutoNum type="alphaLcParenR"/>
            </a:pPr>
            <a:r>
              <a:rPr lang="en-US" sz="2400" dirty="0"/>
              <a:t>Personal and mechanical hazards exist only through the fault of careless persons or poorly designed or improperly maintained equipment.</a:t>
            </a:r>
          </a:p>
          <a:p>
            <a:pPr marL="685783" indent="-685783" algn="just">
              <a:buFont typeface="+mj-lt"/>
              <a:buAutoNum type="alphaLcParenR"/>
            </a:pPr>
            <a:r>
              <a:rPr lang="en-US" sz="2400" dirty="0"/>
              <a:t>Faults of persons are inherited or acquired as a result of their social environment or acquired by ancestry.</a:t>
            </a:r>
          </a:p>
          <a:p>
            <a:pPr marL="685783" indent="-685783" algn="just">
              <a:buFont typeface="+mj-lt"/>
              <a:buAutoNum type="alphaLcParenR"/>
            </a:pPr>
            <a:r>
              <a:rPr lang="en-US" sz="2400" dirty="0"/>
              <a:t>The environment is where and how a person was raised and educated.</a:t>
            </a:r>
          </a:p>
        </p:txBody>
      </p:sp>
    </p:spTree>
    <p:extLst>
      <p:ext uri="{BB962C8B-B14F-4D97-AF65-F5344CB8AC3E}">
        <p14:creationId xmlns:p14="http://schemas.microsoft.com/office/powerpoint/2010/main" val="24159682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people standing around a machine&#10;&#10;Description automatically generated">
            <a:extLst>
              <a:ext uri="{FF2B5EF4-FFF2-40B4-BE49-F238E27FC236}">
                <a16:creationId xmlns:a16="http://schemas.microsoft.com/office/drawing/2014/main" id="{F076B6B2-BA2F-29E4-7680-4F9D1FA23A91}"/>
              </a:ext>
            </a:extLst>
          </p:cNvPr>
          <p:cNvPicPr>
            <a:picLocks noChangeAspect="1"/>
          </p:cNvPicPr>
          <p:nvPr/>
        </p:nvPicPr>
        <p:blipFill>
          <a:blip r:embed="rId2">
            <a:extLst>
              <a:ext uri="{28A0092B-C50C-407E-A947-70E740481C1C}">
                <a14:useLocalDpi xmlns:a14="http://schemas.microsoft.com/office/drawing/2010/main" val="0"/>
              </a:ext>
            </a:extLst>
          </a:blip>
          <a:srcRect l="24572" r="13839"/>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3" name="Content Placeholder 2">
            <a:extLst>
              <a:ext uri="{FF2B5EF4-FFF2-40B4-BE49-F238E27FC236}">
                <a16:creationId xmlns:a16="http://schemas.microsoft.com/office/drawing/2014/main" id="{850CB7AE-C12B-55ED-3328-4D8A58F3949F}"/>
              </a:ext>
            </a:extLst>
          </p:cNvPr>
          <p:cNvSpPr>
            <a:spLocks noGrp="1"/>
          </p:cNvSpPr>
          <p:nvPr>
            <p:ph idx="1"/>
          </p:nvPr>
        </p:nvSpPr>
        <p:spPr>
          <a:xfrm>
            <a:off x="60664" y="1690688"/>
            <a:ext cx="7966269" cy="3908585"/>
          </a:xfrm>
        </p:spPr>
        <p:txBody>
          <a:bodyPr>
            <a:noAutofit/>
          </a:bodyPr>
          <a:lstStyle/>
          <a:p>
            <a:pPr algn="just"/>
            <a:r>
              <a:rPr lang="en-US" sz="2400" dirty="0"/>
              <a:t>The factor preceding the accident (the unsafe act or the mechanical or physical hazard) should receive the most attention.</a:t>
            </a:r>
          </a:p>
          <a:p>
            <a:pPr algn="just"/>
            <a:r>
              <a:rPr lang="en-US" sz="2400" dirty="0"/>
              <a:t>Heinrich felt that the person responsible at a company for loss control should be interested in all five factors, but be concerned primarily with accidents and the proximate causes of those accidents.</a:t>
            </a:r>
          </a:p>
          <a:p>
            <a:pPr algn="just"/>
            <a:r>
              <a:rPr lang="en-US" sz="2400" dirty="0"/>
              <a:t>Heinrich also emphasized that accidents, not injuries or property damage, should be the point of attack.</a:t>
            </a:r>
          </a:p>
          <a:p>
            <a:pPr lvl="1" algn="just"/>
            <a:r>
              <a:rPr lang="en-US" dirty="0"/>
              <a:t>An accident is any unplanned, uncontrolled event that could result in personal injury or property damage. </a:t>
            </a:r>
          </a:p>
          <a:p>
            <a:pPr lvl="1" algn="just"/>
            <a:r>
              <a:rPr lang="en-US" dirty="0"/>
              <a:t>For example, if a person slips and falls, an injury may or may not result, but an accident has taken place.</a:t>
            </a:r>
            <a:endParaRPr lang="en-IN" dirty="0"/>
          </a:p>
        </p:txBody>
      </p:sp>
      <p:sp>
        <p:nvSpPr>
          <p:cNvPr id="6" name="Title 1">
            <a:extLst>
              <a:ext uri="{FF2B5EF4-FFF2-40B4-BE49-F238E27FC236}">
                <a16:creationId xmlns:a16="http://schemas.microsoft.com/office/drawing/2014/main" id="{7F50C253-BC7F-5939-18C7-16DDD925C6D5}"/>
              </a:ext>
            </a:extLst>
          </p:cNvPr>
          <p:cNvSpPr>
            <a:spLocks noGrp="1"/>
          </p:cNvSpPr>
          <p:nvPr>
            <p:ph type="title"/>
          </p:nvPr>
        </p:nvSpPr>
        <p:spPr>
          <a:xfrm>
            <a:off x="92765" y="136525"/>
            <a:ext cx="10515600" cy="1325563"/>
          </a:xfrm>
        </p:spPr>
        <p:txBody>
          <a:bodyPr>
            <a:normAutofit/>
          </a:bodyPr>
          <a:lstStyle/>
          <a:p>
            <a:r>
              <a:rPr lang="en-GB" sz="4000" b="1" i="0" dirty="0">
                <a:solidFill>
                  <a:schemeClr val="accent2">
                    <a:lumMod val="50000"/>
                  </a:schemeClr>
                </a:solidFill>
                <a:effectLst/>
                <a:highlight>
                  <a:srgbClr val="FFFFFF"/>
                </a:highlight>
                <a:latin typeface="Open Sans" panose="020B0606030504020204" pitchFamily="34" charset="0"/>
              </a:rPr>
              <a:t>Heinrich’s Domino Theory — Critical Issues</a:t>
            </a:r>
            <a:endParaRPr lang="en-GB" sz="4000" b="1" dirty="0">
              <a:solidFill>
                <a:schemeClr val="accent2">
                  <a:lumMod val="50000"/>
                </a:schemeClr>
              </a:solidFill>
            </a:endParaRPr>
          </a:p>
        </p:txBody>
      </p:sp>
    </p:spTree>
    <p:extLst>
      <p:ext uri="{BB962C8B-B14F-4D97-AF65-F5344CB8AC3E}">
        <p14:creationId xmlns:p14="http://schemas.microsoft.com/office/powerpoint/2010/main" val="24573314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44D65982-4F00-4330-8DAA-DE6A9E4D6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lor Cover">
            <a:extLst>
              <a:ext uri="{FF2B5EF4-FFF2-40B4-BE49-F238E27FC236}">
                <a16:creationId xmlns:a16="http://schemas.microsoft.com/office/drawing/2014/main" id="{009115B9-5BFD-478D-9C87-29ADB3AF1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8D57F946-2E03-4DE1-91F8-25BEDC6635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2"/>
            <a:ext cx="3468234" cy="6858000"/>
            <a:chOff x="651279" y="598259"/>
            <a:chExt cx="10889442" cy="5680742"/>
          </a:xfrm>
        </p:grpSpPr>
        <p:sp>
          <p:nvSpPr>
            <p:cNvPr id="14" name="Color">
              <a:extLst>
                <a:ext uri="{FF2B5EF4-FFF2-40B4-BE49-F238E27FC236}">
                  <a16:creationId xmlns:a16="http://schemas.microsoft.com/office/drawing/2014/main" id="{1598881B-E007-4AAF-BA50-0AD618219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87A6DD9E-16A5-46AE-A522-D46D6BEDF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5A34622-E5F3-E474-351B-DBA10EFE1E5A}"/>
              </a:ext>
            </a:extLst>
          </p:cNvPr>
          <p:cNvSpPr>
            <a:spLocks noGrp="1"/>
          </p:cNvSpPr>
          <p:nvPr>
            <p:ph type="title"/>
          </p:nvPr>
        </p:nvSpPr>
        <p:spPr>
          <a:xfrm rot="16200000">
            <a:off x="-1325880" y="1947672"/>
            <a:ext cx="5961888" cy="2788920"/>
          </a:xfrm>
        </p:spPr>
        <p:txBody>
          <a:bodyPr anchor="ctr">
            <a:normAutofit/>
          </a:bodyPr>
          <a:lstStyle/>
          <a:p>
            <a:r>
              <a:rPr lang="en-IN" sz="4800" b="1">
                <a:solidFill>
                  <a:schemeClr val="bg1"/>
                </a:solidFill>
              </a:rPr>
              <a:t>Corrective action sequence</a:t>
            </a:r>
          </a:p>
        </p:txBody>
      </p:sp>
      <p:sp>
        <p:nvSpPr>
          <p:cNvPr id="3" name="Content Placeholder 2">
            <a:extLst>
              <a:ext uri="{FF2B5EF4-FFF2-40B4-BE49-F238E27FC236}">
                <a16:creationId xmlns:a16="http://schemas.microsoft.com/office/drawing/2014/main" id="{DD045830-8525-AD15-56EE-1411DC37EC18}"/>
              </a:ext>
            </a:extLst>
          </p:cNvPr>
          <p:cNvSpPr>
            <a:spLocks noGrp="1"/>
          </p:cNvSpPr>
          <p:nvPr>
            <p:ph idx="1"/>
          </p:nvPr>
        </p:nvSpPr>
        <p:spPr>
          <a:xfrm>
            <a:off x="4071068" y="841247"/>
            <a:ext cx="6877878" cy="5120640"/>
          </a:xfrm>
        </p:spPr>
        <p:txBody>
          <a:bodyPr anchor="ctr">
            <a:noAutofit/>
          </a:bodyPr>
          <a:lstStyle/>
          <a:p>
            <a:pPr marL="0" indent="0" algn="just">
              <a:buNone/>
            </a:pPr>
            <a:r>
              <a:rPr lang="en-US" b="1" dirty="0">
                <a:solidFill>
                  <a:schemeClr val="tx2"/>
                </a:solidFill>
              </a:rPr>
              <a:t>Engineering</a:t>
            </a:r>
          </a:p>
          <a:p>
            <a:pPr algn="just"/>
            <a:r>
              <a:rPr lang="en-US" dirty="0">
                <a:solidFill>
                  <a:schemeClr val="tx2"/>
                </a:solidFill>
              </a:rPr>
              <a:t>Control hazards through product design or process change</a:t>
            </a:r>
          </a:p>
          <a:p>
            <a:pPr marL="0" indent="0" algn="just">
              <a:buNone/>
            </a:pPr>
            <a:r>
              <a:rPr lang="en-US" b="1" dirty="0">
                <a:solidFill>
                  <a:schemeClr val="tx2"/>
                </a:solidFill>
              </a:rPr>
              <a:t>Education</a:t>
            </a:r>
          </a:p>
          <a:p>
            <a:pPr algn="just"/>
            <a:r>
              <a:rPr lang="en-US" dirty="0">
                <a:solidFill>
                  <a:schemeClr val="tx2"/>
                </a:solidFill>
              </a:rPr>
              <a:t>Train workers regarding all facets of safety</a:t>
            </a:r>
          </a:p>
          <a:p>
            <a:pPr algn="just"/>
            <a:r>
              <a:rPr lang="en-US" dirty="0">
                <a:solidFill>
                  <a:schemeClr val="tx2"/>
                </a:solidFill>
              </a:rPr>
              <a:t>Impose on management that attention to safety pays off</a:t>
            </a:r>
          </a:p>
          <a:p>
            <a:pPr marL="0" indent="0" algn="just">
              <a:buNone/>
            </a:pPr>
            <a:r>
              <a:rPr lang="en-US" b="1" dirty="0">
                <a:solidFill>
                  <a:schemeClr val="tx2"/>
                </a:solidFill>
              </a:rPr>
              <a:t>Enforcement</a:t>
            </a:r>
          </a:p>
          <a:p>
            <a:pPr algn="just"/>
            <a:r>
              <a:rPr lang="en-US" dirty="0">
                <a:solidFill>
                  <a:schemeClr val="tx2"/>
                </a:solidFill>
              </a:rPr>
              <a:t>Insure that internal and external rules, regulations, and standard operating procedures are followed by workers as well as management.</a:t>
            </a:r>
            <a:endParaRPr lang="en-IN" dirty="0">
              <a:solidFill>
                <a:schemeClr val="tx2"/>
              </a:solidFill>
            </a:endParaRPr>
          </a:p>
        </p:txBody>
      </p:sp>
      <p:sp>
        <p:nvSpPr>
          <p:cNvPr id="4" name="Date Placeholder 3">
            <a:extLst>
              <a:ext uri="{FF2B5EF4-FFF2-40B4-BE49-F238E27FC236}">
                <a16:creationId xmlns:a16="http://schemas.microsoft.com/office/drawing/2014/main" id="{C70AF095-504E-FA6E-FB93-5C3A7500D6BA}"/>
              </a:ext>
            </a:extLst>
          </p:cNvPr>
          <p:cNvSpPr>
            <a:spLocks noGrp="1"/>
          </p:cNvSpPr>
          <p:nvPr>
            <p:ph type="dt" sz="half" idx="10"/>
          </p:nvPr>
        </p:nvSpPr>
        <p:spPr>
          <a:xfrm rot="5400000">
            <a:off x="10735056" y="987552"/>
            <a:ext cx="2286000" cy="640080"/>
          </a:xfrm>
        </p:spPr>
        <p:txBody>
          <a:bodyPr anchor="ctr">
            <a:normAutofit/>
          </a:bodyPr>
          <a:lstStyle/>
          <a:p>
            <a:pPr algn="r">
              <a:spcAft>
                <a:spcPts val="600"/>
              </a:spcAft>
            </a:pPr>
            <a:r>
              <a:rPr lang="en-US" sz="1000">
                <a:solidFill>
                  <a:schemeClr val="tx2"/>
                </a:solidFill>
              </a:rPr>
              <a:t>ARJUN P K</a:t>
            </a:r>
          </a:p>
        </p:txBody>
      </p:sp>
    </p:spTree>
    <p:extLst>
      <p:ext uri="{BB962C8B-B14F-4D97-AF65-F5344CB8AC3E}">
        <p14:creationId xmlns:p14="http://schemas.microsoft.com/office/powerpoint/2010/main" val="31650591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67D397-6AA3-CAA6-22F1-9CFF7296535F}"/>
              </a:ext>
            </a:extLst>
          </p:cNvPr>
          <p:cNvSpPr>
            <a:spLocks noGrp="1"/>
          </p:cNvSpPr>
          <p:nvPr>
            <p:ph type="title"/>
          </p:nvPr>
        </p:nvSpPr>
        <p:spPr>
          <a:xfrm>
            <a:off x="640080" y="325369"/>
            <a:ext cx="4368602" cy="1956841"/>
          </a:xfrm>
        </p:spPr>
        <p:txBody>
          <a:bodyPr anchor="b">
            <a:normAutofit/>
          </a:bodyPr>
          <a:lstStyle/>
          <a:p>
            <a:r>
              <a:rPr lang="en-GB" sz="4200" b="1" i="0" u="sng" strike="noStrike" baseline="0">
                <a:latin typeface="TimesNewRomanPS-BoldMT"/>
              </a:rPr>
              <a:t>2. Human Factors Theory</a:t>
            </a:r>
            <a:br>
              <a:rPr lang="en-GB" sz="4200" b="1" i="0" u="sng" strike="noStrike" baseline="0">
                <a:latin typeface="TimesNewRomanPS-BoldMT"/>
              </a:rPr>
            </a:br>
            <a:endParaRPr lang="en-GB" sz="4200" u="sng"/>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315D83-4E55-F688-F993-6114F5ACE592}"/>
              </a:ext>
            </a:extLst>
          </p:cNvPr>
          <p:cNvSpPr>
            <a:spLocks noGrp="1"/>
          </p:cNvSpPr>
          <p:nvPr>
            <p:ph idx="1"/>
          </p:nvPr>
        </p:nvSpPr>
        <p:spPr>
          <a:xfrm>
            <a:off x="202962" y="2712610"/>
            <a:ext cx="5107215" cy="3320668"/>
          </a:xfrm>
        </p:spPr>
        <p:txBody>
          <a:bodyPr>
            <a:noAutofit/>
          </a:bodyPr>
          <a:lstStyle/>
          <a:p>
            <a:pPr algn="just"/>
            <a:r>
              <a:rPr lang="en-GB" sz="2400" b="0" i="0" u="none" strike="noStrike" baseline="0" dirty="0">
                <a:latin typeface="TimesNewRomanPSMT"/>
              </a:rPr>
              <a:t>The human factors theory of accident causation attributes accidents to a chain of events ultimately caused by human error.</a:t>
            </a:r>
          </a:p>
          <a:p>
            <a:pPr algn="just"/>
            <a:r>
              <a:rPr lang="en-GB" sz="2400" b="0" i="0" u="none" strike="noStrike" baseline="0" dirty="0">
                <a:latin typeface="TimesNewRomanPSMT"/>
              </a:rPr>
              <a:t> It consists of the following three broad factors that lead to human error: overload, inappropriate response, and inappropriate activities.</a:t>
            </a:r>
          </a:p>
          <a:p>
            <a:pPr algn="just"/>
            <a:endParaRPr lang="en-GB" sz="2400" dirty="0"/>
          </a:p>
        </p:txBody>
      </p:sp>
      <p:sp>
        <p:nvSpPr>
          <p:cNvPr id="4" name="Date Placeholder 3">
            <a:extLst>
              <a:ext uri="{FF2B5EF4-FFF2-40B4-BE49-F238E27FC236}">
                <a16:creationId xmlns:a16="http://schemas.microsoft.com/office/drawing/2014/main" id="{FCEAAD30-B2CF-A139-482B-EA168DD43037}"/>
              </a:ext>
            </a:extLst>
          </p:cNvPr>
          <p:cNvSpPr>
            <a:spLocks noGrp="1"/>
          </p:cNvSpPr>
          <p:nvPr>
            <p:ph type="dt" sz="half" idx="10"/>
          </p:nvPr>
        </p:nvSpPr>
        <p:spPr>
          <a:xfrm>
            <a:off x="838200" y="6356350"/>
            <a:ext cx="2743200" cy="365125"/>
          </a:xfrm>
        </p:spPr>
        <p:txBody>
          <a:bodyPr>
            <a:normAutofit/>
          </a:bodyPr>
          <a:lstStyle/>
          <a:p>
            <a:pPr>
              <a:spcAft>
                <a:spcPts val="600"/>
              </a:spcAft>
            </a:pPr>
            <a:fld id="{D7028FC1-2F1A-441B-B93D-2F901BB6B7C5}" type="datetime1">
              <a:rPr lang="en-GB" smtClean="0"/>
              <a:pPr>
                <a:spcAft>
                  <a:spcPts val="600"/>
                </a:spcAft>
              </a:pPr>
              <a:t>30/07/2025</a:t>
            </a:fld>
            <a:endParaRPr lang="en-GB"/>
          </a:p>
        </p:txBody>
      </p:sp>
      <p:pic>
        <p:nvPicPr>
          <p:cNvPr id="7" name="Picture 6" descr="A group of people standing around a large crane in a building&#10;&#10;Description automatically generated">
            <a:extLst>
              <a:ext uri="{FF2B5EF4-FFF2-40B4-BE49-F238E27FC236}">
                <a16:creationId xmlns:a16="http://schemas.microsoft.com/office/drawing/2014/main" id="{7D51EFF9-0D62-B330-2EA0-DD9B0859A0E7}"/>
              </a:ext>
            </a:extLst>
          </p:cNvPr>
          <p:cNvPicPr>
            <a:picLocks noChangeAspect="1"/>
          </p:cNvPicPr>
          <p:nvPr/>
        </p:nvPicPr>
        <p:blipFill>
          <a:blip r:embed="rId2">
            <a:extLst>
              <a:ext uri="{28A0092B-C50C-407E-A947-70E740481C1C}">
                <a14:useLocalDpi xmlns:a14="http://schemas.microsoft.com/office/drawing/2010/main" val="0"/>
              </a:ext>
            </a:extLst>
          </a:blip>
          <a:srcRect t="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Slide Number Placeholder 4">
            <a:extLst>
              <a:ext uri="{FF2B5EF4-FFF2-40B4-BE49-F238E27FC236}">
                <a16:creationId xmlns:a16="http://schemas.microsoft.com/office/drawing/2014/main" id="{95AD7FB2-559B-044B-3718-2416B83E9ECF}"/>
              </a:ext>
            </a:extLst>
          </p:cNvPr>
          <p:cNvSpPr>
            <a:spLocks noGrp="1"/>
          </p:cNvSpPr>
          <p:nvPr>
            <p:ph type="sldNum" sz="quarter" idx="12"/>
          </p:nvPr>
        </p:nvSpPr>
        <p:spPr>
          <a:xfrm>
            <a:off x="10439400" y="6356350"/>
            <a:ext cx="914400" cy="365125"/>
          </a:xfrm>
        </p:spPr>
        <p:txBody>
          <a:bodyPr>
            <a:normAutofit/>
          </a:bodyPr>
          <a:lstStyle/>
          <a:p>
            <a:pPr>
              <a:spcAft>
                <a:spcPts val="600"/>
              </a:spcAft>
            </a:pPr>
            <a:fld id="{E1F53765-4FF0-40A9-A4FE-B27B4CFAA281}" type="slidenum">
              <a:rPr lang="en-GB">
                <a:solidFill>
                  <a:srgbClr val="FFFFFF"/>
                </a:solidFill>
              </a:rPr>
              <a:pPr>
                <a:spcAft>
                  <a:spcPts val="600"/>
                </a:spcAft>
              </a:pPr>
              <a:t>59</a:t>
            </a:fld>
            <a:endParaRPr lang="en-GB">
              <a:solidFill>
                <a:srgbClr val="FFFFFF"/>
              </a:solidFill>
            </a:endParaRPr>
          </a:p>
        </p:txBody>
      </p:sp>
    </p:spTree>
    <p:extLst>
      <p:ext uri="{BB962C8B-B14F-4D97-AF65-F5344CB8AC3E}">
        <p14:creationId xmlns:p14="http://schemas.microsoft.com/office/powerpoint/2010/main" val="3004166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Domino effect white cut-outs and one blue cutout">
            <a:extLst>
              <a:ext uri="{FF2B5EF4-FFF2-40B4-BE49-F238E27FC236}">
                <a16:creationId xmlns:a16="http://schemas.microsoft.com/office/drawing/2014/main" id="{E91C0235-DB08-441B-CDC1-CCFEA8F8FACE}"/>
              </a:ext>
            </a:extLst>
          </p:cNvPr>
          <p:cNvPicPr>
            <a:picLocks noChangeAspect="1"/>
          </p:cNvPicPr>
          <p:nvPr/>
        </p:nvPicPr>
        <p:blipFill>
          <a:blip r:embed="rId2"/>
          <a:srcRect l="43107" r="6755" b="-1"/>
          <a:stretch/>
        </p:blipFill>
        <p:spPr>
          <a:xfrm>
            <a:off x="-1" y="10"/>
            <a:ext cx="5151179" cy="6857990"/>
          </a:xfrm>
          <a:prstGeom prst="rect">
            <a:avLst/>
          </a:prstGeom>
        </p:spPr>
      </p:pic>
      <p:cxnSp>
        <p:nvCxnSpPr>
          <p:cNvPr id="12" name="Straight Connector 11">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73D49A8-CA97-1B77-FD0F-3C1EF7EA09CC}"/>
              </a:ext>
            </a:extLst>
          </p:cNvPr>
          <p:cNvSpPr>
            <a:spLocks noGrp="1"/>
          </p:cNvSpPr>
          <p:nvPr>
            <p:ph idx="1"/>
          </p:nvPr>
        </p:nvSpPr>
        <p:spPr>
          <a:xfrm>
            <a:off x="5403862" y="1022179"/>
            <a:ext cx="5444382" cy="4808993"/>
          </a:xfrm>
        </p:spPr>
        <p:txBody>
          <a:bodyPr>
            <a:noAutofit/>
          </a:bodyPr>
          <a:lstStyle/>
          <a:p>
            <a:pPr algn="just"/>
            <a:r>
              <a:rPr lang="en-US" dirty="0"/>
              <a:t>Heinrich posed his model in terms of a single domino leading to an accident.</a:t>
            </a:r>
          </a:p>
          <a:p>
            <a:pPr algn="just"/>
            <a:r>
              <a:rPr lang="en-US" dirty="0"/>
              <a:t>The assumption here is that </a:t>
            </a:r>
            <a:r>
              <a:rPr lang="en-US" b="1" dirty="0"/>
              <a:t>human errors cause accidents</a:t>
            </a:r>
            <a:r>
              <a:rPr lang="en-US" dirty="0"/>
              <a:t>. </a:t>
            </a:r>
          </a:p>
          <a:p>
            <a:pPr algn="just"/>
            <a:r>
              <a:rPr lang="en-US" dirty="0"/>
              <a:t>These errors are categorized broadly as:</a:t>
            </a:r>
          </a:p>
          <a:p>
            <a:pPr marL="914400" lvl="1" indent="-457200" algn="just">
              <a:buFont typeface="+mj-lt"/>
              <a:buAutoNum type="arabicPeriod"/>
            </a:pPr>
            <a:r>
              <a:rPr lang="en-US" sz="2800" b="1" dirty="0">
                <a:solidFill>
                  <a:srgbClr val="C00000"/>
                </a:solidFill>
              </a:rPr>
              <a:t>Overload</a:t>
            </a:r>
          </a:p>
          <a:p>
            <a:pPr marL="914400" lvl="1" indent="-457200" algn="just">
              <a:buFont typeface="+mj-lt"/>
              <a:buAutoNum type="arabicPeriod"/>
            </a:pPr>
            <a:r>
              <a:rPr lang="en-US" sz="2800" b="1" dirty="0">
                <a:solidFill>
                  <a:srgbClr val="C00000"/>
                </a:solidFill>
              </a:rPr>
              <a:t>Inappropriate worker response</a:t>
            </a:r>
          </a:p>
          <a:p>
            <a:pPr marL="914400" lvl="1" indent="-457200" algn="just">
              <a:buFont typeface="+mj-lt"/>
              <a:buAutoNum type="arabicPeriod"/>
            </a:pPr>
            <a:r>
              <a:rPr lang="en-US" sz="2800" b="1" dirty="0">
                <a:solidFill>
                  <a:srgbClr val="C00000"/>
                </a:solidFill>
              </a:rPr>
              <a:t>Inappropriate activities</a:t>
            </a:r>
            <a:endParaRPr lang="en-IN" sz="2800" b="1" dirty="0">
              <a:solidFill>
                <a:srgbClr val="C00000"/>
              </a:solidFill>
            </a:endParaRPr>
          </a:p>
        </p:txBody>
      </p:sp>
    </p:spTree>
    <p:extLst>
      <p:ext uri="{BB962C8B-B14F-4D97-AF65-F5344CB8AC3E}">
        <p14:creationId xmlns:p14="http://schemas.microsoft.com/office/powerpoint/2010/main" val="29200716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0BE1EA-92BD-481E-1185-B3AD6EB5F2D3}"/>
              </a:ext>
            </a:extLst>
          </p:cNvPr>
          <p:cNvSpPr>
            <a:spLocks noGrp="1"/>
          </p:cNvSpPr>
          <p:nvPr>
            <p:ph type="title"/>
          </p:nvPr>
        </p:nvSpPr>
        <p:spPr>
          <a:xfrm>
            <a:off x="761799" y="-71627"/>
            <a:ext cx="5334197" cy="1708242"/>
          </a:xfrm>
        </p:spPr>
        <p:txBody>
          <a:bodyPr anchor="ctr">
            <a:normAutofit/>
          </a:bodyPr>
          <a:lstStyle/>
          <a:p>
            <a:r>
              <a:rPr lang="en-IN" sz="4000" b="1" u="sng" dirty="0" err="1"/>
              <a:t>i</a:t>
            </a:r>
            <a:r>
              <a:rPr lang="en-IN" sz="4000" b="1" u="sng" dirty="0"/>
              <a:t>. Overload</a:t>
            </a:r>
          </a:p>
        </p:txBody>
      </p:sp>
      <p:sp>
        <p:nvSpPr>
          <p:cNvPr id="3" name="Content Placeholder 2">
            <a:extLst>
              <a:ext uri="{FF2B5EF4-FFF2-40B4-BE49-F238E27FC236}">
                <a16:creationId xmlns:a16="http://schemas.microsoft.com/office/drawing/2014/main" id="{04BB8409-7B7A-975A-EF31-389D161BA089}"/>
              </a:ext>
            </a:extLst>
          </p:cNvPr>
          <p:cNvSpPr>
            <a:spLocks noGrp="1"/>
          </p:cNvSpPr>
          <p:nvPr>
            <p:ph idx="1"/>
          </p:nvPr>
        </p:nvSpPr>
        <p:spPr>
          <a:xfrm>
            <a:off x="761800" y="2470244"/>
            <a:ext cx="6095996" cy="3769835"/>
          </a:xfrm>
        </p:spPr>
        <p:txBody>
          <a:bodyPr anchor="ctr">
            <a:noAutofit/>
          </a:bodyPr>
          <a:lstStyle/>
          <a:p>
            <a:pPr algn="just"/>
            <a:r>
              <a:rPr lang="en-US" sz="2400" dirty="0"/>
              <a:t>Overload defines the imbalance between a person’s capacity at any given time and the load that person is carrying in a given state. </a:t>
            </a:r>
          </a:p>
          <a:p>
            <a:pPr algn="just"/>
            <a:r>
              <a:rPr lang="en-US" sz="2400" dirty="0"/>
              <a:t>A person’s capacity is the product of such factors as his or her natural ability, training, state of mind, fatigue, stress, and physical condition. </a:t>
            </a:r>
          </a:p>
          <a:p>
            <a:pPr algn="just"/>
            <a:r>
              <a:rPr lang="en-US" sz="2400" dirty="0"/>
              <a:t>The load that a person is carrying consists of </a:t>
            </a:r>
            <a:r>
              <a:rPr lang="en-US" sz="2400" b="1" dirty="0"/>
              <a:t>tasks for which he or she is responsible </a:t>
            </a:r>
            <a:r>
              <a:rPr lang="en-US" sz="2400" dirty="0"/>
              <a:t>and added burdens resulting from </a:t>
            </a:r>
            <a:r>
              <a:rPr lang="en-US" sz="2400" b="1" dirty="0"/>
              <a:t>environmental factors </a:t>
            </a:r>
            <a:r>
              <a:rPr lang="en-US" sz="2400" dirty="0"/>
              <a:t>(noise, distractions, and so on), </a:t>
            </a:r>
            <a:r>
              <a:rPr lang="en-US" sz="2400" b="1" dirty="0"/>
              <a:t>internal factors </a:t>
            </a:r>
            <a:r>
              <a:rPr lang="en-US" sz="2400" dirty="0"/>
              <a:t>(personal problems, emotional stress, and worry), and </a:t>
            </a:r>
            <a:r>
              <a:rPr lang="en-US" sz="2400" b="1" dirty="0"/>
              <a:t>situational factors </a:t>
            </a:r>
            <a:r>
              <a:rPr lang="en-US" sz="2400" dirty="0"/>
              <a:t>(level of risk, unclear instructions, and so on). </a:t>
            </a:r>
          </a:p>
        </p:txBody>
      </p:sp>
      <p:pic>
        <p:nvPicPr>
          <p:cNvPr id="6" name="Picture 5" descr="Red toy person in front of two lines of white figures">
            <a:extLst>
              <a:ext uri="{FF2B5EF4-FFF2-40B4-BE49-F238E27FC236}">
                <a16:creationId xmlns:a16="http://schemas.microsoft.com/office/drawing/2014/main" id="{5BCDFDE4-0DAD-0FF6-94FE-9EB27795E57F}"/>
              </a:ext>
            </a:extLst>
          </p:cNvPr>
          <p:cNvPicPr>
            <a:picLocks noChangeAspect="1"/>
          </p:cNvPicPr>
          <p:nvPr/>
        </p:nvPicPr>
        <p:blipFill>
          <a:blip r:embed="rId2"/>
          <a:srcRect l="26398" r="22541" b="-2"/>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8635764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83C7A-8DA7-B317-5C2E-0E719C1E50DB}"/>
              </a:ext>
            </a:extLst>
          </p:cNvPr>
          <p:cNvSpPr>
            <a:spLocks noGrp="1"/>
          </p:cNvSpPr>
          <p:nvPr>
            <p:ph type="title"/>
          </p:nvPr>
        </p:nvSpPr>
        <p:spPr>
          <a:xfrm>
            <a:off x="645065" y="1463040"/>
            <a:ext cx="3796306" cy="2690949"/>
          </a:xfrm>
        </p:spPr>
        <p:txBody>
          <a:bodyPr anchor="t">
            <a:normAutofit/>
          </a:bodyPr>
          <a:lstStyle/>
          <a:p>
            <a:r>
              <a:rPr lang="en-IN" b="1"/>
              <a:t>ii. Inappropriate Response and Incompatibility</a:t>
            </a:r>
          </a:p>
        </p:txBody>
      </p:sp>
      <p:grpSp>
        <p:nvGrpSpPr>
          <p:cNvPr id="11" name="Group 10">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8" name="Rectangle 1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1EE2028C-0A04-E5E8-BCC2-24B5683DF24F}"/>
              </a:ext>
            </a:extLst>
          </p:cNvPr>
          <p:cNvSpPr>
            <a:spLocks noGrp="1"/>
          </p:cNvSpPr>
          <p:nvPr>
            <p:ph idx="1"/>
          </p:nvPr>
        </p:nvSpPr>
        <p:spPr>
          <a:xfrm>
            <a:off x="5086436" y="114799"/>
            <a:ext cx="6505299" cy="4300447"/>
          </a:xfrm>
        </p:spPr>
        <p:txBody>
          <a:bodyPr anchor="t">
            <a:noAutofit/>
          </a:bodyPr>
          <a:lstStyle/>
          <a:p>
            <a:pPr algn="just"/>
            <a:r>
              <a:rPr lang="en-US" sz="2400" dirty="0"/>
              <a:t>How a person responds in a given situation can cause or prevent an accident. </a:t>
            </a:r>
          </a:p>
          <a:p>
            <a:pPr algn="just"/>
            <a:r>
              <a:rPr lang="en-US" sz="2400" dirty="0"/>
              <a:t>If a person detects a hazardous condition but does nothing to correct it, he or she has responded inappropriately. </a:t>
            </a:r>
          </a:p>
          <a:p>
            <a:pPr algn="just"/>
            <a:r>
              <a:rPr lang="en-US" sz="2400" dirty="0"/>
              <a:t>If a person removes a safeguard from a machine in an effort to increase output, he or she has responded inappropriately.</a:t>
            </a:r>
          </a:p>
          <a:p>
            <a:pPr algn="just"/>
            <a:r>
              <a:rPr lang="en-US" sz="2400" dirty="0"/>
              <a:t>In addition to </a:t>
            </a:r>
            <a:r>
              <a:rPr lang="en-US" sz="2400" b="1" dirty="0"/>
              <a:t>inappropriate responses</a:t>
            </a:r>
            <a:r>
              <a:rPr lang="en-US" sz="2400" dirty="0"/>
              <a:t>, this component includes workstation </a:t>
            </a:r>
            <a:r>
              <a:rPr lang="en-US" sz="2400" b="1" dirty="0"/>
              <a:t>incompatibility</a:t>
            </a:r>
            <a:r>
              <a:rPr lang="en-US" sz="2400" dirty="0"/>
              <a:t>. </a:t>
            </a:r>
          </a:p>
          <a:p>
            <a:pPr algn="just"/>
            <a:r>
              <a:rPr lang="en-US" sz="2400" dirty="0"/>
              <a:t>The incompatibility of a person’s workstation with regard to size, force, reach, feel, and similar factors can lead to accidents and injuries.</a:t>
            </a:r>
            <a:endParaRPr lang="en-IN" sz="2400" dirty="0"/>
          </a:p>
        </p:txBody>
      </p:sp>
    </p:spTree>
    <p:extLst>
      <p:ext uri="{BB962C8B-B14F-4D97-AF65-F5344CB8AC3E}">
        <p14:creationId xmlns:p14="http://schemas.microsoft.com/office/powerpoint/2010/main" val="41056288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ight Triangle 1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2BC815-7BA8-A97F-B7E0-D4879F5C1991}"/>
              </a:ext>
            </a:extLst>
          </p:cNvPr>
          <p:cNvSpPr>
            <a:spLocks noGrp="1"/>
          </p:cNvSpPr>
          <p:nvPr>
            <p:ph type="title"/>
          </p:nvPr>
        </p:nvSpPr>
        <p:spPr>
          <a:xfrm>
            <a:off x="1006900" y="1188637"/>
            <a:ext cx="3141430" cy="4480726"/>
          </a:xfrm>
        </p:spPr>
        <p:txBody>
          <a:bodyPr>
            <a:normAutofit/>
          </a:bodyPr>
          <a:lstStyle/>
          <a:p>
            <a:pPr algn="r"/>
            <a:r>
              <a:rPr lang="en-IN" sz="4000" b="1" u="sng" dirty="0"/>
              <a:t>iii. Inappropriate activities </a:t>
            </a:r>
          </a:p>
        </p:txBody>
      </p:sp>
      <p:cxnSp>
        <p:nvCxnSpPr>
          <p:cNvPr id="17" name="Straight Connector 16">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C063268-44A0-2E9A-CFE4-AB7FED188081}"/>
              </a:ext>
            </a:extLst>
          </p:cNvPr>
          <p:cNvSpPr>
            <a:spLocks noGrp="1"/>
          </p:cNvSpPr>
          <p:nvPr>
            <p:ph idx="1"/>
          </p:nvPr>
        </p:nvSpPr>
        <p:spPr>
          <a:xfrm>
            <a:off x="4654295" y="1038545"/>
            <a:ext cx="6530803" cy="4480726"/>
          </a:xfrm>
        </p:spPr>
        <p:txBody>
          <a:bodyPr anchor="ctr">
            <a:noAutofit/>
          </a:bodyPr>
          <a:lstStyle/>
          <a:p>
            <a:pPr algn="just"/>
            <a:r>
              <a:rPr lang="en-US" dirty="0"/>
              <a:t>Human error can be the result of inappropriate activities. </a:t>
            </a:r>
          </a:p>
          <a:p>
            <a:pPr algn="just"/>
            <a:r>
              <a:rPr lang="en-US" dirty="0"/>
              <a:t>An example of an inappropriate activity is a person who undertakes a task that he or she doesn’t know how to do.</a:t>
            </a:r>
          </a:p>
          <a:p>
            <a:pPr algn="just"/>
            <a:r>
              <a:rPr lang="en-US" dirty="0"/>
              <a:t>Another example is a person who misjudges the degree of risk involved in a given task and proceeds based on that misjudgment. </a:t>
            </a:r>
          </a:p>
          <a:p>
            <a:pPr algn="just"/>
            <a:r>
              <a:rPr lang="en-US" dirty="0"/>
              <a:t>Such inappropriate activities can lead to accidents and injuries.</a:t>
            </a:r>
            <a:endParaRPr lang="en-IN" dirty="0"/>
          </a:p>
        </p:txBody>
      </p:sp>
    </p:spTree>
    <p:extLst>
      <p:ext uri="{BB962C8B-B14F-4D97-AF65-F5344CB8AC3E}">
        <p14:creationId xmlns:p14="http://schemas.microsoft.com/office/powerpoint/2010/main" val="24230279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0A846C7-1B98-ED52-34CD-2D094E3E060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389" t="24224" r="2389" b="19541"/>
          <a:stretch/>
        </p:blipFill>
        <p:spPr>
          <a:xfrm>
            <a:off x="643467" y="1129323"/>
            <a:ext cx="10905066" cy="4599354"/>
          </a:xfrm>
          <a:prstGeom prst="rect">
            <a:avLst/>
          </a:prstGeom>
        </p:spPr>
      </p:pic>
    </p:spTree>
    <p:extLst>
      <p:ext uri="{BB962C8B-B14F-4D97-AF65-F5344CB8AC3E}">
        <p14:creationId xmlns:p14="http://schemas.microsoft.com/office/powerpoint/2010/main" val="19678797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FD9C4B-F814-24B1-A467-F4F46C222391}"/>
              </a:ext>
            </a:extLst>
          </p:cNvPr>
          <p:cNvSpPr>
            <a:spLocks noGrp="1"/>
          </p:cNvSpPr>
          <p:nvPr>
            <p:ph type="title"/>
          </p:nvPr>
        </p:nvSpPr>
        <p:spPr>
          <a:xfrm>
            <a:off x="838200" y="365125"/>
            <a:ext cx="6132225" cy="1807305"/>
          </a:xfrm>
        </p:spPr>
        <p:txBody>
          <a:bodyPr>
            <a:normAutofit/>
          </a:bodyPr>
          <a:lstStyle/>
          <a:p>
            <a:r>
              <a:rPr lang="en-IN" sz="4100" b="1" dirty="0"/>
              <a:t>3.ACCIDENT/INCIDENT THEORY</a:t>
            </a:r>
          </a:p>
        </p:txBody>
      </p:sp>
      <p:sp>
        <p:nvSpPr>
          <p:cNvPr id="3" name="Content Placeholder 2">
            <a:extLst>
              <a:ext uri="{FF2B5EF4-FFF2-40B4-BE49-F238E27FC236}">
                <a16:creationId xmlns:a16="http://schemas.microsoft.com/office/drawing/2014/main" id="{D734D6A0-A78D-208F-D703-BED5C62429FF}"/>
              </a:ext>
            </a:extLst>
          </p:cNvPr>
          <p:cNvSpPr>
            <a:spLocks noGrp="1"/>
          </p:cNvSpPr>
          <p:nvPr>
            <p:ph idx="1"/>
          </p:nvPr>
        </p:nvSpPr>
        <p:spPr>
          <a:xfrm>
            <a:off x="640205" y="1928561"/>
            <a:ext cx="5577590" cy="4564313"/>
          </a:xfrm>
        </p:spPr>
        <p:txBody>
          <a:bodyPr>
            <a:noAutofit/>
          </a:bodyPr>
          <a:lstStyle/>
          <a:p>
            <a:pPr algn="just"/>
            <a:r>
              <a:rPr lang="en-US" sz="2400" b="1" dirty="0"/>
              <a:t>Extension of the human factors theory.</a:t>
            </a:r>
          </a:p>
          <a:p>
            <a:pPr algn="just"/>
            <a:r>
              <a:rPr lang="en-US" sz="2400" b="1" dirty="0"/>
              <a:t>Developed by </a:t>
            </a:r>
            <a:r>
              <a:rPr lang="en-US" sz="2400" b="1" dirty="0">
                <a:solidFill>
                  <a:srgbClr val="FF0000"/>
                </a:solidFill>
              </a:rPr>
              <a:t>Dan Petersen</a:t>
            </a:r>
            <a:r>
              <a:rPr lang="en-US" sz="2400" b="1" dirty="0"/>
              <a:t>. </a:t>
            </a:r>
          </a:p>
          <a:p>
            <a:pPr algn="just"/>
            <a:r>
              <a:rPr lang="en-US" sz="2400" b="1" dirty="0"/>
              <a:t>Introduced such new elements as ergonomic traps, the decision to err and systems failure. </a:t>
            </a:r>
          </a:p>
          <a:p>
            <a:pPr algn="just"/>
            <a:r>
              <a:rPr lang="en-US" sz="2400" b="1" dirty="0"/>
              <a:t>In this model, overload, ergonomic traps and decision to err lead to human error. </a:t>
            </a:r>
          </a:p>
          <a:p>
            <a:pPr algn="just"/>
            <a:r>
              <a:rPr lang="en-US" sz="2400" b="1" dirty="0"/>
              <a:t>The system failure is an important contribution of Petersen's theory.</a:t>
            </a:r>
            <a:endParaRPr lang="en-IN" sz="2400" b="1" dirty="0"/>
          </a:p>
        </p:txBody>
      </p:sp>
      <p:pic>
        <p:nvPicPr>
          <p:cNvPr id="6" name="Picture 5" descr="A person in a hard hat kneeling next to a large metal object&#10;&#10;Description automatically generated">
            <a:extLst>
              <a:ext uri="{FF2B5EF4-FFF2-40B4-BE49-F238E27FC236}">
                <a16:creationId xmlns:a16="http://schemas.microsoft.com/office/drawing/2014/main" id="{3BF5492D-0D4E-8797-6905-35E4F0C6C452}"/>
              </a:ext>
            </a:extLst>
          </p:cNvPr>
          <p:cNvPicPr>
            <a:picLocks noChangeAspect="1"/>
          </p:cNvPicPr>
          <p:nvPr/>
        </p:nvPicPr>
        <p:blipFill>
          <a:blip r:embed="rId2">
            <a:extLst>
              <a:ext uri="{28A0092B-C50C-407E-A947-70E740481C1C}">
                <a14:useLocalDpi xmlns:a14="http://schemas.microsoft.com/office/drawing/2010/main" val="0"/>
              </a:ext>
            </a:extLst>
          </a:blip>
          <a:srcRect l="4603" r="845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5742099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A0152A-4101-6569-BFDC-FAE5293C8F09}"/>
              </a:ext>
            </a:extLst>
          </p:cNvPr>
          <p:cNvSpPr>
            <a:spLocks noGrp="1"/>
          </p:cNvSpPr>
          <p:nvPr>
            <p:ph type="title"/>
          </p:nvPr>
        </p:nvSpPr>
        <p:spPr>
          <a:xfrm>
            <a:off x="5752946" y="207250"/>
            <a:ext cx="6798541" cy="665110"/>
          </a:xfrm>
        </p:spPr>
        <p:txBody>
          <a:bodyPr anchor="b">
            <a:normAutofit/>
          </a:bodyPr>
          <a:lstStyle/>
          <a:p>
            <a:r>
              <a:rPr lang="en-IN" sz="4000" b="1" dirty="0">
                <a:solidFill>
                  <a:srgbClr val="C00000"/>
                </a:solidFill>
              </a:rPr>
              <a:t>Basic elements</a:t>
            </a:r>
          </a:p>
        </p:txBody>
      </p:sp>
      <p:pic>
        <p:nvPicPr>
          <p:cNvPr id="13" name="Picture 12" descr="Work tools and supplies">
            <a:extLst>
              <a:ext uri="{FF2B5EF4-FFF2-40B4-BE49-F238E27FC236}">
                <a16:creationId xmlns:a16="http://schemas.microsoft.com/office/drawing/2014/main" id="{8BB34B13-75AD-963F-6402-D5F8649965F8}"/>
              </a:ext>
            </a:extLst>
          </p:cNvPr>
          <p:cNvPicPr>
            <a:picLocks noChangeAspect="1"/>
          </p:cNvPicPr>
          <p:nvPr/>
        </p:nvPicPr>
        <p:blipFill>
          <a:blip r:embed="rId2"/>
          <a:srcRect l="26379" r="32775" b="-1"/>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E07BEC36-43B5-F2EC-D92B-536ECA13FDD7}"/>
              </a:ext>
            </a:extLst>
          </p:cNvPr>
          <p:cNvSpPr>
            <a:spLocks noGrp="1"/>
          </p:cNvSpPr>
          <p:nvPr>
            <p:ph idx="1"/>
          </p:nvPr>
        </p:nvSpPr>
        <p:spPr>
          <a:xfrm>
            <a:off x="4596235" y="1576391"/>
            <a:ext cx="6798539" cy="3705217"/>
          </a:xfrm>
        </p:spPr>
        <p:txBody>
          <a:bodyPr>
            <a:normAutofit/>
          </a:bodyPr>
          <a:lstStyle/>
          <a:p>
            <a:pPr marL="0" indent="0" algn="just">
              <a:buNone/>
            </a:pPr>
            <a:r>
              <a:rPr lang="en-US" sz="2400" b="1" dirty="0"/>
              <a:t>Ergonomic traps</a:t>
            </a:r>
          </a:p>
          <a:p>
            <a:pPr algn="just"/>
            <a:r>
              <a:rPr lang="en-US" sz="2400" dirty="0"/>
              <a:t>These are incompatible work stations, tools (management failure)</a:t>
            </a:r>
          </a:p>
          <a:p>
            <a:pPr marL="0" indent="0" algn="just">
              <a:buNone/>
            </a:pPr>
            <a:r>
              <a:rPr lang="en-US" sz="2400" b="1" dirty="0"/>
              <a:t>Decision to err</a:t>
            </a:r>
          </a:p>
          <a:p>
            <a:pPr algn="just"/>
            <a:r>
              <a:rPr lang="en-US" sz="2400" dirty="0"/>
              <a:t>Unconscious or conscious human errors on making decisions, which could subsequently lead to the occurrence of accidents</a:t>
            </a:r>
          </a:p>
          <a:p>
            <a:pPr marL="0" indent="0" algn="just">
              <a:buNone/>
            </a:pPr>
            <a:r>
              <a:rPr lang="en-US" sz="2400" b="1" dirty="0"/>
              <a:t>Systems failure</a:t>
            </a:r>
          </a:p>
          <a:p>
            <a:pPr algn="just"/>
            <a:r>
              <a:rPr lang="en-US" sz="2400" dirty="0"/>
              <a:t>Management failure (policy, training, etc.)</a:t>
            </a:r>
            <a:endParaRPr lang="en-IN" sz="2400" dirty="0"/>
          </a:p>
        </p:txBody>
      </p:sp>
    </p:spTree>
    <p:extLst>
      <p:ext uri="{BB962C8B-B14F-4D97-AF65-F5344CB8AC3E}">
        <p14:creationId xmlns:p14="http://schemas.microsoft.com/office/powerpoint/2010/main" val="23122263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F1C58-6D29-D590-DE76-E977E902CF6C}"/>
              </a:ext>
            </a:extLst>
          </p:cNvPr>
          <p:cNvSpPr>
            <a:spLocks noGrp="1"/>
          </p:cNvSpPr>
          <p:nvPr>
            <p:ph type="title"/>
          </p:nvPr>
        </p:nvSpPr>
        <p:spPr>
          <a:xfrm>
            <a:off x="838200" y="459863"/>
            <a:ext cx="10515600" cy="1004594"/>
          </a:xfrm>
        </p:spPr>
        <p:txBody>
          <a:bodyPr>
            <a:normAutofit/>
          </a:bodyPr>
          <a:lstStyle/>
          <a:p>
            <a:pPr algn="ctr"/>
            <a:r>
              <a:rPr lang="en-US" b="1">
                <a:solidFill>
                  <a:srgbClr val="FFFFFF"/>
                </a:solidFill>
              </a:rPr>
              <a:t>SOME WAYS THAT SYSTEMS FAIL -</a:t>
            </a:r>
            <a:endParaRPr lang="en-IN" b="1">
              <a:solidFill>
                <a:srgbClr val="FFFFFF"/>
              </a:solidFill>
            </a:endParaRPr>
          </a:p>
        </p:txBody>
      </p:sp>
      <p:sp>
        <p:nvSpPr>
          <p:cNvPr id="12" name="Rectangle: Rounded Corners 11">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D8A1901A-128B-01AC-D279-EBE8C25BCB91}"/>
              </a:ext>
            </a:extLst>
          </p:cNvPr>
          <p:cNvGraphicFramePr>
            <a:graphicFrameLocks noGrp="1"/>
          </p:cNvGraphicFramePr>
          <p:nvPr>
            <p:ph idx="1"/>
            <p:extLst>
              <p:ext uri="{D42A27DB-BD31-4B8C-83A1-F6EECF244321}">
                <p14:modId xmlns:p14="http://schemas.microsoft.com/office/powerpoint/2010/main" val="3075684407"/>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33156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8" name="Picture 7">
            <a:extLst>
              <a:ext uri="{FF2B5EF4-FFF2-40B4-BE49-F238E27FC236}">
                <a16:creationId xmlns:a16="http://schemas.microsoft.com/office/drawing/2014/main" id="{7633E2F4-DC5D-A05A-5A2A-5EDE46137E6F}"/>
              </a:ext>
            </a:extLst>
          </p:cNvPr>
          <p:cNvPicPr>
            <a:picLocks noChangeAspect="1"/>
          </p:cNvPicPr>
          <p:nvPr/>
        </p:nvPicPr>
        <p:blipFill rotWithShape="1">
          <a:blip r:embed="rId2">
            <a:extLst>
              <a:ext uri="{28A0092B-C50C-407E-A947-70E740481C1C}">
                <a14:useLocalDpi xmlns:a14="http://schemas.microsoft.com/office/drawing/2010/main" val="0"/>
              </a:ext>
            </a:extLst>
          </a:blip>
          <a:srcRect t="20428" b="4586"/>
          <a:stretch/>
        </p:blipFill>
        <p:spPr>
          <a:xfrm>
            <a:off x="20" y="1282"/>
            <a:ext cx="12191980" cy="6856718"/>
          </a:xfrm>
          <a:prstGeom prst="rect">
            <a:avLst/>
          </a:prstGeom>
        </p:spPr>
      </p:pic>
    </p:spTree>
    <p:extLst>
      <p:ext uri="{BB962C8B-B14F-4D97-AF65-F5344CB8AC3E}">
        <p14:creationId xmlns:p14="http://schemas.microsoft.com/office/powerpoint/2010/main" val="15605486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990A2B-3D80-E703-1FEF-559F35A12AAF}"/>
              </a:ext>
            </a:extLst>
          </p:cNvPr>
          <p:cNvSpPr>
            <a:spLocks noGrp="1"/>
          </p:cNvSpPr>
          <p:nvPr>
            <p:ph type="title"/>
          </p:nvPr>
        </p:nvSpPr>
        <p:spPr>
          <a:xfrm>
            <a:off x="459870" y="-1"/>
            <a:ext cx="7602708" cy="1624520"/>
          </a:xfrm>
        </p:spPr>
        <p:txBody>
          <a:bodyPr anchor="ctr">
            <a:normAutofit/>
          </a:bodyPr>
          <a:lstStyle/>
          <a:p>
            <a:r>
              <a:rPr lang="en-IN" sz="3700" b="1" dirty="0"/>
              <a:t>4. EPIDEMIOLOGICAL THEORY </a:t>
            </a:r>
          </a:p>
        </p:txBody>
      </p:sp>
      <p:sp>
        <p:nvSpPr>
          <p:cNvPr id="3" name="Content Placeholder 2">
            <a:extLst>
              <a:ext uri="{FF2B5EF4-FFF2-40B4-BE49-F238E27FC236}">
                <a16:creationId xmlns:a16="http://schemas.microsoft.com/office/drawing/2014/main" id="{42247712-A6D9-0F91-6CFC-45522B51FE67}"/>
              </a:ext>
            </a:extLst>
          </p:cNvPr>
          <p:cNvSpPr>
            <a:spLocks noGrp="1"/>
          </p:cNvSpPr>
          <p:nvPr>
            <p:ph idx="1"/>
          </p:nvPr>
        </p:nvSpPr>
        <p:spPr>
          <a:xfrm>
            <a:off x="279009" y="1314010"/>
            <a:ext cx="6163654" cy="4905815"/>
          </a:xfrm>
        </p:spPr>
        <p:txBody>
          <a:bodyPr anchor="ctr">
            <a:noAutofit/>
          </a:bodyPr>
          <a:lstStyle/>
          <a:p>
            <a:pPr algn="just"/>
            <a:r>
              <a:rPr lang="en-US" sz="2400" b="1" dirty="0"/>
              <a:t>Traditionally, safety theories and programs have focused on accidents and the resulting injuries. </a:t>
            </a:r>
          </a:p>
          <a:p>
            <a:pPr algn="just"/>
            <a:r>
              <a:rPr lang="en-US" sz="2400" b="1" dirty="0"/>
              <a:t>However, the current trend is toward a broader perspective that also encompasses the issue of industrial hygiene. </a:t>
            </a:r>
          </a:p>
          <a:p>
            <a:pPr algn="just"/>
            <a:r>
              <a:rPr lang="en-US" sz="2400" b="1" dirty="0"/>
              <a:t>Industrial hygiene concerns environmental factors that can lead to sickness, disease, or other forms of impaired health.</a:t>
            </a:r>
          </a:p>
          <a:p>
            <a:pPr algn="just"/>
            <a:r>
              <a:rPr lang="en-US" sz="2400" b="1" dirty="0"/>
              <a:t>This trend has, in turn, led to the development of an epidemiological theory of accident causation. </a:t>
            </a:r>
            <a:endParaRPr lang="en-IN" sz="2400" b="1" dirty="0"/>
          </a:p>
        </p:txBody>
      </p:sp>
      <p:pic>
        <p:nvPicPr>
          <p:cNvPr id="6" name="Picture 5" descr="A row of samples for medical testing">
            <a:extLst>
              <a:ext uri="{FF2B5EF4-FFF2-40B4-BE49-F238E27FC236}">
                <a16:creationId xmlns:a16="http://schemas.microsoft.com/office/drawing/2014/main" id="{AC6A1232-6188-9AB1-635B-281D6E248C0C}"/>
              </a:ext>
            </a:extLst>
          </p:cNvPr>
          <p:cNvPicPr>
            <a:picLocks noChangeAspect="1"/>
          </p:cNvPicPr>
          <p:nvPr/>
        </p:nvPicPr>
        <p:blipFill>
          <a:blip r:embed="rId2"/>
          <a:srcRect l="33259"/>
          <a:stretch/>
        </p:blipFill>
        <p:spPr>
          <a:xfrm>
            <a:off x="7030387" y="1"/>
            <a:ext cx="5168438" cy="6858000"/>
          </a:xfrm>
          <a:prstGeom prst="rect">
            <a:avLst/>
          </a:prstGeom>
        </p:spPr>
      </p:pic>
    </p:spTree>
    <p:extLst>
      <p:ext uri="{BB962C8B-B14F-4D97-AF65-F5344CB8AC3E}">
        <p14:creationId xmlns:p14="http://schemas.microsoft.com/office/powerpoint/2010/main" val="40355779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erson in a white coat writing on a clipboard&#10;&#10;Description automatically generated">
            <a:extLst>
              <a:ext uri="{FF2B5EF4-FFF2-40B4-BE49-F238E27FC236}">
                <a16:creationId xmlns:a16="http://schemas.microsoft.com/office/drawing/2014/main" id="{843AEE5A-93BB-B265-F465-DC999E666603}"/>
              </a:ext>
            </a:extLst>
          </p:cNvPr>
          <p:cNvPicPr>
            <a:picLocks noChangeAspect="1"/>
          </p:cNvPicPr>
          <p:nvPr/>
        </p:nvPicPr>
        <p:blipFill>
          <a:blip r:embed="rId2">
            <a:extLst>
              <a:ext uri="{28A0092B-C50C-407E-A947-70E740481C1C}">
                <a14:useLocalDpi xmlns:a14="http://schemas.microsoft.com/office/drawing/2010/main" val="0"/>
              </a:ext>
            </a:extLst>
          </a:blip>
          <a:srcRect r="-2" b="632"/>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Content Placeholder 2">
            <a:extLst>
              <a:ext uri="{FF2B5EF4-FFF2-40B4-BE49-F238E27FC236}">
                <a16:creationId xmlns:a16="http://schemas.microsoft.com/office/drawing/2014/main" id="{36B68A7B-105B-0A29-5163-B6F14C9011C4}"/>
              </a:ext>
            </a:extLst>
          </p:cNvPr>
          <p:cNvSpPr>
            <a:spLocks noGrp="1"/>
          </p:cNvSpPr>
          <p:nvPr>
            <p:ph idx="1"/>
          </p:nvPr>
        </p:nvSpPr>
        <p:spPr>
          <a:xfrm>
            <a:off x="6740845" y="1019852"/>
            <a:ext cx="5451155" cy="5336498"/>
          </a:xfrm>
        </p:spPr>
        <p:txBody>
          <a:bodyPr>
            <a:noAutofit/>
          </a:bodyPr>
          <a:lstStyle/>
          <a:p>
            <a:pPr algn="just"/>
            <a:r>
              <a:rPr lang="en-US" b="1" dirty="0"/>
              <a:t>Epidemiology is the study of causal relationships between environmental factors and disease. </a:t>
            </a:r>
          </a:p>
          <a:p>
            <a:pPr algn="just"/>
            <a:r>
              <a:rPr lang="en-US" b="1" dirty="0"/>
              <a:t>The epidemiological theory holds that the models used for studying and determining these relationships.</a:t>
            </a:r>
          </a:p>
          <a:p>
            <a:pPr algn="just"/>
            <a:r>
              <a:rPr lang="en-US" b="1" dirty="0"/>
              <a:t>It can also be used to study causal relationships between environmental factors and accidents or diseases.</a:t>
            </a:r>
            <a:endParaRPr lang="en-IN" b="1" dirty="0"/>
          </a:p>
        </p:txBody>
      </p:sp>
    </p:spTree>
    <p:extLst>
      <p:ext uri="{BB962C8B-B14F-4D97-AF65-F5344CB8AC3E}">
        <p14:creationId xmlns:p14="http://schemas.microsoft.com/office/powerpoint/2010/main" val="2787227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6066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94E402-2DDC-6D97-B309-5FE72CF5F51B}"/>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Key components</a:t>
            </a:r>
          </a:p>
        </p:txBody>
      </p:sp>
      <p:pic>
        <p:nvPicPr>
          <p:cNvPr id="6" name="Picture 5">
            <a:extLst>
              <a:ext uri="{FF2B5EF4-FFF2-40B4-BE49-F238E27FC236}">
                <a16:creationId xmlns:a16="http://schemas.microsoft.com/office/drawing/2014/main" id="{7922CF92-96C3-F3EA-7E63-F6C8F9D03FB0}"/>
              </a:ext>
            </a:extLst>
          </p:cNvPr>
          <p:cNvPicPr>
            <a:picLocks noChangeAspect="1"/>
          </p:cNvPicPr>
          <p:nvPr/>
        </p:nvPicPr>
        <p:blipFill rotWithShape="1">
          <a:blip r:embed="rId2">
            <a:extLst>
              <a:ext uri="{28A0092B-C50C-407E-A947-70E740481C1C}">
                <a14:useLocalDpi xmlns:a14="http://schemas.microsoft.com/office/drawing/2010/main" val="0"/>
              </a:ext>
            </a:extLst>
          </a:blip>
          <a:srcRect t="19949" b="7306"/>
          <a:stretch/>
        </p:blipFill>
        <p:spPr>
          <a:xfrm>
            <a:off x="2938220" y="637464"/>
            <a:ext cx="10233144" cy="5583072"/>
          </a:xfrm>
          <a:prstGeom prst="rect">
            <a:avLst/>
          </a:prstGeom>
        </p:spPr>
      </p:pic>
    </p:spTree>
    <p:extLst>
      <p:ext uri="{BB962C8B-B14F-4D97-AF65-F5344CB8AC3E}">
        <p14:creationId xmlns:p14="http://schemas.microsoft.com/office/powerpoint/2010/main" val="40113972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6"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DDC72CB-F291-6FEF-7500-0007F99773A4}"/>
              </a:ext>
            </a:extLst>
          </p:cNvPr>
          <p:cNvSpPr>
            <a:spLocks noGrp="1"/>
          </p:cNvSpPr>
          <p:nvPr>
            <p:ph type="title"/>
          </p:nvPr>
        </p:nvSpPr>
        <p:spPr>
          <a:xfrm rot="16200000">
            <a:off x="-1325880" y="1947672"/>
            <a:ext cx="5961888" cy="2788920"/>
          </a:xfrm>
        </p:spPr>
        <p:txBody>
          <a:bodyPr anchor="ctr">
            <a:normAutofit/>
          </a:bodyPr>
          <a:lstStyle/>
          <a:p>
            <a:r>
              <a:rPr lang="en-GB" sz="4800">
                <a:solidFill>
                  <a:schemeClr val="bg1"/>
                </a:solidFill>
              </a:rPr>
              <a:t>KEY COMPONENTS</a:t>
            </a:r>
          </a:p>
        </p:txBody>
      </p:sp>
      <p:sp>
        <p:nvSpPr>
          <p:cNvPr id="4" name="Date Placeholder 3">
            <a:extLst>
              <a:ext uri="{FF2B5EF4-FFF2-40B4-BE49-F238E27FC236}">
                <a16:creationId xmlns:a16="http://schemas.microsoft.com/office/drawing/2014/main" id="{73E51243-A3E3-8461-78FB-6528C1CA7002}"/>
              </a:ext>
            </a:extLst>
          </p:cNvPr>
          <p:cNvSpPr>
            <a:spLocks noGrp="1"/>
          </p:cNvSpPr>
          <p:nvPr>
            <p:ph type="dt" sz="half" idx="10"/>
          </p:nvPr>
        </p:nvSpPr>
        <p:spPr>
          <a:xfrm rot="5400000">
            <a:off x="10735056" y="987552"/>
            <a:ext cx="2286000" cy="640080"/>
          </a:xfrm>
        </p:spPr>
        <p:txBody>
          <a:bodyPr anchor="ctr">
            <a:normAutofit/>
          </a:bodyPr>
          <a:lstStyle/>
          <a:p>
            <a:pPr algn="r">
              <a:spcAft>
                <a:spcPts val="600"/>
              </a:spcAft>
            </a:pPr>
            <a:fld id="{D7028FC1-2F1A-441B-B93D-2F901BB6B7C5}" type="datetime1">
              <a:rPr lang="en-GB" sz="1000">
                <a:solidFill>
                  <a:schemeClr val="tx2"/>
                </a:solidFill>
              </a:rPr>
              <a:pPr algn="r">
                <a:spcAft>
                  <a:spcPts val="600"/>
                </a:spcAft>
              </a:pPr>
              <a:t>30/07/2025</a:t>
            </a:fld>
            <a:endParaRPr lang="en-GB" sz="1000">
              <a:solidFill>
                <a:schemeClr val="tx2"/>
              </a:solidFill>
            </a:endParaRPr>
          </a:p>
        </p:txBody>
      </p:sp>
      <p:sp>
        <p:nvSpPr>
          <p:cNvPr id="5" name="Slide Number Placeholder 4">
            <a:extLst>
              <a:ext uri="{FF2B5EF4-FFF2-40B4-BE49-F238E27FC236}">
                <a16:creationId xmlns:a16="http://schemas.microsoft.com/office/drawing/2014/main" id="{46DB1F56-61DC-8685-9B22-472ACEA54827}"/>
              </a:ext>
            </a:extLst>
          </p:cNvPr>
          <p:cNvSpPr>
            <a:spLocks noGrp="1"/>
          </p:cNvSpPr>
          <p:nvPr>
            <p:ph type="sldNum" sz="quarter" idx="12"/>
          </p:nvPr>
        </p:nvSpPr>
        <p:spPr>
          <a:xfrm>
            <a:off x="11548872" y="6217920"/>
            <a:ext cx="640080" cy="640080"/>
          </a:xfrm>
        </p:spPr>
        <p:txBody>
          <a:bodyPr>
            <a:normAutofit/>
          </a:bodyPr>
          <a:lstStyle/>
          <a:p>
            <a:pPr algn="ctr">
              <a:spcAft>
                <a:spcPts val="600"/>
              </a:spcAft>
            </a:pPr>
            <a:fld id="{E1F53765-4FF0-40A9-A4FE-B27B4CFAA281}" type="slidenum">
              <a:rPr lang="en-GB" sz="1600">
                <a:solidFill>
                  <a:schemeClr val="tx2"/>
                </a:solidFill>
              </a:rPr>
              <a:pPr algn="ctr">
                <a:spcAft>
                  <a:spcPts val="600"/>
                </a:spcAft>
              </a:pPr>
              <a:t>72</a:t>
            </a:fld>
            <a:endParaRPr lang="en-GB" sz="1600">
              <a:solidFill>
                <a:schemeClr val="tx2"/>
              </a:solidFill>
            </a:endParaRPr>
          </a:p>
        </p:txBody>
      </p:sp>
      <p:graphicFrame>
        <p:nvGraphicFramePr>
          <p:cNvPr id="14" name="Content Placeholder 2">
            <a:extLst>
              <a:ext uri="{FF2B5EF4-FFF2-40B4-BE49-F238E27FC236}">
                <a16:creationId xmlns:a16="http://schemas.microsoft.com/office/drawing/2014/main" id="{E564E4FF-FFF8-407C-8E57-536D78D5B721}"/>
              </a:ext>
            </a:extLst>
          </p:cNvPr>
          <p:cNvGraphicFramePr>
            <a:graphicFrameLocks noGrp="1"/>
          </p:cNvGraphicFramePr>
          <p:nvPr>
            <p:ph idx="1"/>
            <p:extLst>
              <p:ext uri="{D42A27DB-BD31-4B8C-83A1-F6EECF244321}">
                <p14:modId xmlns:p14="http://schemas.microsoft.com/office/powerpoint/2010/main" val="2312751848"/>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1571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6658654C-0C3D-8BE0-C7C3-81958AC4706A}"/>
              </a:ext>
            </a:extLst>
          </p:cNvPr>
          <p:cNvGraphicFramePr>
            <a:graphicFrameLocks noGrp="1"/>
          </p:cNvGraphicFramePr>
          <p:nvPr>
            <p:ph idx="1"/>
            <p:extLst>
              <p:ext uri="{D42A27DB-BD31-4B8C-83A1-F6EECF244321}">
                <p14:modId xmlns:p14="http://schemas.microsoft.com/office/powerpoint/2010/main" val="2519834311"/>
              </p:ext>
            </p:extLst>
          </p:nvPr>
        </p:nvGraphicFramePr>
        <p:xfrm>
          <a:off x="203201" y="1406019"/>
          <a:ext cx="11758507" cy="496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64617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6"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0E695A00-38D4-4E0C-D4C6-58D0FE3D26CC}"/>
              </a:ext>
            </a:extLst>
          </p:cNvPr>
          <p:cNvSpPr>
            <a:spLocks noGrp="1"/>
          </p:cNvSpPr>
          <p:nvPr>
            <p:ph type="title"/>
          </p:nvPr>
        </p:nvSpPr>
        <p:spPr>
          <a:xfrm rot="16200000">
            <a:off x="-1325880" y="1947672"/>
            <a:ext cx="5961888" cy="2788920"/>
          </a:xfrm>
        </p:spPr>
        <p:txBody>
          <a:bodyPr anchor="ctr">
            <a:normAutofit/>
          </a:bodyPr>
          <a:lstStyle/>
          <a:p>
            <a:r>
              <a:rPr lang="en-GB" sz="4800">
                <a:solidFill>
                  <a:schemeClr val="bg1"/>
                </a:solidFill>
              </a:rPr>
              <a:t>ACCIDENT THEORY EMPHASIS:</a:t>
            </a:r>
          </a:p>
        </p:txBody>
      </p:sp>
      <p:sp>
        <p:nvSpPr>
          <p:cNvPr id="4" name="Date Placeholder 3">
            <a:extLst>
              <a:ext uri="{FF2B5EF4-FFF2-40B4-BE49-F238E27FC236}">
                <a16:creationId xmlns:a16="http://schemas.microsoft.com/office/drawing/2014/main" id="{6FCE4FEC-FB41-3077-91A7-ADD513BD3FD1}"/>
              </a:ext>
            </a:extLst>
          </p:cNvPr>
          <p:cNvSpPr>
            <a:spLocks noGrp="1"/>
          </p:cNvSpPr>
          <p:nvPr>
            <p:ph type="dt" sz="half" idx="10"/>
          </p:nvPr>
        </p:nvSpPr>
        <p:spPr>
          <a:xfrm rot="5400000">
            <a:off x="10735056" y="987552"/>
            <a:ext cx="2286000" cy="640080"/>
          </a:xfrm>
        </p:spPr>
        <p:txBody>
          <a:bodyPr anchor="ctr">
            <a:normAutofit/>
          </a:bodyPr>
          <a:lstStyle/>
          <a:p>
            <a:pPr algn="r">
              <a:spcAft>
                <a:spcPts val="600"/>
              </a:spcAft>
            </a:pPr>
            <a:fld id="{D7028FC1-2F1A-441B-B93D-2F901BB6B7C5}" type="datetime1">
              <a:rPr lang="en-GB" sz="1000">
                <a:solidFill>
                  <a:schemeClr val="tx2"/>
                </a:solidFill>
              </a:rPr>
              <a:pPr algn="r">
                <a:spcAft>
                  <a:spcPts val="600"/>
                </a:spcAft>
              </a:pPr>
              <a:t>30/07/2025</a:t>
            </a:fld>
            <a:endParaRPr lang="en-GB" sz="1000">
              <a:solidFill>
                <a:schemeClr val="tx2"/>
              </a:solidFill>
            </a:endParaRPr>
          </a:p>
        </p:txBody>
      </p:sp>
      <p:sp>
        <p:nvSpPr>
          <p:cNvPr id="5" name="Slide Number Placeholder 4">
            <a:extLst>
              <a:ext uri="{FF2B5EF4-FFF2-40B4-BE49-F238E27FC236}">
                <a16:creationId xmlns:a16="http://schemas.microsoft.com/office/drawing/2014/main" id="{E6648BD5-172F-EAB7-DBB4-8187BE6C9DA6}"/>
              </a:ext>
            </a:extLst>
          </p:cNvPr>
          <p:cNvSpPr>
            <a:spLocks noGrp="1"/>
          </p:cNvSpPr>
          <p:nvPr>
            <p:ph type="sldNum" sz="quarter" idx="12"/>
          </p:nvPr>
        </p:nvSpPr>
        <p:spPr>
          <a:xfrm>
            <a:off x="11548872" y="6217920"/>
            <a:ext cx="640080" cy="640080"/>
          </a:xfrm>
        </p:spPr>
        <p:txBody>
          <a:bodyPr>
            <a:normAutofit/>
          </a:bodyPr>
          <a:lstStyle/>
          <a:p>
            <a:pPr algn="ctr">
              <a:spcAft>
                <a:spcPts val="600"/>
              </a:spcAft>
            </a:pPr>
            <a:fld id="{E1F53765-4FF0-40A9-A4FE-B27B4CFAA281}" type="slidenum">
              <a:rPr lang="en-GB" sz="1600">
                <a:solidFill>
                  <a:schemeClr val="tx2"/>
                </a:solidFill>
              </a:rPr>
              <a:pPr algn="ctr">
                <a:spcAft>
                  <a:spcPts val="600"/>
                </a:spcAft>
              </a:pPr>
              <a:t>74</a:t>
            </a:fld>
            <a:endParaRPr lang="en-GB" sz="1600">
              <a:solidFill>
                <a:schemeClr val="tx2"/>
              </a:solidFill>
            </a:endParaRPr>
          </a:p>
        </p:txBody>
      </p:sp>
      <p:graphicFrame>
        <p:nvGraphicFramePr>
          <p:cNvPr id="7" name="Content Placeholder 2">
            <a:extLst>
              <a:ext uri="{FF2B5EF4-FFF2-40B4-BE49-F238E27FC236}">
                <a16:creationId xmlns:a16="http://schemas.microsoft.com/office/drawing/2014/main" id="{16E929BA-A5AD-C895-196D-4DFB066BC529}"/>
              </a:ext>
            </a:extLst>
          </p:cNvPr>
          <p:cNvGraphicFramePr>
            <a:graphicFrameLocks noGrp="1"/>
          </p:cNvGraphicFramePr>
          <p:nvPr>
            <p:ph idx="1"/>
            <p:extLst>
              <p:ext uri="{D42A27DB-BD31-4B8C-83A1-F6EECF244321}">
                <p14:modId xmlns:p14="http://schemas.microsoft.com/office/powerpoint/2010/main" val="58151561"/>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80664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816E22-C4A6-E581-6AEC-133DB70B30DD}"/>
              </a:ext>
            </a:extLst>
          </p:cNvPr>
          <p:cNvSpPr>
            <a:spLocks noGrp="1"/>
          </p:cNvSpPr>
          <p:nvPr>
            <p:ph type="title"/>
          </p:nvPr>
        </p:nvSpPr>
        <p:spPr>
          <a:xfrm>
            <a:off x="611898" y="-97562"/>
            <a:ext cx="5334197" cy="1708242"/>
          </a:xfrm>
        </p:spPr>
        <p:txBody>
          <a:bodyPr anchor="ctr">
            <a:normAutofit/>
          </a:bodyPr>
          <a:lstStyle/>
          <a:p>
            <a:r>
              <a:rPr lang="en-IN" sz="4000" b="1" dirty="0">
                <a:solidFill>
                  <a:srgbClr val="C00000"/>
                </a:solidFill>
              </a:rPr>
              <a:t>5. SYSTEMS THEORY</a:t>
            </a:r>
          </a:p>
        </p:txBody>
      </p:sp>
      <p:sp>
        <p:nvSpPr>
          <p:cNvPr id="3" name="Content Placeholder 2">
            <a:extLst>
              <a:ext uri="{FF2B5EF4-FFF2-40B4-BE49-F238E27FC236}">
                <a16:creationId xmlns:a16="http://schemas.microsoft.com/office/drawing/2014/main" id="{E7A8FA6A-B1BC-E9B9-1B25-1B8E713933AC}"/>
              </a:ext>
            </a:extLst>
          </p:cNvPr>
          <p:cNvSpPr>
            <a:spLocks noGrp="1"/>
          </p:cNvSpPr>
          <p:nvPr>
            <p:ph idx="1"/>
          </p:nvPr>
        </p:nvSpPr>
        <p:spPr>
          <a:xfrm>
            <a:off x="119922" y="1319134"/>
            <a:ext cx="6737876" cy="4920945"/>
          </a:xfrm>
        </p:spPr>
        <p:txBody>
          <a:bodyPr anchor="ctr">
            <a:noAutofit/>
          </a:bodyPr>
          <a:lstStyle/>
          <a:p>
            <a:pPr algn="just"/>
            <a:r>
              <a:rPr lang="en-US" sz="2400" b="1" dirty="0"/>
              <a:t>A system is a group of regularly interacting and interrelated components that together form a unified whole. </a:t>
            </a:r>
          </a:p>
          <a:p>
            <a:pPr algn="just"/>
            <a:r>
              <a:rPr lang="en-US" sz="2400" b="1" dirty="0"/>
              <a:t>This definition is the basis for the systems theory of accident causation.</a:t>
            </a:r>
          </a:p>
          <a:p>
            <a:pPr algn="just"/>
            <a:r>
              <a:rPr lang="en-US" sz="2400" b="1" dirty="0"/>
              <a:t>This theory views a situation in which an accident may occur as a system comprised of the following components: person (host), machine (agency), and environment. </a:t>
            </a:r>
          </a:p>
          <a:p>
            <a:pPr algn="just"/>
            <a:r>
              <a:rPr lang="en-US" sz="2400" b="1" dirty="0"/>
              <a:t>The likelihood of an accident occurring is determined by how these components interact. </a:t>
            </a:r>
          </a:p>
          <a:p>
            <a:pPr algn="just"/>
            <a:r>
              <a:rPr lang="en-US" sz="2400" b="1" dirty="0"/>
              <a:t>Changes in the patterns of interaction can increase or reduce the probability of an accident.</a:t>
            </a:r>
            <a:endParaRPr lang="en-IN" sz="2400" b="1" dirty="0"/>
          </a:p>
        </p:txBody>
      </p:sp>
      <p:pic>
        <p:nvPicPr>
          <p:cNvPr id="6" name="Picture 5" descr="A person working on a machine&#10;&#10;Description automatically generated">
            <a:extLst>
              <a:ext uri="{FF2B5EF4-FFF2-40B4-BE49-F238E27FC236}">
                <a16:creationId xmlns:a16="http://schemas.microsoft.com/office/drawing/2014/main" id="{99E01517-90E0-4C79-A2F8-91D945FC93DA}"/>
              </a:ext>
            </a:extLst>
          </p:cNvPr>
          <p:cNvPicPr>
            <a:picLocks noChangeAspect="1"/>
          </p:cNvPicPr>
          <p:nvPr/>
        </p:nvPicPr>
        <p:blipFill>
          <a:blip r:embed="rId2">
            <a:extLst>
              <a:ext uri="{28A0092B-C50C-407E-A947-70E740481C1C}">
                <a14:useLocalDpi xmlns:a14="http://schemas.microsoft.com/office/drawing/2010/main" val="0"/>
              </a:ext>
            </a:extLst>
          </a:blip>
          <a:srcRect l="10530" r="11812"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0595038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735234-CECC-C284-1A71-547A21EFB360}"/>
              </a:ext>
            </a:extLst>
          </p:cNvPr>
          <p:cNvSpPr>
            <a:spLocks noGrp="1"/>
          </p:cNvSpPr>
          <p:nvPr>
            <p:ph type="title"/>
          </p:nvPr>
        </p:nvSpPr>
        <p:spPr>
          <a:xfrm>
            <a:off x="838200" y="459863"/>
            <a:ext cx="10515600" cy="1004594"/>
          </a:xfrm>
        </p:spPr>
        <p:txBody>
          <a:bodyPr>
            <a:normAutofit/>
          </a:bodyPr>
          <a:lstStyle/>
          <a:p>
            <a:pPr algn="ctr"/>
            <a:endParaRPr lang="en-IN">
              <a:solidFill>
                <a:srgbClr val="FFFFFF"/>
              </a:solidFill>
            </a:endParaRPr>
          </a:p>
        </p:txBody>
      </p:sp>
      <p:sp>
        <p:nvSpPr>
          <p:cNvPr id="28" name="Rectangle: Rounded Corners 27">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DCAEF426-1522-CA2E-4DF1-B7F8E8B7691C}"/>
              </a:ext>
            </a:extLst>
          </p:cNvPr>
          <p:cNvGraphicFramePr>
            <a:graphicFrameLocks noGrp="1"/>
          </p:cNvGraphicFramePr>
          <p:nvPr>
            <p:ph idx="1"/>
            <p:extLst>
              <p:ext uri="{D42A27DB-BD31-4B8C-83A1-F6EECF244321}">
                <p14:modId xmlns:p14="http://schemas.microsoft.com/office/powerpoint/2010/main" val="7854777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78780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7B9CB7E-054B-7BB7-CA32-ACCA3D009D8C}"/>
              </a:ext>
            </a:extLst>
          </p:cNvPr>
          <p:cNvSpPr>
            <a:spLocks noGrp="1"/>
          </p:cNvSpPr>
          <p:nvPr>
            <p:ph type="title"/>
          </p:nvPr>
        </p:nvSpPr>
        <p:spPr>
          <a:xfrm>
            <a:off x="2209800" y="2256707"/>
            <a:ext cx="7985759" cy="868823"/>
          </a:xfrm>
        </p:spPr>
        <p:txBody>
          <a:bodyPr vert="horz" lIns="91440" tIns="45720" rIns="91440" bIns="45720" rtlCol="0" anchor="ctr">
            <a:normAutofit/>
          </a:bodyPr>
          <a:lstStyle/>
          <a:p>
            <a:pPr algn="ctr"/>
            <a:r>
              <a:rPr lang="en-US" sz="4000" kern="1200" dirty="0">
                <a:solidFill>
                  <a:schemeClr val="tx1"/>
                </a:solidFill>
                <a:latin typeface="+mj-lt"/>
                <a:ea typeface="+mj-ea"/>
                <a:cs typeface="+mj-cs"/>
              </a:rPr>
              <a:t>Feedback loop</a:t>
            </a:r>
          </a:p>
        </p:txBody>
      </p:sp>
      <p:sp>
        <p:nvSpPr>
          <p:cNvPr id="16" name="Rectangle: Rounded Corners 15">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6ED4109C-A21A-695B-F281-38A98C5BC9D2}"/>
              </a:ext>
            </a:extLst>
          </p:cNvPr>
          <p:cNvPicPr>
            <a:picLocks noChangeAspect="1"/>
          </p:cNvPicPr>
          <p:nvPr/>
        </p:nvPicPr>
        <p:blipFill rotWithShape="1">
          <a:blip r:embed="rId2">
            <a:extLst>
              <a:ext uri="{28A0092B-C50C-407E-A947-70E740481C1C}">
                <a14:useLocalDpi xmlns:a14="http://schemas.microsoft.com/office/drawing/2010/main" val="0"/>
              </a:ext>
            </a:extLst>
          </a:blip>
          <a:srcRect t="4744"/>
          <a:stretch/>
        </p:blipFill>
        <p:spPr>
          <a:xfrm>
            <a:off x="385572" y="2256707"/>
            <a:ext cx="11420856" cy="3862066"/>
          </a:xfrm>
          <a:prstGeom prst="rect">
            <a:avLst/>
          </a:prstGeom>
        </p:spPr>
      </p:pic>
      <p:sp>
        <p:nvSpPr>
          <p:cNvPr id="4" name="Date Placeholder 3">
            <a:extLst>
              <a:ext uri="{FF2B5EF4-FFF2-40B4-BE49-F238E27FC236}">
                <a16:creationId xmlns:a16="http://schemas.microsoft.com/office/drawing/2014/main" id="{CBBE5A5F-0396-2A98-96D4-B3184AF8F467}"/>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defTabSz="914400">
              <a:spcAft>
                <a:spcPts val="600"/>
              </a:spcAft>
            </a:pPr>
            <a:r>
              <a:rPr lang="en-US">
                <a:solidFill>
                  <a:schemeClr val="tx1">
                    <a:lumMod val="50000"/>
                    <a:lumOff val="50000"/>
                  </a:schemeClr>
                </a:solidFill>
              </a:rPr>
              <a:t>ARJUN P K</a:t>
            </a:r>
          </a:p>
        </p:txBody>
      </p:sp>
    </p:spTree>
    <p:extLst>
      <p:ext uri="{BB962C8B-B14F-4D97-AF65-F5344CB8AC3E}">
        <p14:creationId xmlns:p14="http://schemas.microsoft.com/office/powerpoint/2010/main" val="3882135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0AFAF-56C2-C5E3-37EA-DB276E06FB16}"/>
              </a:ext>
            </a:extLst>
          </p:cNvPr>
          <p:cNvSpPr>
            <a:spLocks noGrp="1"/>
          </p:cNvSpPr>
          <p:nvPr>
            <p:ph type="title"/>
          </p:nvPr>
        </p:nvSpPr>
        <p:spPr/>
        <p:txBody>
          <a:bodyPr/>
          <a:lstStyle/>
          <a:p>
            <a:endParaRPr lang="en-IN"/>
          </a:p>
        </p:txBody>
      </p:sp>
      <p:graphicFrame>
        <p:nvGraphicFramePr>
          <p:cNvPr id="6" name="Content Placeholder 2">
            <a:extLst>
              <a:ext uri="{FF2B5EF4-FFF2-40B4-BE49-F238E27FC236}">
                <a16:creationId xmlns:a16="http://schemas.microsoft.com/office/drawing/2014/main" id="{693FBC7F-20EE-8287-D3E6-795BA9475FC0}"/>
              </a:ext>
            </a:extLst>
          </p:cNvPr>
          <p:cNvGraphicFramePr>
            <a:graphicFrameLocks noGrp="1"/>
          </p:cNvGraphicFramePr>
          <p:nvPr>
            <p:ph idx="1"/>
            <p:extLst>
              <p:ext uri="{D42A27DB-BD31-4B8C-83A1-F6EECF244321}">
                <p14:modId xmlns:p14="http://schemas.microsoft.com/office/powerpoint/2010/main" val="583334548"/>
              </p:ext>
            </p:extLst>
          </p:nvPr>
        </p:nvGraphicFramePr>
        <p:xfrm>
          <a:off x="162561" y="1406019"/>
          <a:ext cx="11826240" cy="49652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55216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548C172-031F-251A-5DB8-988AD64BBA29}"/>
              </a:ext>
            </a:extLst>
          </p:cNvPr>
          <p:cNvSpPr>
            <a:spLocks noGrp="1"/>
          </p:cNvSpPr>
          <p:nvPr>
            <p:ph idx="1"/>
          </p:nvPr>
        </p:nvSpPr>
        <p:spPr>
          <a:xfrm>
            <a:off x="203806" y="423665"/>
            <a:ext cx="5892193" cy="3770434"/>
          </a:xfrm>
        </p:spPr>
        <p:txBody>
          <a:bodyPr anchor="t">
            <a:noAutofit/>
          </a:bodyPr>
          <a:lstStyle/>
          <a:p>
            <a:r>
              <a:rPr lang="en-US" sz="2400" dirty="0">
                <a:solidFill>
                  <a:srgbClr val="595959"/>
                </a:solidFill>
              </a:rPr>
              <a:t>five factors should be considered before beginning the process of collecting information, weighing risks, and making a decision:</a:t>
            </a:r>
          </a:p>
          <a:p>
            <a:pPr lvl="1"/>
            <a:r>
              <a:rPr lang="en-US" b="1" dirty="0">
                <a:solidFill>
                  <a:srgbClr val="595959"/>
                </a:solidFill>
              </a:rPr>
              <a:t>Job requirements</a:t>
            </a:r>
          </a:p>
          <a:p>
            <a:pPr lvl="1"/>
            <a:r>
              <a:rPr lang="en-US" b="1" dirty="0">
                <a:solidFill>
                  <a:srgbClr val="595959"/>
                </a:solidFill>
              </a:rPr>
              <a:t>The workers’ abilities and limitations</a:t>
            </a:r>
          </a:p>
          <a:p>
            <a:pPr lvl="1"/>
            <a:r>
              <a:rPr lang="en-US" b="1" dirty="0">
                <a:solidFill>
                  <a:srgbClr val="595959"/>
                </a:solidFill>
              </a:rPr>
              <a:t>The gain if the task is successfully accomplished</a:t>
            </a:r>
          </a:p>
          <a:p>
            <a:pPr lvl="1"/>
            <a:r>
              <a:rPr lang="en-US" b="1" dirty="0">
                <a:solidFill>
                  <a:srgbClr val="595959"/>
                </a:solidFill>
              </a:rPr>
              <a:t>The loss if the task is attempted but fails</a:t>
            </a:r>
          </a:p>
          <a:p>
            <a:pPr lvl="1"/>
            <a:r>
              <a:rPr lang="en-US" b="1" dirty="0">
                <a:solidFill>
                  <a:srgbClr val="595959"/>
                </a:solidFill>
              </a:rPr>
              <a:t>The loss if the task is not attempted</a:t>
            </a:r>
            <a:endParaRPr lang="en-IN" b="1" dirty="0">
              <a:solidFill>
                <a:srgbClr val="595959"/>
              </a:solidFill>
            </a:endParaRPr>
          </a:p>
        </p:txBody>
      </p:sp>
      <p:pic>
        <p:nvPicPr>
          <p:cNvPr id="8" name="Graphic 7" descr="Recruitment Management">
            <a:extLst>
              <a:ext uri="{FF2B5EF4-FFF2-40B4-BE49-F238E27FC236}">
                <a16:creationId xmlns:a16="http://schemas.microsoft.com/office/drawing/2014/main" id="{22594BF2-A9DE-E346-CAC4-1D0C440EF6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81801" y="1053257"/>
            <a:ext cx="4797056" cy="4797056"/>
          </a:xfrm>
          <a:prstGeom prst="rect">
            <a:avLst/>
          </a:prstGeom>
        </p:spPr>
      </p:pic>
      <p:sp>
        <p:nvSpPr>
          <p:cNvPr id="4" name="Date Placeholder 3">
            <a:extLst>
              <a:ext uri="{FF2B5EF4-FFF2-40B4-BE49-F238E27FC236}">
                <a16:creationId xmlns:a16="http://schemas.microsoft.com/office/drawing/2014/main" id="{E6C9844B-6B6C-E196-DB18-4CB424057973}"/>
              </a:ext>
            </a:extLst>
          </p:cNvPr>
          <p:cNvSpPr>
            <a:spLocks noGrp="1"/>
          </p:cNvSpPr>
          <p:nvPr>
            <p:ph type="dt" sz="half" idx="10"/>
          </p:nvPr>
        </p:nvSpPr>
        <p:spPr>
          <a:xfrm rot="5400000">
            <a:off x="9114861" y="3246437"/>
            <a:ext cx="5486398" cy="365125"/>
          </a:xfrm>
        </p:spPr>
        <p:txBody>
          <a:bodyPr>
            <a:normAutofit/>
          </a:bodyPr>
          <a:lstStyle/>
          <a:p>
            <a:pPr algn="ctr">
              <a:spcAft>
                <a:spcPts val="600"/>
              </a:spcAft>
            </a:pPr>
            <a:r>
              <a:rPr lang="en-US" sz="700"/>
              <a:t>ARJUN P K</a:t>
            </a:r>
          </a:p>
        </p:txBody>
      </p:sp>
    </p:spTree>
    <p:extLst>
      <p:ext uri="{BB962C8B-B14F-4D97-AF65-F5344CB8AC3E}">
        <p14:creationId xmlns:p14="http://schemas.microsoft.com/office/powerpoint/2010/main" val="41728663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DA193C-3B90-F7D4-5B57-B2D2355C25C4}"/>
              </a:ext>
            </a:extLst>
          </p:cNvPr>
          <p:cNvSpPr>
            <a:spLocks noGrp="1"/>
          </p:cNvSpPr>
          <p:nvPr>
            <p:ph type="title"/>
          </p:nvPr>
        </p:nvSpPr>
        <p:spPr>
          <a:xfrm>
            <a:off x="-268347" y="736923"/>
            <a:ext cx="13099928" cy="541528"/>
          </a:xfrm>
        </p:spPr>
        <p:txBody>
          <a:bodyPr anchor="b">
            <a:noAutofit/>
          </a:bodyPr>
          <a:lstStyle/>
          <a:p>
            <a:pPr algn="ctr"/>
            <a:r>
              <a:rPr lang="en-IN" sz="4000" b="1" dirty="0">
                <a:solidFill>
                  <a:srgbClr val="595959"/>
                </a:solidFill>
              </a:rPr>
              <a:t>6. ENERGY RELEASE THEORY/ ENERGY TRANSFER </a:t>
            </a:r>
            <a:br>
              <a:rPr lang="en-IN" sz="4000" b="1" dirty="0">
                <a:solidFill>
                  <a:srgbClr val="595959"/>
                </a:solidFill>
              </a:rPr>
            </a:br>
            <a:r>
              <a:rPr lang="en-IN" sz="4000" b="1" dirty="0">
                <a:solidFill>
                  <a:srgbClr val="595959"/>
                </a:solidFill>
              </a:rPr>
              <a:t>THEORY</a:t>
            </a:r>
          </a:p>
        </p:txBody>
      </p:sp>
      <p:sp>
        <p:nvSpPr>
          <p:cNvPr id="3" name="Content Placeholder 2">
            <a:extLst>
              <a:ext uri="{FF2B5EF4-FFF2-40B4-BE49-F238E27FC236}">
                <a16:creationId xmlns:a16="http://schemas.microsoft.com/office/drawing/2014/main" id="{3E5E720E-22AB-AA4B-88EA-BF87C237AD95}"/>
              </a:ext>
            </a:extLst>
          </p:cNvPr>
          <p:cNvSpPr>
            <a:spLocks noGrp="1"/>
          </p:cNvSpPr>
          <p:nvPr>
            <p:ph idx="1"/>
          </p:nvPr>
        </p:nvSpPr>
        <p:spPr>
          <a:xfrm>
            <a:off x="368457" y="1053257"/>
            <a:ext cx="6095999" cy="5118942"/>
          </a:xfrm>
        </p:spPr>
        <p:txBody>
          <a:bodyPr anchor="t">
            <a:noAutofit/>
          </a:bodyPr>
          <a:lstStyle/>
          <a:p>
            <a:pPr algn="just"/>
            <a:r>
              <a:rPr lang="en-US" sz="2400" b="1" dirty="0">
                <a:solidFill>
                  <a:srgbClr val="595959"/>
                </a:solidFill>
              </a:rPr>
              <a:t>This theory compares the rate of release of energy and relates to the kind of and severity of injuries. </a:t>
            </a:r>
          </a:p>
          <a:p>
            <a:pPr algn="just"/>
            <a:r>
              <a:rPr lang="en-US" sz="2400" b="1" dirty="0">
                <a:solidFill>
                  <a:srgbClr val="595959"/>
                </a:solidFill>
              </a:rPr>
              <a:t>The first step is to prevent the accumulation of energy by reducing the amount needed and/or providing vent release mechanisms. </a:t>
            </a:r>
          </a:p>
          <a:p>
            <a:pPr algn="just"/>
            <a:r>
              <a:rPr lang="en-US" sz="2400" b="1" dirty="0">
                <a:solidFill>
                  <a:srgbClr val="595959"/>
                </a:solidFill>
              </a:rPr>
              <a:t>The next step would be to install control methods that modify the release rate which can be accomplished with the use of space (distance) and time.</a:t>
            </a:r>
            <a:endParaRPr lang="en-IN" sz="2400" b="1" dirty="0">
              <a:solidFill>
                <a:srgbClr val="595959"/>
              </a:solidFill>
            </a:endParaRPr>
          </a:p>
        </p:txBody>
      </p:sp>
      <p:pic>
        <p:nvPicPr>
          <p:cNvPr id="8" name="Graphic 7" descr="Deploy">
            <a:extLst>
              <a:ext uri="{FF2B5EF4-FFF2-40B4-BE49-F238E27FC236}">
                <a16:creationId xmlns:a16="http://schemas.microsoft.com/office/drawing/2014/main" id="{E7EE2F51-02A7-FF39-C67C-5E32FF42FD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81801" y="1053257"/>
            <a:ext cx="4797056" cy="4797056"/>
          </a:xfrm>
          <a:prstGeom prst="rect">
            <a:avLst/>
          </a:prstGeom>
        </p:spPr>
      </p:pic>
      <p:sp>
        <p:nvSpPr>
          <p:cNvPr id="4" name="Date Placeholder 3">
            <a:extLst>
              <a:ext uri="{FF2B5EF4-FFF2-40B4-BE49-F238E27FC236}">
                <a16:creationId xmlns:a16="http://schemas.microsoft.com/office/drawing/2014/main" id="{7DE0108C-2C72-6866-7B21-3484D284E228}"/>
              </a:ext>
            </a:extLst>
          </p:cNvPr>
          <p:cNvSpPr>
            <a:spLocks noGrp="1"/>
          </p:cNvSpPr>
          <p:nvPr>
            <p:ph type="dt" sz="half" idx="10"/>
          </p:nvPr>
        </p:nvSpPr>
        <p:spPr>
          <a:xfrm rot="5400000">
            <a:off x="9114861" y="3246437"/>
            <a:ext cx="5486398" cy="365125"/>
          </a:xfrm>
        </p:spPr>
        <p:txBody>
          <a:bodyPr>
            <a:normAutofit/>
          </a:bodyPr>
          <a:lstStyle/>
          <a:p>
            <a:pPr algn="ctr">
              <a:spcAft>
                <a:spcPts val="600"/>
              </a:spcAft>
            </a:pPr>
            <a:r>
              <a:rPr lang="en-US" sz="700"/>
              <a:t>ARJUN P K</a:t>
            </a:r>
          </a:p>
        </p:txBody>
      </p:sp>
    </p:spTree>
    <p:extLst>
      <p:ext uri="{BB962C8B-B14F-4D97-AF65-F5344CB8AC3E}">
        <p14:creationId xmlns:p14="http://schemas.microsoft.com/office/powerpoint/2010/main" val="20418463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EF8872-3135-4C68-5D99-EFF97E89335F}"/>
              </a:ext>
            </a:extLst>
          </p:cNvPr>
          <p:cNvSpPr>
            <a:spLocks noGrp="1"/>
          </p:cNvSpPr>
          <p:nvPr>
            <p:ph type="title"/>
          </p:nvPr>
        </p:nvSpPr>
        <p:spPr>
          <a:xfrm>
            <a:off x="804672" y="802955"/>
            <a:ext cx="4977976" cy="1454051"/>
          </a:xfrm>
        </p:spPr>
        <p:txBody>
          <a:bodyPr>
            <a:normAutofit/>
          </a:bodyPr>
          <a:lstStyle/>
          <a:p>
            <a:endParaRPr lang="en-GB" sz="3600">
              <a:solidFill>
                <a:schemeClr val="tx2"/>
              </a:solidFill>
            </a:endParaRPr>
          </a:p>
        </p:txBody>
      </p:sp>
      <p:sp>
        <p:nvSpPr>
          <p:cNvPr id="3" name="Content Placeholder 2">
            <a:extLst>
              <a:ext uri="{FF2B5EF4-FFF2-40B4-BE49-F238E27FC236}">
                <a16:creationId xmlns:a16="http://schemas.microsoft.com/office/drawing/2014/main" id="{236E32B3-8A11-0C53-3EAD-86AD5D33DDCB}"/>
              </a:ext>
            </a:extLst>
          </p:cNvPr>
          <p:cNvSpPr>
            <a:spLocks noGrp="1"/>
          </p:cNvSpPr>
          <p:nvPr>
            <p:ph idx="1"/>
          </p:nvPr>
        </p:nvSpPr>
        <p:spPr>
          <a:xfrm>
            <a:off x="450253" y="724448"/>
            <a:ext cx="8309348" cy="5401404"/>
          </a:xfrm>
        </p:spPr>
        <p:txBody>
          <a:bodyPr anchor="ctr">
            <a:normAutofit/>
          </a:bodyPr>
          <a:lstStyle/>
          <a:p>
            <a:pPr marL="0" indent="0" algn="ctr">
              <a:buNone/>
            </a:pPr>
            <a:r>
              <a:rPr lang="en-GB" sz="3200" b="1" dirty="0">
                <a:solidFill>
                  <a:schemeClr val="tx2"/>
                </a:solidFill>
              </a:rPr>
              <a:t>ACCIDENTS OCCUR WHEN ENERGY IS RELEASED OR TRANSFERRED IN AN UNCONTROLLED OR UNINTENDED MANNER , RESULTING IN HARM TO PEOPLE, EQUIPMENT, ENVIRONMENT</a:t>
            </a:r>
          </a:p>
        </p:txBody>
      </p:sp>
      <p:grpSp>
        <p:nvGrpSpPr>
          <p:cNvPr id="16" name="Group 15">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1" name="Freeform: Shape 20">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Graphic 8" descr="Speed Bump">
            <a:extLst>
              <a:ext uri="{FF2B5EF4-FFF2-40B4-BE49-F238E27FC236}">
                <a16:creationId xmlns:a16="http://schemas.microsoft.com/office/drawing/2014/main" id="{E3FA9E76-81A0-5529-B508-3298709739B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
        <p:nvSpPr>
          <p:cNvPr id="4" name="Date Placeholder 3">
            <a:extLst>
              <a:ext uri="{FF2B5EF4-FFF2-40B4-BE49-F238E27FC236}">
                <a16:creationId xmlns:a16="http://schemas.microsoft.com/office/drawing/2014/main" id="{CE600710-175F-0010-D7FA-A938A1344767}"/>
              </a:ext>
            </a:extLst>
          </p:cNvPr>
          <p:cNvSpPr>
            <a:spLocks noGrp="1"/>
          </p:cNvSpPr>
          <p:nvPr>
            <p:ph type="dt" sz="half" idx="10"/>
          </p:nvPr>
        </p:nvSpPr>
        <p:spPr>
          <a:xfrm>
            <a:off x="804672" y="6356350"/>
            <a:ext cx="2743200" cy="365125"/>
          </a:xfrm>
        </p:spPr>
        <p:txBody>
          <a:bodyPr>
            <a:normAutofit/>
          </a:bodyPr>
          <a:lstStyle/>
          <a:p>
            <a:pPr>
              <a:spcAft>
                <a:spcPts val="600"/>
              </a:spcAft>
            </a:pPr>
            <a:fld id="{D7028FC1-2F1A-441B-B93D-2F901BB6B7C5}" type="datetime1">
              <a:rPr lang="en-GB" smtClean="0"/>
              <a:pPr>
                <a:spcAft>
                  <a:spcPts val="600"/>
                </a:spcAft>
              </a:pPr>
              <a:t>30/07/2025</a:t>
            </a:fld>
            <a:endParaRPr lang="en-GB"/>
          </a:p>
        </p:txBody>
      </p:sp>
      <p:sp>
        <p:nvSpPr>
          <p:cNvPr id="5" name="Slide Number Placeholder 4">
            <a:extLst>
              <a:ext uri="{FF2B5EF4-FFF2-40B4-BE49-F238E27FC236}">
                <a16:creationId xmlns:a16="http://schemas.microsoft.com/office/drawing/2014/main" id="{D01646BE-C5E3-5DEA-5715-5DB76D6AB3EA}"/>
              </a:ext>
            </a:extLst>
          </p:cNvPr>
          <p:cNvSpPr>
            <a:spLocks noGrp="1"/>
          </p:cNvSpPr>
          <p:nvPr>
            <p:ph type="sldNum" sz="quarter" idx="12"/>
          </p:nvPr>
        </p:nvSpPr>
        <p:spPr>
          <a:xfrm>
            <a:off x="8610600" y="6356350"/>
            <a:ext cx="2743200" cy="365125"/>
          </a:xfrm>
        </p:spPr>
        <p:txBody>
          <a:bodyPr>
            <a:normAutofit/>
          </a:bodyPr>
          <a:lstStyle/>
          <a:p>
            <a:pPr>
              <a:spcAft>
                <a:spcPts val="600"/>
              </a:spcAft>
            </a:pPr>
            <a:fld id="{E1F53765-4FF0-40A9-A4FE-B27B4CFAA281}" type="slidenum">
              <a:rPr lang="en-GB" smtClean="0"/>
              <a:pPr>
                <a:spcAft>
                  <a:spcPts val="600"/>
                </a:spcAft>
              </a:pPr>
              <a:t>81</a:t>
            </a:fld>
            <a:endParaRPr lang="en-GB"/>
          </a:p>
        </p:txBody>
      </p:sp>
    </p:spTree>
    <p:extLst>
      <p:ext uri="{BB962C8B-B14F-4D97-AF65-F5344CB8AC3E}">
        <p14:creationId xmlns:p14="http://schemas.microsoft.com/office/powerpoint/2010/main" val="32835934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56E2A-4F6B-CEC1-AFA5-8C6CED1D7C41}"/>
              </a:ext>
            </a:extLst>
          </p:cNvPr>
          <p:cNvSpPr>
            <a:spLocks noGrp="1"/>
          </p:cNvSpPr>
          <p:nvPr>
            <p:ph type="title"/>
          </p:nvPr>
        </p:nvSpPr>
        <p:spPr>
          <a:xfrm>
            <a:off x="0" y="3752849"/>
            <a:ext cx="3224214" cy="2318167"/>
          </a:xfrm>
        </p:spPr>
        <p:txBody>
          <a:bodyPr anchor="ctr">
            <a:normAutofit/>
          </a:bodyPr>
          <a:lstStyle/>
          <a:p>
            <a:r>
              <a:rPr lang="en-GB" sz="3600" b="1" dirty="0"/>
              <a:t>KEY COMPONENTS </a:t>
            </a:r>
          </a:p>
        </p:txBody>
      </p:sp>
      <p:pic>
        <p:nvPicPr>
          <p:cNvPr id="7" name="Picture 6" descr="Oil refinery against blue sky">
            <a:extLst>
              <a:ext uri="{FF2B5EF4-FFF2-40B4-BE49-F238E27FC236}">
                <a16:creationId xmlns:a16="http://schemas.microsoft.com/office/drawing/2014/main" id="{10F42B97-0E5A-5F9B-27D2-8D4BF2BB9F2A}"/>
              </a:ext>
            </a:extLst>
          </p:cNvPr>
          <p:cNvPicPr>
            <a:picLocks noChangeAspect="1"/>
          </p:cNvPicPr>
          <p:nvPr/>
        </p:nvPicPr>
        <p:blipFill>
          <a:blip r:embed="rId2"/>
          <a:srcRect t="44999" b="894"/>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43395CBF-F402-A6B4-4DA8-3B88184DF40D}"/>
              </a:ext>
            </a:extLst>
          </p:cNvPr>
          <p:cNvSpPr>
            <a:spLocks noGrp="1"/>
          </p:cNvSpPr>
          <p:nvPr>
            <p:ph idx="1"/>
          </p:nvPr>
        </p:nvSpPr>
        <p:spPr>
          <a:xfrm>
            <a:off x="2983044" y="4086225"/>
            <a:ext cx="9208956" cy="2452687"/>
          </a:xfrm>
        </p:spPr>
        <p:txBody>
          <a:bodyPr anchor="ctr">
            <a:noAutofit/>
          </a:bodyPr>
          <a:lstStyle/>
          <a:p>
            <a:r>
              <a:rPr lang="en-GB" sz="2400" b="1" dirty="0"/>
              <a:t>ENERGY SOURCE : Potential energy stored in various forms( chemical, mechanical, thermal, electrical )</a:t>
            </a:r>
          </a:p>
          <a:p>
            <a:r>
              <a:rPr lang="en-GB" sz="2400" b="1" dirty="0"/>
              <a:t>ENERGY TRANSFER: Movement of energy from one location to another.</a:t>
            </a:r>
          </a:p>
          <a:p>
            <a:r>
              <a:rPr lang="en-GB" sz="2400" b="1" dirty="0"/>
              <a:t>UNCOTROLLED ENERGY RELEASE: Sudden unintended or uncontained release of energy</a:t>
            </a:r>
          </a:p>
          <a:p>
            <a:r>
              <a:rPr lang="en-GB" sz="2400" b="1" dirty="0"/>
              <a:t>HAZARDOUS INTERACTION: contact between the released energy and a person, object or environment.</a:t>
            </a:r>
          </a:p>
        </p:txBody>
      </p:sp>
      <p:sp>
        <p:nvSpPr>
          <p:cNvPr id="4" name="Date Placeholder 3">
            <a:extLst>
              <a:ext uri="{FF2B5EF4-FFF2-40B4-BE49-F238E27FC236}">
                <a16:creationId xmlns:a16="http://schemas.microsoft.com/office/drawing/2014/main" id="{835BE6D5-5710-1CEE-D287-770E4F394EE4}"/>
              </a:ext>
            </a:extLst>
          </p:cNvPr>
          <p:cNvSpPr>
            <a:spLocks noGrp="1"/>
          </p:cNvSpPr>
          <p:nvPr>
            <p:ph type="dt" sz="half" idx="10"/>
          </p:nvPr>
        </p:nvSpPr>
        <p:spPr>
          <a:xfrm>
            <a:off x="481013" y="6356350"/>
            <a:ext cx="2743200" cy="365125"/>
          </a:xfrm>
        </p:spPr>
        <p:txBody>
          <a:bodyPr>
            <a:normAutofit/>
          </a:bodyPr>
          <a:lstStyle/>
          <a:p>
            <a:pPr>
              <a:spcAft>
                <a:spcPts val="600"/>
              </a:spcAft>
            </a:pPr>
            <a:fld id="{D7028FC1-2F1A-441B-B93D-2F901BB6B7C5}" type="datetime1">
              <a:rPr lang="en-GB">
                <a:solidFill>
                  <a:schemeClr val="tx1">
                    <a:lumMod val="75000"/>
                    <a:lumOff val="25000"/>
                  </a:schemeClr>
                </a:solidFill>
              </a:rPr>
              <a:pPr>
                <a:spcAft>
                  <a:spcPts val="600"/>
                </a:spcAft>
              </a:pPr>
              <a:t>30/07/2025</a:t>
            </a:fld>
            <a:endParaRPr lang="en-GB">
              <a:solidFill>
                <a:schemeClr val="tx1">
                  <a:lumMod val="75000"/>
                  <a:lumOff val="25000"/>
                </a:schemeClr>
              </a:solidFill>
            </a:endParaRPr>
          </a:p>
        </p:txBody>
      </p:sp>
      <p:sp>
        <p:nvSpPr>
          <p:cNvPr id="5" name="Slide Number Placeholder 4">
            <a:extLst>
              <a:ext uri="{FF2B5EF4-FFF2-40B4-BE49-F238E27FC236}">
                <a16:creationId xmlns:a16="http://schemas.microsoft.com/office/drawing/2014/main" id="{D3DABF8B-E41F-5DED-EF73-9169DDE341B4}"/>
              </a:ext>
            </a:extLst>
          </p:cNvPr>
          <p:cNvSpPr>
            <a:spLocks noGrp="1"/>
          </p:cNvSpPr>
          <p:nvPr>
            <p:ph type="sldNum" sz="quarter" idx="12"/>
          </p:nvPr>
        </p:nvSpPr>
        <p:spPr>
          <a:xfrm>
            <a:off x="8864600" y="6356350"/>
            <a:ext cx="2743200" cy="365125"/>
          </a:xfrm>
        </p:spPr>
        <p:txBody>
          <a:bodyPr>
            <a:normAutofit/>
          </a:bodyPr>
          <a:lstStyle/>
          <a:p>
            <a:pPr>
              <a:spcAft>
                <a:spcPts val="600"/>
              </a:spcAft>
            </a:pPr>
            <a:fld id="{E1F53765-4FF0-40A9-A4FE-B27B4CFAA281}" type="slidenum">
              <a:rPr lang="en-GB">
                <a:solidFill>
                  <a:schemeClr val="tx1">
                    <a:lumMod val="75000"/>
                    <a:lumOff val="25000"/>
                  </a:schemeClr>
                </a:solidFill>
              </a:rPr>
              <a:pPr>
                <a:spcAft>
                  <a:spcPts val="600"/>
                </a:spcAft>
              </a:pPr>
              <a:t>82</a:t>
            </a:fld>
            <a:endParaRPr lang="en-GB">
              <a:solidFill>
                <a:schemeClr val="tx1">
                  <a:lumMod val="75000"/>
                  <a:lumOff val="25000"/>
                </a:schemeClr>
              </a:solidFill>
            </a:endParaRPr>
          </a:p>
        </p:txBody>
      </p:sp>
    </p:spTree>
    <p:extLst>
      <p:ext uri="{BB962C8B-B14F-4D97-AF65-F5344CB8AC3E}">
        <p14:creationId xmlns:p14="http://schemas.microsoft.com/office/powerpoint/2010/main" val="41226279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C8FE1-E8BD-94DC-FD2B-3F6F01AA5F38}"/>
              </a:ext>
            </a:extLst>
          </p:cNvPr>
          <p:cNvSpPr>
            <a:spLocks noGrp="1"/>
          </p:cNvSpPr>
          <p:nvPr>
            <p:ph type="title"/>
          </p:nvPr>
        </p:nvSpPr>
        <p:spPr/>
        <p:txBody>
          <a:bodyPr/>
          <a:lstStyle/>
          <a:p>
            <a:r>
              <a:rPr lang="en-GB" b="1" dirty="0"/>
              <a:t>TYPES OF ENERGY RELEASE</a:t>
            </a:r>
            <a:br>
              <a:rPr lang="en-GB" b="1" dirty="0"/>
            </a:br>
            <a:endParaRPr lang="en-GB" b="1" dirty="0"/>
          </a:p>
        </p:txBody>
      </p:sp>
      <p:graphicFrame>
        <p:nvGraphicFramePr>
          <p:cNvPr id="7" name="Content Placeholder 2">
            <a:extLst>
              <a:ext uri="{FF2B5EF4-FFF2-40B4-BE49-F238E27FC236}">
                <a16:creationId xmlns:a16="http://schemas.microsoft.com/office/drawing/2014/main" id="{1FAC4306-4A49-F7A1-C599-EBE5806E2AD5}"/>
              </a:ext>
            </a:extLst>
          </p:cNvPr>
          <p:cNvGraphicFramePr>
            <a:graphicFrameLocks noGrp="1"/>
          </p:cNvGraphicFramePr>
          <p:nvPr>
            <p:ph idx="1"/>
            <p:extLst>
              <p:ext uri="{D42A27DB-BD31-4B8C-83A1-F6EECF244321}">
                <p14:modId xmlns:p14="http://schemas.microsoft.com/office/powerpoint/2010/main" val="404109303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F4926175-2A83-3D3D-D8B7-EF2041CB5D4D}"/>
              </a:ext>
            </a:extLst>
          </p:cNvPr>
          <p:cNvSpPr>
            <a:spLocks noGrp="1"/>
          </p:cNvSpPr>
          <p:nvPr>
            <p:ph type="dt" sz="half" idx="10"/>
          </p:nvPr>
        </p:nvSpPr>
        <p:spPr/>
        <p:txBody>
          <a:bodyPr/>
          <a:lstStyle/>
          <a:p>
            <a:fld id="{D7028FC1-2F1A-441B-B93D-2F901BB6B7C5}" type="datetime1">
              <a:rPr lang="en-GB" smtClean="0"/>
              <a:t>30/07/2025</a:t>
            </a:fld>
            <a:endParaRPr lang="en-GB"/>
          </a:p>
        </p:txBody>
      </p:sp>
      <p:sp>
        <p:nvSpPr>
          <p:cNvPr id="5" name="Slide Number Placeholder 4">
            <a:extLst>
              <a:ext uri="{FF2B5EF4-FFF2-40B4-BE49-F238E27FC236}">
                <a16:creationId xmlns:a16="http://schemas.microsoft.com/office/drawing/2014/main" id="{FEAB7ACF-AFE2-0BBB-6A8C-2E0F965D1092}"/>
              </a:ext>
            </a:extLst>
          </p:cNvPr>
          <p:cNvSpPr>
            <a:spLocks noGrp="1"/>
          </p:cNvSpPr>
          <p:nvPr>
            <p:ph type="sldNum" sz="quarter" idx="12"/>
          </p:nvPr>
        </p:nvSpPr>
        <p:spPr/>
        <p:txBody>
          <a:bodyPr/>
          <a:lstStyle/>
          <a:p>
            <a:fld id="{E1F53765-4FF0-40A9-A4FE-B27B4CFAA281}" type="slidenum">
              <a:rPr lang="en-GB" smtClean="0"/>
              <a:t>83</a:t>
            </a:fld>
            <a:endParaRPr lang="en-GB"/>
          </a:p>
        </p:txBody>
      </p:sp>
    </p:spTree>
    <p:extLst>
      <p:ext uri="{BB962C8B-B14F-4D97-AF65-F5344CB8AC3E}">
        <p14:creationId xmlns:p14="http://schemas.microsoft.com/office/powerpoint/2010/main" val="28568565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38BDE60-21AA-C77E-DB57-EF761F63CCD3}"/>
              </a:ext>
            </a:extLst>
          </p:cNvPr>
          <p:cNvSpPr>
            <a:spLocks noGrp="1"/>
          </p:cNvSpPr>
          <p:nvPr>
            <p:ph idx="1"/>
          </p:nvPr>
        </p:nvSpPr>
        <p:spPr>
          <a:xfrm>
            <a:off x="240069" y="685800"/>
            <a:ext cx="5454407" cy="3770434"/>
          </a:xfrm>
        </p:spPr>
        <p:txBody>
          <a:bodyPr anchor="t">
            <a:noAutofit/>
          </a:bodyPr>
          <a:lstStyle/>
          <a:p>
            <a:pPr algn="just"/>
            <a:r>
              <a:rPr lang="en-US" b="1" dirty="0">
                <a:solidFill>
                  <a:srgbClr val="595959"/>
                </a:solidFill>
              </a:rPr>
              <a:t>For example, a fixed barrier guard separates space by not allowing workers or machinery to reach a point of operation. </a:t>
            </a:r>
          </a:p>
          <a:p>
            <a:pPr algn="just"/>
            <a:r>
              <a:rPr lang="en-US" b="1" dirty="0">
                <a:solidFill>
                  <a:srgbClr val="595959"/>
                </a:solidFill>
              </a:rPr>
              <a:t>This is a separation by space. </a:t>
            </a:r>
          </a:p>
          <a:p>
            <a:pPr algn="just"/>
            <a:r>
              <a:rPr lang="en-US" b="1" dirty="0">
                <a:solidFill>
                  <a:srgbClr val="595959"/>
                </a:solidFill>
              </a:rPr>
              <a:t>Other control techniques include strengthen the object that may release the energy to prevent such release. </a:t>
            </a:r>
          </a:p>
          <a:p>
            <a:pPr algn="just"/>
            <a:r>
              <a:rPr lang="en-US" b="1" dirty="0">
                <a:solidFill>
                  <a:srgbClr val="595959"/>
                </a:solidFill>
              </a:rPr>
              <a:t>For example, slings used in hoisting operations are strength tested to withstand 2 times there working load.</a:t>
            </a:r>
            <a:endParaRPr lang="en-IN" b="1" dirty="0">
              <a:solidFill>
                <a:srgbClr val="595959"/>
              </a:solidFill>
            </a:endParaRPr>
          </a:p>
        </p:txBody>
      </p:sp>
      <p:pic>
        <p:nvPicPr>
          <p:cNvPr id="5" name="Picture 4" descr="A person wearing goggles and a white coat writing on a clipboard&#10;&#10;Description automatically generated">
            <a:extLst>
              <a:ext uri="{FF2B5EF4-FFF2-40B4-BE49-F238E27FC236}">
                <a16:creationId xmlns:a16="http://schemas.microsoft.com/office/drawing/2014/main" id="{9EB1E4BA-9DF5-6FC1-CFD6-5308BA7C6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1" y="1053257"/>
            <a:ext cx="4797056" cy="4797056"/>
          </a:xfrm>
          <a:prstGeom prst="rect">
            <a:avLst/>
          </a:prstGeom>
        </p:spPr>
      </p:pic>
      <p:sp>
        <p:nvSpPr>
          <p:cNvPr id="4" name="Date Placeholder 3">
            <a:extLst>
              <a:ext uri="{FF2B5EF4-FFF2-40B4-BE49-F238E27FC236}">
                <a16:creationId xmlns:a16="http://schemas.microsoft.com/office/drawing/2014/main" id="{86743554-2817-636E-8A8A-C3F8BFB16939}"/>
              </a:ext>
            </a:extLst>
          </p:cNvPr>
          <p:cNvSpPr>
            <a:spLocks noGrp="1"/>
          </p:cNvSpPr>
          <p:nvPr>
            <p:ph type="dt" sz="half" idx="10"/>
          </p:nvPr>
        </p:nvSpPr>
        <p:spPr>
          <a:xfrm rot="5400000">
            <a:off x="9114861" y="3246437"/>
            <a:ext cx="5486398" cy="365125"/>
          </a:xfrm>
        </p:spPr>
        <p:txBody>
          <a:bodyPr>
            <a:normAutofit/>
          </a:bodyPr>
          <a:lstStyle/>
          <a:p>
            <a:pPr algn="ctr">
              <a:spcAft>
                <a:spcPts val="600"/>
              </a:spcAft>
            </a:pPr>
            <a:r>
              <a:rPr lang="en-US" sz="700"/>
              <a:t>ARJUN P K</a:t>
            </a:r>
          </a:p>
        </p:txBody>
      </p:sp>
    </p:spTree>
    <p:extLst>
      <p:ext uri="{BB962C8B-B14F-4D97-AF65-F5344CB8AC3E}">
        <p14:creationId xmlns:p14="http://schemas.microsoft.com/office/powerpoint/2010/main" val="18948963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589537-9238-0466-F3A4-D48294387432}"/>
              </a:ext>
            </a:extLst>
          </p:cNvPr>
          <p:cNvSpPr>
            <a:spLocks noGrp="1"/>
          </p:cNvSpPr>
          <p:nvPr>
            <p:ph type="title"/>
          </p:nvPr>
        </p:nvSpPr>
        <p:spPr>
          <a:xfrm>
            <a:off x="1371597" y="348865"/>
            <a:ext cx="10044023" cy="877729"/>
          </a:xfrm>
        </p:spPr>
        <p:txBody>
          <a:bodyPr anchor="ctr">
            <a:normAutofit/>
          </a:bodyPr>
          <a:lstStyle/>
          <a:p>
            <a:endParaRPr lang="en-GB" sz="4000">
              <a:solidFill>
                <a:srgbClr val="FFFFFF"/>
              </a:solidFill>
            </a:endParaRPr>
          </a:p>
        </p:txBody>
      </p:sp>
      <p:sp>
        <p:nvSpPr>
          <p:cNvPr id="4" name="Date Placeholder 3">
            <a:extLst>
              <a:ext uri="{FF2B5EF4-FFF2-40B4-BE49-F238E27FC236}">
                <a16:creationId xmlns:a16="http://schemas.microsoft.com/office/drawing/2014/main" id="{7FC232A1-D965-7549-A7CB-54CEA47D50F5}"/>
              </a:ext>
            </a:extLst>
          </p:cNvPr>
          <p:cNvSpPr>
            <a:spLocks noGrp="1"/>
          </p:cNvSpPr>
          <p:nvPr>
            <p:ph type="dt" sz="half" idx="10"/>
          </p:nvPr>
        </p:nvSpPr>
        <p:spPr>
          <a:xfrm>
            <a:off x="8970264" y="6455664"/>
            <a:ext cx="2743200" cy="365125"/>
          </a:xfrm>
        </p:spPr>
        <p:txBody>
          <a:bodyPr>
            <a:normAutofit/>
          </a:bodyPr>
          <a:lstStyle/>
          <a:p>
            <a:pPr algn="r">
              <a:spcAft>
                <a:spcPts val="600"/>
              </a:spcAft>
            </a:pPr>
            <a:fld id="{D7028FC1-2F1A-441B-B93D-2F901BB6B7C5}" type="datetime1">
              <a:rPr lang="en-GB" sz="1100">
                <a:solidFill>
                  <a:schemeClr val="tx1">
                    <a:lumMod val="50000"/>
                    <a:lumOff val="50000"/>
                  </a:schemeClr>
                </a:solidFill>
              </a:rPr>
              <a:pPr algn="r">
                <a:spcAft>
                  <a:spcPts val="600"/>
                </a:spcAft>
              </a:pPr>
              <a:t>30/07/2025</a:t>
            </a:fld>
            <a:endParaRPr lang="en-GB" sz="1100">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F7E037F5-0DE7-8641-DB43-4160960724EA}"/>
              </a:ext>
            </a:extLst>
          </p:cNvPr>
          <p:cNvSpPr>
            <a:spLocks noGrp="1"/>
          </p:cNvSpPr>
          <p:nvPr>
            <p:ph type="sldNum" sz="quarter" idx="12"/>
          </p:nvPr>
        </p:nvSpPr>
        <p:spPr>
          <a:xfrm>
            <a:off x="11704320" y="6455664"/>
            <a:ext cx="448056" cy="365125"/>
          </a:xfrm>
        </p:spPr>
        <p:txBody>
          <a:bodyPr>
            <a:normAutofit/>
          </a:bodyPr>
          <a:lstStyle/>
          <a:p>
            <a:pPr>
              <a:spcAft>
                <a:spcPts val="600"/>
              </a:spcAft>
            </a:pPr>
            <a:fld id="{E1F53765-4FF0-40A9-A4FE-B27B4CFAA281}" type="slidenum">
              <a:rPr lang="en-GB" sz="1100">
                <a:solidFill>
                  <a:schemeClr val="tx1">
                    <a:lumMod val="50000"/>
                    <a:lumOff val="50000"/>
                  </a:schemeClr>
                </a:solidFill>
              </a:rPr>
              <a:pPr>
                <a:spcAft>
                  <a:spcPts val="600"/>
                </a:spcAft>
              </a:pPr>
              <a:t>85</a:t>
            </a:fld>
            <a:endParaRPr lang="en-GB" sz="1100">
              <a:solidFill>
                <a:schemeClr val="tx1">
                  <a:lumMod val="50000"/>
                  <a:lumOff val="50000"/>
                </a:schemeClr>
              </a:solidFill>
            </a:endParaRPr>
          </a:p>
        </p:txBody>
      </p:sp>
      <p:graphicFrame>
        <p:nvGraphicFramePr>
          <p:cNvPr id="7" name="Content Placeholder 2">
            <a:extLst>
              <a:ext uri="{FF2B5EF4-FFF2-40B4-BE49-F238E27FC236}">
                <a16:creationId xmlns:a16="http://schemas.microsoft.com/office/drawing/2014/main" id="{BF341E8D-2C20-80A4-65B6-7B18639AB026}"/>
              </a:ext>
            </a:extLst>
          </p:cNvPr>
          <p:cNvGraphicFramePr>
            <a:graphicFrameLocks noGrp="1"/>
          </p:cNvGraphicFramePr>
          <p:nvPr>
            <p:ph idx="1"/>
            <p:extLst>
              <p:ext uri="{D42A27DB-BD31-4B8C-83A1-F6EECF244321}">
                <p14:modId xmlns:p14="http://schemas.microsoft.com/office/powerpoint/2010/main" val="4076183679"/>
              </p:ext>
            </p:extLst>
          </p:nvPr>
        </p:nvGraphicFramePr>
        <p:xfrm>
          <a:off x="929693" y="1955857"/>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32485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6C25F25-432E-8B9A-17D3-56B33A2847AB}"/>
              </a:ext>
            </a:extLst>
          </p:cNvPr>
          <p:cNvSpPr>
            <a:spLocks noGrp="1"/>
          </p:cNvSpPr>
          <p:nvPr>
            <p:ph type="title"/>
          </p:nvPr>
        </p:nvSpPr>
        <p:spPr>
          <a:xfrm>
            <a:off x="1371597" y="348865"/>
            <a:ext cx="10044023" cy="877729"/>
          </a:xfrm>
        </p:spPr>
        <p:txBody>
          <a:bodyPr anchor="ctr">
            <a:normAutofit/>
          </a:bodyPr>
          <a:lstStyle/>
          <a:p>
            <a:r>
              <a:rPr lang="en-IN" sz="4000" b="1">
                <a:solidFill>
                  <a:srgbClr val="FFFFFF"/>
                </a:solidFill>
              </a:rPr>
              <a:t>7. BEHAVIOUR THEORY</a:t>
            </a:r>
          </a:p>
        </p:txBody>
      </p:sp>
      <p:graphicFrame>
        <p:nvGraphicFramePr>
          <p:cNvPr id="6" name="Content Placeholder 2">
            <a:extLst>
              <a:ext uri="{FF2B5EF4-FFF2-40B4-BE49-F238E27FC236}">
                <a16:creationId xmlns:a16="http://schemas.microsoft.com/office/drawing/2014/main" id="{C90B71C5-9320-D8A8-D9C5-5C5BB6D119A9}"/>
              </a:ext>
            </a:extLst>
          </p:cNvPr>
          <p:cNvGraphicFramePr>
            <a:graphicFrameLocks noGrp="1"/>
          </p:cNvGraphicFramePr>
          <p:nvPr>
            <p:ph idx="1"/>
            <p:extLst>
              <p:ext uri="{D42A27DB-BD31-4B8C-83A1-F6EECF244321}">
                <p14:modId xmlns:p14="http://schemas.microsoft.com/office/powerpoint/2010/main" val="320092970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21393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6CA03E-0BE3-BF5B-2EC3-B8C956F98A5B}"/>
              </a:ext>
            </a:extLst>
          </p:cNvPr>
          <p:cNvSpPr>
            <a:spLocks noGrp="1"/>
          </p:cNvSpPr>
          <p:nvPr>
            <p:ph type="title"/>
          </p:nvPr>
        </p:nvSpPr>
        <p:spPr>
          <a:xfrm>
            <a:off x="804672" y="802955"/>
            <a:ext cx="4977976" cy="1454051"/>
          </a:xfrm>
        </p:spPr>
        <p:txBody>
          <a:bodyPr>
            <a:normAutofit/>
          </a:bodyPr>
          <a:lstStyle/>
          <a:p>
            <a:endParaRPr lang="en-GB" sz="3600">
              <a:solidFill>
                <a:schemeClr val="tx2"/>
              </a:solidFill>
            </a:endParaRPr>
          </a:p>
        </p:txBody>
      </p:sp>
      <p:sp>
        <p:nvSpPr>
          <p:cNvPr id="3" name="Content Placeholder 2">
            <a:extLst>
              <a:ext uri="{FF2B5EF4-FFF2-40B4-BE49-F238E27FC236}">
                <a16:creationId xmlns:a16="http://schemas.microsoft.com/office/drawing/2014/main" id="{EBE005A8-B976-D82C-EC8B-20659F1A02EA}"/>
              </a:ext>
            </a:extLst>
          </p:cNvPr>
          <p:cNvSpPr>
            <a:spLocks noGrp="1"/>
          </p:cNvSpPr>
          <p:nvPr>
            <p:ph idx="1"/>
          </p:nvPr>
        </p:nvSpPr>
        <p:spPr>
          <a:xfrm>
            <a:off x="277891" y="560583"/>
            <a:ext cx="8159446" cy="5564100"/>
          </a:xfrm>
        </p:spPr>
        <p:txBody>
          <a:bodyPr anchor="ctr">
            <a:normAutofit/>
          </a:bodyPr>
          <a:lstStyle/>
          <a:p>
            <a:pPr algn="ctr"/>
            <a:r>
              <a:rPr lang="en-GB" b="1" dirty="0">
                <a:solidFill>
                  <a:schemeClr val="tx2"/>
                </a:solidFill>
              </a:rPr>
              <a:t>INDUSTRIAL ACCIDENTS  AS A RESULT OF HUMAN BEHAVIOUR AND DECISION MAKING. IT FOCUSSES ON THE PSYCHOLOGICAL AND SOCIAL FACTORS THAT INFLUENCE WORERS ACTIONS AND DECISIONS LEADING TO UNSAFE BEHAVIOUR AND ACCIDENTS</a:t>
            </a:r>
          </a:p>
        </p:txBody>
      </p:sp>
      <p:grpSp>
        <p:nvGrpSpPr>
          <p:cNvPr id="16" name="Group 15">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7" name="Freeform: Shape 16">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Graphic 8" descr="Head with Gears">
            <a:extLst>
              <a:ext uri="{FF2B5EF4-FFF2-40B4-BE49-F238E27FC236}">
                <a16:creationId xmlns:a16="http://schemas.microsoft.com/office/drawing/2014/main" id="{9FF9D7DC-693D-4722-5F5E-12D5E81C54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
        <p:nvSpPr>
          <p:cNvPr id="4" name="Date Placeholder 3">
            <a:extLst>
              <a:ext uri="{FF2B5EF4-FFF2-40B4-BE49-F238E27FC236}">
                <a16:creationId xmlns:a16="http://schemas.microsoft.com/office/drawing/2014/main" id="{3A47E356-A81A-D5E1-0E80-0F943AD7D57D}"/>
              </a:ext>
            </a:extLst>
          </p:cNvPr>
          <p:cNvSpPr>
            <a:spLocks noGrp="1"/>
          </p:cNvSpPr>
          <p:nvPr>
            <p:ph type="dt" sz="half" idx="10"/>
          </p:nvPr>
        </p:nvSpPr>
        <p:spPr>
          <a:xfrm>
            <a:off x="804672" y="6356350"/>
            <a:ext cx="2743200" cy="365125"/>
          </a:xfrm>
        </p:spPr>
        <p:txBody>
          <a:bodyPr>
            <a:normAutofit/>
          </a:bodyPr>
          <a:lstStyle/>
          <a:p>
            <a:pPr>
              <a:spcAft>
                <a:spcPts val="600"/>
              </a:spcAft>
            </a:pPr>
            <a:fld id="{D7028FC1-2F1A-441B-B93D-2F901BB6B7C5}" type="datetime1">
              <a:rPr lang="en-GB" smtClean="0"/>
              <a:pPr>
                <a:spcAft>
                  <a:spcPts val="600"/>
                </a:spcAft>
              </a:pPr>
              <a:t>30/07/2025</a:t>
            </a:fld>
            <a:endParaRPr lang="en-GB"/>
          </a:p>
        </p:txBody>
      </p:sp>
      <p:sp>
        <p:nvSpPr>
          <p:cNvPr id="5" name="Slide Number Placeholder 4">
            <a:extLst>
              <a:ext uri="{FF2B5EF4-FFF2-40B4-BE49-F238E27FC236}">
                <a16:creationId xmlns:a16="http://schemas.microsoft.com/office/drawing/2014/main" id="{60DCAF67-8439-1B77-8C37-A078CFFCA13C}"/>
              </a:ext>
            </a:extLst>
          </p:cNvPr>
          <p:cNvSpPr>
            <a:spLocks noGrp="1"/>
          </p:cNvSpPr>
          <p:nvPr>
            <p:ph type="sldNum" sz="quarter" idx="12"/>
          </p:nvPr>
        </p:nvSpPr>
        <p:spPr>
          <a:xfrm>
            <a:off x="8610600" y="6356350"/>
            <a:ext cx="2743200" cy="365125"/>
          </a:xfrm>
        </p:spPr>
        <p:txBody>
          <a:bodyPr>
            <a:normAutofit/>
          </a:bodyPr>
          <a:lstStyle/>
          <a:p>
            <a:pPr>
              <a:spcAft>
                <a:spcPts val="600"/>
              </a:spcAft>
            </a:pPr>
            <a:fld id="{E1F53765-4FF0-40A9-A4FE-B27B4CFAA281}" type="slidenum">
              <a:rPr lang="en-GB" smtClean="0"/>
              <a:pPr>
                <a:spcAft>
                  <a:spcPts val="600"/>
                </a:spcAft>
              </a:pPr>
              <a:t>87</a:t>
            </a:fld>
            <a:endParaRPr lang="en-GB"/>
          </a:p>
        </p:txBody>
      </p:sp>
    </p:spTree>
    <p:extLst>
      <p:ext uri="{BB962C8B-B14F-4D97-AF65-F5344CB8AC3E}">
        <p14:creationId xmlns:p14="http://schemas.microsoft.com/office/powerpoint/2010/main" val="1156338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07862D-7915-411A-B79A-1EEAB1E0632B}"/>
              </a:ext>
            </a:extLst>
          </p:cNvPr>
          <p:cNvSpPr>
            <a:spLocks noGrp="1"/>
          </p:cNvSpPr>
          <p:nvPr>
            <p:ph type="title"/>
          </p:nvPr>
        </p:nvSpPr>
        <p:spPr>
          <a:xfrm>
            <a:off x="1371597" y="348865"/>
            <a:ext cx="10044023" cy="877729"/>
          </a:xfrm>
        </p:spPr>
        <p:txBody>
          <a:bodyPr anchor="ctr">
            <a:normAutofit/>
          </a:bodyPr>
          <a:lstStyle/>
          <a:p>
            <a:r>
              <a:rPr lang="en-GB" sz="4000">
                <a:solidFill>
                  <a:srgbClr val="FFFFFF"/>
                </a:solidFill>
              </a:rPr>
              <a:t>KEY COMPONENTS</a:t>
            </a:r>
          </a:p>
        </p:txBody>
      </p:sp>
      <p:sp>
        <p:nvSpPr>
          <p:cNvPr id="4" name="Date Placeholder 3">
            <a:extLst>
              <a:ext uri="{FF2B5EF4-FFF2-40B4-BE49-F238E27FC236}">
                <a16:creationId xmlns:a16="http://schemas.microsoft.com/office/drawing/2014/main" id="{370B0175-C65F-A499-1CF8-3CAC579AECAD}"/>
              </a:ext>
            </a:extLst>
          </p:cNvPr>
          <p:cNvSpPr>
            <a:spLocks noGrp="1"/>
          </p:cNvSpPr>
          <p:nvPr>
            <p:ph type="dt" sz="half" idx="10"/>
          </p:nvPr>
        </p:nvSpPr>
        <p:spPr>
          <a:xfrm>
            <a:off x="8970264" y="6455664"/>
            <a:ext cx="2743200" cy="365125"/>
          </a:xfrm>
        </p:spPr>
        <p:txBody>
          <a:bodyPr>
            <a:normAutofit/>
          </a:bodyPr>
          <a:lstStyle/>
          <a:p>
            <a:pPr algn="r">
              <a:spcAft>
                <a:spcPts val="600"/>
              </a:spcAft>
            </a:pPr>
            <a:fld id="{D7028FC1-2F1A-441B-B93D-2F901BB6B7C5}" type="datetime1">
              <a:rPr lang="en-GB" sz="1100">
                <a:solidFill>
                  <a:schemeClr val="tx1">
                    <a:lumMod val="50000"/>
                    <a:lumOff val="50000"/>
                  </a:schemeClr>
                </a:solidFill>
              </a:rPr>
              <a:pPr algn="r">
                <a:spcAft>
                  <a:spcPts val="600"/>
                </a:spcAft>
              </a:pPr>
              <a:t>30/07/2025</a:t>
            </a:fld>
            <a:endParaRPr lang="en-GB" sz="1100">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D1BC7A46-A201-5E0B-F7A0-47ECBF88C843}"/>
              </a:ext>
            </a:extLst>
          </p:cNvPr>
          <p:cNvSpPr>
            <a:spLocks noGrp="1"/>
          </p:cNvSpPr>
          <p:nvPr>
            <p:ph type="sldNum" sz="quarter" idx="12"/>
          </p:nvPr>
        </p:nvSpPr>
        <p:spPr>
          <a:xfrm>
            <a:off x="11704320" y="6455664"/>
            <a:ext cx="448056" cy="365125"/>
          </a:xfrm>
        </p:spPr>
        <p:txBody>
          <a:bodyPr>
            <a:normAutofit/>
          </a:bodyPr>
          <a:lstStyle/>
          <a:p>
            <a:pPr>
              <a:spcAft>
                <a:spcPts val="600"/>
              </a:spcAft>
            </a:pPr>
            <a:fld id="{E1F53765-4FF0-40A9-A4FE-B27B4CFAA281}" type="slidenum">
              <a:rPr lang="en-GB" sz="1100">
                <a:solidFill>
                  <a:schemeClr val="tx1">
                    <a:lumMod val="50000"/>
                    <a:lumOff val="50000"/>
                  </a:schemeClr>
                </a:solidFill>
              </a:rPr>
              <a:pPr>
                <a:spcAft>
                  <a:spcPts val="600"/>
                </a:spcAft>
              </a:pPr>
              <a:t>88</a:t>
            </a:fld>
            <a:endParaRPr lang="en-GB" sz="1100">
              <a:solidFill>
                <a:schemeClr val="tx1">
                  <a:lumMod val="50000"/>
                  <a:lumOff val="50000"/>
                </a:schemeClr>
              </a:solidFill>
            </a:endParaRPr>
          </a:p>
        </p:txBody>
      </p:sp>
      <p:graphicFrame>
        <p:nvGraphicFramePr>
          <p:cNvPr id="7" name="Content Placeholder 2">
            <a:extLst>
              <a:ext uri="{FF2B5EF4-FFF2-40B4-BE49-F238E27FC236}">
                <a16:creationId xmlns:a16="http://schemas.microsoft.com/office/drawing/2014/main" id="{DEA09467-07BC-F4AF-B286-6AF8BC5A4D29}"/>
              </a:ext>
            </a:extLst>
          </p:cNvPr>
          <p:cNvGraphicFramePr>
            <a:graphicFrameLocks noGrp="1"/>
          </p:cNvGraphicFramePr>
          <p:nvPr>
            <p:ph idx="1"/>
            <p:extLst>
              <p:ext uri="{D42A27DB-BD31-4B8C-83A1-F6EECF244321}">
                <p14:modId xmlns:p14="http://schemas.microsoft.com/office/powerpoint/2010/main" val="427265474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29196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B220EB6-A010-3131-0C07-EEA9D5EA9862}"/>
              </a:ext>
            </a:extLst>
          </p:cNvPr>
          <p:cNvSpPr txBox="1"/>
          <p:nvPr/>
        </p:nvSpPr>
        <p:spPr>
          <a:xfrm>
            <a:off x="6118485" y="-236202"/>
            <a:ext cx="6096000" cy="1708244"/>
          </a:xfrm>
          <a:prstGeom prst="rect">
            <a:avLst/>
          </a:prstGeom>
        </p:spPr>
        <p:txBody>
          <a:bodyPr vert="horz" lIns="91440" tIns="45720" rIns="91440" bIns="45720" rtlCol="0" anchor="ctr">
            <a:normAutofit/>
          </a:bodyPr>
          <a:lstStyle/>
          <a:p>
            <a:pPr lvl="0" defTabSz="914400">
              <a:lnSpc>
                <a:spcPct val="90000"/>
              </a:lnSpc>
              <a:spcBef>
                <a:spcPct val="0"/>
              </a:spcBef>
              <a:spcAft>
                <a:spcPts val="600"/>
              </a:spcAft>
            </a:pPr>
            <a:r>
              <a:rPr lang="en-US" sz="3400" b="1" dirty="0">
                <a:latin typeface="+mj-lt"/>
                <a:ea typeface="+mj-ea"/>
                <a:cs typeface="+mj-cs"/>
              </a:rPr>
              <a:t>According to Geller, there are seven basic principles of BBS:</a:t>
            </a:r>
          </a:p>
        </p:txBody>
      </p:sp>
      <p:pic>
        <p:nvPicPr>
          <p:cNvPr id="7" name="Picture 6" descr="One in a crowd">
            <a:extLst>
              <a:ext uri="{FF2B5EF4-FFF2-40B4-BE49-F238E27FC236}">
                <a16:creationId xmlns:a16="http://schemas.microsoft.com/office/drawing/2014/main" id="{8C428945-973A-819B-27C0-6792C60C431C}"/>
              </a:ext>
            </a:extLst>
          </p:cNvPr>
          <p:cNvPicPr>
            <a:picLocks noChangeAspect="1"/>
          </p:cNvPicPr>
          <p:nvPr/>
        </p:nvPicPr>
        <p:blipFill>
          <a:blip r:embed="rId2"/>
          <a:srcRect l="20762" r="12571"/>
          <a:stretch/>
        </p:blipFill>
        <p:spPr>
          <a:xfrm>
            <a:off x="-1" y="-2"/>
            <a:ext cx="4227227" cy="6858002"/>
          </a:xfrm>
          <a:prstGeom prst="rect">
            <a:avLst/>
          </a:prstGeom>
        </p:spPr>
      </p:pic>
      <p:sp>
        <p:nvSpPr>
          <p:cNvPr id="8" name="Content Placeholder 2">
            <a:extLst>
              <a:ext uri="{FF2B5EF4-FFF2-40B4-BE49-F238E27FC236}">
                <a16:creationId xmlns:a16="http://schemas.microsoft.com/office/drawing/2014/main" id="{8BD69897-CD2E-C8D7-530E-27DC8E625311}"/>
              </a:ext>
            </a:extLst>
          </p:cNvPr>
          <p:cNvSpPr>
            <a:spLocks noGrp="1"/>
          </p:cNvSpPr>
          <p:nvPr>
            <p:ph idx="1"/>
          </p:nvPr>
        </p:nvSpPr>
        <p:spPr>
          <a:xfrm>
            <a:off x="3902439" y="1064301"/>
            <a:ext cx="8289561" cy="5643797"/>
          </a:xfrm>
        </p:spPr>
        <p:txBody>
          <a:bodyPr vert="horz" lIns="91440" tIns="45720" rIns="91440" bIns="45720" rtlCol="0" anchor="ctr">
            <a:noAutofit/>
          </a:bodyPr>
          <a:lstStyle/>
          <a:p>
            <a:pPr marL="685783" algn="just"/>
            <a:r>
              <a:rPr lang="en-US" sz="2400" b="1" dirty="0"/>
              <a:t>The behavior intersession should be visible and transparent.</a:t>
            </a:r>
          </a:p>
          <a:p>
            <a:pPr marL="685783"/>
            <a:r>
              <a:rPr lang="en-US" sz="2400" b="1" dirty="0"/>
              <a:t>Determine external factors that can help understand and improve behaviors.</a:t>
            </a:r>
          </a:p>
          <a:p>
            <a:pPr marL="685783"/>
            <a:r>
              <a:rPr lang="en-US" sz="2400" b="1" dirty="0"/>
              <a:t>Activators should be used to direct behaviors while consequences should be used to motivate behavior.</a:t>
            </a:r>
          </a:p>
          <a:p>
            <a:pPr marL="685783"/>
            <a:r>
              <a:rPr lang="en-US" sz="2400" b="1" dirty="0"/>
              <a:t>Highlight positive consequences to reinforce favorable behaviors.</a:t>
            </a:r>
          </a:p>
          <a:p>
            <a:pPr marL="685783"/>
            <a:r>
              <a:rPr lang="en-US" sz="2400" b="1" dirty="0"/>
              <a:t>Make sure that the BBS program is measurable and objective.</a:t>
            </a:r>
          </a:p>
          <a:p>
            <a:pPr marL="685783"/>
            <a:r>
              <a:rPr lang="en-US" sz="2400" b="1" dirty="0"/>
              <a:t>Don’t limit possibilities, create hypotheses and combine information gathered from the BBS program.</a:t>
            </a:r>
          </a:p>
          <a:p>
            <a:pPr marL="685783"/>
            <a:r>
              <a:rPr lang="en-US" sz="2400" b="1" dirty="0"/>
              <a:t>Create a BBS program that considers employees’ feelings and attitudes.</a:t>
            </a:r>
          </a:p>
        </p:txBody>
      </p:sp>
    </p:spTree>
    <p:extLst>
      <p:ext uri="{BB962C8B-B14F-4D97-AF65-F5344CB8AC3E}">
        <p14:creationId xmlns:p14="http://schemas.microsoft.com/office/powerpoint/2010/main" val="283614690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B95C50-D5D0-1E8E-6DF3-944310623930}"/>
              </a:ext>
            </a:extLst>
          </p:cNvPr>
          <p:cNvSpPr>
            <a:spLocks noGrp="1"/>
          </p:cNvSpPr>
          <p:nvPr>
            <p:ph idx="1"/>
          </p:nvPr>
        </p:nvSpPr>
        <p:spPr>
          <a:xfrm>
            <a:off x="4447308" y="591344"/>
            <a:ext cx="6906491" cy="5585619"/>
          </a:xfrm>
        </p:spPr>
        <p:txBody>
          <a:bodyPr anchor="ctr">
            <a:normAutofit/>
          </a:bodyPr>
          <a:lstStyle/>
          <a:p>
            <a:r>
              <a:rPr lang="en-US" b="1" dirty="0"/>
              <a:t>Behavior-based safety trainers and consultants teach the ABC model as a framework to understand and analyze behavior or to develop interventions for improving behavior. </a:t>
            </a:r>
          </a:p>
          <a:p>
            <a:r>
              <a:rPr lang="en-US" b="1" dirty="0"/>
              <a:t>As given in BBS principle, the “A” stands for activators or antecedent events that precede behavior.</a:t>
            </a:r>
          </a:p>
          <a:p>
            <a:r>
              <a:rPr lang="en-US" b="1" dirty="0"/>
              <a:t>“B” and “C” refers to the consequences following behavior or produced by it. </a:t>
            </a:r>
          </a:p>
          <a:p>
            <a:r>
              <a:rPr lang="en-US" b="1" dirty="0"/>
              <a:t>Activators direct behavior, whereas consequences motivate behavior.</a:t>
            </a:r>
            <a:endParaRPr lang="en-IN" b="1" dirty="0"/>
          </a:p>
        </p:txBody>
      </p:sp>
    </p:spTree>
    <p:extLst>
      <p:ext uri="{BB962C8B-B14F-4D97-AF65-F5344CB8AC3E}">
        <p14:creationId xmlns:p14="http://schemas.microsoft.com/office/powerpoint/2010/main" val="19228088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A9B886-F631-B340-DB60-40C1FB9E19AF}"/>
              </a:ext>
            </a:extLst>
          </p:cNvPr>
          <p:cNvSpPr>
            <a:spLocks noGrp="1"/>
          </p:cNvSpPr>
          <p:nvPr>
            <p:ph idx="1"/>
          </p:nvPr>
        </p:nvSpPr>
        <p:spPr>
          <a:xfrm>
            <a:off x="164892" y="269823"/>
            <a:ext cx="12027108" cy="6858000"/>
          </a:xfrm>
        </p:spPr>
        <p:txBody>
          <a:bodyPr>
            <a:noAutofit/>
          </a:bodyPr>
          <a:lstStyle/>
          <a:p>
            <a:pPr algn="just">
              <a:lnSpc>
                <a:spcPct val="100000"/>
              </a:lnSpc>
              <a:spcBef>
                <a:spcPts val="0"/>
              </a:spcBef>
            </a:pPr>
            <a:r>
              <a:rPr lang="en-GB" sz="1800" b="1" dirty="0"/>
              <a:t>GROUP 1</a:t>
            </a:r>
          </a:p>
          <a:p>
            <a:pPr algn="just">
              <a:lnSpc>
                <a:spcPct val="100000"/>
              </a:lnSpc>
              <a:spcBef>
                <a:spcPts val="0"/>
              </a:spcBef>
            </a:pPr>
            <a:r>
              <a:rPr lang="en-GB" sz="1800" b="1" dirty="0"/>
              <a:t>1.Discuss the adoption of accident causation theories at the workplace to prevent industrial accidents</a:t>
            </a:r>
          </a:p>
          <a:p>
            <a:pPr algn="just">
              <a:lnSpc>
                <a:spcPct val="100000"/>
              </a:lnSpc>
              <a:spcBef>
                <a:spcPts val="0"/>
              </a:spcBef>
            </a:pPr>
            <a:r>
              <a:rPr lang="en-GB" sz="1800" b="1" dirty="0"/>
              <a:t>2.What were the findings of Herbert W Heinrich's 1920 s study of the causes of industrial accidents?</a:t>
            </a:r>
          </a:p>
          <a:p>
            <a:pPr algn="just">
              <a:lnSpc>
                <a:spcPct val="100000"/>
              </a:lnSpc>
              <a:spcBef>
                <a:spcPts val="0"/>
              </a:spcBef>
            </a:pPr>
            <a:r>
              <a:rPr lang="en-GB" sz="1800" b="1" dirty="0"/>
              <a:t>3.List three characteristics of Combination Theory</a:t>
            </a:r>
          </a:p>
          <a:p>
            <a:pPr algn="just">
              <a:lnSpc>
                <a:spcPct val="100000"/>
              </a:lnSpc>
              <a:spcBef>
                <a:spcPts val="0"/>
              </a:spcBef>
            </a:pPr>
            <a:r>
              <a:rPr lang="en-GB" sz="1800" b="1" dirty="0"/>
              <a:t>GROUP 2</a:t>
            </a:r>
          </a:p>
          <a:p>
            <a:pPr algn="just">
              <a:lnSpc>
                <a:spcPct val="100000"/>
              </a:lnSpc>
              <a:spcBef>
                <a:spcPts val="0"/>
              </a:spcBef>
            </a:pPr>
            <a:r>
              <a:rPr lang="en-GB" sz="1800" b="1" dirty="0"/>
              <a:t>1.Discuss the benefits associated with understanding accident causation theories</a:t>
            </a:r>
          </a:p>
          <a:p>
            <a:pPr algn="just">
              <a:lnSpc>
                <a:spcPct val="100000"/>
              </a:lnSpc>
              <a:spcBef>
                <a:spcPts val="0"/>
              </a:spcBef>
            </a:pPr>
            <a:r>
              <a:rPr lang="en-GB" sz="1800" b="1" dirty="0"/>
              <a:t>2.What are the 3 broad factors that lead to human error in the human factor’s theory?</a:t>
            </a:r>
          </a:p>
          <a:p>
            <a:pPr marL="0" indent="0" algn="just">
              <a:lnSpc>
                <a:spcPct val="100000"/>
              </a:lnSpc>
              <a:spcBef>
                <a:spcPts val="0"/>
              </a:spcBef>
              <a:buNone/>
            </a:pPr>
            <a:r>
              <a:rPr lang="en-GB" sz="1800" b="1" dirty="0"/>
              <a:t>3.List the corrective action sequence of domino theory</a:t>
            </a:r>
          </a:p>
          <a:p>
            <a:pPr algn="just">
              <a:lnSpc>
                <a:spcPct val="100000"/>
              </a:lnSpc>
              <a:spcBef>
                <a:spcPts val="0"/>
              </a:spcBef>
            </a:pPr>
            <a:r>
              <a:rPr lang="en-GB" sz="1800" b="1" dirty="0"/>
              <a:t>GROUP 3</a:t>
            </a:r>
          </a:p>
          <a:p>
            <a:pPr algn="just">
              <a:lnSpc>
                <a:spcPct val="100000"/>
              </a:lnSpc>
              <a:spcBef>
                <a:spcPts val="0"/>
              </a:spcBef>
            </a:pPr>
            <a:r>
              <a:rPr lang="en-GB" sz="1800" b="1" dirty="0"/>
              <a:t>1.Discuss and justify the best accident causation theory to predict and prevent accidents at workplace</a:t>
            </a:r>
          </a:p>
          <a:p>
            <a:pPr algn="just">
              <a:lnSpc>
                <a:spcPct val="100000"/>
              </a:lnSpc>
              <a:spcBef>
                <a:spcPts val="0"/>
              </a:spcBef>
            </a:pPr>
            <a:r>
              <a:rPr lang="en-GB" sz="1800" b="1" dirty="0"/>
              <a:t>2.What are the systems failure component of the accident/incident theory</a:t>
            </a:r>
          </a:p>
          <a:p>
            <a:pPr algn="just">
              <a:lnSpc>
                <a:spcPct val="100000"/>
              </a:lnSpc>
              <a:spcBef>
                <a:spcPts val="0"/>
              </a:spcBef>
            </a:pPr>
            <a:r>
              <a:rPr lang="en-GB" sz="1800" b="1" dirty="0"/>
              <a:t>3.List the seven basic principles of </a:t>
            </a:r>
            <a:r>
              <a:rPr lang="en-GB" sz="1800" b="1" dirty="0" err="1"/>
              <a:t>behavior</a:t>
            </a:r>
            <a:r>
              <a:rPr lang="en-GB" sz="1800" b="1" dirty="0"/>
              <a:t> based safety</a:t>
            </a:r>
          </a:p>
          <a:p>
            <a:pPr algn="just">
              <a:lnSpc>
                <a:spcPct val="100000"/>
              </a:lnSpc>
              <a:spcBef>
                <a:spcPts val="0"/>
              </a:spcBef>
            </a:pPr>
            <a:r>
              <a:rPr lang="en-GB" sz="1800" b="1" dirty="0"/>
              <a:t>GROUP 4</a:t>
            </a:r>
          </a:p>
          <a:p>
            <a:pPr algn="just">
              <a:lnSpc>
                <a:spcPct val="100000"/>
              </a:lnSpc>
              <a:spcBef>
                <a:spcPts val="0"/>
              </a:spcBef>
            </a:pPr>
            <a:r>
              <a:rPr lang="en-GB" sz="1800" b="1" dirty="0"/>
              <a:t>1.Discuss how to evaluate the accident causation factor of the accident causation theories</a:t>
            </a:r>
          </a:p>
          <a:p>
            <a:pPr algn="just">
              <a:lnSpc>
                <a:spcPct val="100000"/>
              </a:lnSpc>
              <a:spcBef>
                <a:spcPts val="0"/>
              </a:spcBef>
            </a:pPr>
            <a:r>
              <a:rPr lang="en-GB" sz="1800" b="1" dirty="0"/>
              <a:t>2.What are the key components of the epidemiological theory? How does their interaction affect accident  causation?</a:t>
            </a:r>
          </a:p>
          <a:p>
            <a:pPr algn="just">
              <a:lnSpc>
                <a:spcPct val="100000"/>
              </a:lnSpc>
              <a:spcBef>
                <a:spcPts val="0"/>
              </a:spcBef>
            </a:pPr>
            <a:r>
              <a:rPr lang="en-GB" sz="1800" b="1" dirty="0"/>
              <a:t>3.List 5 of Heinrich's Axioms of Industrial Safety</a:t>
            </a:r>
          </a:p>
          <a:p>
            <a:pPr algn="just">
              <a:lnSpc>
                <a:spcPct val="100000"/>
              </a:lnSpc>
              <a:spcBef>
                <a:spcPts val="0"/>
              </a:spcBef>
            </a:pPr>
            <a:r>
              <a:rPr lang="en-GB" sz="1800" b="1" dirty="0"/>
              <a:t>GROUP 5</a:t>
            </a:r>
          </a:p>
          <a:p>
            <a:pPr algn="just">
              <a:lnSpc>
                <a:spcPct val="100000"/>
              </a:lnSpc>
              <a:spcBef>
                <a:spcPts val="0"/>
              </a:spcBef>
            </a:pPr>
            <a:r>
              <a:rPr lang="en-GB" sz="1800" b="1" dirty="0"/>
              <a:t>1.Explain the Accident prevention in design and describe how the design of structure can affect the job site safety</a:t>
            </a:r>
          </a:p>
          <a:p>
            <a:pPr algn="just">
              <a:lnSpc>
                <a:spcPct val="100000"/>
              </a:lnSpc>
              <a:spcBef>
                <a:spcPts val="0"/>
              </a:spcBef>
            </a:pPr>
            <a:r>
              <a:rPr lang="en-GB" sz="1800" b="1" dirty="0"/>
              <a:t>2.What impact do stressors have in systems theory?</a:t>
            </a:r>
          </a:p>
          <a:p>
            <a:pPr algn="just">
              <a:lnSpc>
                <a:spcPct val="100000"/>
              </a:lnSpc>
              <a:spcBef>
                <a:spcPts val="0"/>
              </a:spcBef>
            </a:pPr>
            <a:r>
              <a:rPr lang="en-GB" sz="1800" b="1" dirty="0"/>
              <a:t>3. List 5 factors to consider before making workplace decisions that involve risk</a:t>
            </a:r>
          </a:p>
        </p:txBody>
      </p:sp>
      <p:sp>
        <p:nvSpPr>
          <p:cNvPr id="4" name="Date Placeholder 3">
            <a:extLst>
              <a:ext uri="{FF2B5EF4-FFF2-40B4-BE49-F238E27FC236}">
                <a16:creationId xmlns:a16="http://schemas.microsoft.com/office/drawing/2014/main" id="{BF2B617D-5D91-6B1B-5EFE-687DD66291DC}"/>
              </a:ext>
            </a:extLst>
          </p:cNvPr>
          <p:cNvSpPr>
            <a:spLocks noGrp="1"/>
          </p:cNvSpPr>
          <p:nvPr>
            <p:ph type="dt" sz="half" idx="10"/>
          </p:nvPr>
        </p:nvSpPr>
        <p:spPr/>
        <p:txBody>
          <a:bodyPr/>
          <a:lstStyle/>
          <a:p>
            <a:fld id="{D7028FC1-2F1A-441B-B93D-2F901BB6B7C5}" type="datetime1">
              <a:rPr lang="en-GB" smtClean="0"/>
              <a:t>30/07/2025</a:t>
            </a:fld>
            <a:endParaRPr lang="en-GB"/>
          </a:p>
        </p:txBody>
      </p:sp>
      <p:sp>
        <p:nvSpPr>
          <p:cNvPr id="5" name="Slide Number Placeholder 4">
            <a:extLst>
              <a:ext uri="{FF2B5EF4-FFF2-40B4-BE49-F238E27FC236}">
                <a16:creationId xmlns:a16="http://schemas.microsoft.com/office/drawing/2014/main" id="{F28459DD-670A-66F6-DF10-9C8A11CFA40B}"/>
              </a:ext>
            </a:extLst>
          </p:cNvPr>
          <p:cNvSpPr>
            <a:spLocks noGrp="1"/>
          </p:cNvSpPr>
          <p:nvPr>
            <p:ph type="sldNum" sz="quarter" idx="12"/>
          </p:nvPr>
        </p:nvSpPr>
        <p:spPr/>
        <p:txBody>
          <a:bodyPr/>
          <a:lstStyle/>
          <a:p>
            <a:fld id="{E1F53765-4FF0-40A9-A4FE-B27B4CFAA281}" type="slidenum">
              <a:rPr lang="en-GB" smtClean="0"/>
              <a:t>91</a:t>
            </a:fld>
            <a:endParaRPr lang="en-GB"/>
          </a:p>
        </p:txBody>
      </p:sp>
    </p:spTree>
    <p:extLst>
      <p:ext uri="{BB962C8B-B14F-4D97-AF65-F5344CB8AC3E}">
        <p14:creationId xmlns:p14="http://schemas.microsoft.com/office/powerpoint/2010/main" val="38828486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person holding a tablet and using a robotic arm&#10;&#10;Description automatically generated">
            <a:extLst>
              <a:ext uri="{FF2B5EF4-FFF2-40B4-BE49-F238E27FC236}">
                <a16:creationId xmlns:a16="http://schemas.microsoft.com/office/drawing/2014/main" id="{14EFF775-80EF-29D8-8304-E3C0116E099E}"/>
              </a:ext>
            </a:extLst>
          </p:cNvPr>
          <p:cNvPicPr>
            <a:picLocks noChangeAspect="1"/>
          </p:cNvPicPr>
          <p:nvPr/>
        </p:nvPicPr>
        <p:blipFill>
          <a:blip r:embed="rId2">
            <a:extLst>
              <a:ext uri="{28A0092B-C50C-407E-A947-70E740481C1C}">
                <a14:useLocalDpi xmlns:a14="http://schemas.microsoft.com/office/drawing/2010/main" val="0"/>
              </a:ext>
            </a:extLst>
          </a:blip>
          <a:srcRect t="31281" b="14613"/>
          <a:stretch/>
        </p:blipFill>
        <p:spPr>
          <a:xfrm>
            <a:off x="-785" y="1"/>
            <a:ext cx="12191980" cy="2814638"/>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95D44E13-EFA2-B325-5B3D-A3FC7688AE1A}"/>
              </a:ext>
            </a:extLst>
          </p:cNvPr>
          <p:cNvSpPr>
            <a:spLocks noGrp="1"/>
          </p:cNvSpPr>
          <p:nvPr>
            <p:ph idx="1"/>
          </p:nvPr>
        </p:nvSpPr>
        <p:spPr>
          <a:xfrm>
            <a:off x="157163" y="2814640"/>
            <a:ext cx="11552233" cy="4043360"/>
          </a:xfrm>
        </p:spPr>
        <p:txBody>
          <a:bodyPr anchor="ctr">
            <a:noAutofit/>
          </a:bodyPr>
          <a:lstStyle/>
          <a:p>
            <a:pPr algn="just"/>
            <a:r>
              <a:rPr lang="en-US" sz="2400" b="1" dirty="0"/>
              <a:t>Safety organization </a:t>
            </a:r>
            <a:r>
              <a:rPr lang="en-US" sz="2400" dirty="0"/>
              <a:t>can be defined as the structure and process by which groups of people (employees) are divided into sections or departments, each section or department is assigned specific safety function or duty.</a:t>
            </a:r>
          </a:p>
          <a:p>
            <a:pPr algn="just"/>
            <a:r>
              <a:rPr lang="en-US" sz="2400" dirty="0"/>
              <a:t>Authority and responsibility of everybody is clearly defined and interrelationship between them is specified for the accomplishment of organizational safety goals.</a:t>
            </a:r>
          </a:p>
          <a:p>
            <a:pPr algn="just"/>
            <a:r>
              <a:rPr lang="en-US" sz="2400" dirty="0"/>
              <a:t>A large unit may have safety department which may have groups of people for division of such safety function and responsibilities.</a:t>
            </a:r>
            <a:endParaRPr lang="en-IN" sz="2400" dirty="0"/>
          </a:p>
        </p:txBody>
      </p:sp>
      <p:sp>
        <p:nvSpPr>
          <p:cNvPr id="7" name="Title 1">
            <a:extLst>
              <a:ext uri="{FF2B5EF4-FFF2-40B4-BE49-F238E27FC236}">
                <a16:creationId xmlns:a16="http://schemas.microsoft.com/office/drawing/2014/main" id="{0DA69E16-03FD-9D0B-C593-5F0A15530B77}"/>
              </a:ext>
            </a:extLst>
          </p:cNvPr>
          <p:cNvSpPr txBox="1">
            <a:spLocks/>
          </p:cNvSpPr>
          <p:nvPr/>
        </p:nvSpPr>
        <p:spPr>
          <a:xfrm>
            <a:off x="0" y="616632"/>
            <a:ext cx="8018410" cy="24526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6000" b="1" dirty="0">
                <a:solidFill>
                  <a:schemeClr val="accent4">
                    <a:lumMod val="60000"/>
                    <a:lumOff val="40000"/>
                  </a:schemeClr>
                </a:solidFill>
              </a:rPr>
              <a:t>SAFETY ORGANIZATION</a:t>
            </a:r>
          </a:p>
        </p:txBody>
      </p:sp>
    </p:spTree>
    <p:extLst>
      <p:ext uri="{BB962C8B-B14F-4D97-AF65-F5344CB8AC3E}">
        <p14:creationId xmlns:p14="http://schemas.microsoft.com/office/powerpoint/2010/main" val="27176608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28B2EA04-AFE5-023B-183D-1191EC8FF201}"/>
              </a:ext>
            </a:extLst>
          </p:cNvPr>
          <p:cNvGraphicFramePr>
            <a:graphicFrameLocks noGrp="1"/>
          </p:cNvGraphicFramePr>
          <p:nvPr>
            <p:ph idx="1"/>
            <p:extLst>
              <p:ext uri="{D42A27DB-BD31-4B8C-83A1-F6EECF244321}">
                <p14:modId xmlns:p14="http://schemas.microsoft.com/office/powerpoint/2010/main" val="2584445211"/>
              </p:ext>
            </p:extLst>
          </p:nvPr>
        </p:nvGraphicFramePr>
        <p:xfrm>
          <a:off x="96762" y="1066445"/>
          <a:ext cx="11998475" cy="52899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18895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16713EC-3D13-69AE-288D-BBA7035ED272}"/>
              </a:ext>
            </a:extLst>
          </p:cNvPr>
          <p:cNvSpPr>
            <a:spLocks noGrp="1"/>
          </p:cNvSpPr>
          <p:nvPr>
            <p:ph idx="1"/>
          </p:nvPr>
        </p:nvSpPr>
        <p:spPr>
          <a:xfrm>
            <a:off x="497012" y="1122869"/>
            <a:ext cx="7228471" cy="5233480"/>
          </a:xfrm>
        </p:spPr>
        <p:txBody>
          <a:bodyPr anchor="ctr">
            <a:noAutofit/>
          </a:bodyPr>
          <a:lstStyle/>
          <a:p>
            <a:r>
              <a:rPr lang="en-US" sz="2400" b="1" dirty="0">
                <a:latin typeface="Times New Roman" panose="02020603050405020304" pitchFamily="18" charset="0"/>
                <a:cs typeface="Times New Roman" panose="02020603050405020304" pitchFamily="18" charset="0"/>
              </a:rPr>
              <a:t>To prevent accidents in future</a:t>
            </a:r>
          </a:p>
          <a:p>
            <a:r>
              <a:rPr lang="en-US" sz="2400" b="1" dirty="0">
                <a:latin typeface="Times New Roman" panose="02020603050405020304" pitchFamily="18" charset="0"/>
                <a:cs typeface="Times New Roman" panose="02020603050405020304" pitchFamily="18" charset="0"/>
              </a:rPr>
              <a:t>To provide safe work environment</a:t>
            </a:r>
          </a:p>
          <a:p>
            <a:r>
              <a:rPr lang="en-US" sz="2400" b="1" dirty="0">
                <a:latin typeface="Times New Roman" panose="02020603050405020304" pitchFamily="18" charset="0"/>
                <a:cs typeface="Times New Roman" panose="02020603050405020304" pitchFamily="18" charset="0"/>
              </a:rPr>
              <a:t>Safety consciousness</a:t>
            </a:r>
          </a:p>
          <a:p>
            <a:r>
              <a:rPr lang="en-US" sz="2400" b="1" dirty="0">
                <a:latin typeface="Times New Roman" panose="02020603050405020304" pitchFamily="18" charset="0"/>
                <a:cs typeface="Times New Roman" panose="02020603050405020304" pitchFamily="18" charset="0"/>
              </a:rPr>
              <a:t>Integrate safety policies with job process</a:t>
            </a:r>
          </a:p>
          <a:p>
            <a:r>
              <a:rPr lang="en-US" sz="2400" b="1" dirty="0">
                <a:latin typeface="Times New Roman" panose="02020603050405020304" pitchFamily="18" charset="0"/>
                <a:cs typeface="Times New Roman" panose="02020603050405020304" pitchFamily="18" charset="0"/>
              </a:rPr>
              <a:t>Compliance of rules as per factory act</a:t>
            </a:r>
          </a:p>
          <a:p>
            <a:r>
              <a:rPr lang="en-US" sz="2400" b="1" dirty="0">
                <a:latin typeface="Times New Roman" panose="02020603050405020304" pitchFamily="18" charset="0"/>
                <a:cs typeface="Times New Roman" panose="02020603050405020304" pitchFamily="18" charset="0"/>
              </a:rPr>
              <a:t>Ensure and modify on identified risk</a:t>
            </a:r>
          </a:p>
          <a:p>
            <a:r>
              <a:rPr lang="en-US" sz="2400" b="1" dirty="0">
                <a:latin typeface="Times New Roman" panose="02020603050405020304" pitchFamily="18" charset="0"/>
                <a:cs typeface="Times New Roman" panose="02020603050405020304" pitchFamily="18" charset="0"/>
              </a:rPr>
              <a:t>Training to ensure safety</a:t>
            </a:r>
          </a:p>
          <a:p>
            <a:r>
              <a:rPr lang="en-US" sz="2400" b="1" dirty="0">
                <a:latin typeface="Times New Roman" panose="02020603050405020304" pitchFamily="18" charset="0"/>
                <a:cs typeface="Times New Roman" panose="02020603050405020304" pitchFamily="18" charset="0"/>
              </a:rPr>
              <a:t>Invite cooperation and suggestions from the employees</a:t>
            </a:r>
          </a:p>
          <a:p>
            <a:r>
              <a:rPr lang="en-US" sz="2400" b="1" dirty="0">
                <a:latin typeface="Times New Roman" panose="02020603050405020304" pitchFamily="18" charset="0"/>
                <a:cs typeface="Times New Roman" panose="02020603050405020304" pitchFamily="18" charset="0"/>
              </a:rPr>
              <a:t>To take measures after accident</a:t>
            </a:r>
            <a:endParaRPr lang="en-IN" sz="2400" b="1" dirty="0">
              <a:latin typeface="Times New Roman" panose="02020603050405020304" pitchFamily="18" charset="0"/>
              <a:cs typeface="Times New Roman" panose="02020603050405020304" pitchFamily="18" charset="0"/>
            </a:endParaRPr>
          </a:p>
        </p:txBody>
      </p:sp>
      <p:pic>
        <p:nvPicPr>
          <p:cNvPr id="6" name="Picture 5" descr="Silhouette of a construction site">
            <a:extLst>
              <a:ext uri="{FF2B5EF4-FFF2-40B4-BE49-F238E27FC236}">
                <a16:creationId xmlns:a16="http://schemas.microsoft.com/office/drawing/2014/main" id="{2443D9E2-BD6B-6C87-2754-09AE95DE70C3}"/>
              </a:ext>
            </a:extLst>
          </p:cNvPr>
          <p:cNvPicPr>
            <a:picLocks noChangeAspect="1"/>
          </p:cNvPicPr>
          <p:nvPr/>
        </p:nvPicPr>
        <p:blipFill>
          <a:blip r:embed="rId2"/>
          <a:srcRect l="26560" r="14039" b="-2"/>
          <a:stretch/>
        </p:blipFill>
        <p:spPr>
          <a:xfrm>
            <a:off x="8372475" y="68412"/>
            <a:ext cx="3848376" cy="6858000"/>
          </a:xfrm>
          <a:prstGeom prst="rect">
            <a:avLst/>
          </a:prstGeom>
        </p:spPr>
      </p:pic>
      <p:sp>
        <p:nvSpPr>
          <p:cNvPr id="5" name="Title 1">
            <a:extLst>
              <a:ext uri="{FF2B5EF4-FFF2-40B4-BE49-F238E27FC236}">
                <a16:creationId xmlns:a16="http://schemas.microsoft.com/office/drawing/2014/main" id="{ABECAC1B-26FA-8CDA-12B0-02961068EB08}"/>
              </a:ext>
            </a:extLst>
          </p:cNvPr>
          <p:cNvSpPr txBox="1">
            <a:spLocks/>
          </p:cNvSpPr>
          <p:nvPr/>
        </p:nvSpPr>
        <p:spPr>
          <a:xfrm>
            <a:off x="1102034" y="-229437"/>
            <a:ext cx="8067404" cy="1624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t>Objectives of safety organization</a:t>
            </a:r>
          </a:p>
        </p:txBody>
      </p:sp>
    </p:spTree>
    <p:extLst>
      <p:ext uri="{BB962C8B-B14F-4D97-AF65-F5344CB8AC3E}">
        <p14:creationId xmlns:p14="http://schemas.microsoft.com/office/powerpoint/2010/main" val="267575578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585F-FD8F-7174-BB07-12AD88D7B763}"/>
              </a:ext>
            </a:extLst>
          </p:cNvPr>
          <p:cNvSpPr>
            <a:spLocks noGrp="1"/>
          </p:cNvSpPr>
          <p:nvPr>
            <p:ph type="title" idx="4294967295"/>
          </p:nvPr>
        </p:nvSpPr>
        <p:spPr>
          <a:xfrm>
            <a:off x="0" y="0"/>
            <a:ext cx="11034713" cy="960438"/>
          </a:xfrm>
        </p:spPr>
        <p:txBody>
          <a:bodyPr/>
          <a:lstStyle/>
          <a:p>
            <a:pPr algn="ctr"/>
            <a:r>
              <a:rPr lang="en-US" b="1" dirty="0">
                <a:latin typeface="Times New Roman" panose="02020603050405020304" pitchFamily="18" charset="0"/>
                <a:cs typeface="Times New Roman" panose="02020603050405020304" pitchFamily="18" charset="0"/>
              </a:rPr>
              <a:t>Types of Safety Organization</a:t>
            </a:r>
          </a:p>
        </p:txBody>
      </p:sp>
      <p:sp>
        <p:nvSpPr>
          <p:cNvPr id="3" name="Content Placeholder 2">
            <a:extLst>
              <a:ext uri="{FF2B5EF4-FFF2-40B4-BE49-F238E27FC236}">
                <a16:creationId xmlns:a16="http://schemas.microsoft.com/office/drawing/2014/main" id="{61140392-793C-E7CF-33DE-0BC60784FFAD}"/>
              </a:ext>
            </a:extLst>
          </p:cNvPr>
          <p:cNvSpPr>
            <a:spLocks noGrp="1"/>
          </p:cNvSpPr>
          <p:nvPr>
            <p:ph idx="4294967295"/>
          </p:nvPr>
        </p:nvSpPr>
        <p:spPr>
          <a:xfrm>
            <a:off x="120650" y="1082674"/>
            <a:ext cx="12071350" cy="5237443"/>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1.Line Organization(scalar organization)</a:t>
            </a:r>
          </a:p>
          <a:p>
            <a:pPr algn="l">
              <a:buFont typeface="Arial" panose="020B0604020202020204" pitchFamily="34" charset="0"/>
              <a:buChar char="•"/>
            </a:pPr>
            <a:r>
              <a:rPr lang="en-US" sz="2400" i="0" dirty="0">
                <a:solidFill>
                  <a:srgbClr val="444444"/>
                </a:solidFill>
                <a:effectLst/>
                <a:latin typeface="Times New Roman" panose="02020603050405020304" pitchFamily="18" charset="0"/>
                <a:cs typeface="Times New Roman" panose="02020603050405020304" pitchFamily="18" charset="0"/>
              </a:rPr>
              <a:t>Most oldest method of administrative organization.</a:t>
            </a:r>
          </a:p>
          <a:p>
            <a:pPr algn="l">
              <a:buFont typeface="Arial" panose="020B0604020202020204" pitchFamily="34" charset="0"/>
              <a:buChar char="•"/>
            </a:pPr>
            <a:r>
              <a:rPr lang="en-US" sz="2400" i="0" dirty="0">
                <a:solidFill>
                  <a:srgbClr val="444444"/>
                </a:solidFill>
                <a:effectLst/>
                <a:latin typeface="Times New Roman" panose="02020603050405020304" pitchFamily="18" charset="0"/>
                <a:cs typeface="Times New Roman" panose="02020603050405020304" pitchFamily="18" charset="0"/>
              </a:rPr>
              <a:t>Line of authority is vertical flowing from top to the bottom and no staff specialists.</a:t>
            </a:r>
          </a:p>
          <a:p>
            <a:pPr algn="l"/>
            <a:r>
              <a:rPr lang="en-US" sz="2400" b="1" i="0" dirty="0">
                <a:solidFill>
                  <a:srgbClr val="000000"/>
                </a:solidFill>
                <a:effectLst/>
                <a:latin typeface="Times New Roman" panose="02020603050405020304" pitchFamily="18" charset="0"/>
                <a:cs typeface="Times New Roman" panose="02020603050405020304" pitchFamily="18" charset="0"/>
              </a:rPr>
              <a:t>Features </a:t>
            </a:r>
          </a:p>
          <a:p>
            <a:pPr algn="l">
              <a:buFont typeface="+mj-lt"/>
              <a:buAutoNum type="arabicPeriod"/>
            </a:pPr>
            <a:r>
              <a:rPr lang="en-US" sz="2400" b="0" i="0" dirty="0">
                <a:solidFill>
                  <a:srgbClr val="444444"/>
                </a:solidFill>
                <a:effectLst/>
                <a:latin typeface="Times New Roman" panose="02020603050405020304" pitchFamily="18" charset="0"/>
                <a:cs typeface="Times New Roman" panose="02020603050405020304" pitchFamily="18" charset="0"/>
              </a:rPr>
              <a:t>It is the most simplest form of organization.</a:t>
            </a:r>
          </a:p>
          <a:p>
            <a:pPr algn="l">
              <a:buFont typeface="+mj-lt"/>
              <a:buAutoNum type="arabicPeriod"/>
            </a:pPr>
            <a:r>
              <a:rPr lang="en-US" sz="2400" b="0" i="0" dirty="0">
                <a:solidFill>
                  <a:srgbClr val="444444"/>
                </a:solidFill>
                <a:effectLst/>
                <a:latin typeface="Times New Roman" panose="02020603050405020304" pitchFamily="18" charset="0"/>
                <a:cs typeface="Times New Roman" panose="02020603050405020304" pitchFamily="18" charset="0"/>
              </a:rPr>
              <a:t>Line of authority flows from top to bottom.</a:t>
            </a:r>
          </a:p>
          <a:p>
            <a:pPr algn="l">
              <a:buFont typeface="+mj-lt"/>
              <a:buAutoNum type="arabicPeriod"/>
            </a:pPr>
            <a:r>
              <a:rPr lang="en-US" sz="2400" b="0" i="0" dirty="0">
                <a:solidFill>
                  <a:srgbClr val="444444"/>
                </a:solidFill>
                <a:effectLst/>
                <a:latin typeface="Times New Roman" panose="02020603050405020304" pitchFamily="18" charset="0"/>
                <a:cs typeface="Times New Roman" panose="02020603050405020304" pitchFamily="18" charset="0"/>
              </a:rPr>
              <a:t>Specialized and supportive services do not take place in these organization.</a:t>
            </a:r>
          </a:p>
          <a:p>
            <a:pPr algn="l">
              <a:buFont typeface="+mj-lt"/>
              <a:buAutoNum type="arabicPeriod"/>
            </a:pPr>
            <a:r>
              <a:rPr lang="en-US" sz="2400" b="0" i="0" dirty="0">
                <a:solidFill>
                  <a:srgbClr val="444444"/>
                </a:solidFill>
                <a:effectLst/>
                <a:latin typeface="Times New Roman" panose="02020603050405020304" pitchFamily="18" charset="0"/>
                <a:cs typeface="Times New Roman" panose="02020603050405020304" pitchFamily="18" charset="0"/>
              </a:rPr>
              <a:t>Unified control by the line officers can be maintained since they can independently take decisions in their areas </a:t>
            </a:r>
          </a:p>
          <a:p>
            <a:pPr algn="l">
              <a:buFont typeface="+mj-lt"/>
              <a:buAutoNum type="arabicPeriod"/>
            </a:pPr>
            <a:r>
              <a:rPr lang="en-US" sz="2400" b="0" i="0" dirty="0">
                <a:solidFill>
                  <a:srgbClr val="444444"/>
                </a:solidFill>
                <a:effectLst/>
                <a:latin typeface="Times New Roman" panose="02020603050405020304" pitchFamily="18" charset="0"/>
                <a:cs typeface="Times New Roman" panose="02020603050405020304" pitchFamily="18" charset="0"/>
              </a:rPr>
              <a:t>This kind of organization always helps in bringing efficiency in communication and bringing stability to a concern.</a:t>
            </a:r>
          </a:p>
          <a:p>
            <a:endParaRPr lang="en-US" sz="1800" dirty="0"/>
          </a:p>
        </p:txBody>
      </p:sp>
    </p:spTree>
    <p:extLst>
      <p:ext uri="{BB962C8B-B14F-4D97-AF65-F5344CB8AC3E}">
        <p14:creationId xmlns:p14="http://schemas.microsoft.com/office/powerpoint/2010/main" val="1870628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58BDC1-7B5A-F400-5E4F-05A3A3A7CD47}"/>
              </a:ext>
            </a:extLst>
          </p:cNvPr>
          <p:cNvSpPr>
            <a:spLocks noGrp="1"/>
          </p:cNvSpPr>
          <p:nvPr>
            <p:ph type="dt" sz="half" idx="10"/>
          </p:nvPr>
        </p:nvSpPr>
        <p:spPr/>
        <p:txBody>
          <a:bodyPr/>
          <a:lstStyle/>
          <a:p>
            <a:fld id="{114C9CCA-0A41-4DCE-8969-3974455802B6}" type="datetime1">
              <a:rPr lang="en-GB" smtClean="0"/>
              <a:t>30/07/2025</a:t>
            </a:fld>
            <a:endParaRPr lang="en-GB"/>
          </a:p>
        </p:txBody>
      </p:sp>
      <p:sp>
        <p:nvSpPr>
          <p:cNvPr id="3" name="Slide Number Placeholder 2">
            <a:extLst>
              <a:ext uri="{FF2B5EF4-FFF2-40B4-BE49-F238E27FC236}">
                <a16:creationId xmlns:a16="http://schemas.microsoft.com/office/drawing/2014/main" id="{6B040A28-31ED-3991-4C69-31F11200F668}"/>
              </a:ext>
            </a:extLst>
          </p:cNvPr>
          <p:cNvSpPr>
            <a:spLocks noGrp="1"/>
          </p:cNvSpPr>
          <p:nvPr>
            <p:ph type="sldNum" sz="quarter" idx="12"/>
          </p:nvPr>
        </p:nvSpPr>
        <p:spPr/>
        <p:txBody>
          <a:bodyPr/>
          <a:lstStyle/>
          <a:p>
            <a:fld id="{E1F53765-4FF0-40A9-A4FE-B27B4CFAA281}" type="slidenum">
              <a:rPr lang="en-GB" smtClean="0"/>
              <a:t>96</a:t>
            </a:fld>
            <a:endParaRPr lang="en-GB"/>
          </a:p>
        </p:txBody>
      </p:sp>
      <p:pic>
        <p:nvPicPr>
          <p:cNvPr id="10" name="Picture 9">
            <a:extLst>
              <a:ext uri="{FF2B5EF4-FFF2-40B4-BE49-F238E27FC236}">
                <a16:creationId xmlns:a16="http://schemas.microsoft.com/office/drawing/2014/main" id="{D279DCBD-B818-A0CF-699F-91A05F41ED1E}"/>
              </a:ext>
            </a:extLst>
          </p:cNvPr>
          <p:cNvPicPr>
            <a:picLocks noChangeAspect="1"/>
          </p:cNvPicPr>
          <p:nvPr/>
        </p:nvPicPr>
        <p:blipFill>
          <a:blip r:embed="rId2"/>
          <a:stretch>
            <a:fillRect/>
          </a:stretch>
        </p:blipFill>
        <p:spPr>
          <a:xfrm>
            <a:off x="571501" y="442914"/>
            <a:ext cx="10615612" cy="6657974"/>
          </a:xfrm>
          <a:prstGeom prst="rect">
            <a:avLst/>
          </a:prstGeom>
        </p:spPr>
      </p:pic>
    </p:spTree>
    <p:extLst>
      <p:ext uri="{BB962C8B-B14F-4D97-AF65-F5344CB8AC3E}">
        <p14:creationId xmlns:p14="http://schemas.microsoft.com/office/powerpoint/2010/main" val="695371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79D135-7873-0DEE-F3B0-6C3866507230}"/>
              </a:ext>
            </a:extLst>
          </p:cNvPr>
          <p:cNvSpPr>
            <a:spLocks noGrp="1"/>
          </p:cNvSpPr>
          <p:nvPr>
            <p:ph type="body" idx="4294967295"/>
          </p:nvPr>
        </p:nvSpPr>
        <p:spPr>
          <a:xfrm>
            <a:off x="0" y="1082675"/>
            <a:ext cx="5840413" cy="1500188"/>
          </a:xfrm>
        </p:spPr>
        <p:txBody>
          <a:bodyPr>
            <a:noAutofit/>
          </a:bodyPr>
          <a:lstStyle/>
          <a:p>
            <a:r>
              <a:rPr lang="en-US" sz="3600" b="1" dirty="0">
                <a:solidFill>
                  <a:srgbClr val="FF0000"/>
                </a:solidFill>
                <a:latin typeface="Times New Roman" panose="02020603050405020304" pitchFamily="18" charset="0"/>
                <a:cs typeface="Times New Roman" panose="02020603050405020304" pitchFamily="18" charset="0"/>
              </a:rPr>
              <a:t>Merits of line organization</a:t>
            </a:r>
          </a:p>
        </p:txBody>
      </p:sp>
      <p:sp>
        <p:nvSpPr>
          <p:cNvPr id="4" name="Content Placeholder 3">
            <a:extLst>
              <a:ext uri="{FF2B5EF4-FFF2-40B4-BE49-F238E27FC236}">
                <a16:creationId xmlns:a16="http://schemas.microsoft.com/office/drawing/2014/main" id="{B98EC13B-9224-953F-7211-1077B8490E72}"/>
              </a:ext>
            </a:extLst>
          </p:cNvPr>
          <p:cNvSpPr>
            <a:spLocks noGrp="1"/>
          </p:cNvSpPr>
          <p:nvPr>
            <p:ph sz="half" idx="4294967295"/>
          </p:nvPr>
        </p:nvSpPr>
        <p:spPr>
          <a:xfrm>
            <a:off x="0" y="2127250"/>
            <a:ext cx="4238625" cy="3833813"/>
          </a:xfrm>
        </p:spPr>
        <p:txBody>
          <a:bodyPr>
            <a:normAutofit/>
          </a:bodyPr>
          <a:lstStyle/>
          <a:p>
            <a:r>
              <a:rPr lang="en-US" sz="2800" b="1" dirty="0">
                <a:latin typeface="Times New Roman" panose="02020603050405020304" pitchFamily="18" charset="0"/>
                <a:cs typeface="Times New Roman" panose="02020603050405020304" pitchFamily="18" charset="0"/>
              </a:rPr>
              <a:t>1.Simplest</a:t>
            </a:r>
          </a:p>
          <a:p>
            <a:r>
              <a:rPr lang="en-US" sz="2800" b="1" dirty="0">
                <a:latin typeface="Times New Roman" panose="02020603050405020304" pitchFamily="18" charset="0"/>
                <a:cs typeface="Times New Roman" panose="02020603050405020304" pitchFamily="18" charset="0"/>
              </a:rPr>
              <a:t>2.Unity of Command</a:t>
            </a:r>
          </a:p>
          <a:p>
            <a:r>
              <a:rPr lang="en-US" sz="2800" b="1" dirty="0">
                <a:latin typeface="Times New Roman" panose="02020603050405020304" pitchFamily="18" charset="0"/>
                <a:cs typeface="Times New Roman" panose="02020603050405020304" pitchFamily="18" charset="0"/>
              </a:rPr>
              <a:t>3.Better discipline</a:t>
            </a:r>
          </a:p>
          <a:p>
            <a:r>
              <a:rPr lang="en-US" sz="2800" b="1" dirty="0">
                <a:latin typeface="Times New Roman" panose="02020603050405020304" pitchFamily="18" charset="0"/>
                <a:cs typeface="Times New Roman" panose="02020603050405020304" pitchFamily="18" charset="0"/>
              </a:rPr>
              <a:t>4.Fixed responsibility</a:t>
            </a:r>
          </a:p>
          <a:p>
            <a:r>
              <a:rPr lang="en-US" sz="2800" b="1" dirty="0">
                <a:latin typeface="Times New Roman" panose="02020603050405020304" pitchFamily="18" charset="0"/>
                <a:cs typeface="Times New Roman" panose="02020603050405020304" pitchFamily="18" charset="0"/>
              </a:rPr>
              <a:t>5.Flexibility</a:t>
            </a:r>
          </a:p>
          <a:p>
            <a:r>
              <a:rPr lang="en-US" sz="2800" b="1" dirty="0">
                <a:latin typeface="Times New Roman" panose="02020603050405020304" pitchFamily="18" charset="0"/>
                <a:cs typeface="Times New Roman" panose="02020603050405020304" pitchFamily="18" charset="0"/>
              </a:rPr>
              <a:t>6.Prompt decision</a:t>
            </a:r>
          </a:p>
        </p:txBody>
      </p:sp>
      <p:sp>
        <p:nvSpPr>
          <p:cNvPr id="5" name="Text Placeholder 4">
            <a:extLst>
              <a:ext uri="{FF2B5EF4-FFF2-40B4-BE49-F238E27FC236}">
                <a16:creationId xmlns:a16="http://schemas.microsoft.com/office/drawing/2014/main" id="{546F0D8A-75ED-9FB6-521A-A634A25A8006}"/>
              </a:ext>
            </a:extLst>
          </p:cNvPr>
          <p:cNvSpPr>
            <a:spLocks noGrp="1"/>
          </p:cNvSpPr>
          <p:nvPr>
            <p:ph type="body" sz="quarter" idx="4294967295"/>
          </p:nvPr>
        </p:nvSpPr>
        <p:spPr>
          <a:xfrm>
            <a:off x="5638800" y="1166813"/>
            <a:ext cx="6553200" cy="1416050"/>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Demerits of line organization</a:t>
            </a:r>
          </a:p>
        </p:txBody>
      </p:sp>
      <p:sp>
        <p:nvSpPr>
          <p:cNvPr id="6" name="Content Placeholder 5">
            <a:extLst>
              <a:ext uri="{FF2B5EF4-FFF2-40B4-BE49-F238E27FC236}">
                <a16:creationId xmlns:a16="http://schemas.microsoft.com/office/drawing/2014/main" id="{EC38B006-9570-86EA-BE6A-922D42FB1580}"/>
              </a:ext>
            </a:extLst>
          </p:cNvPr>
          <p:cNvSpPr>
            <a:spLocks noGrp="1"/>
          </p:cNvSpPr>
          <p:nvPr>
            <p:ph sz="quarter" idx="4294967295"/>
          </p:nvPr>
        </p:nvSpPr>
        <p:spPr>
          <a:xfrm>
            <a:off x="6096000" y="2230438"/>
            <a:ext cx="6096000" cy="3730625"/>
          </a:xfrm>
        </p:spPr>
        <p:txBody>
          <a:bodyPr>
            <a:normAutofit/>
          </a:bodyPr>
          <a:lstStyle/>
          <a:p>
            <a:r>
              <a:rPr lang="en-US" sz="2800" b="1" dirty="0">
                <a:latin typeface="Times New Roman" panose="02020603050405020304" pitchFamily="18" charset="0"/>
                <a:cs typeface="Times New Roman" panose="02020603050405020304" pitchFamily="18" charset="0"/>
              </a:rPr>
              <a:t>1.Over reliance</a:t>
            </a:r>
          </a:p>
          <a:p>
            <a:r>
              <a:rPr lang="en-US" sz="2800" b="1" dirty="0">
                <a:latin typeface="Times New Roman" panose="02020603050405020304" pitchFamily="18" charset="0"/>
                <a:cs typeface="Times New Roman" panose="02020603050405020304" pitchFamily="18" charset="0"/>
              </a:rPr>
              <a:t>2.Lack of specialization</a:t>
            </a:r>
          </a:p>
          <a:p>
            <a:r>
              <a:rPr lang="en-US" sz="2800" b="1" dirty="0">
                <a:latin typeface="Times New Roman" panose="02020603050405020304" pitchFamily="18" charset="0"/>
                <a:cs typeface="Times New Roman" panose="02020603050405020304" pitchFamily="18" charset="0"/>
              </a:rPr>
              <a:t>3.Inadequate communication</a:t>
            </a:r>
          </a:p>
          <a:p>
            <a:r>
              <a:rPr lang="en-US" sz="2800" b="1" dirty="0">
                <a:latin typeface="Times New Roman" panose="02020603050405020304" pitchFamily="18" charset="0"/>
                <a:cs typeface="Times New Roman" panose="02020603050405020304" pitchFamily="18" charset="0"/>
              </a:rPr>
              <a:t>4.Lack of Co-ordination</a:t>
            </a:r>
          </a:p>
          <a:p>
            <a:r>
              <a:rPr lang="en-US" sz="2800" b="1" dirty="0">
                <a:latin typeface="Times New Roman" panose="02020603050405020304" pitchFamily="18" charset="0"/>
                <a:cs typeface="Times New Roman" panose="02020603050405020304" pitchFamily="18" charset="0"/>
              </a:rPr>
              <a:t>5.Authority leadership</a:t>
            </a:r>
          </a:p>
          <a:p>
            <a:endParaRPr lang="en-US" dirty="0"/>
          </a:p>
        </p:txBody>
      </p:sp>
    </p:spTree>
    <p:extLst>
      <p:ext uri="{BB962C8B-B14F-4D97-AF65-F5344CB8AC3E}">
        <p14:creationId xmlns:p14="http://schemas.microsoft.com/office/powerpoint/2010/main" val="23132457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585F-FD8F-7174-BB07-12AD88D7B763}"/>
              </a:ext>
            </a:extLst>
          </p:cNvPr>
          <p:cNvSpPr>
            <a:spLocks noGrp="1"/>
          </p:cNvSpPr>
          <p:nvPr>
            <p:ph type="title"/>
          </p:nvPr>
        </p:nvSpPr>
        <p:spPr>
          <a:xfrm>
            <a:off x="1097280" y="286603"/>
            <a:ext cx="10058400" cy="1058103"/>
          </a:xfrm>
        </p:spPr>
        <p:txBody>
          <a:bodyPr/>
          <a:lstStyle/>
          <a:p>
            <a:pPr algn="ctr"/>
            <a:r>
              <a:rPr lang="en-US" b="1" dirty="0">
                <a:latin typeface="Times New Roman" panose="02020603050405020304" pitchFamily="18" charset="0"/>
                <a:cs typeface="Times New Roman" panose="02020603050405020304" pitchFamily="18" charset="0"/>
              </a:rPr>
              <a:t>Types of Safety Organization</a:t>
            </a:r>
          </a:p>
        </p:txBody>
      </p:sp>
      <p:sp>
        <p:nvSpPr>
          <p:cNvPr id="3" name="Content Placeholder 2">
            <a:extLst>
              <a:ext uri="{FF2B5EF4-FFF2-40B4-BE49-F238E27FC236}">
                <a16:creationId xmlns:a16="http://schemas.microsoft.com/office/drawing/2014/main" id="{61140392-793C-E7CF-33DE-0BC60784FFAD}"/>
              </a:ext>
            </a:extLst>
          </p:cNvPr>
          <p:cNvSpPr>
            <a:spLocks noGrp="1"/>
          </p:cNvSpPr>
          <p:nvPr>
            <p:ph idx="1"/>
          </p:nvPr>
        </p:nvSpPr>
        <p:spPr>
          <a:xfrm>
            <a:off x="349624" y="1845734"/>
            <a:ext cx="11501000" cy="444749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2.Staff Organization</a:t>
            </a:r>
          </a:p>
          <a:p>
            <a:pPr>
              <a:lnSpc>
                <a:spcPct val="200000"/>
              </a:lnSpc>
              <a:buFont typeface="Arial" panose="020B0604020202020204" pitchFamily="34" charset="0"/>
              <a:buChar char="•"/>
            </a:pPr>
            <a:r>
              <a:rPr lang="en-US" sz="2400" dirty="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Line organization with specialized personnel to advise &amp;assist all management levels. </a:t>
            </a:r>
          </a:p>
          <a:p>
            <a:pPr>
              <a:lnSpc>
                <a:spcPct val="200000"/>
              </a:lnSpc>
              <a:buFont typeface="Arial" panose="020B0604020202020204" pitchFamily="34" charset="0"/>
              <a:buChar char="•"/>
            </a:pPr>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Includes safety director, production engineer, and other specialized personnel reporting directly to general manager</a:t>
            </a:r>
          </a:p>
          <a:p>
            <a:pPr>
              <a:lnSpc>
                <a:spcPct val="200000"/>
              </a:lnSpc>
              <a:buFont typeface="Arial" panose="020B0604020202020204" pitchFamily="34" charset="0"/>
              <a:buChar char="•"/>
            </a:pPr>
            <a:r>
              <a:rPr lang="en-US" sz="2400" dirty="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rPr>
              <a:t>It include</a:t>
            </a:r>
            <a:r>
              <a:rPr lang="en-US" sz="2400" dirty="0">
                <a:solidFill>
                  <a:srgbClr val="444444"/>
                </a:solidFill>
                <a:latin typeface="Times New Roman" panose="02020603050405020304" pitchFamily="18" charset="0"/>
                <a:ea typeface="Times New Roman" panose="02020603050405020304" pitchFamily="18" charset="0"/>
                <a:cs typeface="Times New Roman" panose="02020603050405020304" pitchFamily="18" charset="0"/>
              </a:rPr>
              <a:t>s supervised safety committees as a part of the function</a:t>
            </a:r>
            <a:endParaRPr lang="en-US" sz="2400" dirty="0">
              <a:solidFill>
                <a:srgbClr val="444444"/>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p>
        </p:txBody>
      </p:sp>
    </p:spTree>
    <p:extLst>
      <p:ext uri="{BB962C8B-B14F-4D97-AF65-F5344CB8AC3E}">
        <p14:creationId xmlns:p14="http://schemas.microsoft.com/office/powerpoint/2010/main" val="9129698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06DCA5-DFBE-4A3B-D11C-B025C256B132}"/>
              </a:ext>
            </a:extLst>
          </p:cNvPr>
          <p:cNvSpPr/>
          <p:nvPr/>
        </p:nvSpPr>
        <p:spPr>
          <a:xfrm>
            <a:off x="4828592" y="1297792"/>
            <a:ext cx="2225351" cy="114638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TOP EXECUTIVE</a:t>
            </a:r>
            <a:endParaRPr lang="en-IN" dirty="0"/>
          </a:p>
        </p:txBody>
      </p:sp>
      <p:sp>
        <p:nvSpPr>
          <p:cNvPr id="5" name="Rectangle 4">
            <a:extLst>
              <a:ext uri="{FF2B5EF4-FFF2-40B4-BE49-F238E27FC236}">
                <a16:creationId xmlns:a16="http://schemas.microsoft.com/office/drawing/2014/main" id="{F5BD564F-FD1C-5E3B-C98B-80C7C621808A}"/>
              </a:ext>
            </a:extLst>
          </p:cNvPr>
          <p:cNvSpPr/>
          <p:nvPr/>
        </p:nvSpPr>
        <p:spPr>
          <a:xfrm>
            <a:off x="2500606" y="2785536"/>
            <a:ext cx="2612572" cy="42920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PRODUCTION ENGINEER</a:t>
            </a:r>
            <a:endParaRPr lang="en-IN" dirty="0"/>
          </a:p>
        </p:txBody>
      </p:sp>
      <p:sp>
        <p:nvSpPr>
          <p:cNvPr id="6" name="Rectangle 5">
            <a:extLst>
              <a:ext uri="{FF2B5EF4-FFF2-40B4-BE49-F238E27FC236}">
                <a16:creationId xmlns:a16="http://schemas.microsoft.com/office/drawing/2014/main" id="{FF119C11-D68E-6D01-2D1E-6F95CA16AA4F}"/>
              </a:ext>
            </a:extLst>
          </p:cNvPr>
          <p:cNvSpPr/>
          <p:nvPr/>
        </p:nvSpPr>
        <p:spPr>
          <a:xfrm>
            <a:off x="6969967" y="2741473"/>
            <a:ext cx="2425960" cy="48691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SAFETY DIRECTOR</a:t>
            </a:r>
            <a:endParaRPr lang="en-IN" dirty="0"/>
          </a:p>
        </p:txBody>
      </p:sp>
      <p:sp>
        <p:nvSpPr>
          <p:cNvPr id="7" name="Rectangle 6">
            <a:extLst>
              <a:ext uri="{FF2B5EF4-FFF2-40B4-BE49-F238E27FC236}">
                <a16:creationId xmlns:a16="http://schemas.microsoft.com/office/drawing/2014/main" id="{9A82F7BF-DB8A-F04B-55D6-E672ECA8EEE8}"/>
              </a:ext>
            </a:extLst>
          </p:cNvPr>
          <p:cNvSpPr/>
          <p:nvPr/>
        </p:nvSpPr>
        <p:spPr>
          <a:xfrm>
            <a:off x="5029200" y="3818364"/>
            <a:ext cx="2024743" cy="48691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SUPERINTENDENT</a:t>
            </a:r>
            <a:endParaRPr lang="en-IN" dirty="0"/>
          </a:p>
        </p:txBody>
      </p:sp>
      <p:sp>
        <p:nvSpPr>
          <p:cNvPr id="8" name="Rectangle 7">
            <a:extLst>
              <a:ext uri="{FF2B5EF4-FFF2-40B4-BE49-F238E27FC236}">
                <a16:creationId xmlns:a16="http://schemas.microsoft.com/office/drawing/2014/main" id="{95AE0CF8-B5EC-6D87-3534-02B519199F8B}"/>
              </a:ext>
            </a:extLst>
          </p:cNvPr>
          <p:cNvSpPr/>
          <p:nvPr/>
        </p:nvSpPr>
        <p:spPr>
          <a:xfrm>
            <a:off x="5029200" y="4646645"/>
            <a:ext cx="2024743" cy="48691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FOREMAN</a:t>
            </a:r>
            <a:endParaRPr lang="en-IN" dirty="0"/>
          </a:p>
        </p:txBody>
      </p:sp>
      <p:sp>
        <p:nvSpPr>
          <p:cNvPr id="9" name="Rectangle: Rounded Corners 8">
            <a:extLst>
              <a:ext uri="{FF2B5EF4-FFF2-40B4-BE49-F238E27FC236}">
                <a16:creationId xmlns:a16="http://schemas.microsoft.com/office/drawing/2014/main" id="{CE3C2D72-8159-C564-8DDD-480199799E0C}"/>
              </a:ext>
            </a:extLst>
          </p:cNvPr>
          <p:cNvSpPr/>
          <p:nvPr/>
        </p:nvSpPr>
        <p:spPr>
          <a:xfrm>
            <a:off x="5029200" y="5656078"/>
            <a:ext cx="2024743" cy="48691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WORKER</a:t>
            </a:r>
            <a:endParaRPr lang="en-IN" dirty="0"/>
          </a:p>
        </p:txBody>
      </p:sp>
      <p:sp>
        <p:nvSpPr>
          <p:cNvPr id="10" name="Rectangle: Rounded Corners 9">
            <a:extLst>
              <a:ext uri="{FF2B5EF4-FFF2-40B4-BE49-F238E27FC236}">
                <a16:creationId xmlns:a16="http://schemas.microsoft.com/office/drawing/2014/main" id="{4CE13FA0-229A-329D-3D07-F3D58B5BF21B}"/>
              </a:ext>
            </a:extLst>
          </p:cNvPr>
          <p:cNvSpPr/>
          <p:nvPr/>
        </p:nvSpPr>
        <p:spPr>
          <a:xfrm>
            <a:off x="3051110" y="3107094"/>
            <a:ext cx="45719"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FE6B889C-1AB8-124F-871D-CE0C81BC836C}"/>
              </a:ext>
            </a:extLst>
          </p:cNvPr>
          <p:cNvCxnSpPr>
            <a:cxnSpLocks/>
            <a:stCxn id="4" idx="2"/>
            <a:endCxn id="7" idx="0"/>
          </p:cNvCxnSpPr>
          <p:nvPr/>
        </p:nvCxnSpPr>
        <p:spPr>
          <a:xfrm>
            <a:off x="5941268" y="2444174"/>
            <a:ext cx="100304" cy="1374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7EC4B18-B9E1-E3C3-46A2-E96AB195F4AB}"/>
              </a:ext>
            </a:extLst>
          </p:cNvPr>
          <p:cNvCxnSpPr>
            <a:stCxn id="7" idx="2"/>
            <a:endCxn id="8" idx="0"/>
          </p:cNvCxnSpPr>
          <p:nvPr/>
        </p:nvCxnSpPr>
        <p:spPr>
          <a:xfrm>
            <a:off x="6041572" y="4305283"/>
            <a:ext cx="0" cy="341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771CD7C-5B5E-BA10-400F-8D438B3AA65E}"/>
              </a:ext>
            </a:extLst>
          </p:cNvPr>
          <p:cNvCxnSpPr>
            <a:stCxn id="8" idx="2"/>
            <a:endCxn id="9" idx="0"/>
          </p:cNvCxnSpPr>
          <p:nvPr/>
        </p:nvCxnSpPr>
        <p:spPr>
          <a:xfrm>
            <a:off x="6041572" y="5133564"/>
            <a:ext cx="0" cy="522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D1A7BB8-901B-F338-5AEB-18FA7CE3F671}"/>
              </a:ext>
            </a:extLst>
          </p:cNvPr>
          <p:cNvCxnSpPr>
            <a:cxnSpLocks/>
            <a:stCxn id="4" idx="3"/>
            <a:endCxn id="6" idx="0"/>
          </p:cNvCxnSpPr>
          <p:nvPr/>
        </p:nvCxnSpPr>
        <p:spPr>
          <a:xfrm>
            <a:off x="7053943" y="1870983"/>
            <a:ext cx="1129004" cy="87049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31" name="Connector: Elbow 30">
            <a:extLst>
              <a:ext uri="{FF2B5EF4-FFF2-40B4-BE49-F238E27FC236}">
                <a16:creationId xmlns:a16="http://schemas.microsoft.com/office/drawing/2014/main" id="{5CA9D562-D000-839E-BF0C-AA60C55D1C04}"/>
              </a:ext>
            </a:extLst>
          </p:cNvPr>
          <p:cNvCxnSpPr>
            <a:stCxn id="6" idx="2"/>
          </p:cNvCxnSpPr>
          <p:nvPr/>
        </p:nvCxnSpPr>
        <p:spPr>
          <a:xfrm rot="5400000">
            <a:off x="7164087" y="3118248"/>
            <a:ext cx="908717" cy="112900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C489D0CD-9D7E-7CE8-B002-513AC47037D1}"/>
              </a:ext>
            </a:extLst>
          </p:cNvPr>
          <p:cNvCxnSpPr>
            <a:endCxn id="8" idx="3"/>
          </p:cNvCxnSpPr>
          <p:nvPr/>
        </p:nvCxnSpPr>
        <p:spPr>
          <a:xfrm rot="5400000">
            <a:off x="6912688" y="3405242"/>
            <a:ext cx="1626118" cy="134360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3EB7B5B4-E52E-1EF1-34F2-BA72888E6D79}"/>
              </a:ext>
            </a:extLst>
          </p:cNvPr>
          <p:cNvCxnSpPr>
            <a:endCxn id="9" idx="3"/>
          </p:cNvCxnSpPr>
          <p:nvPr/>
        </p:nvCxnSpPr>
        <p:spPr>
          <a:xfrm rot="5400000">
            <a:off x="6563647" y="3739062"/>
            <a:ext cx="2650773" cy="1670179"/>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43" name="Connector: Elbow 42">
            <a:extLst>
              <a:ext uri="{FF2B5EF4-FFF2-40B4-BE49-F238E27FC236}">
                <a16:creationId xmlns:a16="http://schemas.microsoft.com/office/drawing/2014/main" id="{2D076D1E-5692-B320-D05A-C1372EF21E41}"/>
              </a:ext>
            </a:extLst>
          </p:cNvPr>
          <p:cNvCxnSpPr/>
          <p:nvPr/>
        </p:nvCxnSpPr>
        <p:spPr>
          <a:xfrm>
            <a:off x="3498980" y="3228391"/>
            <a:ext cx="1530220" cy="90871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39AAA150-7599-787F-7A97-75A63CD3478E}"/>
              </a:ext>
            </a:extLst>
          </p:cNvPr>
          <p:cNvCxnSpPr/>
          <p:nvPr/>
        </p:nvCxnSpPr>
        <p:spPr>
          <a:xfrm>
            <a:off x="2901820" y="3228391"/>
            <a:ext cx="2127380" cy="1791478"/>
          </a:xfrm>
          <a:prstGeom prst="bentConnector3">
            <a:avLst/>
          </a:prstGeom>
        </p:spPr>
        <p:style>
          <a:lnRef idx="3">
            <a:schemeClr val="dk1"/>
          </a:lnRef>
          <a:fillRef idx="0">
            <a:schemeClr val="dk1"/>
          </a:fillRef>
          <a:effectRef idx="2">
            <a:schemeClr val="dk1"/>
          </a:effectRef>
          <a:fontRef idx="minor">
            <a:schemeClr val="tx1"/>
          </a:fontRef>
        </p:style>
      </p:cxnSp>
      <p:cxnSp>
        <p:nvCxnSpPr>
          <p:cNvPr id="48" name="Connector: Elbow 47">
            <a:extLst>
              <a:ext uri="{FF2B5EF4-FFF2-40B4-BE49-F238E27FC236}">
                <a16:creationId xmlns:a16="http://schemas.microsoft.com/office/drawing/2014/main" id="{3C73B1DF-0E00-3148-180A-88B891A387BC}"/>
              </a:ext>
            </a:extLst>
          </p:cNvPr>
          <p:cNvCxnSpPr>
            <a:endCxn id="9" idx="1"/>
          </p:cNvCxnSpPr>
          <p:nvPr/>
        </p:nvCxnSpPr>
        <p:spPr>
          <a:xfrm rot="16200000" flipH="1">
            <a:off x="2577063" y="3447400"/>
            <a:ext cx="2671147" cy="2233127"/>
          </a:xfrm>
          <a:prstGeom prst="bentConnector2">
            <a:avLst/>
          </a:prstGeom>
        </p:spPr>
        <p:style>
          <a:lnRef idx="3">
            <a:schemeClr val="dk1"/>
          </a:lnRef>
          <a:fillRef idx="0">
            <a:schemeClr val="dk1"/>
          </a:fillRef>
          <a:effectRef idx="2">
            <a:schemeClr val="dk1"/>
          </a:effectRef>
          <a:fontRef idx="minor">
            <a:schemeClr val="tx1"/>
          </a:fontRef>
        </p:style>
      </p:cxnSp>
      <p:cxnSp>
        <p:nvCxnSpPr>
          <p:cNvPr id="49" name="Straight Arrow Connector 48">
            <a:extLst>
              <a:ext uri="{FF2B5EF4-FFF2-40B4-BE49-F238E27FC236}">
                <a16:creationId xmlns:a16="http://schemas.microsoft.com/office/drawing/2014/main" id="{506BEBD8-770F-230F-301B-0160A1299445}"/>
              </a:ext>
            </a:extLst>
          </p:cNvPr>
          <p:cNvCxnSpPr>
            <a:cxnSpLocks/>
          </p:cNvCxnSpPr>
          <p:nvPr/>
        </p:nvCxnSpPr>
        <p:spPr>
          <a:xfrm>
            <a:off x="6041572" y="2419999"/>
            <a:ext cx="0" cy="137419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a:extLst>
              <a:ext uri="{FF2B5EF4-FFF2-40B4-BE49-F238E27FC236}">
                <a16:creationId xmlns:a16="http://schemas.microsoft.com/office/drawing/2014/main" id="{973E3B11-60D0-AE68-08F3-476F30D8286A}"/>
              </a:ext>
            </a:extLst>
          </p:cNvPr>
          <p:cNvCxnSpPr/>
          <p:nvPr/>
        </p:nvCxnSpPr>
        <p:spPr>
          <a:xfrm>
            <a:off x="6041572" y="4305284"/>
            <a:ext cx="0" cy="3413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5CAA7A05-D352-D2C7-E9D8-E4029BFDB054}"/>
              </a:ext>
            </a:extLst>
          </p:cNvPr>
          <p:cNvCxnSpPr/>
          <p:nvPr/>
        </p:nvCxnSpPr>
        <p:spPr>
          <a:xfrm>
            <a:off x="6041572" y="5133565"/>
            <a:ext cx="0" cy="5225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2" name="Straight Arrow Connector 51">
            <a:extLst>
              <a:ext uri="{FF2B5EF4-FFF2-40B4-BE49-F238E27FC236}">
                <a16:creationId xmlns:a16="http://schemas.microsoft.com/office/drawing/2014/main" id="{0B48DE64-B2F4-3466-8D29-4B5AE7C4BD3B}"/>
              </a:ext>
            </a:extLst>
          </p:cNvPr>
          <p:cNvCxnSpPr/>
          <p:nvPr/>
        </p:nvCxnSpPr>
        <p:spPr>
          <a:xfrm flipV="1">
            <a:off x="3606284" y="1902777"/>
            <a:ext cx="1222308" cy="72177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3" name="Connector: Elbow 52">
            <a:extLst>
              <a:ext uri="{FF2B5EF4-FFF2-40B4-BE49-F238E27FC236}">
                <a16:creationId xmlns:a16="http://schemas.microsoft.com/office/drawing/2014/main" id="{8E487F79-6579-B262-2DF3-15F4FE2F83E9}"/>
              </a:ext>
            </a:extLst>
          </p:cNvPr>
          <p:cNvCxnSpPr/>
          <p:nvPr/>
        </p:nvCxnSpPr>
        <p:spPr>
          <a:xfrm rot="5400000">
            <a:off x="7164087" y="3118249"/>
            <a:ext cx="908717" cy="1129004"/>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DA6BA588-2D1A-27F8-F013-3B09FC4CF18A}"/>
              </a:ext>
            </a:extLst>
          </p:cNvPr>
          <p:cNvCxnSpPr/>
          <p:nvPr/>
        </p:nvCxnSpPr>
        <p:spPr>
          <a:xfrm rot="5400000">
            <a:off x="6912688" y="3405243"/>
            <a:ext cx="1626118" cy="134360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55" name="Connector: Elbow 54">
            <a:extLst>
              <a:ext uri="{FF2B5EF4-FFF2-40B4-BE49-F238E27FC236}">
                <a16:creationId xmlns:a16="http://schemas.microsoft.com/office/drawing/2014/main" id="{A0C17DD6-FBF4-761F-01A7-5D1E5AF473DA}"/>
              </a:ext>
            </a:extLst>
          </p:cNvPr>
          <p:cNvCxnSpPr/>
          <p:nvPr/>
        </p:nvCxnSpPr>
        <p:spPr>
          <a:xfrm>
            <a:off x="3498980" y="3228392"/>
            <a:ext cx="1530220" cy="908718"/>
          </a:xfrm>
          <a:prstGeom prst="bentConnector3">
            <a:avLst/>
          </a:prstGeom>
        </p:spPr>
        <p:style>
          <a:lnRef idx="3">
            <a:schemeClr val="dk1"/>
          </a:lnRef>
          <a:fillRef idx="0">
            <a:schemeClr val="dk1"/>
          </a:fillRef>
          <a:effectRef idx="2">
            <a:schemeClr val="dk1"/>
          </a:effectRef>
          <a:fontRef idx="minor">
            <a:schemeClr val="tx1"/>
          </a:fontRef>
        </p:style>
      </p:cxnSp>
      <p:cxnSp>
        <p:nvCxnSpPr>
          <p:cNvPr id="56" name="Connector: Elbow 55">
            <a:extLst>
              <a:ext uri="{FF2B5EF4-FFF2-40B4-BE49-F238E27FC236}">
                <a16:creationId xmlns:a16="http://schemas.microsoft.com/office/drawing/2014/main" id="{9EE88B04-FF06-AD20-B388-E501B9A797A2}"/>
              </a:ext>
            </a:extLst>
          </p:cNvPr>
          <p:cNvCxnSpPr/>
          <p:nvPr/>
        </p:nvCxnSpPr>
        <p:spPr>
          <a:xfrm rot="16200000" flipH="1">
            <a:off x="2577063" y="3447401"/>
            <a:ext cx="2671147" cy="2233127"/>
          </a:xfrm>
          <a:prstGeom prst="bentConnector2">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695677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078662-85B9-41E4-D9FA-47A942C4FF38}"/>
              </a:ext>
            </a:extLst>
          </p:cNvPr>
          <p:cNvSpPr>
            <a:spLocks noGrp="1"/>
          </p:cNvSpPr>
          <p:nvPr>
            <p:ph type="title" idx="4294967295"/>
          </p:nvPr>
        </p:nvSpPr>
        <p:spPr>
          <a:xfrm>
            <a:off x="1219200" y="606425"/>
            <a:ext cx="10972800" cy="1130300"/>
          </a:xfrm>
        </p:spPr>
        <p:txBody>
          <a:bodyPr>
            <a:normAutofit fontScale="90000"/>
          </a:bodyPr>
          <a:lstStyle/>
          <a:p>
            <a:r>
              <a:rPr lang="en-US" b="1" dirty="0">
                <a:latin typeface="Times New Roman" panose="02020603050405020304" pitchFamily="18" charset="0"/>
                <a:cs typeface="Times New Roman" panose="02020603050405020304" pitchFamily="18" charset="0"/>
              </a:rPr>
              <a:t>Merits of  Staff Organization</a:t>
            </a:r>
            <a:br>
              <a:rPr lang="en-US" dirty="0"/>
            </a:br>
            <a:endParaRPr lang="en-IN" dirty="0"/>
          </a:p>
        </p:txBody>
      </p:sp>
      <p:sp>
        <p:nvSpPr>
          <p:cNvPr id="4" name="Content Placeholder 3">
            <a:extLst>
              <a:ext uri="{FF2B5EF4-FFF2-40B4-BE49-F238E27FC236}">
                <a16:creationId xmlns:a16="http://schemas.microsoft.com/office/drawing/2014/main" id="{802710B1-1DF0-782A-3020-2BE5286CC7A1}"/>
              </a:ext>
            </a:extLst>
          </p:cNvPr>
          <p:cNvSpPr>
            <a:spLocks noGrp="1"/>
          </p:cNvSpPr>
          <p:nvPr>
            <p:ph idx="4294967295"/>
          </p:nvPr>
        </p:nvSpPr>
        <p:spPr>
          <a:xfrm>
            <a:off x="849313" y="1641475"/>
            <a:ext cx="11342687" cy="4227513"/>
          </a:xfrm>
        </p:spPr>
        <p:txBody>
          <a:bodyPr>
            <a:normAutofit/>
          </a:bodyPr>
          <a:lstStyle/>
          <a:p>
            <a:r>
              <a:rPr lang="en-US" sz="2800" dirty="0">
                <a:latin typeface="Times New Roman" panose="02020603050405020304" pitchFamily="18" charset="0"/>
                <a:cs typeface="Times New Roman" panose="02020603050405020304" pitchFamily="18" charset="0"/>
              </a:rPr>
              <a:t>1. Safety director has specialized experience in the organization and operation of an accident prevention program</a:t>
            </a:r>
          </a:p>
          <a:p>
            <a:r>
              <a:rPr lang="en-US" sz="28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Safety director may be authorized to take immediate corrective action in case of extremely hazardous operations</a:t>
            </a:r>
          </a:p>
          <a:p>
            <a:r>
              <a:rPr lang="en-US" sz="2800" dirty="0">
                <a:latin typeface="Times New Roman" panose="02020603050405020304" pitchFamily="18" charset="0"/>
                <a:cs typeface="Times New Roman" panose="02020603050405020304" pitchFamily="18" charset="0"/>
              </a:rPr>
              <a:t>3. Safety director may represent management at conferences and meetings and keep updated of new methods and procedures</a:t>
            </a:r>
          </a:p>
          <a:p>
            <a:r>
              <a:rPr lang="en-US" sz="2800" dirty="0">
                <a:latin typeface="Times New Roman" panose="02020603050405020304" pitchFamily="18" charset="0"/>
                <a:cs typeface="Times New Roman" panose="02020603050405020304" pitchFamily="18" charset="0"/>
              </a:rPr>
              <a:t>4. Safety director keeps top executives informed on status of safety program</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9954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4E47F6-3646-1C7B-B1D7-DE12D69B762A}"/>
              </a:ext>
            </a:extLst>
          </p:cNvPr>
          <p:cNvSpPr>
            <a:spLocks noGrp="1"/>
          </p:cNvSpPr>
          <p:nvPr>
            <p:ph idx="4294967295"/>
          </p:nvPr>
        </p:nvSpPr>
        <p:spPr>
          <a:xfrm>
            <a:off x="820738" y="830263"/>
            <a:ext cx="11371262" cy="5038725"/>
          </a:xfrm>
        </p:spPr>
        <p:txBody>
          <a:bodyPr>
            <a:normAutofit/>
          </a:bodyPr>
          <a:lstStyle/>
          <a:p>
            <a:pPr marL="0" indent="0">
              <a:buNone/>
            </a:pPr>
            <a:r>
              <a:rPr lang="en-US" sz="3600" b="1" dirty="0">
                <a:latin typeface="Times New Roman" panose="02020603050405020304" pitchFamily="18" charset="0"/>
                <a:cs typeface="Times New Roman" panose="02020603050405020304" pitchFamily="18" charset="0"/>
              </a:rPr>
              <a:t>Demerits of  Staff Organization</a:t>
            </a:r>
          </a:p>
          <a:p>
            <a:pPr marL="0" indent="0">
              <a:buNone/>
            </a:pPr>
            <a:r>
              <a:rPr lang="en-US" sz="2800" dirty="0">
                <a:latin typeface="Times New Roman" panose="02020603050405020304" pitchFamily="18" charset="0"/>
                <a:cs typeface="Times New Roman" panose="02020603050405020304" pitchFamily="18" charset="0"/>
              </a:rPr>
              <a:t>1.Cost of added </a:t>
            </a:r>
            <a:r>
              <a:rPr lang="en-US" sz="2800" dirty="0" err="1">
                <a:latin typeface="Times New Roman" panose="02020603050405020304" pitchFamily="18" charset="0"/>
                <a:cs typeface="Times New Roman" panose="02020603050405020304" pitchFamily="18" charset="0"/>
              </a:rPr>
              <a:t>personnel.Does</a:t>
            </a:r>
            <a:r>
              <a:rPr lang="en-US" sz="2800" dirty="0">
                <a:latin typeface="Times New Roman" panose="02020603050405020304" pitchFamily="18" charset="0"/>
                <a:cs typeface="Times New Roman" panose="02020603050405020304" pitchFamily="18" charset="0"/>
              </a:rPr>
              <a:t> not fit small plants</a:t>
            </a:r>
          </a:p>
          <a:p>
            <a:pPr marL="0" indent="0">
              <a:buNone/>
            </a:pPr>
            <a:r>
              <a:rPr lang="en-US" sz="2800" dirty="0">
                <a:latin typeface="Times New Roman" panose="02020603050405020304" pitchFamily="18" charset="0"/>
                <a:cs typeface="Times New Roman" panose="02020603050405020304" pitchFamily="18" charset="0"/>
              </a:rPr>
              <a:t>2.Tendency of management &amp;supervision to neglect responsibility for safety ,leaving it to the safety director</a:t>
            </a:r>
          </a:p>
          <a:p>
            <a:pPr marL="0" indent="0">
              <a:buNone/>
            </a:pP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688335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491D-19E9-FBF2-95AA-B2DBB2A45A73}"/>
              </a:ext>
            </a:extLst>
          </p:cNvPr>
          <p:cNvSpPr>
            <a:spLocks noGrp="1"/>
          </p:cNvSpPr>
          <p:nvPr>
            <p:ph type="title"/>
          </p:nvPr>
        </p:nvSpPr>
        <p:spPr>
          <a:xfrm>
            <a:off x="354563" y="286603"/>
            <a:ext cx="10801117" cy="372303"/>
          </a:xfrm>
        </p:spPr>
        <p:txBody>
          <a:bodyPr>
            <a:normAutofit fontScale="90000"/>
          </a:bodyPr>
          <a:lstStyle/>
          <a:p>
            <a:pPr algn="ctr"/>
            <a:r>
              <a:rPr lang="en-US" sz="3200" b="1" dirty="0">
                <a:latin typeface="Times New Roman" panose="02020603050405020304" pitchFamily="18" charset="0"/>
                <a:cs typeface="Times New Roman" panose="02020603050405020304" pitchFamily="18" charset="0"/>
              </a:rPr>
              <a:t>FUNCTIONS &amp; DUTIES OF SAFETY ORGANIZATION</a:t>
            </a:r>
          </a:p>
        </p:txBody>
      </p:sp>
      <p:sp>
        <p:nvSpPr>
          <p:cNvPr id="3" name="Content Placeholder 2">
            <a:extLst>
              <a:ext uri="{FF2B5EF4-FFF2-40B4-BE49-F238E27FC236}">
                <a16:creationId xmlns:a16="http://schemas.microsoft.com/office/drawing/2014/main" id="{A3598A34-067B-A5A0-E7FB-809EE076E4EB}"/>
              </a:ext>
            </a:extLst>
          </p:cNvPr>
          <p:cNvSpPr>
            <a:spLocks noGrp="1"/>
          </p:cNvSpPr>
          <p:nvPr>
            <p:ph idx="1"/>
          </p:nvPr>
        </p:nvSpPr>
        <p:spPr>
          <a:xfrm>
            <a:off x="354563" y="1667435"/>
            <a:ext cx="10801117" cy="4598894"/>
          </a:xfrm>
        </p:spPr>
        <p:txBody>
          <a:bodyPr>
            <a:normAutofit fontScale="85000" lnSpcReduction="10000"/>
          </a:bodyPr>
          <a:lstStyle/>
          <a:p>
            <a:pPr>
              <a:lnSpc>
                <a:spcPct val="160000"/>
              </a:lnSpc>
            </a:pPr>
            <a:r>
              <a:rPr lang="en-US" dirty="0">
                <a:latin typeface="Times New Roman" panose="02020603050405020304" pitchFamily="18" charset="0"/>
                <a:cs typeface="Times New Roman" panose="02020603050405020304" pitchFamily="18" charset="0"/>
              </a:rPr>
              <a:t>• Monitoring implementation of all directives issued in matters pertaining to safety. </a:t>
            </a:r>
          </a:p>
          <a:p>
            <a:pPr>
              <a:lnSpc>
                <a:spcPct val="160000"/>
              </a:lnSpc>
            </a:pPr>
            <a:r>
              <a:rPr lang="en-US" dirty="0">
                <a:latin typeface="Times New Roman" panose="02020603050405020304" pitchFamily="18" charset="0"/>
                <a:cs typeface="Times New Roman" panose="02020603050405020304" pitchFamily="18" charset="0"/>
              </a:rPr>
              <a:t>• Ensuring super checks of functioning of operational &amp; maintenance activities.</a:t>
            </a:r>
          </a:p>
          <a:p>
            <a:pPr>
              <a:lnSpc>
                <a:spcPct val="160000"/>
              </a:lnSpc>
            </a:pPr>
            <a:r>
              <a:rPr lang="en-US" dirty="0">
                <a:latin typeface="Times New Roman" panose="02020603050405020304" pitchFamily="18" charset="0"/>
                <a:cs typeface="Times New Roman" panose="02020603050405020304" pitchFamily="18" charset="0"/>
              </a:rPr>
              <a:t>• Implementation of safety circular &amp; safety drives</a:t>
            </a:r>
          </a:p>
          <a:p>
            <a:pPr>
              <a:lnSpc>
                <a:spcPct val="160000"/>
              </a:lnSpc>
            </a:pPr>
            <a:r>
              <a:rPr lang="en-US" dirty="0">
                <a:latin typeface="Times New Roman" panose="02020603050405020304" pitchFamily="18" charset="0"/>
                <a:cs typeface="Times New Roman" panose="02020603050405020304" pitchFamily="18" charset="0"/>
              </a:rPr>
              <a:t>• To coordinate disaster management functions, relief, &amp; restoration etc. </a:t>
            </a:r>
          </a:p>
          <a:p>
            <a:pPr>
              <a:lnSpc>
                <a:spcPct val="160000"/>
              </a:lnSpc>
            </a:pPr>
            <a:r>
              <a:rPr lang="en-US" dirty="0">
                <a:latin typeface="Times New Roman" panose="02020603050405020304" pitchFamily="18" charset="0"/>
                <a:cs typeface="Times New Roman" panose="02020603050405020304" pitchFamily="18" charset="0"/>
              </a:rPr>
              <a:t> • Assisting authorities in conducting inquires in serious accidents. </a:t>
            </a:r>
          </a:p>
          <a:p>
            <a:pPr>
              <a:lnSpc>
                <a:spcPct val="160000"/>
              </a:lnSpc>
            </a:pPr>
            <a:r>
              <a:rPr lang="en-US" dirty="0">
                <a:latin typeface="Times New Roman" panose="02020603050405020304" pitchFamily="18" charset="0"/>
                <a:cs typeface="Times New Roman" panose="02020603050405020304" pitchFamily="18" charset="0"/>
              </a:rPr>
              <a:t>• Counselling &amp; monitoring of staff involved in maintenance &amp; operations</a:t>
            </a:r>
          </a:p>
        </p:txBody>
      </p:sp>
    </p:spTree>
    <p:extLst>
      <p:ext uri="{BB962C8B-B14F-4D97-AF65-F5344CB8AC3E}">
        <p14:creationId xmlns:p14="http://schemas.microsoft.com/office/powerpoint/2010/main" val="41067620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47E90-ADA1-BBBB-9CDB-60A0AA06235D}"/>
              </a:ext>
            </a:extLst>
          </p:cNvPr>
          <p:cNvSpPr>
            <a:spLocks noGrp="1"/>
          </p:cNvSpPr>
          <p:nvPr>
            <p:ph type="title" idx="4294967295"/>
          </p:nvPr>
        </p:nvSpPr>
        <p:spPr>
          <a:xfrm>
            <a:off x="-577049" y="287338"/>
            <a:ext cx="12769049" cy="919162"/>
          </a:xfrm>
        </p:spPr>
        <p:txBody>
          <a:bodyPr>
            <a:normAutofit/>
          </a:bodyPr>
          <a:lstStyle/>
          <a:p>
            <a:pPr algn="ctr"/>
            <a:r>
              <a:rPr lang="en-US" sz="4400" i="0" u="none" strike="noStrike" baseline="0" dirty="0">
                <a:solidFill>
                  <a:srgbClr val="000000"/>
                </a:solidFill>
                <a:latin typeface="Times New Roman" panose="02020603050405020304" pitchFamily="18" charset="0"/>
                <a:cs typeface="Times New Roman" panose="02020603050405020304" pitchFamily="18" charset="0"/>
              </a:rPr>
              <a:t>Role of management in safety</a:t>
            </a:r>
            <a:endParaRPr lang="en-US" sz="9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38469B-1C7E-9D9C-49C4-D0B0B0ACB153}"/>
              </a:ext>
            </a:extLst>
          </p:cNvPr>
          <p:cNvSpPr>
            <a:spLocks noGrp="1"/>
          </p:cNvSpPr>
          <p:nvPr>
            <p:ph idx="4294967295"/>
          </p:nvPr>
        </p:nvSpPr>
        <p:spPr>
          <a:xfrm>
            <a:off x="569913" y="1362075"/>
            <a:ext cx="11622087" cy="5380038"/>
          </a:xfrm>
        </p:spPr>
        <p:txBody>
          <a:bodyPr>
            <a:normAutofit/>
          </a:bodyPr>
          <a:lstStyle/>
          <a:p>
            <a:r>
              <a:rPr lang="en-US" sz="2400" dirty="0">
                <a:latin typeface="Times New Roman" panose="02020603050405020304" pitchFamily="18" charset="0"/>
                <a:cs typeface="Times New Roman" panose="02020603050405020304" pitchFamily="18" charset="0"/>
              </a:rPr>
              <a:t>1.Design safer systems of work</a:t>
            </a:r>
          </a:p>
          <a:p>
            <a:r>
              <a:rPr lang="en-US" sz="2400" dirty="0">
                <a:latin typeface="Times New Roman" panose="02020603050405020304" pitchFamily="18" charset="0"/>
                <a:cs typeface="Times New Roman" panose="02020603050405020304" pitchFamily="18" charset="0"/>
              </a:rPr>
              <a:t>2.Exhibit commitment</a:t>
            </a:r>
          </a:p>
          <a:p>
            <a:r>
              <a:rPr lang="en-US" sz="2400" dirty="0">
                <a:latin typeface="Times New Roman" panose="02020603050405020304" pitchFamily="18" charset="0"/>
                <a:cs typeface="Times New Roman" panose="02020603050405020304" pitchFamily="18" charset="0"/>
              </a:rPr>
              <a:t>3.Inspect the workplace</a:t>
            </a:r>
          </a:p>
          <a:p>
            <a:r>
              <a:rPr lang="en-US" sz="2400" dirty="0">
                <a:latin typeface="Times New Roman" panose="02020603050405020304" pitchFamily="18" charset="0"/>
                <a:cs typeface="Times New Roman" panose="02020603050405020304" pitchFamily="18" charset="0"/>
              </a:rPr>
              <a:t>4.Establish procedures and controls</a:t>
            </a:r>
          </a:p>
          <a:p>
            <a:r>
              <a:rPr lang="en-US" sz="2400" dirty="0">
                <a:latin typeface="Times New Roman" panose="02020603050405020304" pitchFamily="18" charset="0"/>
                <a:cs typeface="Times New Roman" panose="02020603050405020304" pitchFamily="18" charset="0"/>
              </a:rPr>
              <a:t>5.Develop training programs</a:t>
            </a:r>
          </a:p>
          <a:p>
            <a:r>
              <a:rPr lang="en-US" sz="2400" dirty="0">
                <a:latin typeface="Times New Roman" panose="02020603050405020304" pitchFamily="18" charset="0"/>
                <a:cs typeface="Times New Roman" panose="02020603050405020304" pitchFamily="18" charset="0"/>
              </a:rPr>
              <a:t>6.Set up health and safety committees</a:t>
            </a:r>
            <a:endParaRPr lang="en-IN" sz="2400" dirty="0">
              <a:latin typeface="Times New Roman" panose="02020603050405020304" pitchFamily="18"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225202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67798B-BE71-7A04-58D2-F78D464B34B6}"/>
              </a:ext>
            </a:extLst>
          </p:cNvPr>
          <p:cNvSpPr>
            <a:spLocks noGrp="1"/>
          </p:cNvSpPr>
          <p:nvPr>
            <p:ph idx="4294967295"/>
          </p:nvPr>
        </p:nvSpPr>
        <p:spPr>
          <a:xfrm>
            <a:off x="0" y="1393371"/>
            <a:ext cx="11451771" cy="5050292"/>
          </a:xfrm>
        </p:spPr>
        <p:txBody>
          <a:bodyPr>
            <a:normAutofit/>
          </a:bodyPr>
          <a:lstStyle/>
          <a:p>
            <a:r>
              <a:rPr lang="en-US" sz="2400" dirty="0">
                <a:latin typeface="Times New Roman" panose="02020603050405020304" pitchFamily="18" charset="0"/>
                <a:cs typeface="Times New Roman" panose="02020603050405020304" pitchFamily="18" charset="0"/>
              </a:rPr>
              <a:t>1.Ensure safety and healthy issues brought to their attention are resolved in a timely manner</a:t>
            </a:r>
          </a:p>
          <a:p>
            <a:r>
              <a:rPr lang="en-US" sz="2400" dirty="0">
                <a:latin typeface="Times New Roman" panose="02020603050405020304" pitchFamily="18" charset="0"/>
                <a:cs typeface="Times New Roman" panose="02020603050405020304" pitchFamily="18" charset="0"/>
              </a:rPr>
              <a:t>2.Walking routinely through their areas of responsibility and soliciting input from employees on safety and health issues</a:t>
            </a:r>
          </a:p>
          <a:p>
            <a:r>
              <a:rPr lang="en-US" sz="2400" dirty="0">
                <a:latin typeface="Times New Roman" panose="02020603050405020304" pitchFamily="18" charset="0"/>
                <a:cs typeface="Times New Roman" panose="02020603050405020304" pitchFamily="18" charset="0"/>
              </a:rPr>
              <a:t>3.Communicating to employees the status of safety items, that is results of inspections, of incident investigations, trending data, resolution of safety concerns, upcoming events </a:t>
            </a:r>
            <a:r>
              <a:rPr lang="en-US" sz="2400" dirty="0" err="1">
                <a:latin typeface="Times New Roman" panose="02020603050405020304" pitchFamily="18" charset="0"/>
                <a:cs typeface="Times New Roman" panose="02020603050405020304" pitchFamily="18" charset="0"/>
              </a:rPr>
              <a:t>etc</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4.Allocating the necessary resources to ensure the appropriate integration of safety measures with work tasks</a:t>
            </a:r>
          </a:p>
          <a:p>
            <a:r>
              <a:rPr lang="en-US" sz="2400" dirty="0">
                <a:latin typeface="Times New Roman" panose="02020603050405020304" pitchFamily="18" charset="0"/>
                <a:cs typeface="Times New Roman" panose="02020603050405020304" pitchFamily="18" charset="0"/>
              </a:rPr>
              <a:t>5.Participating in the development and communication of unit safety, health goals, and action plans</a:t>
            </a:r>
          </a:p>
          <a:p>
            <a:r>
              <a:rPr lang="en-US" sz="2400" dirty="0">
                <a:latin typeface="Times New Roman" panose="02020603050405020304" pitchFamily="18" charset="0"/>
                <a:cs typeface="Times New Roman" panose="02020603050405020304" pitchFamily="18" charset="0"/>
              </a:rPr>
              <a:t>6.Ensuring that employees are aware of all physical &amp; chemical hazards in workplace and how to control them for accident prevention</a:t>
            </a:r>
          </a:p>
          <a:p>
            <a:endParaRPr lang="en-IN" dirty="0"/>
          </a:p>
        </p:txBody>
      </p:sp>
      <p:sp>
        <p:nvSpPr>
          <p:cNvPr id="6" name="Title 5">
            <a:extLst>
              <a:ext uri="{FF2B5EF4-FFF2-40B4-BE49-F238E27FC236}">
                <a16:creationId xmlns:a16="http://schemas.microsoft.com/office/drawing/2014/main" id="{ECDF4D6F-7511-0E08-F7CE-6FCB1A315BBB}"/>
              </a:ext>
            </a:extLst>
          </p:cNvPr>
          <p:cNvSpPr>
            <a:spLocks noGrp="1"/>
          </p:cNvSpPr>
          <p:nvPr>
            <p:ph type="title" idx="4294967295"/>
          </p:nvPr>
        </p:nvSpPr>
        <p:spPr>
          <a:xfrm>
            <a:off x="319314" y="287338"/>
            <a:ext cx="11872686" cy="801233"/>
          </a:xfrm>
        </p:spPr>
        <p:txBody>
          <a:bodyPr/>
          <a:lstStyle/>
          <a:p>
            <a:r>
              <a:rPr lang="en-US" dirty="0">
                <a:latin typeface="Times New Roman" panose="02020603050405020304" pitchFamily="18" charset="0"/>
                <a:cs typeface="Times New Roman" panose="02020603050405020304" pitchFamily="18" charset="0"/>
              </a:rPr>
              <a:t>Role of supervisors in safety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30348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6A3C28-D403-7C5A-477B-ACC982C2315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Role of supervisors in safety</a:t>
            </a:r>
            <a:endParaRPr lang="en-IN" dirty="0"/>
          </a:p>
        </p:txBody>
      </p:sp>
      <p:sp>
        <p:nvSpPr>
          <p:cNvPr id="3" name="Content Placeholder 2">
            <a:extLst>
              <a:ext uri="{FF2B5EF4-FFF2-40B4-BE49-F238E27FC236}">
                <a16:creationId xmlns:a16="http://schemas.microsoft.com/office/drawing/2014/main" id="{3C1C8416-29FB-A50C-B48A-C5231530E9C5}"/>
              </a:ext>
            </a:extLst>
          </p:cNvPr>
          <p:cNvSpPr>
            <a:spLocks noGrp="1"/>
          </p:cNvSpPr>
          <p:nvPr>
            <p:ph idx="1"/>
          </p:nvPr>
        </p:nvSpPr>
        <p:spPr>
          <a:xfrm>
            <a:off x="174171" y="1773163"/>
            <a:ext cx="12017829" cy="4467979"/>
          </a:xfrm>
        </p:spPr>
        <p:txBody>
          <a:bodyPr/>
          <a:lstStyle/>
          <a:p>
            <a:r>
              <a:rPr lang="en-US" sz="2400" dirty="0">
                <a:latin typeface="Times New Roman" panose="02020603050405020304" pitchFamily="18" charset="0"/>
                <a:cs typeface="Times New Roman" panose="02020603050405020304" pitchFamily="18" charset="0"/>
              </a:rPr>
              <a:t>7.Allowing employees to participate in inspections ,investigations, hazard assessments and safety reviews</a:t>
            </a:r>
          </a:p>
          <a:p>
            <a:r>
              <a:rPr lang="en-US" sz="2400" dirty="0">
                <a:latin typeface="Times New Roman" panose="02020603050405020304" pitchFamily="18" charset="0"/>
                <a:cs typeface="Times New Roman" panose="02020603050405020304" pitchFamily="18" charset="0"/>
              </a:rPr>
              <a:t>8.Organising &amp;personally attending monthly safety meetings</a:t>
            </a:r>
          </a:p>
          <a:p>
            <a:r>
              <a:rPr lang="en-US" sz="2400" dirty="0">
                <a:latin typeface="Times New Roman" panose="02020603050405020304" pitchFamily="18" charset="0"/>
                <a:cs typeface="Times New Roman" panose="02020603050405020304" pitchFamily="18" charset="0"/>
              </a:rPr>
              <a:t>9.Beginning safety meetings with safety share</a:t>
            </a:r>
          </a:p>
          <a:p>
            <a:r>
              <a:rPr lang="en-US" sz="2400" dirty="0">
                <a:latin typeface="Times New Roman" panose="02020603050405020304" pitchFamily="18" charset="0"/>
                <a:cs typeface="Times New Roman" panose="02020603050405020304" pitchFamily="18" charset="0"/>
              </a:rPr>
              <a:t>10.Ensuring that the employees understood and can explain-stop work authority, safety policy discipline policy </a:t>
            </a:r>
            <a:r>
              <a:rPr lang="en-US" sz="2400" dirty="0" err="1">
                <a:latin typeface="Times New Roman" panose="02020603050405020304" pitchFamily="18" charset="0"/>
                <a:cs typeface="Times New Roman" panose="02020603050405020304" pitchFamily="18" charset="0"/>
              </a:rPr>
              <a:t>etc</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11.Holding employees accountable for their safety contributions and providing constructive feedback as needed throughout the year</a:t>
            </a:r>
          </a:p>
          <a:p>
            <a:endParaRPr lang="en-IN" dirty="0"/>
          </a:p>
        </p:txBody>
      </p:sp>
    </p:spTree>
    <p:extLst>
      <p:ext uri="{BB962C8B-B14F-4D97-AF65-F5344CB8AC3E}">
        <p14:creationId xmlns:p14="http://schemas.microsoft.com/office/powerpoint/2010/main" val="22813278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2A6DB-6BE8-2ACF-E08B-A2A842A42CEA}"/>
              </a:ext>
            </a:extLst>
          </p:cNvPr>
          <p:cNvSpPr>
            <a:spLocks noGrp="1"/>
          </p:cNvSpPr>
          <p:nvPr>
            <p:ph type="title" idx="4294967295"/>
          </p:nvPr>
        </p:nvSpPr>
        <p:spPr>
          <a:xfrm>
            <a:off x="183776" y="94129"/>
            <a:ext cx="12008224" cy="954743"/>
          </a:xfrm>
        </p:spPr>
        <p:txBody>
          <a:bodyPr>
            <a:normAutofit fontScale="90000"/>
          </a:bodyPr>
          <a:lstStyle/>
          <a:p>
            <a:pPr algn="ctr"/>
            <a:br>
              <a:rPr lang="en-US" dirty="0"/>
            </a:br>
            <a:r>
              <a:rPr lang="en-US" b="1" dirty="0">
                <a:latin typeface="Times New Roman" panose="02020603050405020304" pitchFamily="18" charset="0"/>
                <a:cs typeface="Times New Roman" panose="02020603050405020304" pitchFamily="18" charset="0"/>
              </a:rPr>
              <a:t>Role of workmen in Safety</a:t>
            </a:r>
            <a:endParaRPr lang="en-US" dirty="0"/>
          </a:p>
        </p:txBody>
      </p:sp>
      <p:sp>
        <p:nvSpPr>
          <p:cNvPr id="3" name="Content Placeholder 2">
            <a:extLst>
              <a:ext uri="{FF2B5EF4-FFF2-40B4-BE49-F238E27FC236}">
                <a16:creationId xmlns:a16="http://schemas.microsoft.com/office/drawing/2014/main" id="{4EBA3D1A-5907-CBF3-A746-D2DCD9957537}"/>
              </a:ext>
            </a:extLst>
          </p:cNvPr>
          <p:cNvSpPr>
            <a:spLocks noGrp="1"/>
          </p:cNvSpPr>
          <p:nvPr>
            <p:ph idx="4294967295"/>
          </p:nvPr>
        </p:nvSpPr>
        <p:spPr>
          <a:xfrm>
            <a:off x="223838" y="874059"/>
            <a:ext cx="11784386" cy="5696602"/>
          </a:xfrm>
        </p:spPr>
        <p:txBody>
          <a:bodyPr>
            <a:normAutofit fontScale="92500" lnSpcReduction="10000"/>
          </a:bodyPr>
          <a:lstStyle/>
          <a:p>
            <a:pPr marL="0" indent="0">
              <a:lnSpc>
                <a:spcPct val="150000"/>
              </a:lnSpc>
              <a:buNone/>
            </a:pPr>
            <a:r>
              <a:rPr lang="en-US" sz="2400" i="1" dirty="0">
                <a:latin typeface="Times New Roman" panose="02020603050405020304" pitchFamily="18" charset="0"/>
                <a:cs typeface="Times New Roman" panose="02020603050405020304" pitchFamily="18" charset="0"/>
              </a:rPr>
              <a:t>A worker should keep the following personal responsibilities in mind</a:t>
            </a:r>
            <a:r>
              <a:rPr lang="en-US" sz="2400" dirty="0">
                <a:latin typeface="Times New Roman" panose="02020603050405020304" pitchFamily="18" charset="0"/>
                <a:cs typeface="Times New Roman" panose="02020603050405020304" pitchFamily="18" charset="0"/>
              </a:rPr>
              <a:t>:</a:t>
            </a:r>
          </a:p>
          <a:p>
            <a:pPr lvl="1"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must not remove any safety equipment from machines or equipment. This includes shields from grinders, mixers, etc.</a:t>
            </a:r>
          </a:p>
          <a:p>
            <a:pPr lvl="1"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must have had adequate instruction about a piece of machinery or equipment before using it</a:t>
            </a:r>
          </a:p>
          <a:p>
            <a:pPr lvl="1"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must make sure that no machine, equipment, or tool is used in a way that would cause injury to someone else.</a:t>
            </a:r>
          </a:p>
          <a:p>
            <a:pPr lvl="1"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must make sure that there are safe entrances to and exits from the workplace.</a:t>
            </a:r>
          </a:p>
          <a:p>
            <a:pPr lvl="1"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must make sure that the work area is safe for the movement of workers, equipment, and materials.</a:t>
            </a:r>
          </a:p>
          <a:p>
            <a:pPr lvl="1"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must wear protective eyewear when using grinders and equipment that may be hazardous to the eyes.</a:t>
            </a:r>
          </a:p>
          <a:p>
            <a:pPr marL="201168" lvl="1" indent="0">
              <a:lnSpc>
                <a:spcPct val="150000"/>
              </a:lnSpc>
              <a:buNone/>
            </a:pPr>
            <a:endParaRPr lang="en-US" dirty="0"/>
          </a:p>
          <a:p>
            <a:pPr marL="201168" lvl="1" indent="0">
              <a:lnSpc>
                <a:spcPct val="150000"/>
              </a:lnSpc>
              <a:buNone/>
            </a:pPr>
            <a:endParaRPr lang="en-US" dirty="0"/>
          </a:p>
          <a:p>
            <a:pPr>
              <a:lnSpc>
                <a:spcPct val="150000"/>
              </a:lnSpc>
            </a:pPr>
            <a:endParaRPr lang="en-US" dirty="0"/>
          </a:p>
        </p:txBody>
      </p:sp>
    </p:spTree>
    <p:extLst>
      <p:ext uri="{BB962C8B-B14F-4D97-AF65-F5344CB8AC3E}">
        <p14:creationId xmlns:p14="http://schemas.microsoft.com/office/powerpoint/2010/main" val="90938072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66DB4-4430-8BF7-785E-6CAB9591E286}"/>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Role of unions  in Safety</a:t>
            </a:r>
            <a:br>
              <a:rPr lang="en-US" dirty="0"/>
            </a:br>
            <a:endParaRPr lang="en-US" dirty="0"/>
          </a:p>
        </p:txBody>
      </p:sp>
      <p:sp>
        <p:nvSpPr>
          <p:cNvPr id="3" name="Content Placeholder 2">
            <a:extLst>
              <a:ext uri="{FF2B5EF4-FFF2-40B4-BE49-F238E27FC236}">
                <a16:creationId xmlns:a16="http://schemas.microsoft.com/office/drawing/2014/main" id="{400DE635-293A-F180-404D-86EEB1E83712}"/>
              </a:ext>
            </a:extLst>
          </p:cNvPr>
          <p:cNvSpPr>
            <a:spLocks noGrp="1"/>
          </p:cNvSpPr>
          <p:nvPr>
            <p:ph idx="1"/>
          </p:nvPr>
        </p:nvSpPr>
        <p:spPr>
          <a:xfrm>
            <a:off x="349623" y="1845734"/>
            <a:ext cx="11551023" cy="4434042"/>
          </a:xfrm>
        </p:spPr>
        <p:txBody>
          <a:bodyPr>
            <a:normAutofit/>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Surveying membership on their workplace health and safety concerns.</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Conducting investigations of injuries, illnesses and near-misses.</a:t>
            </a:r>
          </a:p>
          <a:p>
            <a:pPr>
              <a:lnSpc>
                <a:spcPct val="150000"/>
              </a:lnSpc>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Monitoring workplace conditions</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Educating members and leaders about specific health and safety issues.</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Developing strategies for getting issues concerning worker health and safety addressed.</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Filing and following up on occupational health and safety complaints</a:t>
            </a:r>
          </a:p>
        </p:txBody>
      </p:sp>
    </p:spTree>
    <p:extLst>
      <p:ext uri="{BB962C8B-B14F-4D97-AF65-F5344CB8AC3E}">
        <p14:creationId xmlns:p14="http://schemas.microsoft.com/office/powerpoint/2010/main" val="354885363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8596C0-66CD-5812-E74C-7B5B7912343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Role of Government in safety</a:t>
            </a:r>
            <a:endParaRPr lang="en-IN"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rotWithShape="1">
          <a:blip r:embed="rId2"/>
          <a:srcRect t="8751"/>
          <a:stretch/>
        </p:blipFill>
        <p:spPr>
          <a:xfrm>
            <a:off x="885370" y="1944914"/>
            <a:ext cx="10270309" cy="4093029"/>
          </a:xfrm>
          <a:prstGeom prst="rect">
            <a:avLst/>
          </a:prstGeom>
        </p:spPr>
      </p:pic>
    </p:spTree>
    <p:extLst>
      <p:ext uri="{BB962C8B-B14F-4D97-AF65-F5344CB8AC3E}">
        <p14:creationId xmlns:p14="http://schemas.microsoft.com/office/powerpoint/2010/main" val="10992918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Role of Government in safety</a:t>
            </a:r>
            <a:endParaRPr lang="en-IN" dirty="0"/>
          </a:p>
        </p:txBody>
      </p:sp>
      <p:pic>
        <p:nvPicPr>
          <p:cNvPr id="5" name="Picture 4"/>
          <p:cNvPicPr>
            <a:picLocks noChangeAspect="1"/>
          </p:cNvPicPr>
          <p:nvPr/>
        </p:nvPicPr>
        <p:blipFill>
          <a:blip r:embed="rId2"/>
          <a:stretch>
            <a:fillRect/>
          </a:stretch>
        </p:blipFill>
        <p:spPr>
          <a:xfrm>
            <a:off x="416859" y="1976718"/>
            <a:ext cx="11634035" cy="4303058"/>
          </a:xfrm>
          <a:prstGeom prst="rect">
            <a:avLst/>
          </a:prstGeom>
        </p:spPr>
      </p:pic>
    </p:spTree>
    <p:extLst>
      <p:ext uri="{BB962C8B-B14F-4D97-AF65-F5344CB8AC3E}">
        <p14:creationId xmlns:p14="http://schemas.microsoft.com/office/powerpoint/2010/main" val="29907993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956271"/>
          </a:xfrm>
        </p:spPr>
        <p:txBody>
          <a:bodyPr/>
          <a:lstStyle/>
          <a:p>
            <a:pPr algn="ctr"/>
            <a:r>
              <a:rPr lang="en-IN" dirty="0">
                <a:latin typeface="Times New Roman" panose="02020603050405020304" pitchFamily="18" charset="0"/>
                <a:cs typeface="Times New Roman" panose="02020603050405020304" pitchFamily="18" charset="0"/>
              </a:rPr>
              <a:t>SAFETY POLICY</a:t>
            </a:r>
          </a:p>
        </p:txBody>
      </p:sp>
      <p:sp>
        <p:nvSpPr>
          <p:cNvPr id="3" name="Content Placeholder 2"/>
          <p:cNvSpPr>
            <a:spLocks noGrp="1"/>
          </p:cNvSpPr>
          <p:nvPr>
            <p:ph idx="1"/>
          </p:nvPr>
        </p:nvSpPr>
        <p:spPr>
          <a:xfrm>
            <a:off x="410547" y="1845734"/>
            <a:ext cx="11622957" cy="4420954"/>
          </a:xfrm>
        </p:spPr>
        <p:txBody>
          <a:bodyPr>
            <a:normAutofit/>
          </a:bodyPr>
          <a:lstStyle/>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An industry or a company that follows safety </a:t>
            </a:r>
            <a:r>
              <a:rPr lang="en-US" sz="2800" dirty="0" err="1">
                <a:latin typeface="Times New Roman" panose="02020603050405020304" pitchFamily="18" charset="0"/>
                <a:cs typeface="Times New Roman" panose="02020603050405020304" pitchFamily="18" charset="0"/>
              </a:rPr>
              <a:t>programmes</a:t>
            </a:r>
            <a:r>
              <a:rPr lang="en-US" sz="2800" dirty="0">
                <a:latin typeface="Times New Roman" panose="02020603050405020304" pitchFamily="18" charset="0"/>
                <a:cs typeface="Times New Roman" panose="02020603050405020304" pitchFamily="18" charset="0"/>
              </a:rPr>
              <a:t> is benefitted in several ways.</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benefits are shared between employer and employees directly </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Consumers - indirectly benefitted. </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sound safety policy will avid or reduce greatly the accidents whereby the employer will save cost of lost man-hours and down-machine time. </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employer will also save on paying compensation and replacement or repair of equipment.</a:t>
            </a: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employees feeling safe to work will show better productivity.</a:t>
            </a:r>
          </a:p>
        </p:txBody>
      </p:sp>
    </p:spTree>
    <p:extLst>
      <p:ext uri="{BB962C8B-B14F-4D97-AF65-F5344CB8AC3E}">
        <p14:creationId xmlns:p14="http://schemas.microsoft.com/office/powerpoint/2010/main" val="4364862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35E6E-0F55-2002-FF66-BB00EC02865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SAFETY POLICY</a:t>
            </a:r>
            <a:endParaRPr lang="en-IN" dirty="0"/>
          </a:p>
        </p:txBody>
      </p:sp>
      <p:sp>
        <p:nvSpPr>
          <p:cNvPr id="3" name="Content Placeholder 2">
            <a:extLst>
              <a:ext uri="{FF2B5EF4-FFF2-40B4-BE49-F238E27FC236}">
                <a16:creationId xmlns:a16="http://schemas.microsoft.com/office/drawing/2014/main" id="{520AA69A-EE7A-5AC1-372B-D03663C2CC9F}"/>
              </a:ext>
            </a:extLst>
          </p:cNvPr>
          <p:cNvSpPr>
            <a:spLocks noGrp="1"/>
          </p:cNvSpPr>
          <p:nvPr>
            <p:ph idx="1"/>
          </p:nvPr>
        </p:nvSpPr>
        <p:spPr/>
        <p:txBody>
          <a:bodyPr/>
          <a:lstStyle/>
          <a:p>
            <a:pPr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Sound safety policy will guarantee an adequate compensation, the employees will work without apprehension and psychological pressure,</a:t>
            </a:r>
          </a:p>
          <a:p>
            <a:pPr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latter factor often causes accidents </a:t>
            </a:r>
          </a:p>
          <a:p>
            <a:pPr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increased productivity and quality consciousness will produce goods which will be to the liking of the customer. </a:t>
            </a:r>
            <a:endParaRPr lang="en-IN"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470737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79711D-C7D2-CCDD-06BE-AE41BC0E8B0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SAFETY POLICY</a:t>
            </a:r>
            <a:endParaRPr lang="en-IN" dirty="0"/>
          </a:p>
        </p:txBody>
      </p:sp>
      <p:sp>
        <p:nvSpPr>
          <p:cNvPr id="3" name="Content Placeholder 2">
            <a:extLst>
              <a:ext uri="{FF2B5EF4-FFF2-40B4-BE49-F238E27FC236}">
                <a16:creationId xmlns:a16="http://schemas.microsoft.com/office/drawing/2014/main" id="{39B69EA3-50EF-3382-0D4F-5646BC31264E}"/>
              </a:ext>
            </a:extLst>
          </p:cNvPr>
          <p:cNvSpPr>
            <a:spLocks noGrp="1"/>
          </p:cNvSpPr>
          <p:nvPr>
            <p:ph idx="1"/>
          </p:nvPr>
        </p:nvSpPr>
        <p:spPr>
          <a:xfrm>
            <a:off x="228600" y="1737360"/>
            <a:ext cx="11766176" cy="4636546"/>
          </a:xfrm>
        </p:spPr>
        <p:txBody>
          <a:bodyPr>
            <a:normAutofit/>
          </a:body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recognized written statement of its commitment to protect the health and safety of the employees as well as the surrounding community.</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Details the measures the company takes &amp; will take to protect the life and health of their employees.</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There are three sections</a:t>
            </a:r>
          </a:p>
          <a:p>
            <a:pPr lvl="1" algn="jus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Statement of the policy</a:t>
            </a:r>
          </a:p>
          <a:p>
            <a:pPr lvl="1" algn="jus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Responsibility</a:t>
            </a:r>
          </a:p>
          <a:p>
            <a:pPr lvl="1" algn="just">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Arrangements or procedures</a:t>
            </a:r>
          </a:p>
          <a:p>
            <a:pPr algn="just">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933746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325AE5-8171-44B6-993D-ECFC69163523}"/>
              </a:ext>
            </a:extLst>
          </p:cNvPr>
          <p:cNvPicPr>
            <a:picLocks noChangeAspect="1"/>
          </p:cNvPicPr>
          <p:nvPr/>
        </p:nvPicPr>
        <p:blipFill>
          <a:blip r:embed="rId2"/>
          <a:stretch>
            <a:fillRect/>
          </a:stretch>
        </p:blipFill>
        <p:spPr>
          <a:xfrm>
            <a:off x="665093" y="508017"/>
            <a:ext cx="10775611" cy="5904000"/>
          </a:xfrm>
          <a:prstGeom prst="rect">
            <a:avLst/>
          </a:prstGeom>
        </p:spPr>
      </p:pic>
    </p:spTree>
    <p:extLst>
      <p:ext uri="{BB962C8B-B14F-4D97-AF65-F5344CB8AC3E}">
        <p14:creationId xmlns:p14="http://schemas.microsoft.com/office/powerpoint/2010/main" val="341881633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C777-2F5F-0662-D3E0-3520250B47B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Safety officer</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89982C-AB04-BDBE-6A0F-01910BC77E29}"/>
              </a:ext>
            </a:extLst>
          </p:cNvPr>
          <p:cNvSpPr>
            <a:spLocks noGrp="1"/>
          </p:cNvSpPr>
          <p:nvPr>
            <p:ph idx="1"/>
          </p:nvPr>
        </p:nvSpPr>
        <p:spPr>
          <a:xfrm>
            <a:off x="309282" y="1845734"/>
            <a:ext cx="10846398" cy="4023360"/>
          </a:xfrm>
        </p:spPr>
        <p:txBody>
          <a:bodyPr>
            <a:normAutofit/>
          </a:bodyPr>
          <a:lstStyle/>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Internal employee assigned to prevent </a:t>
            </a:r>
            <a:r>
              <a:rPr lang="en-US" sz="2800" dirty="0" err="1">
                <a:latin typeface="Times New Roman" panose="02020603050405020304" pitchFamily="18" charset="0"/>
                <a:cs typeface="Times New Roman" panose="02020603050405020304" pitchFamily="18" charset="0"/>
              </a:rPr>
              <a:t>accidents,respond</a:t>
            </a:r>
            <a:r>
              <a:rPr lang="en-US" sz="2800" dirty="0">
                <a:latin typeface="Times New Roman" panose="02020603050405020304" pitchFamily="18" charset="0"/>
                <a:cs typeface="Times New Roman" panose="02020603050405020304" pitchFamily="18" charset="0"/>
              </a:rPr>
              <a:t> to emergencies &amp;evaluate the effectiveness of the company’s safety programs</a:t>
            </a:r>
          </a:p>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Identifies safety </a:t>
            </a:r>
            <a:r>
              <a:rPr lang="en-US" sz="2800" dirty="0" err="1">
                <a:latin typeface="Times New Roman" panose="02020603050405020304" pitchFamily="18" charset="0"/>
                <a:cs typeface="Times New Roman" panose="02020603050405020304" pitchFamily="18" charset="0"/>
              </a:rPr>
              <a:t>hazards,investigates</a:t>
            </a:r>
            <a:r>
              <a:rPr lang="en-US" sz="2800" dirty="0">
                <a:latin typeface="Times New Roman" panose="02020603050405020304" pitchFamily="18" charset="0"/>
                <a:cs typeface="Times New Roman" panose="02020603050405020304" pitchFamily="18" charset="0"/>
              </a:rPr>
              <a:t> them thoroughly and controls them before someone gets hurts</a:t>
            </a:r>
          </a:p>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Head of safety department</a:t>
            </a:r>
          </a:p>
          <a:p>
            <a:pPr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Checks if the safety program is working effectively and efficiently to meet all requirements of the OSHA standards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381875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7A5544-A7C3-4532-9E93-772D5E070A7F}"/>
              </a:ext>
            </a:extLst>
          </p:cNvPr>
          <p:cNvPicPr>
            <a:picLocks noChangeAspect="1"/>
          </p:cNvPicPr>
          <p:nvPr/>
        </p:nvPicPr>
        <p:blipFill>
          <a:blip r:embed="rId2"/>
          <a:stretch>
            <a:fillRect/>
          </a:stretch>
        </p:blipFill>
        <p:spPr>
          <a:xfrm>
            <a:off x="917858" y="1473987"/>
            <a:ext cx="10144094" cy="2844000"/>
          </a:xfrm>
          <a:prstGeom prst="rect">
            <a:avLst/>
          </a:prstGeom>
        </p:spPr>
      </p:pic>
    </p:spTree>
    <p:extLst>
      <p:ext uri="{BB962C8B-B14F-4D97-AF65-F5344CB8AC3E}">
        <p14:creationId xmlns:p14="http://schemas.microsoft.com/office/powerpoint/2010/main" val="265424534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BC6DCD-0530-4F06-B02E-B2A27B1F571F}"/>
              </a:ext>
            </a:extLst>
          </p:cNvPr>
          <p:cNvPicPr>
            <a:picLocks noChangeAspect="1"/>
          </p:cNvPicPr>
          <p:nvPr/>
        </p:nvPicPr>
        <p:blipFill>
          <a:blip r:embed="rId2"/>
          <a:stretch>
            <a:fillRect/>
          </a:stretch>
        </p:blipFill>
        <p:spPr>
          <a:xfrm>
            <a:off x="1045159" y="592464"/>
            <a:ext cx="10165624" cy="5436000"/>
          </a:xfrm>
          <a:prstGeom prst="rect">
            <a:avLst/>
          </a:prstGeom>
        </p:spPr>
      </p:pic>
    </p:spTree>
    <p:extLst>
      <p:ext uri="{BB962C8B-B14F-4D97-AF65-F5344CB8AC3E}">
        <p14:creationId xmlns:p14="http://schemas.microsoft.com/office/powerpoint/2010/main" val="27387806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49D6E8-C2AA-448C-ADEE-6E6D05393E24}"/>
              </a:ext>
            </a:extLst>
          </p:cNvPr>
          <p:cNvPicPr>
            <a:picLocks noChangeAspect="1"/>
          </p:cNvPicPr>
          <p:nvPr/>
        </p:nvPicPr>
        <p:blipFill>
          <a:blip r:embed="rId2"/>
          <a:stretch>
            <a:fillRect/>
          </a:stretch>
        </p:blipFill>
        <p:spPr>
          <a:xfrm>
            <a:off x="858346" y="605837"/>
            <a:ext cx="10568957" cy="5508000"/>
          </a:xfrm>
          <a:prstGeom prst="rect">
            <a:avLst/>
          </a:prstGeom>
        </p:spPr>
      </p:pic>
    </p:spTree>
    <p:extLst>
      <p:ext uri="{BB962C8B-B14F-4D97-AF65-F5344CB8AC3E}">
        <p14:creationId xmlns:p14="http://schemas.microsoft.com/office/powerpoint/2010/main" val="80252863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2AF7D9-5AE8-47D4-BE6A-7E3E419A3977}"/>
              </a:ext>
            </a:extLst>
          </p:cNvPr>
          <p:cNvPicPr>
            <a:picLocks noChangeAspect="1"/>
          </p:cNvPicPr>
          <p:nvPr/>
        </p:nvPicPr>
        <p:blipFill>
          <a:blip r:embed="rId2"/>
          <a:stretch>
            <a:fillRect/>
          </a:stretch>
        </p:blipFill>
        <p:spPr>
          <a:xfrm>
            <a:off x="903357" y="588008"/>
            <a:ext cx="10492607" cy="5616000"/>
          </a:xfrm>
          <a:prstGeom prst="rect">
            <a:avLst/>
          </a:prstGeom>
        </p:spPr>
      </p:pic>
    </p:spTree>
    <p:extLst>
      <p:ext uri="{BB962C8B-B14F-4D97-AF65-F5344CB8AC3E}">
        <p14:creationId xmlns:p14="http://schemas.microsoft.com/office/powerpoint/2010/main" val="200078430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96CE0-8562-461E-BCE0-C58848855553}"/>
              </a:ext>
            </a:extLst>
          </p:cNvPr>
          <p:cNvSpPr>
            <a:spLocks noGrp="1"/>
          </p:cNvSpPr>
          <p:nvPr>
            <p:ph type="title"/>
          </p:nvPr>
        </p:nvSpPr>
        <p:spPr>
          <a:xfrm>
            <a:off x="294968" y="365126"/>
            <a:ext cx="11759380" cy="1055302"/>
          </a:xfrm>
        </p:spPr>
        <p:txBody>
          <a:bodyPr>
            <a:normAutofit fontScale="90000"/>
          </a:bodyPr>
          <a:lstStyle/>
          <a:p>
            <a:pPr algn="ctr"/>
            <a:r>
              <a:rPr lang="en-US" b="1" i="0" dirty="0">
                <a:solidFill>
                  <a:srgbClr val="424242"/>
                </a:solidFill>
                <a:effectLst/>
                <a:latin typeface="Times New Roman" panose="02020603050405020304" pitchFamily="18" charset="0"/>
                <a:cs typeface="Times New Roman" panose="02020603050405020304" pitchFamily="18" charset="0"/>
              </a:rPr>
              <a:t>The Importance of Establishing a safety committee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E5ECD0-B3EB-40CA-B1CC-2C85B92E7340}"/>
              </a:ext>
            </a:extLst>
          </p:cNvPr>
          <p:cNvSpPr>
            <a:spLocks noGrp="1"/>
          </p:cNvSpPr>
          <p:nvPr>
            <p:ph idx="1"/>
          </p:nvPr>
        </p:nvSpPr>
        <p:spPr>
          <a:xfrm>
            <a:off x="294968" y="1845734"/>
            <a:ext cx="11897032" cy="4447490"/>
          </a:xfrm>
        </p:spPr>
        <p:txBody>
          <a:bodyPr>
            <a:noAutofit/>
          </a:bodyPr>
          <a:lstStyle/>
          <a:p>
            <a:pPr algn="just" rtl="0">
              <a:lnSpc>
                <a:spcPct val="160000"/>
              </a:lnSpc>
              <a:buFont typeface="Wingdings" panose="05000000000000000000" pitchFamily="2" charset="2"/>
              <a:buChar char="§"/>
            </a:pPr>
            <a:r>
              <a:rPr lang="en-US" sz="2400" b="0" i="0" dirty="0">
                <a:solidFill>
                  <a:srgbClr val="424242"/>
                </a:solidFill>
                <a:effectLst/>
                <a:latin typeface="Times New Roman" panose="02020603050405020304" pitchFamily="18" charset="0"/>
                <a:cs typeface="Times New Roman" panose="02020603050405020304" pitchFamily="18" charset="0"/>
              </a:rPr>
              <a:t>Safety committees help provide an overall perspective of the safety status of the organization.</a:t>
            </a:r>
          </a:p>
          <a:p>
            <a:pPr algn="just">
              <a:lnSpc>
                <a:spcPct val="160000"/>
              </a:lnSpc>
              <a:buFont typeface="Wingdings" panose="05000000000000000000" pitchFamily="2" charset="2"/>
              <a:buChar char="§"/>
            </a:pPr>
            <a:r>
              <a:rPr lang="en-US" sz="2400" b="0" i="0" dirty="0">
                <a:solidFill>
                  <a:srgbClr val="424242"/>
                </a:solidFill>
                <a:effectLst/>
                <a:latin typeface="Times New Roman" panose="02020603050405020304" pitchFamily="18" charset="0"/>
                <a:cs typeface="Times New Roman" panose="02020603050405020304" pitchFamily="18" charset="0"/>
              </a:rPr>
              <a:t> It serves as a visible body that can be approached for safety or health complaints, suggestions, and other types of feedback.</a:t>
            </a:r>
          </a:p>
          <a:p>
            <a:pPr algn="just" rtl="0">
              <a:lnSpc>
                <a:spcPct val="160000"/>
              </a:lnSpc>
              <a:buFont typeface="Wingdings" panose="05000000000000000000" pitchFamily="2" charset="2"/>
              <a:buChar char="§"/>
            </a:pPr>
            <a:r>
              <a:rPr lang="en-US" sz="2400" b="0" i="0" dirty="0">
                <a:solidFill>
                  <a:srgbClr val="424242"/>
                </a:solidFill>
                <a:effectLst/>
                <a:latin typeface="Times New Roman" panose="02020603050405020304" pitchFamily="18" charset="0"/>
                <a:cs typeface="Times New Roman" panose="02020603050405020304" pitchFamily="18" charset="0"/>
              </a:rPr>
              <a:t>As the committee solely deals with safety-related issues, it ensures that there are employees focused on and dedicated to coordinating safety-related activities. It also encourages and motivates employees to follow safety standards and signals to them that the organization is taking measures to protect their wellbeing.</a:t>
            </a:r>
          </a:p>
        </p:txBody>
      </p:sp>
    </p:spTree>
    <p:extLst>
      <p:ext uri="{BB962C8B-B14F-4D97-AF65-F5344CB8AC3E}">
        <p14:creationId xmlns:p14="http://schemas.microsoft.com/office/powerpoint/2010/main" val="41089589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6979-0B13-2048-F3F8-16ED68C0723C}"/>
              </a:ext>
            </a:extLst>
          </p:cNvPr>
          <p:cNvSpPr>
            <a:spLocks noGrp="1"/>
          </p:cNvSpPr>
          <p:nvPr>
            <p:ph type="title"/>
          </p:nvPr>
        </p:nvSpPr>
        <p:spPr>
          <a:xfrm>
            <a:off x="1097280" y="286603"/>
            <a:ext cx="10058400" cy="1053925"/>
          </a:xfrm>
        </p:spPr>
        <p:txBody>
          <a:bodyPr>
            <a:normAutofit/>
          </a:bodyPr>
          <a:lstStyle/>
          <a:p>
            <a:pPr algn="ctr"/>
            <a:r>
              <a:rPr lang="en-US" sz="3600" b="1" dirty="0">
                <a:latin typeface="Times New Roman" panose="02020603050405020304" pitchFamily="18" charset="0"/>
                <a:cs typeface="Times New Roman" panose="02020603050405020304" pitchFamily="18" charset="0"/>
              </a:rPr>
              <a:t>Functions and duties of a safety committee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AB8F4E-2EF6-59A2-4A14-FF2C20B866CE}"/>
              </a:ext>
            </a:extLst>
          </p:cNvPr>
          <p:cNvSpPr>
            <a:spLocks noGrp="1"/>
          </p:cNvSpPr>
          <p:nvPr>
            <p:ph idx="1"/>
          </p:nvPr>
        </p:nvSpPr>
        <p:spPr/>
        <p:txBody>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Developing written safety programs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Promoting safe workplace practices.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Facilitating safety training.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Performing workplace inspections.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Carrying out accident investigations.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Acting as a point of contact between employees and management.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Reviewing injuries and illness records.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Identifying hazards and recommending appropriate control measures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894846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0F9D7-3E8A-5BBD-E819-3A03E6F5E62B}"/>
              </a:ext>
            </a:extLst>
          </p:cNvPr>
          <p:cNvSpPr>
            <a:spLocks noGrp="1"/>
          </p:cNvSpPr>
          <p:nvPr>
            <p:ph type="title"/>
          </p:nvPr>
        </p:nvSpPr>
        <p:spPr>
          <a:xfrm>
            <a:off x="1097280" y="286604"/>
            <a:ext cx="10058400" cy="1142702"/>
          </a:xfrm>
        </p:spPr>
        <p:txBody>
          <a:bodyPr/>
          <a:lstStyle/>
          <a:p>
            <a:pPr algn="ctr"/>
            <a:r>
              <a:rPr lang="en-US" b="1" dirty="0">
                <a:latin typeface="Times New Roman" panose="02020603050405020304" pitchFamily="18" charset="0"/>
                <a:cs typeface="Times New Roman" panose="02020603050405020304" pitchFamily="18" charset="0"/>
              </a:rPr>
              <a:t>TYPES OF SAFETY COMMITTEE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FAE269-35DD-6530-62D3-166FC67D9B2B}"/>
              </a:ext>
            </a:extLst>
          </p:cNvPr>
          <p:cNvSpPr>
            <a:spLocks noGrp="1"/>
          </p:cNvSpPr>
          <p:nvPr>
            <p:ph idx="1"/>
          </p:nvPr>
        </p:nvSpPr>
        <p:spPr>
          <a:xfrm>
            <a:off x="268941" y="1845734"/>
            <a:ext cx="11923059" cy="4467980"/>
          </a:xfrm>
        </p:spPr>
        <p:txBody>
          <a:bodyPr>
            <a:normAutofit/>
          </a:bodyPr>
          <a:lstStyle/>
          <a:p>
            <a:pPr>
              <a:buFont typeface="Wingdings" panose="05000000000000000000" pitchFamily="2" charset="2"/>
              <a:buChar char="§"/>
            </a:pPr>
            <a:r>
              <a:rPr lang="en-US" sz="2800" b="1" i="1" dirty="0">
                <a:latin typeface="Times New Roman" panose="02020603050405020304" pitchFamily="18" charset="0"/>
                <a:cs typeface="Times New Roman" panose="02020603050405020304" pitchFamily="18" charset="0"/>
              </a:rPr>
              <a:t>Labor management committee</a:t>
            </a:r>
            <a:r>
              <a:rPr lang="en-US" sz="2800" dirty="0">
                <a:latin typeface="Times New Roman" panose="02020603050405020304" pitchFamily="18" charset="0"/>
                <a:cs typeface="Times New Roman" panose="02020603050405020304" pitchFamily="18" charset="0"/>
              </a:rPr>
              <a:t>:-Prevalent in organizations having union contracts which contain safety clauses that designate the joint acceptance of responsibility and specific activities of </a:t>
            </a:r>
            <a:r>
              <a:rPr lang="en-US" sz="2800" dirty="0" err="1">
                <a:latin typeface="Times New Roman" panose="02020603050405020304" pitchFamily="18" charset="0"/>
                <a:cs typeface="Times New Roman" panose="02020603050405020304" pitchFamily="18" charset="0"/>
              </a:rPr>
              <a:t>labour</a:t>
            </a:r>
            <a:r>
              <a:rPr lang="en-US" sz="2800" dirty="0">
                <a:latin typeface="Times New Roman" panose="02020603050405020304" pitchFamily="18" charset="0"/>
                <a:cs typeface="Times New Roman" panose="02020603050405020304" pitchFamily="18" charset="0"/>
              </a:rPr>
              <a:t> and management. Union members of this committee are appointed by union</a:t>
            </a:r>
          </a:p>
          <a:p>
            <a:pPr>
              <a:buFont typeface="Wingdings" panose="05000000000000000000" pitchFamily="2" charset="2"/>
              <a:buChar char="§"/>
            </a:pPr>
            <a:r>
              <a:rPr lang="en-US" sz="2800" b="1" i="1" dirty="0">
                <a:latin typeface="Times New Roman" panose="02020603050405020304" pitchFamily="18" charset="0"/>
                <a:cs typeface="Times New Roman" panose="02020603050405020304" pitchFamily="18" charset="0"/>
              </a:rPr>
              <a:t>Management committee</a:t>
            </a:r>
            <a:r>
              <a:rPr lang="en-US" sz="2800" dirty="0">
                <a:latin typeface="Times New Roman" panose="02020603050405020304" pitchFamily="18" charset="0"/>
                <a:cs typeface="Times New Roman" panose="02020603050405020304" pitchFamily="18" charset="0"/>
              </a:rPr>
              <a:t>:-When there is no union agreement or where the contract contains no safety </a:t>
            </a:r>
            <a:r>
              <a:rPr lang="en-US" sz="2800" dirty="0" err="1">
                <a:latin typeface="Times New Roman" panose="02020603050405020304" pitchFamily="18" charset="0"/>
                <a:cs typeface="Times New Roman" panose="02020603050405020304" pitchFamily="18" charset="0"/>
              </a:rPr>
              <a:t>clause,the</a:t>
            </a:r>
            <a:r>
              <a:rPr lang="en-US" sz="2800" dirty="0">
                <a:latin typeface="Times New Roman" panose="02020603050405020304" pitchFamily="18" charset="0"/>
                <a:cs typeface="Times New Roman" panose="02020603050405020304" pitchFamily="18" charset="0"/>
              </a:rPr>
              <a:t> safety committee functions directly under the policies by management</a:t>
            </a:r>
          </a:p>
        </p:txBody>
      </p:sp>
    </p:spTree>
    <p:extLst>
      <p:ext uri="{BB962C8B-B14F-4D97-AF65-F5344CB8AC3E}">
        <p14:creationId xmlns:p14="http://schemas.microsoft.com/office/powerpoint/2010/main" val="308893682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A6A5E-2243-FC00-4E5F-1ED1C9230FE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SAFETY COMMITTEE</a:t>
            </a:r>
            <a:endParaRPr lang="en-IN" dirty="0"/>
          </a:p>
        </p:txBody>
      </p:sp>
      <p:sp>
        <p:nvSpPr>
          <p:cNvPr id="3" name="Content Placeholder 2">
            <a:extLst>
              <a:ext uri="{FF2B5EF4-FFF2-40B4-BE49-F238E27FC236}">
                <a16:creationId xmlns:a16="http://schemas.microsoft.com/office/drawing/2014/main" id="{27849A83-9FB0-1DAB-F0CA-AE414559E993}"/>
              </a:ext>
            </a:extLst>
          </p:cNvPr>
          <p:cNvSpPr>
            <a:spLocks noGrp="1"/>
          </p:cNvSpPr>
          <p:nvPr>
            <p:ph idx="1"/>
          </p:nvPr>
        </p:nvSpPr>
        <p:spPr>
          <a:xfrm>
            <a:off x="295835" y="1845733"/>
            <a:ext cx="11537577" cy="4286125"/>
          </a:xfrm>
        </p:spPr>
        <p:txBody>
          <a:bodyPr>
            <a:normAutofit/>
          </a:bodyPr>
          <a:lstStyle/>
          <a:p>
            <a:pPr algn="just">
              <a:buFont typeface="Wingdings" panose="05000000000000000000" pitchFamily="2" charset="2"/>
              <a:buChar char="§"/>
            </a:pPr>
            <a:r>
              <a:rPr lang="en-US" sz="2800" b="1" i="1" dirty="0">
                <a:latin typeface="Times New Roman" panose="02020603050405020304" pitchFamily="18" charset="0"/>
                <a:cs typeface="Times New Roman" panose="02020603050405020304" pitchFamily="18" charset="0"/>
              </a:rPr>
              <a:t>Management supervisors committee</a:t>
            </a:r>
            <a:r>
              <a:rPr lang="en-US" sz="2800" dirty="0">
                <a:latin typeface="Times New Roman" panose="02020603050405020304" pitchFamily="18" charset="0"/>
                <a:cs typeface="Times New Roman" panose="02020603050405020304" pitchFamily="18" charset="0"/>
              </a:rPr>
              <a:t>: Committee formed entirely of supervisory personnel. Supplements the activities of the committee which include workers</a:t>
            </a:r>
          </a:p>
          <a:p>
            <a:pPr algn="just">
              <a:buFont typeface="Wingdings" panose="05000000000000000000" pitchFamily="2" charset="2"/>
              <a:buChar char="§"/>
            </a:pPr>
            <a:r>
              <a:rPr lang="en-US" sz="2800" b="1" i="1" dirty="0">
                <a:latin typeface="Times New Roman" panose="02020603050405020304" pitchFamily="18" charset="0"/>
                <a:cs typeface="Times New Roman" panose="02020603050405020304" pitchFamily="18" charset="0"/>
              </a:rPr>
              <a:t>Technical committee</a:t>
            </a:r>
            <a:r>
              <a:rPr lang="en-US" sz="2800" dirty="0">
                <a:latin typeface="Times New Roman" panose="02020603050405020304" pitchFamily="18" charset="0"/>
                <a:cs typeface="Times New Roman" panose="02020603050405020304" pitchFamily="18" charset="0"/>
              </a:rPr>
              <a:t>: Useful on specific problems or activities for which specialized knowledge is needed. May consist of engineers ,safety engineers, chief electrician, master mechanic etc. Handle problems requiring engineering revision, controls or guard designs </a:t>
            </a:r>
            <a:r>
              <a:rPr lang="en-US" sz="2800" dirty="0" err="1">
                <a:latin typeface="Times New Roman" panose="02020603050405020304" pitchFamily="18" charset="0"/>
                <a:cs typeface="Times New Roman" panose="02020603050405020304" pitchFamily="18" charset="0"/>
              </a:rPr>
              <a:t>etc</a:t>
            </a:r>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800" b="1" i="1" dirty="0">
                <a:latin typeface="Times New Roman" panose="02020603050405020304" pitchFamily="18" charset="0"/>
                <a:cs typeface="Times New Roman" panose="02020603050405020304" pitchFamily="18" charset="0"/>
              </a:rPr>
              <a:t>Special committee</a:t>
            </a:r>
            <a:r>
              <a:rPr lang="en-US" sz="2800" dirty="0">
                <a:latin typeface="Times New Roman" panose="02020603050405020304" pitchFamily="18" charset="0"/>
                <a:cs typeface="Times New Roman" panose="02020603050405020304" pitchFamily="18" charset="0"/>
              </a:rPr>
              <a:t>:-Set up for specific activities such as safety- </a:t>
            </a:r>
            <a:r>
              <a:rPr lang="en-US" sz="2800" dirty="0" err="1">
                <a:latin typeface="Times New Roman" panose="02020603050405020304" pitchFamily="18" charset="0"/>
                <a:cs typeface="Times New Roman" panose="02020603050405020304" pitchFamily="18" charset="0"/>
              </a:rPr>
              <a:t>contests,celebrations</a:t>
            </a:r>
            <a:r>
              <a:rPr lang="en-US" sz="2800" dirty="0">
                <a:latin typeface="Times New Roman" panose="02020603050405020304" pitchFamily="18" charset="0"/>
                <a:cs typeface="Times New Roman" panose="02020603050405020304" pitchFamily="18" charset="0"/>
              </a:rPr>
              <a:t> or awards ,accident investigations </a:t>
            </a:r>
            <a:r>
              <a:rPr lang="en-US" sz="2800" dirty="0" err="1">
                <a:latin typeface="Times New Roman" panose="02020603050405020304" pitchFamily="18" charset="0"/>
                <a:cs typeface="Times New Roman" panose="02020603050405020304" pitchFamily="18" charset="0"/>
              </a:rPr>
              <a:t>etc.</a:t>
            </a:r>
            <a:r>
              <a:rPr lang="en-US" sz="2600" dirty="0" err="1">
                <a:latin typeface="Times New Roman" panose="02020603050405020304" pitchFamily="18" charset="0"/>
                <a:cs typeface="Times New Roman" panose="02020603050405020304" pitchFamily="18" charset="0"/>
              </a:rPr>
              <a:t>Dismissed</a:t>
            </a:r>
            <a:r>
              <a:rPr lang="en-US" sz="2600" dirty="0">
                <a:latin typeface="Times New Roman" panose="02020603050405020304" pitchFamily="18" charset="0"/>
                <a:cs typeface="Times New Roman" panose="02020603050405020304" pitchFamily="18" charset="0"/>
              </a:rPr>
              <a:t> after the completion of activity</a:t>
            </a:r>
            <a:endParaRPr lang="en-IN" sz="2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086597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376FA-2AE2-EAFC-B5DE-6E3E662DC51E}"/>
              </a:ext>
            </a:extLst>
          </p:cNvPr>
          <p:cNvSpPr>
            <a:spLocks noGrp="1"/>
          </p:cNvSpPr>
          <p:nvPr>
            <p:ph type="title"/>
          </p:nvPr>
        </p:nvSpPr>
        <p:spPr>
          <a:xfrm>
            <a:off x="239843" y="18255"/>
            <a:ext cx="12072079" cy="1325563"/>
          </a:xfrm>
        </p:spPr>
        <p:txBody>
          <a:bodyPr/>
          <a:lstStyle/>
          <a:p>
            <a:r>
              <a:rPr lang="en-GB" dirty="0"/>
              <a:t>Safety features laid down by Indian Standards Institute:</a:t>
            </a:r>
          </a:p>
        </p:txBody>
      </p:sp>
      <p:sp>
        <p:nvSpPr>
          <p:cNvPr id="3" name="Content Placeholder 2">
            <a:extLst>
              <a:ext uri="{FF2B5EF4-FFF2-40B4-BE49-F238E27FC236}">
                <a16:creationId xmlns:a16="http://schemas.microsoft.com/office/drawing/2014/main" id="{0FE112CA-43F7-17F7-1C7D-E27F1C2226DB}"/>
              </a:ext>
            </a:extLst>
          </p:cNvPr>
          <p:cNvSpPr>
            <a:spLocks noGrp="1"/>
          </p:cNvSpPr>
          <p:nvPr>
            <p:ph idx="1"/>
          </p:nvPr>
        </p:nvSpPr>
        <p:spPr>
          <a:xfrm>
            <a:off x="119922" y="1253331"/>
            <a:ext cx="12072078" cy="5586414"/>
          </a:xfrm>
        </p:spPr>
        <p:txBody>
          <a:bodyPr>
            <a:noAutofit/>
          </a:bodyPr>
          <a:lstStyle/>
          <a:p>
            <a:pPr marL="514350" indent="-514350" algn="just">
              <a:buFont typeface="+mj-lt"/>
              <a:buAutoNum type="arabicPeriod"/>
            </a:pPr>
            <a:r>
              <a:rPr lang="en-GB" sz="2400" dirty="0"/>
              <a:t>Safety precautions to be taken during manufacturing process</a:t>
            </a:r>
          </a:p>
          <a:p>
            <a:pPr marL="514350" indent="-514350" algn="just">
              <a:buFont typeface="+mj-lt"/>
              <a:buAutoNum type="arabicPeriod"/>
            </a:pPr>
            <a:r>
              <a:rPr lang="en-GB" sz="2400" dirty="0"/>
              <a:t>Requirements for effective maintenance of tools and equipment's</a:t>
            </a:r>
          </a:p>
          <a:p>
            <a:pPr marL="514350" indent="-514350" algn="just">
              <a:buFont typeface="+mj-lt"/>
              <a:buAutoNum type="arabicPeriod"/>
            </a:pPr>
            <a:r>
              <a:rPr lang="en-GB" sz="2400" dirty="0"/>
              <a:t>Standards for proper layout, proper lighting, </a:t>
            </a:r>
            <a:r>
              <a:rPr lang="en-GB" sz="2400" dirty="0" err="1"/>
              <a:t>ventillations</a:t>
            </a:r>
            <a:r>
              <a:rPr lang="en-GB" sz="2400" dirty="0"/>
              <a:t> for factory building</a:t>
            </a:r>
          </a:p>
          <a:p>
            <a:pPr marL="514350" indent="-514350" algn="just">
              <a:buFont typeface="+mj-lt"/>
              <a:buAutoNum type="arabicPeriod"/>
            </a:pPr>
            <a:r>
              <a:rPr lang="en-GB" sz="2400" dirty="0"/>
              <a:t>Guidance on safe welding and cutting, use of fire fighting equipment's</a:t>
            </a:r>
          </a:p>
          <a:p>
            <a:pPr marL="514350" indent="-514350" algn="just">
              <a:buFont typeface="+mj-lt"/>
              <a:buAutoNum type="arabicPeriod"/>
            </a:pPr>
            <a:r>
              <a:rPr lang="en-GB" sz="2400" dirty="0"/>
              <a:t>Standards and specifications of safe industrial operations and practices</a:t>
            </a:r>
          </a:p>
          <a:p>
            <a:pPr marL="514350" indent="-514350" algn="just">
              <a:buFont typeface="+mj-lt"/>
              <a:buAutoNum type="arabicPeriod"/>
            </a:pPr>
            <a:r>
              <a:rPr lang="en-GB" sz="2400" dirty="0"/>
              <a:t>Classification of hazardous chemicals and use of accident prevention tags and labelling of dangerous goods</a:t>
            </a:r>
          </a:p>
          <a:p>
            <a:pPr marL="514350" indent="-514350" algn="just">
              <a:buFont typeface="+mj-lt"/>
              <a:buAutoNum type="arabicPeriod"/>
            </a:pPr>
            <a:r>
              <a:rPr lang="en-GB" sz="2400" dirty="0"/>
              <a:t>Safety codes for handling acids and other chemicals</a:t>
            </a:r>
          </a:p>
          <a:p>
            <a:pPr marL="514350" indent="-514350" algn="just">
              <a:buFont typeface="+mj-lt"/>
              <a:buAutoNum type="arabicPeriod"/>
            </a:pPr>
            <a:r>
              <a:rPr lang="en-GB" sz="2400" dirty="0"/>
              <a:t>Safety requirement for PPE</a:t>
            </a:r>
          </a:p>
          <a:p>
            <a:pPr marL="514350" indent="-514350" algn="just">
              <a:buFont typeface="+mj-lt"/>
              <a:buAutoNum type="arabicPeriod"/>
            </a:pPr>
            <a:r>
              <a:rPr lang="en-GB" sz="2400" dirty="0"/>
              <a:t>Standards for fire safety in industrial buildings, safety procedures to be followed in electrical work.</a:t>
            </a:r>
          </a:p>
          <a:p>
            <a:pPr marL="514350" indent="-514350" algn="just">
              <a:buFont typeface="+mj-lt"/>
              <a:buAutoNum type="arabicPeriod"/>
            </a:pPr>
            <a:r>
              <a:rPr lang="en-GB" sz="2400" dirty="0"/>
              <a:t>Specifications for protective clothing, safety helmets, face shields and safety </a:t>
            </a:r>
            <a:r>
              <a:rPr lang="en-GB" sz="2400" dirty="0" err="1"/>
              <a:t>equipments</a:t>
            </a:r>
            <a:r>
              <a:rPr lang="en-GB" sz="2400" dirty="0"/>
              <a:t> for eyes, ears , lungs.( gas mask, gloves, safety boots</a:t>
            </a:r>
          </a:p>
        </p:txBody>
      </p:sp>
      <p:sp>
        <p:nvSpPr>
          <p:cNvPr id="4" name="Date Placeholder 3">
            <a:extLst>
              <a:ext uri="{FF2B5EF4-FFF2-40B4-BE49-F238E27FC236}">
                <a16:creationId xmlns:a16="http://schemas.microsoft.com/office/drawing/2014/main" id="{7FC6D21C-A5B4-8F00-260B-2F64210E9574}"/>
              </a:ext>
            </a:extLst>
          </p:cNvPr>
          <p:cNvSpPr>
            <a:spLocks noGrp="1"/>
          </p:cNvSpPr>
          <p:nvPr>
            <p:ph type="dt" sz="half" idx="10"/>
          </p:nvPr>
        </p:nvSpPr>
        <p:spPr/>
        <p:txBody>
          <a:bodyPr/>
          <a:lstStyle/>
          <a:p>
            <a:fld id="{D7028FC1-2F1A-441B-B93D-2F901BB6B7C5}" type="datetime1">
              <a:rPr lang="en-GB" smtClean="0"/>
              <a:t>30/07/2025</a:t>
            </a:fld>
            <a:endParaRPr lang="en-GB"/>
          </a:p>
        </p:txBody>
      </p:sp>
      <p:sp>
        <p:nvSpPr>
          <p:cNvPr id="5" name="Slide Number Placeholder 4">
            <a:extLst>
              <a:ext uri="{FF2B5EF4-FFF2-40B4-BE49-F238E27FC236}">
                <a16:creationId xmlns:a16="http://schemas.microsoft.com/office/drawing/2014/main" id="{B6014651-63F4-7511-13BE-B3C63ACB4FC4}"/>
              </a:ext>
            </a:extLst>
          </p:cNvPr>
          <p:cNvSpPr>
            <a:spLocks noGrp="1"/>
          </p:cNvSpPr>
          <p:nvPr>
            <p:ph type="sldNum" sz="quarter" idx="12"/>
          </p:nvPr>
        </p:nvSpPr>
        <p:spPr/>
        <p:txBody>
          <a:bodyPr/>
          <a:lstStyle/>
          <a:p>
            <a:fld id="{E1F53765-4FF0-40A9-A4FE-B27B4CFAA281}" type="slidenum">
              <a:rPr lang="en-GB" smtClean="0"/>
              <a:t>123</a:t>
            </a:fld>
            <a:endParaRPr lang="en-GB"/>
          </a:p>
        </p:txBody>
      </p:sp>
    </p:spTree>
    <p:extLst>
      <p:ext uri="{BB962C8B-B14F-4D97-AF65-F5344CB8AC3E}">
        <p14:creationId xmlns:p14="http://schemas.microsoft.com/office/powerpoint/2010/main" val="387097870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51F7-C81A-83DE-BC8B-98FE90656515}"/>
              </a:ext>
            </a:extLst>
          </p:cNvPr>
          <p:cNvSpPr>
            <a:spLocks noGrp="1"/>
          </p:cNvSpPr>
          <p:nvPr>
            <p:ph type="title"/>
          </p:nvPr>
        </p:nvSpPr>
        <p:spPr>
          <a:xfrm>
            <a:off x="539647" y="0"/>
            <a:ext cx="11488711" cy="1325563"/>
          </a:xfrm>
        </p:spPr>
        <p:txBody>
          <a:bodyPr/>
          <a:lstStyle/>
          <a:p>
            <a:r>
              <a:rPr lang="en-GB" b="1" dirty="0">
                <a:solidFill>
                  <a:schemeClr val="accent2">
                    <a:lumMod val="75000"/>
                  </a:schemeClr>
                </a:solidFill>
              </a:rPr>
              <a:t>GENERAL FUNCTIONS WITH OBJECTIVES AND DUTY OF SAFETY COMMITTEE</a:t>
            </a:r>
          </a:p>
        </p:txBody>
      </p:sp>
      <p:sp>
        <p:nvSpPr>
          <p:cNvPr id="3" name="Content Placeholder 2">
            <a:extLst>
              <a:ext uri="{FF2B5EF4-FFF2-40B4-BE49-F238E27FC236}">
                <a16:creationId xmlns:a16="http://schemas.microsoft.com/office/drawing/2014/main" id="{CF9F6CA7-2740-AFF1-5EF1-2AC700F8D492}"/>
              </a:ext>
            </a:extLst>
          </p:cNvPr>
          <p:cNvSpPr>
            <a:spLocks noGrp="1"/>
          </p:cNvSpPr>
          <p:nvPr>
            <p:ph idx="1"/>
          </p:nvPr>
        </p:nvSpPr>
        <p:spPr>
          <a:xfrm>
            <a:off x="0" y="1253330"/>
            <a:ext cx="12192000" cy="5604669"/>
          </a:xfrm>
        </p:spPr>
        <p:txBody>
          <a:bodyPr>
            <a:noAutofit/>
          </a:bodyPr>
          <a:lstStyle/>
          <a:p>
            <a:pPr marL="0" indent="0">
              <a:buNone/>
            </a:pPr>
            <a:r>
              <a:rPr lang="en-GB" sz="2400" dirty="0"/>
              <a:t>1</a:t>
            </a:r>
            <a:r>
              <a:rPr lang="en-GB" sz="2400" b="1" u="sng" dirty="0">
                <a:solidFill>
                  <a:schemeClr val="tx2">
                    <a:lumMod val="75000"/>
                    <a:lumOff val="25000"/>
                  </a:schemeClr>
                </a:solidFill>
              </a:rPr>
              <a:t>. Management Commitment to Workplace Safety and Health</a:t>
            </a:r>
          </a:p>
          <a:p>
            <a:r>
              <a:rPr lang="en-GB" sz="2400" dirty="0"/>
              <a:t>Establish procedures for review and management's response to minutes.</a:t>
            </a:r>
          </a:p>
          <a:p>
            <a:r>
              <a:rPr lang="en-GB" sz="2400" dirty="0"/>
              <a:t>Submit written recommendations for safety/health improvement/changes and response.</a:t>
            </a:r>
          </a:p>
          <a:p>
            <a:r>
              <a:rPr lang="en-GB" sz="2400" dirty="0"/>
              <a:t>Evaluate employer's safety/health policies and procedures.</a:t>
            </a:r>
          </a:p>
          <a:p>
            <a:r>
              <a:rPr lang="en-GB" sz="2400" dirty="0"/>
              <a:t>Respond in writing to safety committee recommendations. Review corrective action taken by management.</a:t>
            </a:r>
          </a:p>
          <a:p>
            <a:pPr marL="0" indent="0">
              <a:buNone/>
            </a:pPr>
            <a:r>
              <a:rPr lang="en-GB" sz="2400" dirty="0"/>
              <a:t>2. </a:t>
            </a:r>
            <a:r>
              <a:rPr lang="en-GB" sz="2400" b="1" u="sng" dirty="0">
                <a:solidFill>
                  <a:schemeClr val="accent1">
                    <a:lumMod val="60000"/>
                    <a:lumOff val="40000"/>
                  </a:schemeClr>
                </a:solidFill>
              </a:rPr>
              <a:t>Committee Meetings and Employee Involvement</a:t>
            </a:r>
          </a:p>
          <a:p>
            <a:r>
              <a:rPr lang="en-GB" sz="2400" dirty="0"/>
              <a:t> Establish procedures for employee input, i.e. to receive suggestions, report hazards, and other pertinent safety and health information.</a:t>
            </a:r>
          </a:p>
          <a:p>
            <a:r>
              <a:rPr lang="en-GB" sz="2400" dirty="0"/>
              <a:t> Include employee input on agenda for safety committee meetings.</a:t>
            </a:r>
          </a:p>
          <a:p>
            <a:r>
              <a:rPr lang="en-GB" sz="2400" dirty="0"/>
              <a:t> Hold monthly meetings, Keep meeting minutes.</a:t>
            </a:r>
          </a:p>
          <a:p>
            <a:r>
              <a:rPr lang="en-GB" sz="2400" dirty="0"/>
              <a:t> Develop and make available a written agenda for each meeting.</a:t>
            </a:r>
          </a:p>
          <a:p>
            <a:r>
              <a:rPr lang="en-GB" sz="2400" dirty="0" err="1"/>
              <a:t>TAke</a:t>
            </a:r>
            <a:r>
              <a:rPr lang="en-GB" sz="2400" dirty="0"/>
              <a:t> meeting minutes and distribute to management and the safety committee members.</a:t>
            </a:r>
          </a:p>
        </p:txBody>
      </p:sp>
      <p:sp>
        <p:nvSpPr>
          <p:cNvPr id="4" name="Date Placeholder 3">
            <a:extLst>
              <a:ext uri="{FF2B5EF4-FFF2-40B4-BE49-F238E27FC236}">
                <a16:creationId xmlns:a16="http://schemas.microsoft.com/office/drawing/2014/main" id="{1A9137EE-DF75-1870-9676-247F21F6446B}"/>
              </a:ext>
            </a:extLst>
          </p:cNvPr>
          <p:cNvSpPr>
            <a:spLocks noGrp="1"/>
          </p:cNvSpPr>
          <p:nvPr>
            <p:ph type="dt" sz="half" idx="10"/>
          </p:nvPr>
        </p:nvSpPr>
        <p:spPr/>
        <p:txBody>
          <a:bodyPr/>
          <a:lstStyle/>
          <a:p>
            <a:fld id="{D7028FC1-2F1A-441B-B93D-2F901BB6B7C5}" type="datetime1">
              <a:rPr lang="en-GB" smtClean="0"/>
              <a:t>30/07/2025</a:t>
            </a:fld>
            <a:endParaRPr lang="en-GB"/>
          </a:p>
        </p:txBody>
      </p:sp>
      <p:sp>
        <p:nvSpPr>
          <p:cNvPr id="5" name="Slide Number Placeholder 4">
            <a:extLst>
              <a:ext uri="{FF2B5EF4-FFF2-40B4-BE49-F238E27FC236}">
                <a16:creationId xmlns:a16="http://schemas.microsoft.com/office/drawing/2014/main" id="{FA621C67-877D-8B0C-9741-00685E0081C4}"/>
              </a:ext>
            </a:extLst>
          </p:cNvPr>
          <p:cNvSpPr>
            <a:spLocks noGrp="1"/>
          </p:cNvSpPr>
          <p:nvPr>
            <p:ph type="sldNum" sz="quarter" idx="12"/>
          </p:nvPr>
        </p:nvSpPr>
        <p:spPr/>
        <p:txBody>
          <a:bodyPr/>
          <a:lstStyle/>
          <a:p>
            <a:fld id="{E1F53765-4FF0-40A9-A4FE-B27B4CFAA281}" type="slidenum">
              <a:rPr lang="en-GB" smtClean="0"/>
              <a:t>124</a:t>
            </a:fld>
            <a:endParaRPr lang="en-GB"/>
          </a:p>
        </p:txBody>
      </p:sp>
    </p:spTree>
    <p:extLst>
      <p:ext uri="{BB962C8B-B14F-4D97-AF65-F5344CB8AC3E}">
        <p14:creationId xmlns:p14="http://schemas.microsoft.com/office/powerpoint/2010/main" val="386226480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A48A0-F4A0-3521-A19D-524D299C8988}"/>
              </a:ext>
            </a:extLst>
          </p:cNvPr>
          <p:cNvSpPr>
            <a:spLocks noGrp="1"/>
          </p:cNvSpPr>
          <p:nvPr>
            <p:ph idx="1"/>
          </p:nvPr>
        </p:nvSpPr>
        <p:spPr>
          <a:xfrm>
            <a:off x="403484" y="136524"/>
            <a:ext cx="11788515" cy="6219825"/>
          </a:xfrm>
        </p:spPr>
        <p:txBody>
          <a:bodyPr>
            <a:noAutofit/>
          </a:bodyPr>
          <a:lstStyle/>
          <a:p>
            <a:pPr marL="0" indent="0">
              <a:buNone/>
            </a:pPr>
            <a:r>
              <a:rPr lang="en-GB" sz="2400" dirty="0"/>
              <a:t>3. </a:t>
            </a:r>
            <a:r>
              <a:rPr lang="en-GB" sz="2400" b="1" u="sng" dirty="0">
                <a:solidFill>
                  <a:srgbClr val="C00000"/>
                </a:solidFill>
              </a:rPr>
              <a:t>Hazard Assessment and Control</a:t>
            </a:r>
          </a:p>
          <a:p>
            <a:r>
              <a:rPr lang="en-GB" sz="2400" dirty="0"/>
              <a:t> Establish procedures for workplace inspections to identify safety and health hazards. • Assist the employer in evaluating the accident and illness prevention program.</a:t>
            </a:r>
          </a:p>
          <a:p>
            <a:r>
              <a:rPr lang="en-GB" sz="2400" dirty="0"/>
              <a:t>Appoint an inspection team of at least one employee representative and one employer representative.</a:t>
            </a:r>
          </a:p>
          <a:p>
            <a:r>
              <a:rPr lang="en-GB" sz="2400" dirty="0"/>
              <a:t>Conduct workplace inspections at least quarterly.</a:t>
            </a:r>
          </a:p>
          <a:p>
            <a:r>
              <a:rPr lang="en-GB" sz="2400" dirty="0"/>
              <a:t>Make a written report of hazards discovered during inspections.</a:t>
            </a:r>
          </a:p>
          <a:p>
            <a:r>
              <a:rPr lang="en-GB" sz="2400" dirty="0"/>
              <a:t> Review corrective measures. Make written recommendation to correct the hazard, and submit it to management for timely response.</a:t>
            </a:r>
          </a:p>
          <a:p>
            <a:r>
              <a:rPr lang="en-GB" sz="2400" dirty="0"/>
              <a:t> Identify high risk job tasks and develop written safe operating conditions.</a:t>
            </a:r>
          </a:p>
          <a:p>
            <a:pPr marL="0" indent="0">
              <a:buNone/>
            </a:pPr>
            <a:r>
              <a:rPr lang="en-GB" sz="2400" dirty="0"/>
              <a:t>4</a:t>
            </a:r>
            <a:r>
              <a:rPr lang="en-GB" sz="2400" b="1" dirty="0">
                <a:solidFill>
                  <a:srgbClr val="C00000"/>
                </a:solidFill>
              </a:rPr>
              <a:t>. </a:t>
            </a:r>
            <a:r>
              <a:rPr lang="en-GB" sz="2400" b="1" u="sng" dirty="0">
                <a:solidFill>
                  <a:srgbClr val="C00000"/>
                </a:solidFill>
              </a:rPr>
              <a:t>Safety/Health Planning</a:t>
            </a:r>
          </a:p>
          <a:p>
            <a:r>
              <a:rPr lang="en-GB" sz="2400" dirty="0"/>
              <a:t>Establish procedures to review inspection reports and make appropriate implementation of new safety/health rules and work practices.</a:t>
            </a:r>
          </a:p>
          <a:p>
            <a:r>
              <a:rPr lang="en-GB" sz="2400" dirty="0"/>
              <a:t> Develop/establish procedures for an annual review of the company safety and health program.</a:t>
            </a:r>
          </a:p>
        </p:txBody>
      </p:sp>
      <p:sp>
        <p:nvSpPr>
          <p:cNvPr id="4" name="Date Placeholder 3">
            <a:extLst>
              <a:ext uri="{FF2B5EF4-FFF2-40B4-BE49-F238E27FC236}">
                <a16:creationId xmlns:a16="http://schemas.microsoft.com/office/drawing/2014/main" id="{915E4511-196B-50EB-27C3-3C3FB0F095CD}"/>
              </a:ext>
            </a:extLst>
          </p:cNvPr>
          <p:cNvSpPr>
            <a:spLocks noGrp="1"/>
          </p:cNvSpPr>
          <p:nvPr>
            <p:ph type="dt" sz="half" idx="10"/>
          </p:nvPr>
        </p:nvSpPr>
        <p:spPr/>
        <p:txBody>
          <a:bodyPr/>
          <a:lstStyle/>
          <a:p>
            <a:fld id="{D7028FC1-2F1A-441B-B93D-2F901BB6B7C5}" type="datetime1">
              <a:rPr lang="en-GB" smtClean="0"/>
              <a:t>30/07/2025</a:t>
            </a:fld>
            <a:endParaRPr lang="en-GB"/>
          </a:p>
        </p:txBody>
      </p:sp>
      <p:sp>
        <p:nvSpPr>
          <p:cNvPr id="5" name="Slide Number Placeholder 4">
            <a:extLst>
              <a:ext uri="{FF2B5EF4-FFF2-40B4-BE49-F238E27FC236}">
                <a16:creationId xmlns:a16="http://schemas.microsoft.com/office/drawing/2014/main" id="{F3F5F1D1-51BD-D92B-894A-57815A7B315B}"/>
              </a:ext>
            </a:extLst>
          </p:cNvPr>
          <p:cNvSpPr>
            <a:spLocks noGrp="1"/>
          </p:cNvSpPr>
          <p:nvPr>
            <p:ph type="sldNum" sz="quarter" idx="12"/>
          </p:nvPr>
        </p:nvSpPr>
        <p:spPr/>
        <p:txBody>
          <a:bodyPr/>
          <a:lstStyle/>
          <a:p>
            <a:fld id="{E1F53765-4FF0-40A9-A4FE-B27B4CFAA281}" type="slidenum">
              <a:rPr lang="en-GB" smtClean="0"/>
              <a:t>125</a:t>
            </a:fld>
            <a:endParaRPr lang="en-GB"/>
          </a:p>
        </p:txBody>
      </p:sp>
    </p:spTree>
    <p:extLst>
      <p:ext uri="{BB962C8B-B14F-4D97-AF65-F5344CB8AC3E}">
        <p14:creationId xmlns:p14="http://schemas.microsoft.com/office/powerpoint/2010/main" val="83494086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85900-87A4-8665-FD93-E50C66489A2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D240494-87AD-10C6-E9F3-3BC8FF5B0D9A}"/>
              </a:ext>
            </a:extLst>
          </p:cNvPr>
          <p:cNvSpPr>
            <a:spLocks noGrp="1"/>
          </p:cNvSpPr>
          <p:nvPr>
            <p:ph idx="1"/>
          </p:nvPr>
        </p:nvSpPr>
        <p:spPr/>
        <p:txBody>
          <a:bodyPr/>
          <a:lstStyle/>
          <a:p>
            <a:pPr marL="0" indent="0" algn="just">
              <a:buNone/>
            </a:pPr>
            <a:r>
              <a:rPr lang="en-GB" dirty="0"/>
              <a:t>5. </a:t>
            </a:r>
            <a:r>
              <a:rPr lang="en-GB" b="1" dirty="0">
                <a:solidFill>
                  <a:srgbClr val="C00000"/>
                </a:solidFill>
              </a:rPr>
              <a:t>Accountability</a:t>
            </a:r>
          </a:p>
          <a:p>
            <a:pPr algn="just"/>
            <a:r>
              <a:rPr lang="en-GB" dirty="0"/>
              <a:t>Evaluate the company safety and health accountability program.</a:t>
            </a:r>
          </a:p>
          <a:p>
            <a:pPr algn="just"/>
            <a:r>
              <a:rPr lang="en-GB" dirty="0"/>
              <a:t>Make recommendations to implement supervisor and employee account ability for safety and health.</a:t>
            </a:r>
          </a:p>
          <a:p>
            <a:pPr marL="0" indent="0" algn="just">
              <a:buNone/>
            </a:pPr>
            <a:r>
              <a:rPr lang="en-GB" dirty="0"/>
              <a:t>6. </a:t>
            </a:r>
            <a:r>
              <a:rPr lang="en-GB" b="1" u="sng" dirty="0">
                <a:solidFill>
                  <a:srgbClr val="C00000"/>
                </a:solidFill>
              </a:rPr>
              <a:t>Accident/Incident Investigations</a:t>
            </a:r>
          </a:p>
          <a:p>
            <a:pPr algn="just"/>
            <a:r>
              <a:rPr lang="en-GB" dirty="0"/>
              <a:t>Establish procedures for reviewing reports completed for all safety incidents, including injury accidents, illnesses and deaths.</a:t>
            </a:r>
          </a:p>
          <a:p>
            <a:pPr algn="just"/>
            <a:r>
              <a:rPr lang="en-GB" dirty="0"/>
              <a:t> Review these reports so that recommendations can be made for appropriate corrective action to prevent recurrence.</a:t>
            </a:r>
          </a:p>
        </p:txBody>
      </p:sp>
      <p:sp>
        <p:nvSpPr>
          <p:cNvPr id="4" name="Date Placeholder 3">
            <a:extLst>
              <a:ext uri="{FF2B5EF4-FFF2-40B4-BE49-F238E27FC236}">
                <a16:creationId xmlns:a16="http://schemas.microsoft.com/office/drawing/2014/main" id="{671E0B81-CA3D-1577-AE9A-1B9022EB5A8B}"/>
              </a:ext>
            </a:extLst>
          </p:cNvPr>
          <p:cNvSpPr>
            <a:spLocks noGrp="1"/>
          </p:cNvSpPr>
          <p:nvPr>
            <p:ph type="dt" sz="half" idx="10"/>
          </p:nvPr>
        </p:nvSpPr>
        <p:spPr/>
        <p:txBody>
          <a:bodyPr/>
          <a:lstStyle/>
          <a:p>
            <a:fld id="{D7028FC1-2F1A-441B-B93D-2F901BB6B7C5}" type="datetime1">
              <a:rPr lang="en-GB" smtClean="0"/>
              <a:t>30/07/2025</a:t>
            </a:fld>
            <a:endParaRPr lang="en-GB"/>
          </a:p>
        </p:txBody>
      </p:sp>
      <p:sp>
        <p:nvSpPr>
          <p:cNvPr id="5" name="Slide Number Placeholder 4">
            <a:extLst>
              <a:ext uri="{FF2B5EF4-FFF2-40B4-BE49-F238E27FC236}">
                <a16:creationId xmlns:a16="http://schemas.microsoft.com/office/drawing/2014/main" id="{456D078B-5348-602B-66A6-148704570508}"/>
              </a:ext>
            </a:extLst>
          </p:cNvPr>
          <p:cNvSpPr>
            <a:spLocks noGrp="1"/>
          </p:cNvSpPr>
          <p:nvPr>
            <p:ph type="sldNum" sz="quarter" idx="12"/>
          </p:nvPr>
        </p:nvSpPr>
        <p:spPr/>
        <p:txBody>
          <a:bodyPr/>
          <a:lstStyle/>
          <a:p>
            <a:fld id="{E1F53765-4FF0-40A9-A4FE-B27B4CFAA281}" type="slidenum">
              <a:rPr lang="en-GB" smtClean="0"/>
              <a:t>126</a:t>
            </a:fld>
            <a:endParaRPr lang="en-GB"/>
          </a:p>
        </p:txBody>
      </p:sp>
    </p:spTree>
    <p:extLst>
      <p:ext uri="{BB962C8B-B14F-4D97-AF65-F5344CB8AC3E}">
        <p14:creationId xmlns:p14="http://schemas.microsoft.com/office/powerpoint/2010/main" val="218112104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6C496-07CB-18DC-7608-6429824B4F4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BD6D8FC-2383-4D72-919A-C2B8912D9124}"/>
              </a:ext>
            </a:extLst>
          </p:cNvPr>
          <p:cNvSpPr>
            <a:spLocks noGrp="1"/>
          </p:cNvSpPr>
          <p:nvPr>
            <p:ph idx="1"/>
          </p:nvPr>
        </p:nvSpPr>
        <p:spPr/>
        <p:txBody>
          <a:bodyPr>
            <a:normAutofit fontScale="92500" lnSpcReduction="20000"/>
          </a:bodyPr>
          <a:lstStyle/>
          <a:p>
            <a:pPr marL="0" indent="0" algn="just">
              <a:buNone/>
            </a:pPr>
            <a:r>
              <a:rPr lang="en-GB" dirty="0"/>
              <a:t>7. </a:t>
            </a:r>
            <a:r>
              <a:rPr lang="en-GB" sz="3000" b="1" u="sng" dirty="0">
                <a:solidFill>
                  <a:srgbClr val="C00000"/>
                </a:solidFill>
              </a:rPr>
              <a:t>Safety/Health Training for Committee-Members</a:t>
            </a:r>
          </a:p>
          <a:p>
            <a:pPr algn="just"/>
            <a:r>
              <a:rPr lang="en-GB" dirty="0"/>
              <a:t>Identify and make accessible applicable OSHA standards and other codes that apply to your particular industry.</a:t>
            </a:r>
          </a:p>
          <a:p>
            <a:pPr algn="just"/>
            <a:r>
              <a:rPr lang="en-GB" dirty="0"/>
              <a:t>Provide specific training on your type of business activity. Include, hazard identification of the workplace and how to perform effective accident incident investigation.</a:t>
            </a:r>
          </a:p>
          <a:p>
            <a:pPr algn="just"/>
            <a:r>
              <a:rPr lang="en-GB" dirty="0"/>
              <a:t>Identify the location of safety procedures provided with appropriate equipment and inform employees of their location.</a:t>
            </a:r>
          </a:p>
          <a:p>
            <a:pPr algn="just"/>
            <a:r>
              <a:rPr lang="en-GB" dirty="0"/>
              <a:t>Recommend training for new employees and refresher training on company, department and work location safety practices, procedures and emergency response. • Management should maintain (and make available to the safety committee) records on employee safety training.</a:t>
            </a:r>
          </a:p>
        </p:txBody>
      </p:sp>
      <p:sp>
        <p:nvSpPr>
          <p:cNvPr id="4" name="Date Placeholder 3">
            <a:extLst>
              <a:ext uri="{FF2B5EF4-FFF2-40B4-BE49-F238E27FC236}">
                <a16:creationId xmlns:a16="http://schemas.microsoft.com/office/drawing/2014/main" id="{A053CD5B-9CC6-6274-26E7-B78394EF2A64}"/>
              </a:ext>
            </a:extLst>
          </p:cNvPr>
          <p:cNvSpPr>
            <a:spLocks noGrp="1"/>
          </p:cNvSpPr>
          <p:nvPr>
            <p:ph type="dt" sz="half" idx="10"/>
          </p:nvPr>
        </p:nvSpPr>
        <p:spPr/>
        <p:txBody>
          <a:bodyPr/>
          <a:lstStyle/>
          <a:p>
            <a:fld id="{D7028FC1-2F1A-441B-B93D-2F901BB6B7C5}" type="datetime1">
              <a:rPr lang="en-GB" smtClean="0"/>
              <a:t>30/07/2025</a:t>
            </a:fld>
            <a:endParaRPr lang="en-GB"/>
          </a:p>
        </p:txBody>
      </p:sp>
      <p:sp>
        <p:nvSpPr>
          <p:cNvPr id="5" name="Slide Number Placeholder 4">
            <a:extLst>
              <a:ext uri="{FF2B5EF4-FFF2-40B4-BE49-F238E27FC236}">
                <a16:creationId xmlns:a16="http://schemas.microsoft.com/office/drawing/2014/main" id="{D356068C-481E-29CD-E07A-39C1BB2BB2EB}"/>
              </a:ext>
            </a:extLst>
          </p:cNvPr>
          <p:cNvSpPr>
            <a:spLocks noGrp="1"/>
          </p:cNvSpPr>
          <p:nvPr>
            <p:ph type="sldNum" sz="quarter" idx="12"/>
          </p:nvPr>
        </p:nvSpPr>
        <p:spPr/>
        <p:txBody>
          <a:bodyPr/>
          <a:lstStyle/>
          <a:p>
            <a:fld id="{E1F53765-4FF0-40A9-A4FE-B27B4CFAA281}" type="slidenum">
              <a:rPr lang="en-GB" smtClean="0"/>
              <a:t>127</a:t>
            </a:fld>
            <a:endParaRPr lang="en-GB"/>
          </a:p>
        </p:txBody>
      </p:sp>
    </p:spTree>
    <p:extLst>
      <p:ext uri="{BB962C8B-B14F-4D97-AF65-F5344CB8AC3E}">
        <p14:creationId xmlns:p14="http://schemas.microsoft.com/office/powerpoint/2010/main" val="242553608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person wearing sunglasses and gloves looking at a computer screen&#10;&#10;Description automatically generated">
            <a:extLst>
              <a:ext uri="{FF2B5EF4-FFF2-40B4-BE49-F238E27FC236}">
                <a16:creationId xmlns:a16="http://schemas.microsoft.com/office/drawing/2014/main" id="{85736AED-80EB-E067-928A-9B9A153B1E95}"/>
              </a:ext>
            </a:extLst>
          </p:cNvPr>
          <p:cNvPicPr>
            <a:picLocks noChangeAspect="1"/>
          </p:cNvPicPr>
          <p:nvPr/>
        </p:nvPicPr>
        <p:blipFill>
          <a:blip r:embed="rId2">
            <a:extLst>
              <a:ext uri="{28A0092B-C50C-407E-A947-70E740481C1C}">
                <a14:useLocalDpi xmlns:a14="http://schemas.microsoft.com/office/drawing/2010/main" val="0"/>
              </a:ext>
            </a:extLst>
          </a:blip>
          <a:srcRect r="444"/>
          <a:stretch/>
        </p:blipFill>
        <p:spPr>
          <a:xfrm>
            <a:off x="20" y="10"/>
            <a:ext cx="12191980" cy="6857990"/>
          </a:xfrm>
          <a:prstGeom prst="rect">
            <a:avLst/>
          </a:prstGeom>
        </p:spPr>
      </p:pic>
      <p:sp>
        <p:nvSpPr>
          <p:cNvPr id="19" name="Rectangle 1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7C85DC7B-CAD6-6817-BB80-1BA146F6A7F5}"/>
              </a:ext>
            </a:extLst>
          </p:cNvPr>
          <p:cNvSpPr>
            <a:spLocks noGrp="1"/>
          </p:cNvSpPr>
          <p:nvPr>
            <p:ph type="title"/>
          </p:nvPr>
        </p:nvSpPr>
        <p:spPr>
          <a:xfrm>
            <a:off x="523875" y="425950"/>
            <a:ext cx="11210925" cy="744836"/>
          </a:xfrm>
        </p:spPr>
        <p:txBody>
          <a:bodyPr>
            <a:noAutofit/>
          </a:bodyPr>
          <a:lstStyle/>
          <a:p>
            <a:pPr algn="ctr"/>
            <a:r>
              <a:rPr lang="en-GB" sz="6600" b="1" dirty="0">
                <a:solidFill>
                  <a:schemeClr val="tx1">
                    <a:lumMod val="85000"/>
                    <a:lumOff val="15000"/>
                  </a:schemeClr>
                </a:solidFill>
              </a:rPr>
              <a:t>THANKYOU</a:t>
            </a:r>
          </a:p>
        </p:txBody>
      </p:sp>
      <p:cxnSp>
        <p:nvCxnSpPr>
          <p:cNvPr id="20" name="Straight Connector 19">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A133A1B7-6B74-079A-AD7D-4424CD406F72}"/>
              </a:ext>
            </a:extLst>
          </p:cNvPr>
          <p:cNvSpPr>
            <a:spLocks noGrp="1"/>
          </p:cNvSpPr>
          <p:nvPr>
            <p:ph type="dt" sz="half" idx="10"/>
          </p:nvPr>
        </p:nvSpPr>
        <p:spPr>
          <a:xfrm>
            <a:off x="838200" y="6356350"/>
            <a:ext cx="2743200" cy="365125"/>
          </a:xfrm>
        </p:spPr>
        <p:txBody>
          <a:bodyPr>
            <a:normAutofit/>
          </a:bodyPr>
          <a:lstStyle/>
          <a:p>
            <a:pPr>
              <a:spcAft>
                <a:spcPts val="600"/>
              </a:spcAft>
            </a:pPr>
            <a:fld id="{D7028FC1-2F1A-441B-B93D-2F901BB6B7C5}" type="datetime1">
              <a:rPr lang="en-GB">
                <a:solidFill>
                  <a:srgbClr val="FFFFFF"/>
                </a:solidFill>
              </a:rPr>
              <a:pPr>
                <a:spcAft>
                  <a:spcPts val="600"/>
                </a:spcAft>
              </a:pPr>
              <a:t>30/07/2025</a:t>
            </a:fld>
            <a:endParaRPr lang="en-GB">
              <a:solidFill>
                <a:srgbClr val="FFFFFF"/>
              </a:solidFill>
            </a:endParaRPr>
          </a:p>
        </p:txBody>
      </p:sp>
      <p:sp>
        <p:nvSpPr>
          <p:cNvPr id="5" name="Slide Number Placeholder 4">
            <a:extLst>
              <a:ext uri="{FF2B5EF4-FFF2-40B4-BE49-F238E27FC236}">
                <a16:creationId xmlns:a16="http://schemas.microsoft.com/office/drawing/2014/main" id="{FF7E6CAF-19BC-BFD5-5080-8DAA909CFECB}"/>
              </a:ext>
            </a:extLst>
          </p:cNvPr>
          <p:cNvSpPr>
            <a:spLocks noGrp="1"/>
          </p:cNvSpPr>
          <p:nvPr>
            <p:ph type="sldNum" sz="quarter" idx="12"/>
          </p:nvPr>
        </p:nvSpPr>
        <p:spPr>
          <a:xfrm>
            <a:off x="8610600" y="6356350"/>
            <a:ext cx="2743200" cy="365125"/>
          </a:xfrm>
        </p:spPr>
        <p:txBody>
          <a:bodyPr>
            <a:normAutofit/>
          </a:bodyPr>
          <a:lstStyle/>
          <a:p>
            <a:pPr>
              <a:spcAft>
                <a:spcPts val="600"/>
              </a:spcAft>
            </a:pPr>
            <a:fld id="{E1F53765-4FF0-40A9-A4FE-B27B4CFAA281}" type="slidenum">
              <a:rPr lang="en-GB">
                <a:solidFill>
                  <a:srgbClr val="FFFFFF"/>
                </a:solidFill>
              </a:rPr>
              <a:pPr>
                <a:spcAft>
                  <a:spcPts val="600"/>
                </a:spcAft>
              </a:pPr>
              <a:t>128</a:t>
            </a:fld>
            <a:endParaRPr lang="en-GB">
              <a:solidFill>
                <a:srgbClr val="FFFFFF"/>
              </a:solidFill>
            </a:endParaRPr>
          </a:p>
        </p:txBody>
      </p:sp>
    </p:spTree>
    <p:extLst>
      <p:ext uri="{BB962C8B-B14F-4D97-AF65-F5344CB8AC3E}">
        <p14:creationId xmlns:p14="http://schemas.microsoft.com/office/powerpoint/2010/main" val="21766126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9030</TotalTime>
  <Words>9259</Words>
  <Application>Microsoft Office PowerPoint</Application>
  <PresentationFormat>Widescreen</PresentationFormat>
  <Paragraphs>839</Paragraphs>
  <Slides>128</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128</vt:i4>
      </vt:variant>
    </vt:vector>
  </HeadingPairs>
  <TitlesOfParts>
    <vt:vector size="142" baseType="lpstr">
      <vt:lpstr>Aptos</vt:lpstr>
      <vt:lpstr>Aptos Display</vt:lpstr>
      <vt:lpstr>Arial</vt:lpstr>
      <vt:lpstr>Calibri</vt:lpstr>
      <vt:lpstr>Cambria</vt:lpstr>
      <vt:lpstr>CourierNewPSMT</vt:lpstr>
      <vt:lpstr>Google Sans</vt:lpstr>
      <vt:lpstr>Open Sans</vt:lpstr>
      <vt:lpstr>SymbolMT</vt:lpstr>
      <vt:lpstr>Times New Roman</vt:lpstr>
      <vt:lpstr>TimesNewRomanPS-BoldMT</vt:lpstr>
      <vt:lpstr>TimesNewRomanPSMT</vt:lpstr>
      <vt:lpstr>Wingdings</vt:lpstr>
      <vt:lpstr>Office Theme</vt:lpstr>
      <vt:lpstr>MCN401: INDUSTRIAL SAFETY ENGINEERING</vt:lpstr>
      <vt:lpstr>SYLLABUS</vt:lpstr>
      <vt:lpstr>INTRODUCTION</vt:lpstr>
      <vt:lpstr>PowerPoint Presentation</vt:lpstr>
      <vt:lpstr>What is industrial safety?</vt:lpstr>
      <vt:lpstr>OBJECTIVES OF INDUSTRIAL SAFETY ENGIEERING</vt:lpstr>
      <vt:lpstr>SAFETY MANAGEMENT</vt:lpstr>
      <vt:lpstr>NEED FOR SAFETY</vt:lpstr>
      <vt:lpstr>PowerPoint Presentation</vt:lpstr>
      <vt:lpstr>NEED FOR SAFETY</vt:lpstr>
      <vt:lpstr>FOUR E’s OF SAFETY</vt:lpstr>
      <vt:lpstr>SAFETY &amp; PRODUCTIVITY</vt:lpstr>
      <vt:lpstr>SAFETY AND PRODUCTIVITY</vt:lpstr>
      <vt:lpstr>Productive workplace offers a wide range of benefits to the company, employer, and employees: </vt:lpstr>
      <vt:lpstr>The Three Pillars:                                         </vt:lpstr>
      <vt:lpstr>SAFETY</vt:lpstr>
      <vt:lpstr>QUALITY</vt:lpstr>
      <vt:lpstr>PRODUCTIVITY</vt:lpstr>
      <vt:lpstr>Safe environments minimize lost working hours </vt:lpstr>
      <vt:lpstr>Safety culture at work makes for engaged employees </vt:lpstr>
      <vt:lpstr>Safety information and education </vt:lpstr>
      <vt:lpstr>Safe work practices and safe job procedures </vt:lpstr>
      <vt:lpstr>Safe employees are happier and engaged in their work </vt:lpstr>
      <vt:lpstr>Productivity And Safety: Two Sides Of The Same Coin </vt:lpstr>
      <vt:lpstr>ACCIDENT</vt:lpstr>
      <vt:lpstr>INDUSTRIAL ACCIDENTS</vt:lpstr>
      <vt:lpstr>PowerPoint Presentation</vt:lpstr>
      <vt:lpstr>ACCIDENT</vt:lpstr>
      <vt:lpstr>CAUSES OF ACCIDENTS</vt:lpstr>
      <vt:lpstr>PowerPoint Presentation</vt:lpstr>
      <vt:lpstr>INJURY</vt:lpstr>
      <vt:lpstr>PowerPoint Presentation</vt:lpstr>
      <vt:lpstr>PowerPoint Presentation</vt:lpstr>
      <vt:lpstr>WHY DO ACCIDENTS HAPPEN??</vt:lpstr>
      <vt:lpstr>UNSAFE ACTS AND CONDITIONS</vt:lpstr>
      <vt:lpstr>PowerPoint Presentation</vt:lpstr>
      <vt:lpstr>UNSAFE ACT</vt:lpstr>
      <vt:lpstr>HOW TO PREVENT UNSAFE ACTS</vt:lpstr>
      <vt:lpstr>UNSAFE CONDITION</vt:lpstr>
      <vt:lpstr>HOW TO PREVENT UNSAFE CONDITIONS</vt:lpstr>
      <vt:lpstr>PowerPoint Presentation</vt:lpstr>
      <vt:lpstr>DANGEROUS OCCURANCE</vt:lpstr>
      <vt:lpstr>PowerPoint Presentation</vt:lpstr>
      <vt:lpstr>DANGEROUS OCCURANCE  INCLUDES:</vt:lpstr>
      <vt:lpstr>CATEGORIES OF ACCIDENTS OF ACCIDENTS</vt:lpstr>
      <vt:lpstr>PowerPoint Presentation</vt:lpstr>
      <vt:lpstr>REPORTABLE ACCIDENTS</vt:lpstr>
      <vt:lpstr>PowerPoint Presentation</vt:lpstr>
      <vt:lpstr>Serious Injury or Fatality: REPORTABLE ACCIDENTS </vt:lpstr>
      <vt:lpstr>THEORIES OF ACCIDENT CAUSATION</vt:lpstr>
      <vt:lpstr>PowerPoint Presentation</vt:lpstr>
      <vt:lpstr>THE DOMINO THEORY</vt:lpstr>
      <vt:lpstr>PowerPoint Presentation</vt:lpstr>
      <vt:lpstr>PowerPoint Presentation</vt:lpstr>
      <vt:lpstr> Heinrich’s Axioms of Industrial Safety  </vt:lpstr>
      <vt:lpstr>The process…..</vt:lpstr>
      <vt:lpstr>Heinrich’s Domino Theory — Critical Issues</vt:lpstr>
      <vt:lpstr>Corrective action sequence</vt:lpstr>
      <vt:lpstr>2. Human Factors Theory </vt:lpstr>
      <vt:lpstr>PowerPoint Presentation</vt:lpstr>
      <vt:lpstr>i. Overload</vt:lpstr>
      <vt:lpstr>ii. Inappropriate Response and Incompatibility</vt:lpstr>
      <vt:lpstr>iii. Inappropriate activities </vt:lpstr>
      <vt:lpstr>PowerPoint Presentation</vt:lpstr>
      <vt:lpstr>3.ACCIDENT/INCIDENT THEORY</vt:lpstr>
      <vt:lpstr>Basic elements</vt:lpstr>
      <vt:lpstr>SOME WAYS THAT SYSTEMS FAIL -</vt:lpstr>
      <vt:lpstr>PowerPoint Presentation</vt:lpstr>
      <vt:lpstr>4. EPIDEMIOLOGICAL THEORY </vt:lpstr>
      <vt:lpstr>PowerPoint Presentation</vt:lpstr>
      <vt:lpstr>Key components</vt:lpstr>
      <vt:lpstr>KEY COMPONENTS</vt:lpstr>
      <vt:lpstr>PowerPoint Presentation</vt:lpstr>
      <vt:lpstr>ACCIDENT THEORY EMPHASIS:</vt:lpstr>
      <vt:lpstr>5. SYSTEMS THEORY</vt:lpstr>
      <vt:lpstr>PowerPoint Presentation</vt:lpstr>
      <vt:lpstr>Feedback loop</vt:lpstr>
      <vt:lpstr>PowerPoint Presentation</vt:lpstr>
      <vt:lpstr>PowerPoint Presentation</vt:lpstr>
      <vt:lpstr>6. ENERGY RELEASE THEORY/ ENERGY TRANSFER  THEORY</vt:lpstr>
      <vt:lpstr>PowerPoint Presentation</vt:lpstr>
      <vt:lpstr>KEY COMPONENTS </vt:lpstr>
      <vt:lpstr>TYPES OF ENERGY RELEASE </vt:lpstr>
      <vt:lpstr>PowerPoint Presentation</vt:lpstr>
      <vt:lpstr>PowerPoint Presentation</vt:lpstr>
      <vt:lpstr>7. BEHAVIOUR THEORY</vt:lpstr>
      <vt:lpstr>PowerPoint Presentation</vt:lpstr>
      <vt:lpstr>KEY COMPONENTS</vt:lpstr>
      <vt:lpstr>PowerPoint Presentation</vt:lpstr>
      <vt:lpstr>PowerPoint Presentation</vt:lpstr>
      <vt:lpstr>PowerPoint Presentation</vt:lpstr>
      <vt:lpstr>PowerPoint Presentation</vt:lpstr>
      <vt:lpstr>PowerPoint Presentation</vt:lpstr>
      <vt:lpstr>PowerPoint Presentation</vt:lpstr>
      <vt:lpstr>Types of Safety Organization</vt:lpstr>
      <vt:lpstr>PowerPoint Presentation</vt:lpstr>
      <vt:lpstr>PowerPoint Presentation</vt:lpstr>
      <vt:lpstr>Types of Safety Organization</vt:lpstr>
      <vt:lpstr>PowerPoint Presentation</vt:lpstr>
      <vt:lpstr>Merits of  Staff Organization </vt:lpstr>
      <vt:lpstr>PowerPoint Presentation</vt:lpstr>
      <vt:lpstr>FUNCTIONS &amp; DUTIES OF SAFETY ORGANIZATION</vt:lpstr>
      <vt:lpstr>Role of management in safety</vt:lpstr>
      <vt:lpstr>Role of supervisors in safety</vt:lpstr>
      <vt:lpstr>Role of supervisors in safety</vt:lpstr>
      <vt:lpstr> Role of workmen in Safety</vt:lpstr>
      <vt:lpstr>Role of unions  in Safety </vt:lpstr>
      <vt:lpstr>Role of Government in safety</vt:lpstr>
      <vt:lpstr>Role of Government in safety</vt:lpstr>
      <vt:lpstr>SAFETY POLICY</vt:lpstr>
      <vt:lpstr>SAFETY POLICY</vt:lpstr>
      <vt:lpstr>SAFETY POLICY</vt:lpstr>
      <vt:lpstr>PowerPoint Presentation</vt:lpstr>
      <vt:lpstr>Safety officer</vt:lpstr>
      <vt:lpstr>PowerPoint Presentation</vt:lpstr>
      <vt:lpstr>PowerPoint Presentation</vt:lpstr>
      <vt:lpstr>PowerPoint Presentation</vt:lpstr>
      <vt:lpstr>PowerPoint Presentation</vt:lpstr>
      <vt:lpstr>The Importance of Establishing a safety committee</vt:lpstr>
      <vt:lpstr>Functions and duties of a safety committee</vt:lpstr>
      <vt:lpstr>TYPES OF SAFETY COMMITTEE</vt:lpstr>
      <vt:lpstr>TYPES OF SAFETY COMMITTEE</vt:lpstr>
      <vt:lpstr>Safety features laid down by Indian Standards Institute:</vt:lpstr>
      <vt:lpstr>GENERAL FUNCTIONS WITH OBJECTIVES AND DUTY OF SAFETY COMMITTEE</vt:lpstr>
      <vt:lpstr>PowerPoint Presentation</vt:lpstr>
      <vt:lpstr>PowerPoint Presentation</vt:lpstr>
      <vt:lpstr>PowerPoint Presentation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Devina Vipinan</cp:lastModifiedBy>
  <cp:revision>66</cp:revision>
  <dcterms:created xsi:type="dcterms:W3CDTF">2024-07-16T15:05:16Z</dcterms:created>
  <dcterms:modified xsi:type="dcterms:W3CDTF">2025-07-30T08:52:31Z</dcterms:modified>
</cp:coreProperties>
</file>