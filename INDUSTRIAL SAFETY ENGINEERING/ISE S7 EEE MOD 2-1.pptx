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5.jpg" ContentType="image/jpg"/>
  <Override PartName="/ppt/media/image91.jpg" ContentType="image/jpg"/>
  <Override PartName="/ppt/media/image92.jpg" ContentType="image/jpg"/>
  <Override PartName="/ppt/media/image93.jpg" ContentType="image/jpg"/>
  <Override PartName="/ppt/media/image94.jpg" ContentType="image/jp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123.jpg" ContentType="image/jpg"/>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media/image138.jpg" ContentType="image/jpg"/>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media/image139.jpg" ContentType="image/jpg"/>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1"/>
  </p:notesMasterIdLst>
  <p:sldIdLst>
    <p:sldId id="258" r:id="rId2"/>
    <p:sldId id="257" r:id="rId3"/>
    <p:sldId id="259" r:id="rId4"/>
    <p:sldId id="262" r:id="rId5"/>
    <p:sldId id="265" r:id="rId6"/>
    <p:sldId id="380" r:id="rId7"/>
    <p:sldId id="263" r:id="rId8"/>
    <p:sldId id="264" r:id="rId9"/>
    <p:sldId id="348" r:id="rId10"/>
    <p:sldId id="349" r:id="rId11"/>
    <p:sldId id="350" r:id="rId12"/>
    <p:sldId id="381" r:id="rId13"/>
    <p:sldId id="267" r:id="rId14"/>
    <p:sldId id="397" r:id="rId15"/>
    <p:sldId id="351" r:id="rId16"/>
    <p:sldId id="390" r:id="rId17"/>
    <p:sldId id="391" r:id="rId18"/>
    <p:sldId id="394" r:id="rId19"/>
    <p:sldId id="395" r:id="rId20"/>
    <p:sldId id="396" r:id="rId21"/>
    <p:sldId id="398" r:id="rId22"/>
    <p:sldId id="399" r:id="rId23"/>
    <p:sldId id="400" r:id="rId24"/>
    <p:sldId id="353" r:id="rId25"/>
    <p:sldId id="392" r:id="rId26"/>
    <p:sldId id="393" r:id="rId27"/>
    <p:sldId id="354" r:id="rId28"/>
    <p:sldId id="356" r:id="rId29"/>
    <p:sldId id="355" r:id="rId30"/>
    <p:sldId id="266" r:id="rId31"/>
    <p:sldId id="357" r:id="rId32"/>
    <p:sldId id="361" r:id="rId33"/>
    <p:sldId id="269" r:id="rId34"/>
    <p:sldId id="403" r:id="rId35"/>
    <p:sldId id="271" r:id="rId36"/>
    <p:sldId id="272" r:id="rId37"/>
    <p:sldId id="401" r:id="rId38"/>
    <p:sldId id="402" r:id="rId39"/>
    <p:sldId id="359" r:id="rId40"/>
    <p:sldId id="360" r:id="rId41"/>
    <p:sldId id="358" r:id="rId42"/>
    <p:sldId id="273" r:id="rId43"/>
    <p:sldId id="274" r:id="rId44"/>
    <p:sldId id="275" r:id="rId45"/>
    <p:sldId id="276" r:id="rId46"/>
    <p:sldId id="404" r:id="rId47"/>
    <p:sldId id="382" r:id="rId48"/>
    <p:sldId id="383" r:id="rId49"/>
    <p:sldId id="384" r:id="rId50"/>
    <p:sldId id="385" r:id="rId51"/>
    <p:sldId id="386" r:id="rId52"/>
    <p:sldId id="387" r:id="rId53"/>
    <p:sldId id="389" r:id="rId54"/>
    <p:sldId id="362" r:id="rId55"/>
    <p:sldId id="364" r:id="rId56"/>
    <p:sldId id="367" r:id="rId57"/>
    <p:sldId id="370" r:id="rId58"/>
    <p:sldId id="372" r:id="rId59"/>
    <p:sldId id="277" r:id="rId60"/>
    <p:sldId id="279" r:id="rId61"/>
    <p:sldId id="376" r:id="rId62"/>
    <p:sldId id="280" r:id="rId63"/>
    <p:sldId id="281" r:id="rId64"/>
    <p:sldId id="375" r:id="rId65"/>
    <p:sldId id="377" r:id="rId66"/>
    <p:sldId id="378" r:id="rId67"/>
    <p:sldId id="260" r:id="rId68"/>
    <p:sldId id="405" r:id="rId69"/>
    <p:sldId id="283" r:id="rId70"/>
    <p:sldId id="284" r:id="rId71"/>
    <p:sldId id="285" r:id="rId72"/>
    <p:sldId id="286" r:id="rId73"/>
    <p:sldId id="287" r:id="rId74"/>
    <p:sldId id="288" r:id="rId75"/>
    <p:sldId id="289" r:id="rId76"/>
    <p:sldId id="290" r:id="rId77"/>
    <p:sldId id="407" r:id="rId78"/>
    <p:sldId id="291" r:id="rId79"/>
    <p:sldId id="292" r:id="rId80"/>
    <p:sldId id="293" r:id="rId81"/>
    <p:sldId id="406" r:id="rId82"/>
    <p:sldId id="408" r:id="rId83"/>
    <p:sldId id="295" r:id="rId84"/>
    <p:sldId id="409" r:id="rId85"/>
    <p:sldId id="411" r:id="rId86"/>
    <p:sldId id="410" r:id="rId87"/>
    <p:sldId id="296" r:id="rId88"/>
    <p:sldId id="297" r:id="rId89"/>
    <p:sldId id="298" r:id="rId90"/>
    <p:sldId id="412" r:id="rId91"/>
    <p:sldId id="299" r:id="rId92"/>
    <p:sldId id="413" r:id="rId93"/>
    <p:sldId id="300" r:id="rId94"/>
    <p:sldId id="301" r:id="rId95"/>
    <p:sldId id="302" r:id="rId96"/>
    <p:sldId id="303" r:id="rId97"/>
    <p:sldId id="304" r:id="rId98"/>
    <p:sldId id="414" r:id="rId99"/>
    <p:sldId id="305" r:id="rId100"/>
    <p:sldId id="306" r:id="rId101"/>
    <p:sldId id="415" r:id="rId102"/>
    <p:sldId id="308" r:id="rId103"/>
    <p:sldId id="309" r:id="rId104"/>
    <p:sldId id="310" r:id="rId105"/>
    <p:sldId id="311" r:id="rId106"/>
    <p:sldId id="416" r:id="rId107"/>
    <p:sldId id="417" r:id="rId108"/>
    <p:sldId id="418" r:id="rId109"/>
    <p:sldId id="312" r:id="rId110"/>
    <p:sldId id="313" r:id="rId111"/>
    <p:sldId id="314" r:id="rId112"/>
    <p:sldId id="419" r:id="rId113"/>
    <p:sldId id="315" r:id="rId114"/>
    <p:sldId id="424" r:id="rId115"/>
    <p:sldId id="316" r:id="rId116"/>
    <p:sldId id="317" r:id="rId117"/>
    <p:sldId id="421" r:id="rId118"/>
    <p:sldId id="318" r:id="rId119"/>
    <p:sldId id="422" r:id="rId120"/>
    <p:sldId id="319" r:id="rId121"/>
    <p:sldId id="320" r:id="rId122"/>
    <p:sldId id="321" r:id="rId123"/>
    <p:sldId id="322" r:id="rId124"/>
    <p:sldId id="323" r:id="rId125"/>
    <p:sldId id="324" r:id="rId126"/>
    <p:sldId id="325" r:id="rId127"/>
    <p:sldId id="326" r:id="rId128"/>
    <p:sldId id="327" r:id="rId129"/>
    <p:sldId id="328"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18.sv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svg"/><Relationship Id="rId1" Type="http://schemas.openxmlformats.org/officeDocument/2006/relationships/image" Target="../media/image111.png"/><Relationship Id="rId6" Type="http://schemas.openxmlformats.org/officeDocument/2006/relationships/image" Target="../media/image116.svg"/><Relationship Id="rId5" Type="http://schemas.openxmlformats.org/officeDocument/2006/relationships/image" Target="../media/image115.png"/><Relationship Id="rId10" Type="http://schemas.openxmlformats.org/officeDocument/2006/relationships/image" Target="../media/image120.svg"/><Relationship Id="rId4" Type="http://schemas.openxmlformats.org/officeDocument/2006/relationships/image" Target="../media/image114.svg"/><Relationship Id="rId9" Type="http://schemas.openxmlformats.org/officeDocument/2006/relationships/image" Target="../media/image119.png"/></Relationships>
</file>

<file path=ppt/diagrams/_rels/data5.xml.rels><?xml version="1.0" encoding="UTF-8" standalone="yes"?>
<Relationships xmlns="http://schemas.openxmlformats.org/package/2006/relationships"><Relationship Id="rId8" Type="http://schemas.openxmlformats.org/officeDocument/2006/relationships/image" Target="../media/image155.sv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image" Target="../media/image149.svg"/><Relationship Id="rId1" Type="http://schemas.openxmlformats.org/officeDocument/2006/relationships/image" Target="../media/image148.png"/><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image" Target="../media/image15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8.sv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svg"/><Relationship Id="rId1" Type="http://schemas.openxmlformats.org/officeDocument/2006/relationships/image" Target="../media/image111.png"/><Relationship Id="rId6" Type="http://schemas.openxmlformats.org/officeDocument/2006/relationships/image" Target="../media/image116.svg"/><Relationship Id="rId5" Type="http://schemas.openxmlformats.org/officeDocument/2006/relationships/image" Target="../media/image115.png"/><Relationship Id="rId10" Type="http://schemas.openxmlformats.org/officeDocument/2006/relationships/image" Target="../media/image120.svg"/><Relationship Id="rId4" Type="http://schemas.openxmlformats.org/officeDocument/2006/relationships/image" Target="../media/image114.svg"/><Relationship Id="rId9" Type="http://schemas.openxmlformats.org/officeDocument/2006/relationships/image" Target="../media/image119.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55.sv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image" Target="../media/image149.svg"/><Relationship Id="rId1" Type="http://schemas.openxmlformats.org/officeDocument/2006/relationships/image" Target="../media/image148.png"/><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image" Target="../media/image15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367D80-F127-4325-A9BB-8A81B144A6DE}"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3076BCD-955B-42DC-8823-EE8ECB2F7B8B}">
      <dgm:prSet custT="1"/>
      <dgm:spPr/>
      <dgm:t>
        <a:bodyPr/>
        <a:lstStyle/>
        <a:p>
          <a:r>
            <a:rPr lang="en-GB" sz="2000" b="1" i="0" dirty="0"/>
            <a:t>5S is a Lean method intended to implement order in the workplace.</a:t>
          </a:r>
          <a:endParaRPr lang="en-US" sz="2000" dirty="0"/>
        </a:p>
      </dgm:t>
    </dgm:pt>
    <dgm:pt modelId="{D7157634-A69D-4B06-9471-C63A4CC0C6F8}" type="parTrans" cxnId="{3B7028EB-32D8-4EF4-91DB-3883C31D09E9}">
      <dgm:prSet/>
      <dgm:spPr/>
      <dgm:t>
        <a:bodyPr/>
        <a:lstStyle/>
        <a:p>
          <a:endParaRPr lang="en-US"/>
        </a:p>
      </dgm:t>
    </dgm:pt>
    <dgm:pt modelId="{6E05A61F-B372-4CDB-8669-4751FD6C0600}" type="sibTrans" cxnId="{3B7028EB-32D8-4EF4-91DB-3883C31D09E9}">
      <dgm:prSet custT="1"/>
      <dgm:spPr/>
      <dgm:t>
        <a:bodyPr/>
        <a:lstStyle/>
        <a:p>
          <a:endParaRPr lang="en-US" sz="2000"/>
        </a:p>
      </dgm:t>
    </dgm:pt>
    <dgm:pt modelId="{F2E69338-4521-4996-967D-F3A52A41E590}">
      <dgm:prSet custT="1"/>
      <dgm:spPr/>
      <dgm:t>
        <a:bodyPr/>
        <a:lstStyle/>
        <a:p>
          <a:r>
            <a:rPr lang="en-GB" sz="2000" b="0" i="0"/>
            <a:t>The goal of 5S is to improve efficiency by eliminating various wastes, including the waste of motion and time spent looking for tools, materials or information.</a:t>
          </a:r>
          <a:endParaRPr lang="en-US" sz="2000"/>
        </a:p>
      </dgm:t>
    </dgm:pt>
    <dgm:pt modelId="{8AE36D12-F3B1-4C49-8CAB-83CB84A12A7A}" type="parTrans" cxnId="{A6322363-CE96-409C-B1C8-2520DA9C6543}">
      <dgm:prSet/>
      <dgm:spPr/>
      <dgm:t>
        <a:bodyPr/>
        <a:lstStyle/>
        <a:p>
          <a:endParaRPr lang="en-US"/>
        </a:p>
      </dgm:t>
    </dgm:pt>
    <dgm:pt modelId="{6CD99AF1-1AD9-455D-A6CB-98DF05AD6075}" type="sibTrans" cxnId="{A6322363-CE96-409C-B1C8-2520DA9C6543}">
      <dgm:prSet custT="1"/>
      <dgm:spPr/>
      <dgm:t>
        <a:bodyPr/>
        <a:lstStyle/>
        <a:p>
          <a:endParaRPr lang="en-US" sz="2000"/>
        </a:p>
      </dgm:t>
    </dgm:pt>
    <dgm:pt modelId="{98288BD9-6747-41B9-9FC8-A3903FE7D880}">
      <dgm:prSet custT="1"/>
      <dgm:spPr/>
      <dgm:t>
        <a:bodyPr/>
        <a:lstStyle/>
        <a:p>
          <a:r>
            <a:rPr lang="en-GB" sz="2000" b="0" i="0"/>
            <a:t>Other benefits include improved safety and morale due to a more effective work environment.</a:t>
          </a:r>
          <a:endParaRPr lang="en-US" sz="2000"/>
        </a:p>
      </dgm:t>
    </dgm:pt>
    <dgm:pt modelId="{5CA952DE-43D7-4C26-8224-AA9B627599C8}" type="parTrans" cxnId="{94C59C60-527E-4C5F-A9CC-0C07BB82BCA4}">
      <dgm:prSet/>
      <dgm:spPr/>
      <dgm:t>
        <a:bodyPr/>
        <a:lstStyle/>
        <a:p>
          <a:endParaRPr lang="en-US"/>
        </a:p>
      </dgm:t>
    </dgm:pt>
    <dgm:pt modelId="{1314D116-2295-498B-BF10-DD0C215E7283}" type="sibTrans" cxnId="{94C59C60-527E-4C5F-A9CC-0C07BB82BCA4}">
      <dgm:prSet/>
      <dgm:spPr/>
      <dgm:t>
        <a:bodyPr/>
        <a:lstStyle/>
        <a:p>
          <a:endParaRPr lang="en-US"/>
        </a:p>
      </dgm:t>
    </dgm:pt>
    <dgm:pt modelId="{9579AF70-BCC0-4D3E-B5A7-51268313269D}" type="pres">
      <dgm:prSet presAssocID="{75367D80-F127-4325-A9BB-8A81B144A6DE}" presName="outerComposite" presStyleCnt="0">
        <dgm:presLayoutVars>
          <dgm:chMax val="5"/>
          <dgm:dir/>
          <dgm:resizeHandles val="exact"/>
        </dgm:presLayoutVars>
      </dgm:prSet>
      <dgm:spPr/>
    </dgm:pt>
    <dgm:pt modelId="{1E832D24-6FD8-434D-82E6-980EAF109677}" type="pres">
      <dgm:prSet presAssocID="{75367D80-F127-4325-A9BB-8A81B144A6DE}" presName="dummyMaxCanvas" presStyleCnt="0">
        <dgm:presLayoutVars/>
      </dgm:prSet>
      <dgm:spPr/>
    </dgm:pt>
    <dgm:pt modelId="{ED11BD6B-F10B-4BE5-AADF-4958F0EADCEB}" type="pres">
      <dgm:prSet presAssocID="{75367D80-F127-4325-A9BB-8A81B144A6DE}" presName="ThreeNodes_1" presStyleLbl="node1" presStyleIdx="0" presStyleCnt="3" custLinFactNeighborX="-4171" custLinFactNeighborY="-37268">
        <dgm:presLayoutVars>
          <dgm:bulletEnabled val="1"/>
        </dgm:presLayoutVars>
      </dgm:prSet>
      <dgm:spPr/>
    </dgm:pt>
    <dgm:pt modelId="{45E7FB4B-3E9A-4307-9705-9EE77F92EA2B}" type="pres">
      <dgm:prSet presAssocID="{75367D80-F127-4325-A9BB-8A81B144A6DE}" presName="ThreeNodes_2" presStyleLbl="node1" presStyleIdx="1" presStyleCnt="3">
        <dgm:presLayoutVars>
          <dgm:bulletEnabled val="1"/>
        </dgm:presLayoutVars>
      </dgm:prSet>
      <dgm:spPr/>
    </dgm:pt>
    <dgm:pt modelId="{2946384C-D390-4A6D-9C4D-B1D8B49673EF}" type="pres">
      <dgm:prSet presAssocID="{75367D80-F127-4325-A9BB-8A81B144A6DE}" presName="ThreeNodes_3" presStyleLbl="node1" presStyleIdx="2" presStyleCnt="3">
        <dgm:presLayoutVars>
          <dgm:bulletEnabled val="1"/>
        </dgm:presLayoutVars>
      </dgm:prSet>
      <dgm:spPr/>
    </dgm:pt>
    <dgm:pt modelId="{CDF4CAF7-C5B6-4089-B01E-26D1F894C558}" type="pres">
      <dgm:prSet presAssocID="{75367D80-F127-4325-A9BB-8A81B144A6DE}" presName="ThreeConn_1-2" presStyleLbl="fgAccFollowNode1" presStyleIdx="0" presStyleCnt="2">
        <dgm:presLayoutVars>
          <dgm:bulletEnabled val="1"/>
        </dgm:presLayoutVars>
      </dgm:prSet>
      <dgm:spPr/>
    </dgm:pt>
    <dgm:pt modelId="{67F277E4-DE20-499E-84DA-FA465D8531CB}" type="pres">
      <dgm:prSet presAssocID="{75367D80-F127-4325-A9BB-8A81B144A6DE}" presName="ThreeConn_2-3" presStyleLbl="fgAccFollowNode1" presStyleIdx="1" presStyleCnt="2">
        <dgm:presLayoutVars>
          <dgm:bulletEnabled val="1"/>
        </dgm:presLayoutVars>
      </dgm:prSet>
      <dgm:spPr/>
    </dgm:pt>
    <dgm:pt modelId="{6083AFE2-B0F2-4A37-88EB-703D9BE628F0}" type="pres">
      <dgm:prSet presAssocID="{75367D80-F127-4325-A9BB-8A81B144A6DE}" presName="ThreeNodes_1_text" presStyleLbl="node1" presStyleIdx="2" presStyleCnt="3">
        <dgm:presLayoutVars>
          <dgm:bulletEnabled val="1"/>
        </dgm:presLayoutVars>
      </dgm:prSet>
      <dgm:spPr/>
    </dgm:pt>
    <dgm:pt modelId="{62622B7A-6F09-4296-8C81-7DBAA12F5163}" type="pres">
      <dgm:prSet presAssocID="{75367D80-F127-4325-A9BB-8A81B144A6DE}" presName="ThreeNodes_2_text" presStyleLbl="node1" presStyleIdx="2" presStyleCnt="3">
        <dgm:presLayoutVars>
          <dgm:bulletEnabled val="1"/>
        </dgm:presLayoutVars>
      </dgm:prSet>
      <dgm:spPr/>
    </dgm:pt>
    <dgm:pt modelId="{9EF5C3E2-8EFF-46E9-BE6B-62AF3FDC37E0}" type="pres">
      <dgm:prSet presAssocID="{75367D80-F127-4325-A9BB-8A81B144A6DE}" presName="ThreeNodes_3_text" presStyleLbl="node1" presStyleIdx="2" presStyleCnt="3">
        <dgm:presLayoutVars>
          <dgm:bulletEnabled val="1"/>
        </dgm:presLayoutVars>
      </dgm:prSet>
      <dgm:spPr/>
    </dgm:pt>
  </dgm:ptLst>
  <dgm:cxnLst>
    <dgm:cxn modelId="{FACA9800-49C1-4B25-A4CA-3EB558A07C4B}" type="presOf" srcId="{98288BD9-6747-41B9-9FC8-A3903FE7D880}" destId="{2946384C-D390-4A6D-9C4D-B1D8B49673EF}" srcOrd="0" destOrd="0" presId="urn:microsoft.com/office/officeart/2005/8/layout/vProcess5"/>
    <dgm:cxn modelId="{17ADBA16-6F1D-4F2D-84F4-97F015983E36}" type="presOf" srcId="{83076BCD-955B-42DC-8823-EE8ECB2F7B8B}" destId="{ED11BD6B-F10B-4BE5-AADF-4958F0EADCEB}" srcOrd="0" destOrd="0" presId="urn:microsoft.com/office/officeart/2005/8/layout/vProcess5"/>
    <dgm:cxn modelId="{26B35E1B-ACF0-417C-9D7A-92102535DF38}" type="presOf" srcId="{F2E69338-4521-4996-967D-F3A52A41E590}" destId="{62622B7A-6F09-4296-8C81-7DBAA12F5163}" srcOrd="1" destOrd="0" presId="urn:microsoft.com/office/officeart/2005/8/layout/vProcess5"/>
    <dgm:cxn modelId="{D45FEA3A-167F-46DE-9B1D-11C2E4372EBB}" type="presOf" srcId="{F2E69338-4521-4996-967D-F3A52A41E590}" destId="{45E7FB4B-3E9A-4307-9705-9EE77F92EA2B}" srcOrd="0" destOrd="0" presId="urn:microsoft.com/office/officeart/2005/8/layout/vProcess5"/>
    <dgm:cxn modelId="{94C59C60-527E-4C5F-A9CC-0C07BB82BCA4}" srcId="{75367D80-F127-4325-A9BB-8A81B144A6DE}" destId="{98288BD9-6747-41B9-9FC8-A3903FE7D880}" srcOrd="2" destOrd="0" parTransId="{5CA952DE-43D7-4C26-8224-AA9B627599C8}" sibTransId="{1314D116-2295-498B-BF10-DD0C215E7283}"/>
    <dgm:cxn modelId="{D0096062-5A17-4664-8329-9E0F9D81C345}" type="presOf" srcId="{98288BD9-6747-41B9-9FC8-A3903FE7D880}" destId="{9EF5C3E2-8EFF-46E9-BE6B-62AF3FDC37E0}" srcOrd="1" destOrd="0" presId="urn:microsoft.com/office/officeart/2005/8/layout/vProcess5"/>
    <dgm:cxn modelId="{A6322363-CE96-409C-B1C8-2520DA9C6543}" srcId="{75367D80-F127-4325-A9BB-8A81B144A6DE}" destId="{F2E69338-4521-4996-967D-F3A52A41E590}" srcOrd="1" destOrd="0" parTransId="{8AE36D12-F3B1-4C49-8CAB-83CB84A12A7A}" sibTransId="{6CD99AF1-1AD9-455D-A6CB-98DF05AD6075}"/>
    <dgm:cxn modelId="{EA33244F-4C7D-4533-BB76-E9EAC0C1A5AB}" type="presOf" srcId="{6CD99AF1-1AD9-455D-A6CB-98DF05AD6075}" destId="{67F277E4-DE20-499E-84DA-FA465D8531CB}" srcOrd="0" destOrd="0" presId="urn:microsoft.com/office/officeart/2005/8/layout/vProcess5"/>
    <dgm:cxn modelId="{6E835FBA-066E-42D6-A4C2-8B814879FFEF}" type="presOf" srcId="{75367D80-F127-4325-A9BB-8A81B144A6DE}" destId="{9579AF70-BCC0-4D3E-B5A7-51268313269D}" srcOrd="0" destOrd="0" presId="urn:microsoft.com/office/officeart/2005/8/layout/vProcess5"/>
    <dgm:cxn modelId="{3B7028EB-32D8-4EF4-91DB-3883C31D09E9}" srcId="{75367D80-F127-4325-A9BB-8A81B144A6DE}" destId="{83076BCD-955B-42DC-8823-EE8ECB2F7B8B}" srcOrd="0" destOrd="0" parTransId="{D7157634-A69D-4B06-9471-C63A4CC0C6F8}" sibTransId="{6E05A61F-B372-4CDB-8669-4751FD6C0600}"/>
    <dgm:cxn modelId="{6D0E95ED-FACB-4E93-BA9A-3A3EECF8EE6C}" type="presOf" srcId="{6E05A61F-B372-4CDB-8669-4751FD6C0600}" destId="{CDF4CAF7-C5B6-4089-B01E-26D1F894C558}" srcOrd="0" destOrd="0" presId="urn:microsoft.com/office/officeart/2005/8/layout/vProcess5"/>
    <dgm:cxn modelId="{B1282CF5-B177-452D-8E76-667F8828875C}" type="presOf" srcId="{83076BCD-955B-42DC-8823-EE8ECB2F7B8B}" destId="{6083AFE2-B0F2-4A37-88EB-703D9BE628F0}" srcOrd="1" destOrd="0" presId="urn:microsoft.com/office/officeart/2005/8/layout/vProcess5"/>
    <dgm:cxn modelId="{73B7901B-4CC9-4897-81F0-8BBABFF0F25B}" type="presParOf" srcId="{9579AF70-BCC0-4D3E-B5A7-51268313269D}" destId="{1E832D24-6FD8-434D-82E6-980EAF109677}" srcOrd="0" destOrd="0" presId="urn:microsoft.com/office/officeart/2005/8/layout/vProcess5"/>
    <dgm:cxn modelId="{60122912-9E08-4640-85A2-9C359ED223C2}" type="presParOf" srcId="{9579AF70-BCC0-4D3E-B5A7-51268313269D}" destId="{ED11BD6B-F10B-4BE5-AADF-4958F0EADCEB}" srcOrd="1" destOrd="0" presId="urn:microsoft.com/office/officeart/2005/8/layout/vProcess5"/>
    <dgm:cxn modelId="{7108D562-0AC9-40AA-AF81-F865FF702702}" type="presParOf" srcId="{9579AF70-BCC0-4D3E-B5A7-51268313269D}" destId="{45E7FB4B-3E9A-4307-9705-9EE77F92EA2B}" srcOrd="2" destOrd="0" presId="urn:microsoft.com/office/officeart/2005/8/layout/vProcess5"/>
    <dgm:cxn modelId="{B458F688-03DD-4E4A-BF00-5B3748F49B40}" type="presParOf" srcId="{9579AF70-BCC0-4D3E-B5A7-51268313269D}" destId="{2946384C-D390-4A6D-9C4D-B1D8B49673EF}" srcOrd="3" destOrd="0" presId="urn:microsoft.com/office/officeart/2005/8/layout/vProcess5"/>
    <dgm:cxn modelId="{81080B1E-E148-4206-89B4-9A0F396CA1EC}" type="presParOf" srcId="{9579AF70-BCC0-4D3E-B5A7-51268313269D}" destId="{CDF4CAF7-C5B6-4089-B01E-26D1F894C558}" srcOrd="4" destOrd="0" presId="urn:microsoft.com/office/officeart/2005/8/layout/vProcess5"/>
    <dgm:cxn modelId="{90A29347-4428-4D8F-B79B-3E901E61909E}" type="presParOf" srcId="{9579AF70-BCC0-4D3E-B5A7-51268313269D}" destId="{67F277E4-DE20-499E-84DA-FA465D8531CB}" srcOrd="5" destOrd="0" presId="urn:microsoft.com/office/officeart/2005/8/layout/vProcess5"/>
    <dgm:cxn modelId="{F1FF6E2B-CABC-4D33-8E45-3E1F25B5D877}" type="presParOf" srcId="{9579AF70-BCC0-4D3E-B5A7-51268313269D}" destId="{6083AFE2-B0F2-4A37-88EB-703D9BE628F0}" srcOrd="6" destOrd="0" presId="urn:microsoft.com/office/officeart/2005/8/layout/vProcess5"/>
    <dgm:cxn modelId="{6D3FD69B-6CDF-4007-B11E-ABB7C1EE9133}" type="presParOf" srcId="{9579AF70-BCC0-4D3E-B5A7-51268313269D}" destId="{62622B7A-6F09-4296-8C81-7DBAA12F5163}" srcOrd="7" destOrd="0" presId="urn:microsoft.com/office/officeart/2005/8/layout/vProcess5"/>
    <dgm:cxn modelId="{53D44600-5BDC-4006-8C46-D23F1FDC4FF1}" type="presParOf" srcId="{9579AF70-BCC0-4D3E-B5A7-51268313269D}" destId="{9EF5C3E2-8EFF-46E9-BE6B-62AF3FDC37E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343BE1-731B-4E25-A25E-A6CF1C2B10F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00BF9BB-CE2B-49DD-AC98-96F1285B7F96}">
      <dgm:prSet/>
      <dgm:spPr/>
      <dgm:t>
        <a:bodyPr/>
        <a:lstStyle/>
        <a:p>
          <a:pPr>
            <a:lnSpc>
              <a:spcPct val="100000"/>
            </a:lnSpc>
          </a:pPr>
          <a:r>
            <a:rPr lang="en-GB" b="1" i="0"/>
            <a:t>SORT : </a:t>
          </a:r>
          <a:r>
            <a:rPr lang="en-GB"/>
            <a:t>Seiri</a:t>
          </a:r>
          <a:br>
            <a:rPr lang="en-GB" b="0" i="0"/>
          </a:br>
          <a:r>
            <a:rPr lang="en-GB" b="0" i="0"/>
            <a:t>Purge and organize work area.</a:t>
          </a:r>
          <a:endParaRPr lang="en-US"/>
        </a:p>
      </dgm:t>
    </dgm:pt>
    <dgm:pt modelId="{21E67220-AD98-466A-80D1-1406D36C9364}" type="parTrans" cxnId="{84B1FEB5-41AB-4631-A176-75C5AA4E80D1}">
      <dgm:prSet/>
      <dgm:spPr/>
      <dgm:t>
        <a:bodyPr/>
        <a:lstStyle/>
        <a:p>
          <a:endParaRPr lang="en-US"/>
        </a:p>
      </dgm:t>
    </dgm:pt>
    <dgm:pt modelId="{C4D44908-35BD-43E9-883A-9F5502D61024}" type="sibTrans" cxnId="{84B1FEB5-41AB-4631-A176-75C5AA4E80D1}">
      <dgm:prSet/>
      <dgm:spPr/>
      <dgm:t>
        <a:bodyPr/>
        <a:lstStyle/>
        <a:p>
          <a:endParaRPr lang="en-US"/>
        </a:p>
      </dgm:t>
    </dgm:pt>
    <dgm:pt modelId="{D1FFB531-A785-49FF-ABF4-C9AEC775108F}">
      <dgm:prSet/>
      <dgm:spPr/>
      <dgm:t>
        <a:bodyPr/>
        <a:lstStyle/>
        <a:p>
          <a:pPr>
            <a:lnSpc>
              <a:spcPct val="100000"/>
            </a:lnSpc>
          </a:pPr>
          <a:r>
            <a:rPr lang="en-GB" b="1" i="0"/>
            <a:t>SET IN ORDER : </a:t>
          </a:r>
          <a:r>
            <a:rPr lang="en-GB"/>
            <a:t>Seiton</a:t>
          </a:r>
          <a:br>
            <a:rPr lang="en-GB" b="0" i="0"/>
          </a:br>
          <a:r>
            <a:rPr lang="en-GB" b="0" i="0"/>
            <a:t>Understand where items belong to be easily accessible when needed.</a:t>
          </a:r>
          <a:endParaRPr lang="en-US"/>
        </a:p>
      </dgm:t>
    </dgm:pt>
    <dgm:pt modelId="{268B59F0-547E-4250-85F7-D7F74B096F08}" type="parTrans" cxnId="{1A7BB0F4-57AB-4547-8C86-DC20D8A1A8CD}">
      <dgm:prSet/>
      <dgm:spPr/>
      <dgm:t>
        <a:bodyPr/>
        <a:lstStyle/>
        <a:p>
          <a:endParaRPr lang="en-US"/>
        </a:p>
      </dgm:t>
    </dgm:pt>
    <dgm:pt modelId="{FB7B6CDA-0567-4FD8-99DF-2C3C0DF38AC1}" type="sibTrans" cxnId="{1A7BB0F4-57AB-4547-8C86-DC20D8A1A8CD}">
      <dgm:prSet/>
      <dgm:spPr/>
      <dgm:t>
        <a:bodyPr/>
        <a:lstStyle/>
        <a:p>
          <a:endParaRPr lang="en-US"/>
        </a:p>
      </dgm:t>
    </dgm:pt>
    <dgm:pt modelId="{5FFECFB3-0690-4A0D-807C-C6410857D14A}">
      <dgm:prSet/>
      <dgm:spPr/>
      <dgm:t>
        <a:bodyPr/>
        <a:lstStyle/>
        <a:p>
          <a:pPr>
            <a:lnSpc>
              <a:spcPct val="100000"/>
            </a:lnSpc>
          </a:pPr>
          <a:r>
            <a:rPr lang="en-GB" b="1" i="0"/>
            <a:t>SHINE : </a:t>
          </a:r>
          <a:r>
            <a:rPr lang="en-GB"/>
            <a:t>Seiso</a:t>
          </a:r>
          <a:br>
            <a:rPr lang="en-GB" b="0" i="0"/>
          </a:br>
          <a:r>
            <a:rPr lang="en-GB" b="0" i="0"/>
            <a:t>Clean work area to be free of dirt and clutter.</a:t>
          </a:r>
          <a:endParaRPr lang="en-US"/>
        </a:p>
      </dgm:t>
    </dgm:pt>
    <dgm:pt modelId="{CCEC8598-AD5C-47EA-B32D-07DE8D9B9942}" type="parTrans" cxnId="{147A7763-A17F-458F-95E4-47C79641FE90}">
      <dgm:prSet/>
      <dgm:spPr/>
      <dgm:t>
        <a:bodyPr/>
        <a:lstStyle/>
        <a:p>
          <a:endParaRPr lang="en-US"/>
        </a:p>
      </dgm:t>
    </dgm:pt>
    <dgm:pt modelId="{C4D6F42E-5096-4E50-8D8D-58B29ED83E6B}" type="sibTrans" cxnId="{147A7763-A17F-458F-95E4-47C79641FE90}">
      <dgm:prSet/>
      <dgm:spPr/>
      <dgm:t>
        <a:bodyPr/>
        <a:lstStyle/>
        <a:p>
          <a:endParaRPr lang="en-US"/>
        </a:p>
      </dgm:t>
    </dgm:pt>
    <dgm:pt modelId="{D1BBCC9D-4FF9-41FC-B3FC-64573C55FC18}">
      <dgm:prSet/>
      <dgm:spPr/>
      <dgm:t>
        <a:bodyPr/>
        <a:lstStyle/>
        <a:p>
          <a:pPr>
            <a:lnSpc>
              <a:spcPct val="100000"/>
            </a:lnSpc>
          </a:pPr>
          <a:r>
            <a:rPr lang="en-GB" b="1" i="0"/>
            <a:t>STANDARDIZE : </a:t>
          </a:r>
          <a:r>
            <a:rPr lang="en-GB"/>
            <a:t>Seiketsu</a:t>
          </a:r>
          <a:br>
            <a:rPr lang="en-GB" b="0" i="0"/>
          </a:br>
          <a:r>
            <a:rPr lang="en-GB" b="0" i="0"/>
            <a:t>Document and enforce/reward successful 5S behaviors.</a:t>
          </a:r>
          <a:endParaRPr lang="en-US"/>
        </a:p>
      </dgm:t>
    </dgm:pt>
    <dgm:pt modelId="{03EA929A-145E-41BA-9A0D-3BCD77B7BCAD}" type="parTrans" cxnId="{4A9558DB-2591-4B20-975F-CF9A2545BF0D}">
      <dgm:prSet/>
      <dgm:spPr/>
      <dgm:t>
        <a:bodyPr/>
        <a:lstStyle/>
        <a:p>
          <a:endParaRPr lang="en-US"/>
        </a:p>
      </dgm:t>
    </dgm:pt>
    <dgm:pt modelId="{1581DB6D-5A65-4E3F-BA54-CE6AB1FC3C8D}" type="sibTrans" cxnId="{4A9558DB-2591-4B20-975F-CF9A2545BF0D}">
      <dgm:prSet/>
      <dgm:spPr/>
      <dgm:t>
        <a:bodyPr/>
        <a:lstStyle/>
        <a:p>
          <a:endParaRPr lang="en-US"/>
        </a:p>
      </dgm:t>
    </dgm:pt>
    <dgm:pt modelId="{D7F95315-D211-4701-AD30-B759ADDA68A8}">
      <dgm:prSet/>
      <dgm:spPr/>
      <dgm:t>
        <a:bodyPr/>
        <a:lstStyle/>
        <a:p>
          <a:pPr>
            <a:lnSpc>
              <a:spcPct val="100000"/>
            </a:lnSpc>
          </a:pPr>
          <a:r>
            <a:rPr lang="en-GB" b="1" i="0"/>
            <a:t>SUSTAIN : </a:t>
          </a:r>
          <a:r>
            <a:rPr lang="en-GB"/>
            <a:t>Shitsuke </a:t>
          </a:r>
          <a:br>
            <a:rPr lang="en-GB" b="0" i="0"/>
          </a:br>
          <a:r>
            <a:rPr lang="en-GB" b="0" i="0"/>
            <a:t>Continuously audit and improve process.</a:t>
          </a:r>
          <a:endParaRPr lang="en-US"/>
        </a:p>
      </dgm:t>
    </dgm:pt>
    <dgm:pt modelId="{74C5608D-041A-48BE-B6DD-DC0DFD87F218}" type="parTrans" cxnId="{41DD2606-007F-4DF4-A8B0-830BF1909F94}">
      <dgm:prSet/>
      <dgm:spPr/>
      <dgm:t>
        <a:bodyPr/>
        <a:lstStyle/>
        <a:p>
          <a:endParaRPr lang="en-US"/>
        </a:p>
      </dgm:t>
    </dgm:pt>
    <dgm:pt modelId="{8B731074-F14D-48B1-B456-82D0D859334C}" type="sibTrans" cxnId="{41DD2606-007F-4DF4-A8B0-830BF1909F94}">
      <dgm:prSet/>
      <dgm:spPr/>
      <dgm:t>
        <a:bodyPr/>
        <a:lstStyle/>
        <a:p>
          <a:endParaRPr lang="en-US"/>
        </a:p>
      </dgm:t>
    </dgm:pt>
    <dgm:pt modelId="{A08EC8B1-CE6A-4E9E-9DD8-908B5A2B56A8}" type="pres">
      <dgm:prSet presAssocID="{9A343BE1-731B-4E25-A25E-A6CF1C2B10FE}" presName="root" presStyleCnt="0">
        <dgm:presLayoutVars>
          <dgm:dir/>
          <dgm:resizeHandles val="exact"/>
        </dgm:presLayoutVars>
      </dgm:prSet>
      <dgm:spPr/>
    </dgm:pt>
    <dgm:pt modelId="{EB030BC4-8784-4D2D-8550-5B9EF00B51ED}" type="pres">
      <dgm:prSet presAssocID="{900BF9BB-CE2B-49DD-AC98-96F1285B7F96}" presName="compNode" presStyleCnt="0"/>
      <dgm:spPr/>
    </dgm:pt>
    <dgm:pt modelId="{2CD48249-B5DD-420A-802E-8989972CD456}" type="pres">
      <dgm:prSet presAssocID="{900BF9BB-CE2B-49DD-AC98-96F1285B7F96}" presName="bgRect" presStyleLbl="bgShp" presStyleIdx="0" presStyleCnt="5"/>
      <dgm:spPr/>
    </dgm:pt>
    <dgm:pt modelId="{1943DEB9-8971-4770-9C0B-9F0017FC6E3A}" type="pres">
      <dgm:prSet presAssocID="{900BF9BB-CE2B-49DD-AC98-96F1285B7F9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9BAE3716-22F0-4CB6-9118-AEF500859227}" type="pres">
      <dgm:prSet presAssocID="{900BF9BB-CE2B-49DD-AC98-96F1285B7F96}" presName="spaceRect" presStyleCnt="0"/>
      <dgm:spPr/>
    </dgm:pt>
    <dgm:pt modelId="{E7C09B1E-D449-43FA-8C61-9D58CAC76986}" type="pres">
      <dgm:prSet presAssocID="{900BF9BB-CE2B-49DD-AC98-96F1285B7F96}" presName="parTx" presStyleLbl="revTx" presStyleIdx="0" presStyleCnt="5">
        <dgm:presLayoutVars>
          <dgm:chMax val="0"/>
          <dgm:chPref val="0"/>
        </dgm:presLayoutVars>
      </dgm:prSet>
      <dgm:spPr/>
    </dgm:pt>
    <dgm:pt modelId="{A3F09C33-98AE-4BB0-A7F3-FA188604DE91}" type="pres">
      <dgm:prSet presAssocID="{C4D44908-35BD-43E9-883A-9F5502D61024}" presName="sibTrans" presStyleCnt="0"/>
      <dgm:spPr/>
    </dgm:pt>
    <dgm:pt modelId="{9258715F-C971-4352-A5AC-0BB0D61CE7DE}" type="pres">
      <dgm:prSet presAssocID="{D1FFB531-A785-49FF-ABF4-C9AEC775108F}" presName="compNode" presStyleCnt="0"/>
      <dgm:spPr/>
    </dgm:pt>
    <dgm:pt modelId="{8B605463-1899-4B4B-96CF-E79C41CDE929}" type="pres">
      <dgm:prSet presAssocID="{D1FFB531-A785-49FF-ABF4-C9AEC775108F}" presName="bgRect" presStyleLbl="bgShp" presStyleIdx="1" presStyleCnt="5"/>
      <dgm:spPr/>
    </dgm:pt>
    <dgm:pt modelId="{5784A0FB-BEF7-41A7-BA55-B1EDD28B4F5C}" type="pres">
      <dgm:prSet presAssocID="{D1FFB531-A785-49FF-ABF4-C9AEC775108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E071479A-4876-4787-A053-D888389C7E40}" type="pres">
      <dgm:prSet presAssocID="{D1FFB531-A785-49FF-ABF4-C9AEC775108F}" presName="spaceRect" presStyleCnt="0"/>
      <dgm:spPr/>
    </dgm:pt>
    <dgm:pt modelId="{138B0AFC-7E22-48BC-B081-51D6C8D53918}" type="pres">
      <dgm:prSet presAssocID="{D1FFB531-A785-49FF-ABF4-C9AEC775108F}" presName="parTx" presStyleLbl="revTx" presStyleIdx="1" presStyleCnt="5">
        <dgm:presLayoutVars>
          <dgm:chMax val="0"/>
          <dgm:chPref val="0"/>
        </dgm:presLayoutVars>
      </dgm:prSet>
      <dgm:spPr/>
    </dgm:pt>
    <dgm:pt modelId="{0766F168-B825-45E0-AF31-4D387EE4C0BE}" type="pres">
      <dgm:prSet presAssocID="{FB7B6CDA-0567-4FD8-99DF-2C3C0DF38AC1}" presName="sibTrans" presStyleCnt="0"/>
      <dgm:spPr/>
    </dgm:pt>
    <dgm:pt modelId="{E6AEAF49-F5AD-4A57-9195-2CEF2766A353}" type="pres">
      <dgm:prSet presAssocID="{5FFECFB3-0690-4A0D-807C-C6410857D14A}" presName="compNode" presStyleCnt="0"/>
      <dgm:spPr/>
    </dgm:pt>
    <dgm:pt modelId="{FFD2F3C9-991C-45A7-8062-2C695D62F05D}" type="pres">
      <dgm:prSet presAssocID="{5FFECFB3-0690-4A0D-807C-C6410857D14A}" presName="bgRect" presStyleLbl="bgShp" presStyleIdx="2" presStyleCnt="5"/>
      <dgm:spPr/>
    </dgm:pt>
    <dgm:pt modelId="{16010224-B687-44F5-A2FD-A0C257271215}" type="pres">
      <dgm:prSet presAssocID="{5FFECFB3-0690-4A0D-807C-C6410857D14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lant"/>
        </a:ext>
      </dgm:extLst>
    </dgm:pt>
    <dgm:pt modelId="{8C19DDB7-3159-4460-968F-168599FDB5AD}" type="pres">
      <dgm:prSet presAssocID="{5FFECFB3-0690-4A0D-807C-C6410857D14A}" presName="spaceRect" presStyleCnt="0"/>
      <dgm:spPr/>
    </dgm:pt>
    <dgm:pt modelId="{C9F7185A-BE89-493C-A84E-4136E86E190F}" type="pres">
      <dgm:prSet presAssocID="{5FFECFB3-0690-4A0D-807C-C6410857D14A}" presName="parTx" presStyleLbl="revTx" presStyleIdx="2" presStyleCnt="5">
        <dgm:presLayoutVars>
          <dgm:chMax val="0"/>
          <dgm:chPref val="0"/>
        </dgm:presLayoutVars>
      </dgm:prSet>
      <dgm:spPr/>
    </dgm:pt>
    <dgm:pt modelId="{5032686C-1BF7-4EE3-A833-5E8D7E95A192}" type="pres">
      <dgm:prSet presAssocID="{C4D6F42E-5096-4E50-8D8D-58B29ED83E6B}" presName="sibTrans" presStyleCnt="0"/>
      <dgm:spPr/>
    </dgm:pt>
    <dgm:pt modelId="{7808DBAD-EFDB-413F-999E-592DAEAB403F}" type="pres">
      <dgm:prSet presAssocID="{D1BBCC9D-4FF9-41FC-B3FC-64573C55FC18}" presName="compNode" presStyleCnt="0"/>
      <dgm:spPr/>
    </dgm:pt>
    <dgm:pt modelId="{2DF015A5-C96F-4DC4-BA59-808BAE67D625}" type="pres">
      <dgm:prSet presAssocID="{D1BBCC9D-4FF9-41FC-B3FC-64573C55FC18}" presName="bgRect" presStyleLbl="bgShp" presStyleIdx="3" presStyleCnt="5"/>
      <dgm:spPr/>
    </dgm:pt>
    <dgm:pt modelId="{81C04FD6-568E-4E07-82F6-EF57F1F7FB3C}" type="pres">
      <dgm:prSet presAssocID="{D1BBCC9D-4FF9-41FC-B3FC-64573C55FC1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ntract"/>
        </a:ext>
      </dgm:extLst>
    </dgm:pt>
    <dgm:pt modelId="{648BE4F8-CC9E-4E07-89B5-AF2E6F6A01E6}" type="pres">
      <dgm:prSet presAssocID="{D1BBCC9D-4FF9-41FC-B3FC-64573C55FC18}" presName="spaceRect" presStyleCnt="0"/>
      <dgm:spPr/>
    </dgm:pt>
    <dgm:pt modelId="{DDF48D94-1FEA-4690-B442-8753EABA77FF}" type="pres">
      <dgm:prSet presAssocID="{D1BBCC9D-4FF9-41FC-B3FC-64573C55FC18}" presName="parTx" presStyleLbl="revTx" presStyleIdx="3" presStyleCnt="5">
        <dgm:presLayoutVars>
          <dgm:chMax val="0"/>
          <dgm:chPref val="0"/>
        </dgm:presLayoutVars>
      </dgm:prSet>
      <dgm:spPr/>
    </dgm:pt>
    <dgm:pt modelId="{A94BC0A6-BE73-43F5-B1D5-5897870D1F07}" type="pres">
      <dgm:prSet presAssocID="{1581DB6D-5A65-4E3F-BA54-CE6AB1FC3C8D}" presName="sibTrans" presStyleCnt="0"/>
      <dgm:spPr/>
    </dgm:pt>
    <dgm:pt modelId="{C40000D6-1899-4A08-A8B1-05070E8670B8}" type="pres">
      <dgm:prSet presAssocID="{D7F95315-D211-4701-AD30-B759ADDA68A8}" presName="compNode" presStyleCnt="0"/>
      <dgm:spPr/>
    </dgm:pt>
    <dgm:pt modelId="{0B431351-6D64-485A-BBF2-B9B5294AD46D}" type="pres">
      <dgm:prSet presAssocID="{D7F95315-D211-4701-AD30-B759ADDA68A8}" presName="bgRect" presStyleLbl="bgShp" presStyleIdx="4" presStyleCnt="5"/>
      <dgm:spPr/>
    </dgm:pt>
    <dgm:pt modelId="{C95A2400-4170-4F7F-87D6-8F2E85F37FC4}" type="pres">
      <dgm:prSet presAssocID="{D7F95315-D211-4701-AD30-B759ADDA68A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orkflow"/>
        </a:ext>
      </dgm:extLst>
    </dgm:pt>
    <dgm:pt modelId="{2F2BC78F-A4FD-4FFE-83BD-52258C705D80}" type="pres">
      <dgm:prSet presAssocID="{D7F95315-D211-4701-AD30-B759ADDA68A8}" presName="spaceRect" presStyleCnt="0"/>
      <dgm:spPr/>
    </dgm:pt>
    <dgm:pt modelId="{31F30E5B-CBA1-4855-AA34-6E681EF3EABB}" type="pres">
      <dgm:prSet presAssocID="{D7F95315-D211-4701-AD30-B759ADDA68A8}" presName="parTx" presStyleLbl="revTx" presStyleIdx="4" presStyleCnt="5">
        <dgm:presLayoutVars>
          <dgm:chMax val="0"/>
          <dgm:chPref val="0"/>
        </dgm:presLayoutVars>
      </dgm:prSet>
      <dgm:spPr/>
    </dgm:pt>
  </dgm:ptLst>
  <dgm:cxnLst>
    <dgm:cxn modelId="{41DD2606-007F-4DF4-A8B0-830BF1909F94}" srcId="{9A343BE1-731B-4E25-A25E-A6CF1C2B10FE}" destId="{D7F95315-D211-4701-AD30-B759ADDA68A8}" srcOrd="4" destOrd="0" parTransId="{74C5608D-041A-48BE-B6DD-DC0DFD87F218}" sibTransId="{8B731074-F14D-48B1-B456-82D0D859334C}"/>
    <dgm:cxn modelId="{E1A85F16-3A1F-46B2-B0B4-3FB9A5066790}" type="presOf" srcId="{900BF9BB-CE2B-49DD-AC98-96F1285B7F96}" destId="{E7C09B1E-D449-43FA-8C61-9D58CAC76986}" srcOrd="0" destOrd="0" presId="urn:microsoft.com/office/officeart/2018/2/layout/IconVerticalSolidList"/>
    <dgm:cxn modelId="{4E00972C-EEB8-4EF4-A72E-6B389D6A6B7F}" type="presOf" srcId="{5FFECFB3-0690-4A0D-807C-C6410857D14A}" destId="{C9F7185A-BE89-493C-A84E-4136E86E190F}" srcOrd="0" destOrd="0" presId="urn:microsoft.com/office/officeart/2018/2/layout/IconVerticalSolidList"/>
    <dgm:cxn modelId="{147A7763-A17F-458F-95E4-47C79641FE90}" srcId="{9A343BE1-731B-4E25-A25E-A6CF1C2B10FE}" destId="{5FFECFB3-0690-4A0D-807C-C6410857D14A}" srcOrd="2" destOrd="0" parTransId="{CCEC8598-AD5C-47EA-B32D-07DE8D9B9942}" sibTransId="{C4D6F42E-5096-4E50-8D8D-58B29ED83E6B}"/>
    <dgm:cxn modelId="{06893791-1AC8-4C49-9618-4B2D322EABF1}" type="presOf" srcId="{D1FFB531-A785-49FF-ABF4-C9AEC775108F}" destId="{138B0AFC-7E22-48BC-B081-51D6C8D53918}" srcOrd="0" destOrd="0" presId="urn:microsoft.com/office/officeart/2018/2/layout/IconVerticalSolidList"/>
    <dgm:cxn modelId="{2EA29F92-FA7F-4BFE-B87B-4CFF3F59A48A}" type="presOf" srcId="{D7F95315-D211-4701-AD30-B759ADDA68A8}" destId="{31F30E5B-CBA1-4855-AA34-6E681EF3EABB}" srcOrd="0" destOrd="0" presId="urn:microsoft.com/office/officeart/2018/2/layout/IconVerticalSolidList"/>
    <dgm:cxn modelId="{CC40919E-6394-4631-92F3-5759569D6E81}" type="presOf" srcId="{9A343BE1-731B-4E25-A25E-A6CF1C2B10FE}" destId="{A08EC8B1-CE6A-4E9E-9DD8-908B5A2B56A8}" srcOrd="0" destOrd="0" presId="urn:microsoft.com/office/officeart/2018/2/layout/IconVerticalSolidList"/>
    <dgm:cxn modelId="{84B1FEB5-41AB-4631-A176-75C5AA4E80D1}" srcId="{9A343BE1-731B-4E25-A25E-A6CF1C2B10FE}" destId="{900BF9BB-CE2B-49DD-AC98-96F1285B7F96}" srcOrd="0" destOrd="0" parTransId="{21E67220-AD98-466A-80D1-1406D36C9364}" sibTransId="{C4D44908-35BD-43E9-883A-9F5502D61024}"/>
    <dgm:cxn modelId="{4A9558DB-2591-4B20-975F-CF9A2545BF0D}" srcId="{9A343BE1-731B-4E25-A25E-A6CF1C2B10FE}" destId="{D1BBCC9D-4FF9-41FC-B3FC-64573C55FC18}" srcOrd="3" destOrd="0" parTransId="{03EA929A-145E-41BA-9A0D-3BCD77B7BCAD}" sibTransId="{1581DB6D-5A65-4E3F-BA54-CE6AB1FC3C8D}"/>
    <dgm:cxn modelId="{B948E1E0-D5F6-4047-9CD5-8C4C30FC14EE}" type="presOf" srcId="{D1BBCC9D-4FF9-41FC-B3FC-64573C55FC18}" destId="{DDF48D94-1FEA-4690-B442-8753EABA77FF}" srcOrd="0" destOrd="0" presId="urn:microsoft.com/office/officeart/2018/2/layout/IconVerticalSolidList"/>
    <dgm:cxn modelId="{1A7BB0F4-57AB-4547-8C86-DC20D8A1A8CD}" srcId="{9A343BE1-731B-4E25-A25E-A6CF1C2B10FE}" destId="{D1FFB531-A785-49FF-ABF4-C9AEC775108F}" srcOrd="1" destOrd="0" parTransId="{268B59F0-547E-4250-85F7-D7F74B096F08}" sibTransId="{FB7B6CDA-0567-4FD8-99DF-2C3C0DF38AC1}"/>
    <dgm:cxn modelId="{7485522D-E43B-45A3-9036-89B900B07849}" type="presParOf" srcId="{A08EC8B1-CE6A-4E9E-9DD8-908B5A2B56A8}" destId="{EB030BC4-8784-4D2D-8550-5B9EF00B51ED}" srcOrd="0" destOrd="0" presId="urn:microsoft.com/office/officeart/2018/2/layout/IconVerticalSolidList"/>
    <dgm:cxn modelId="{A70DE244-9F79-40F7-AC8C-C8767A9E4A72}" type="presParOf" srcId="{EB030BC4-8784-4D2D-8550-5B9EF00B51ED}" destId="{2CD48249-B5DD-420A-802E-8989972CD456}" srcOrd="0" destOrd="0" presId="urn:microsoft.com/office/officeart/2018/2/layout/IconVerticalSolidList"/>
    <dgm:cxn modelId="{AD412E06-2B66-487E-82EC-A07839B9DDCD}" type="presParOf" srcId="{EB030BC4-8784-4D2D-8550-5B9EF00B51ED}" destId="{1943DEB9-8971-4770-9C0B-9F0017FC6E3A}" srcOrd="1" destOrd="0" presId="urn:microsoft.com/office/officeart/2018/2/layout/IconVerticalSolidList"/>
    <dgm:cxn modelId="{B35C672C-03E9-4F27-9793-CBCB374825ED}" type="presParOf" srcId="{EB030BC4-8784-4D2D-8550-5B9EF00B51ED}" destId="{9BAE3716-22F0-4CB6-9118-AEF500859227}" srcOrd="2" destOrd="0" presId="urn:microsoft.com/office/officeart/2018/2/layout/IconVerticalSolidList"/>
    <dgm:cxn modelId="{642B4CBF-6E19-47E0-BD1B-A6A238990931}" type="presParOf" srcId="{EB030BC4-8784-4D2D-8550-5B9EF00B51ED}" destId="{E7C09B1E-D449-43FA-8C61-9D58CAC76986}" srcOrd="3" destOrd="0" presId="urn:microsoft.com/office/officeart/2018/2/layout/IconVerticalSolidList"/>
    <dgm:cxn modelId="{0FF0B82F-AE62-421C-B623-C8ECF620AA72}" type="presParOf" srcId="{A08EC8B1-CE6A-4E9E-9DD8-908B5A2B56A8}" destId="{A3F09C33-98AE-4BB0-A7F3-FA188604DE91}" srcOrd="1" destOrd="0" presId="urn:microsoft.com/office/officeart/2018/2/layout/IconVerticalSolidList"/>
    <dgm:cxn modelId="{72CB01F8-01B9-4493-8B63-550B442BE23F}" type="presParOf" srcId="{A08EC8B1-CE6A-4E9E-9DD8-908B5A2B56A8}" destId="{9258715F-C971-4352-A5AC-0BB0D61CE7DE}" srcOrd="2" destOrd="0" presId="urn:microsoft.com/office/officeart/2018/2/layout/IconVerticalSolidList"/>
    <dgm:cxn modelId="{2C663EEF-AB6C-4ECF-BD27-9FDD21F336C4}" type="presParOf" srcId="{9258715F-C971-4352-A5AC-0BB0D61CE7DE}" destId="{8B605463-1899-4B4B-96CF-E79C41CDE929}" srcOrd="0" destOrd="0" presId="urn:microsoft.com/office/officeart/2018/2/layout/IconVerticalSolidList"/>
    <dgm:cxn modelId="{DDE2211D-C95C-44D4-8617-A4F248A0F746}" type="presParOf" srcId="{9258715F-C971-4352-A5AC-0BB0D61CE7DE}" destId="{5784A0FB-BEF7-41A7-BA55-B1EDD28B4F5C}" srcOrd="1" destOrd="0" presId="urn:microsoft.com/office/officeart/2018/2/layout/IconVerticalSolidList"/>
    <dgm:cxn modelId="{124C653A-67DF-429A-AF05-F2D05F964A40}" type="presParOf" srcId="{9258715F-C971-4352-A5AC-0BB0D61CE7DE}" destId="{E071479A-4876-4787-A053-D888389C7E40}" srcOrd="2" destOrd="0" presId="urn:microsoft.com/office/officeart/2018/2/layout/IconVerticalSolidList"/>
    <dgm:cxn modelId="{CE6C797A-B810-4A7B-A151-5CF4AF099C40}" type="presParOf" srcId="{9258715F-C971-4352-A5AC-0BB0D61CE7DE}" destId="{138B0AFC-7E22-48BC-B081-51D6C8D53918}" srcOrd="3" destOrd="0" presId="urn:microsoft.com/office/officeart/2018/2/layout/IconVerticalSolidList"/>
    <dgm:cxn modelId="{6B7B3C85-2D3C-4F59-B705-FD4DE7E5E6DB}" type="presParOf" srcId="{A08EC8B1-CE6A-4E9E-9DD8-908B5A2B56A8}" destId="{0766F168-B825-45E0-AF31-4D387EE4C0BE}" srcOrd="3" destOrd="0" presId="urn:microsoft.com/office/officeart/2018/2/layout/IconVerticalSolidList"/>
    <dgm:cxn modelId="{32127B40-4963-4B9E-A8DE-7A5D29F2636B}" type="presParOf" srcId="{A08EC8B1-CE6A-4E9E-9DD8-908B5A2B56A8}" destId="{E6AEAF49-F5AD-4A57-9195-2CEF2766A353}" srcOrd="4" destOrd="0" presId="urn:microsoft.com/office/officeart/2018/2/layout/IconVerticalSolidList"/>
    <dgm:cxn modelId="{96E3CD6A-6898-486E-9E99-0E78AB647C57}" type="presParOf" srcId="{E6AEAF49-F5AD-4A57-9195-2CEF2766A353}" destId="{FFD2F3C9-991C-45A7-8062-2C695D62F05D}" srcOrd="0" destOrd="0" presId="urn:microsoft.com/office/officeart/2018/2/layout/IconVerticalSolidList"/>
    <dgm:cxn modelId="{85E5B457-FDEA-4CB0-B81B-659D86C356BC}" type="presParOf" srcId="{E6AEAF49-F5AD-4A57-9195-2CEF2766A353}" destId="{16010224-B687-44F5-A2FD-A0C257271215}" srcOrd="1" destOrd="0" presId="urn:microsoft.com/office/officeart/2018/2/layout/IconVerticalSolidList"/>
    <dgm:cxn modelId="{15F04F7A-0592-482A-A412-9968845DEAC5}" type="presParOf" srcId="{E6AEAF49-F5AD-4A57-9195-2CEF2766A353}" destId="{8C19DDB7-3159-4460-968F-168599FDB5AD}" srcOrd="2" destOrd="0" presId="urn:microsoft.com/office/officeart/2018/2/layout/IconVerticalSolidList"/>
    <dgm:cxn modelId="{CBF5C046-789F-49B0-800A-1918B02A0B00}" type="presParOf" srcId="{E6AEAF49-F5AD-4A57-9195-2CEF2766A353}" destId="{C9F7185A-BE89-493C-A84E-4136E86E190F}" srcOrd="3" destOrd="0" presId="urn:microsoft.com/office/officeart/2018/2/layout/IconVerticalSolidList"/>
    <dgm:cxn modelId="{44593246-F7B9-440E-93DD-D8233E3C3C45}" type="presParOf" srcId="{A08EC8B1-CE6A-4E9E-9DD8-908B5A2B56A8}" destId="{5032686C-1BF7-4EE3-A833-5E8D7E95A192}" srcOrd="5" destOrd="0" presId="urn:microsoft.com/office/officeart/2018/2/layout/IconVerticalSolidList"/>
    <dgm:cxn modelId="{5D4DAA44-EE61-472D-ABD4-322B4DE5673D}" type="presParOf" srcId="{A08EC8B1-CE6A-4E9E-9DD8-908B5A2B56A8}" destId="{7808DBAD-EFDB-413F-999E-592DAEAB403F}" srcOrd="6" destOrd="0" presId="urn:microsoft.com/office/officeart/2018/2/layout/IconVerticalSolidList"/>
    <dgm:cxn modelId="{E0B5F648-7CCA-4ED3-AB4C-5A6A3E369153}" type="presParOf" srcId="{7808DBAD-EFDB-413F-999E-592DAEAB403F}" destId="{2DF015A5-C96F-4DC4-BA59-808BAE67D625}" srcOrd="0" destOrd="0" presId="urn:microsoft.com/office/officeart/2018/2/layout/IconVerticalSolidList"/>
    <dgm:cxn modelId="{54A15F41-17BA-44C9-AF60-038B62AD0B73}" type="presParOf" srcId="{7808DBAD-EFDB-413F-999E-592DAEAB403F}" destId="{81C04FD6-568E-4E07-82F6-EF57F1F7FB3C}" srcOrd="1" destOrd="0" presId="urn:microsoft.com/office/officeart/2018/2/layout/IconVerticalSolidList"/>
    <dgm:cxn modelId="{967BB118-484A-4C14-9B98-E257AD728045}" type="presParOf" srcId="{7808DBAD-EFDB-413F-999E-592DAEAB403F}" destId="{648BE4F8-CC9E-4E07-89B5-AF2E6F6A01E6}" srcOrd="2" destOrd="0" presId="urn:microsoft.com/office/officeart/2018/2/layout/IconVerticalSolidList"/>
    <dgm:cxn modelId="{625D07B8-ACB8-48AD-A0B6-7E2AD5921614}" type="presParOf" srcId="{7808DBAD-EFDB-413F-999E-592DAEAB403F}" destId="{DDF48D94-1FEA-4690-B442-8753EABA77FF}" srcOrd="3" destOrd="0" presId="urn:microsoft.com/office/officeart/2018/2/layout/IconVerticalSolidList"/>
    <dgm:cxn modelId="{0B532C17-EEE3-49FF-9A8B-8B4E12977EF6}" type="presParOf" srcId="{A08EC8B1-CE6A-4E9E-9DD8-908B5A2B56A8}" destId="{A94BC0A6-BE73-43F5-B1D5-5897870D1F07}" srcOrd="7" destOrd="0" presId="urn:microsoft.com/office/officeart/2018/2/layout/IconVerticalSolidList"/>
    <dgm:cxn modelId="{A7344470-EA86-456F-B018-9C55B78410F7}" type="presParOf" srcId="{A08EC8B1-CE6A-4E9E-9DD8-908B5A2B56A8}" destId="{C40000D6-1899-4A08-A8B1-05070E8670B8}" srcOrd="8" destOrd="0" presId="urn:microsoft.com/office/officeart/2018/2/layout/IconVerticalSolidList"/>
    <dgm:cxn modelId="{EBC0B80C-4A50-439E-BBE4-67F7394B85B9}" type="presParOf" srcId="{C40000D6-1899-4A08-A8B1-05070E8670B8}" destId="{0B431351-6D64-485A-BBF2-B9B5294AD46D}" srcOrd="0" destOrd="0" presId="urn:microsoft.com/office/officeart/2018/2/layout/IconVerticalSolidList"/>
    <dgm:cxn modelId="{12C63F9B-6F27-4D5A-B01F-2C6DC12F2D3D}" type="presParOf" srcId="{C40000D6-1899-4A08-A8B1-05070E8670B8}" destId="{C95A2400-4170-4F7F-87D6-8F2E85F37FC4}" srcOrd="1" destOrd="0" presId="urn:microsoft.com/office/officeart/2018/2/layout/IconVerticalSolidList"/>
    <dgm:cxn modelId="{1FA71D6C-01DB-4A20-BF9E-890D589718DF}" type="presParOf" srcId="{C40000D6-1899-4A08-A8B1-05070E8670B8}" destId="{2F2BC78F-A4FD-4FFE-83BD-52258C705D80}" srcOrd="2" destOrd="0" presId="urn:microsoft.com/office/officeart/2018/2/layout/IconVerticalSolidList"/>
    <dgm:cxn modelId="{AA4D9B70-86E8-431F-BDEF-0BAD675CD904}" type="presParOf" srcId="{C40000D6-1899-4A08-A8B1-05070E8670B8}" destId="{31F30E5B-CBA1-4855-AA34-6E681EF3EAB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8B89AF-6885-46EC-A42D-1FBB6A248AA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9A21EA2-15D3-4EA7-9BDB-5A697930E3ED}">
      <dgm:prSet custT="1"/>
      <dgm:spPr/>
      <dgm:t>
        <a:bodyPr/>
        <a:lstStyle/>
        <a:p>
          <a:r>
            <a:rPr lang="en-US" sz="3200" b="1" dirty="0"/>
            <a:t>Benefits of </a:t>
          </a:r>
          <a:r>
            <a:rPr lang="en-US" sz="3200" b="1" dirty="0" err="1"/>
            <a:t>Seiton</a:t>
          </a:r>
          <a:r>
            <a:rPr lang="en-US" sz="3200" b="1" dirty="0"/>
            <a:t>:</a:t>
          </a:r>
          <a:endParaRPr lang="en-US" sz="3200" dirty="0"/>
        </a:p>
      </dgm:t>
    </dgm:pt>
    <dgm:pt modelId="{2D63FA0F-5F5C-42A9-84C1-1AC8DF53BD51}" type="parTrans" cxnId="{33F19BE5-B869-40DB-ACA7-2704B075DF3F}">
      <dgm:prSet/>
      <dgm:spPr/>
      <dgm:t>
        <a:bodyPr/>
        <a:lstStyle/>
        <a:p>
          <a:endParaRPr lang="en-US"/>
        </a:p>
      </dgm:t>
    </dgm:pt>
    <dgm:pt modelId="{CDD8CDE2-1F70-4422-8F3E-75F6ECBE6878}" type="sibTrans" cxnId="{33F19BE5-B869-40DB-ACA7-2704B075DF3F}">
      <dgm:prSet/>
      <dgm:spPr/>
      <dgm:t>
        <a:bodyPr/>
        <a:lstStyle/>
        <a:p>
          <a:endParaRPr lang="en-US"/>
        </a:p>
      </dgm:t>
    </dgm:pt>
    <dgm:pt modelId="{8967AEED-01C5-4BEB-9538-3AF2C8E56CA8}">
      <dgm:prSet custT="1"/>
      <dgm:spPr/>
      <dgm:t>
        <a:bodyPr/>
        <a:lstStyle/>
        <a:p>
          <a:r>
            <a:rPr lang="en-US" sz="1600" u="sng">
              <a:uFillTx/>
            </a:rPr>
            <a:t>Easy retrieval</a:t>
          </a:r>
          <a:r>
            <a:rPr lang="en-US" sz="1600"/>
            <a:t> of materials.</a:t>
          </a:r>
        </a:p>
      </dgm:t>
    </dgm:pt>
    <dgm:pt modelId="{0984039D-7C29-4FB7-88BF-9395D315A153}" type="parTrans" cxnId="{FB04A332-26DB-4EE7-9987-04D25CC75335}">
      <dgm:prSet/>
      <dgm:spPr/>
      <dgm:t>
        <a:bodyPr/>
        <a:lstStyle/>
        <a:p>
          <a:endParaRPr lang="en-US"/>
        </a:p>
      </dgm:t>
    </dgm:pt>
    <dgm:pt modelId="{05993369-C5E7-4E4C-A19F-65E5EB2F8AF0}" type="sibTrans" cxnId="{FB04A332-26DB-4EE7-9987-04D25CC75335}">
      <dgm:prSet/>
      <dgm:spPr/>
      <dgm:t>
        <a:bodyPr/>
        <a:lstStyle/>
        <a:p>
          <a:endParaRPr lang="en-US"/>
        </a:p>
      </dgm:t>
    </dgm:pt>
    <dgm:pt modelId="{347AEFB3-9575-40CC-90FE-1735C4E14965}">
      <dgm:prSet custT="1"/>
      <dgm:spPr/>
      <dgm:t>
        <a:bodyPr/>
        <a:lstStyle/>
        <a:p>
          <a:r>
            <a:rPr lang="en-US" sz="1600" u="sng">
              <a:uFillTx/>
            </a:rPr>
            <a:t>Time</a:t>
          </a:r>
          <a:r>
            <a:rPr lang="en-US" sz="1600"/>
            <a:t> taken to search is minimized.</a:t>
          </a:r>
        </a:p>
      </dgm:t>
    </dgm:pt>
    <dgm:pt modelId="{C7DC58C8-91E7-4F88-9EEF-463AE93DE9FB}" type="parTrans" cxnId="{A552A9FA-E641-4FBA-A0EE-8CA9AA17AF4B}">
      <dgm:prSet/>
      <dgm:spPr/>
      <dgm:t>
        <a:bodyPr/>
        <a:lstStyle/>
        <a:p>
          <a:endParaRPr lang="en-US"/>
        </a:p>
      </dgm:t>
    </dgm:pt>
    <dgm:pt modelId="{6D77A21C-224D-4E0A-B1C0-EC2619756AA1}" type="sibTrans" cxnId="{A552A9FA-E641-4FBA-A0EE-8CA9AA17AF4B}">
      <dgm:prSet/>
      <dgm:spPr/>
      <dgm:t>
        <a:bodyPr/>
        <a:lstStyle/>
        <a:p>
          <a:endParaRPr lang="en-US"/>
        </a:p>
      </dgm:t>
    </dgm:pt>
    <dgm:pt modelId="{D6244F6A-B21B-4520-8DE0-CC8F1D98DBB9}">
      <dgm:prSet custT="1"/>
      <dgm:spPr/>
      <dgm:t>
        <a:bodyPr/>
        <a:lstStyle/>
        <a:p>
          <a:r>
            <a:rPr lang="en-US" sz="1600" u="sng">
              <a:uFillTx/>
            </a:rPr>
            <a:t>Unnecessary purchase</a:t>
          </a:r>
          <a:r>
            <a:rPr lang="en-US" sz="1600"/>
            <a:t> is avoided.</a:t>
          </a:r>
        </a:p>
      </dgm:t>
    </dgm:pt>
    <dgm:pt modelId="{61DB604A-F892-40C3-BD94-69A32E026374}" type="parTrans" cxnId="{1A0196B7-3A5B-4F0D-B3FA-C9C6A4E01BD2}">
      <dgm:prSet/>
      <dgm:spPr/>
      <dgm:t>
        <a:bodyPr/>
        <a:lstStyle/>
        <a:p>
          <a:endParaRPr lang="en-US"/>
        </a:p>
      </dgm:t>
    </dgm:pt>
    <dgm:pt modelId="{BB6A6B25-B9FC-4E98-8AAE-E5D6F3AA75AB}" type="sibTrans" cxnId="{1A0196B7-3A5B-4F0D-B3FA-C9C6A4E01BD2}">
      <dgm:prSet/>
      <dgm:spPr/>
      <dgm:t>
        <a:bodyPr/>
        <a:lstStyle/>
        <a:p>
          <a:endParaRPr lang="en-US"/>
        </a:p>
      </dgm:t>
    </dgm:pt>
    <dgm:pt modelId="{28604E82-D053-4BBA-9B02-83CD910619FE}">
      <dgm:prSet custT="1"/>
      <dgm:spPr/>
      <dgm:t>
        <a:bodyPr/>
        <a:lstStyle/>
        <a:p>
          <a:r>
            <a:rPr lang="en-US" sz="1600" u="sng">
              <a:uFillTx/>
            </a:rPr>
            <a:t>Categorize</a:t>
          </a:r>
          <a:r>
            <a:rPr lang="en-US" sz="1600"/>
            <a:t> files, mails, papers, etc. based on specific criterion</a:t>
          </a:r>
        </a:p>
      </dgm:t>
    </dgm:pt>
    <dgm:pt modelId="{B768E149-AFD5-4E54-BCC2-8BCBF7B69347}" type="parTrans" cxnId="{7520DA3C-6010-4BF3-B37E-CC8E55E957D2}">
      <dgm:prSet/>
      <dgm:spPr/>
      <dgm:t>
        <a:bodyPr/>
        <a:lstStyle/>
        <a:p>
          <a:endParaRPr lang="en-US"/>
        </a:p>
      </dgm:t>
    </dgm:pt>
    <dgm:pt modelId="{DB9B1FD9-36E1-416F-A03B-832F9FA70ABB}" type="sibTrans" cxnId="{7520DA3C-6010-4BF3-B37E-CC8E55E957D2}">
      <dgm:prSet/>
      <dgm:spPr/>
      <dgm:t>
        <a:bodyPr/>
        <a:lstStyle/>
        <a:p>
          <a:endParaRPr lang="en-US"/>
        </a:p>
      </dgm:t>
    </dgm:pt>
    <dgm:pt modelId="{195A520C-857A-4D5B-9EE2-83756FAA1EE5}">
      <dgm:prSet custT="1"/>
      <dgm:spPr/>
      <dgm:t>
        <a:bodyPr/>
        <a:lstStyle/>
        <a:p>
          <a:r>
            <a:rPr lang="en-US" sz="1600" u="sng">
              <a:uFillTx/>
            </a:rPr>
            <a:t>Compartmentalize</a:t>
          </a:r>
          <a:r>
            <a:rPr lang="en-US" sz="1600"/>
            <a:t> cabinets/drawers/shelves/ desks.</a:t>
          </a:r>
        </a:p>
      </dgm:t>
    </dgm:pt>
    <dgm:pt modelId="{CDA72B60-E3C9-404B-985C-713B4823BD53}" type="parTrans" cxnId="{7DBE866D-0072-4365-91FE-24F45DEE7E55}">
      <dgm:prSet/>
      <dgm:spPr/>
      <dgm:t>
        <a:bodyPr/>
        <a:lstStyle/>
        <a:p>
          <a:endParaRPr lang="en-US"/>
        </a:p>
      </dgm:t>
    </dgm:pt>
    <dgm:pt modelId="{BF65188B-5F0D-40E6-97F3-D853659F8CFB}" type="sibTrans" cxnId="{7DBE866D-0072-4365-91FE-24F45DEE7E55}">
      <dgm:prSet/>
      <dgm:spPr/>
      <dgm:t>
        <a:bodyPr/>
        <a:lstStyle/>
        <a:p>
          <a:endParaRPr lang="en-US"/>
        </a:p>
      </dgm:t>
    </dgm:pt>
    <dgm:pt modelId="{36979B4E-A538-44A3-9B71-2BCC2D3F5428}">
      <dgm:prSet custT="1"/>
      <dgm:spPr/>
      <dgm:t>
        <a:bodyPr/>
        <a:lstStyle/>
        <a:p>
          <a:r>
            <a:rPr lang="en-US" sz="1600"/>
            <a:t>Determine the </a:t>
          </a:r>
          <a:r>
            <a:rPr lang="en-US" sz="1600" u="sng">
              <a:uFillTx/>
            </a:rPr>
            <a:t>quantity</a:t>
          </a:r>
          <a:r>
            <a:rPr lang="en-US" sz="1600"/>
            <a:t> of each item and plan storage according to pre-fixed quantity.</a:t>
          </a:r>
        </a:p>
      </dgm:t>
    </dgm:pt>
    <dgm:pt modelId="{B26C5258-9D9A-4213-B391-63C465B3BD14}" type="parTrans" cxnId="{2B5E9B80-9E1B-4A7E-8DCA-E6F5B69F9B90}">
      <dgm:prSet/>
      <dgm:spPr/>
      <dgm:t>
        <a:bodyPr/>
        <a:lstStyle/>
        <a:p>
          <a:endParaRPr lang="en-US"/>
        </a:p>
      </dgm:t>
    </dgm:pt>
    <dgm:pt modelId="{D1C61D5C-DCC6-46B7-BDF2-B5A61389527B}" type="sibTrans" cxnId="{2B5E9B80-9E1B-4A7E-8DCA-E6F5B69F9B90}">
      <dgm:prSet/>
      <dgm:spPr/>
      <dgm:t>
        <a:bodyPr/>
        <a:lstStyle/>
        <a:p>
          <a:endParaRPr lang="en-US"/>
        </a:p>
      </dgm:t>
    </dgm:pt>
    <dgm:pt modelId="{0A3AF7D5-2E81-4ED7-A6B3-BDFAADE72599}">
      <dgm:prSet custT="1"/>
      <dgm:spPr/>
      <dgm:t>
        <a:bodyPr/>
        <a:lstStyle/>
        <a:p>
          <a:r>
            <a:rPr lang="en-US" sz="1600" u="sng">
              <a:uFillTx/>
            </a:rPr>
            <a:t>Plan storage</a:t>
          </a:r>
          <a:r>
            <a:rPr lang="en-US" sz="1600"/>
            <a:t> to ensure easy retrievability (within pre-set target time).</a:t>
          </a:r>
        </a:p>
      </dgm:t>
    </dgm:pt>
    <dgm:pt modelId="{7BE1DD0A-B8A9-4647-8F96-26170ABFDF83}" type="parTrans" cxnId="{443CE2DF-A059-4B5C-93BD-62137FB986B6}">
      <dgm:prSet/>
      <dgm:spPr/>
      <dgm:t>
        <a:bodyPr/>
        <a:lstStyle/>
        <a:p>
          <a:endParaRPr lang="en-US"/>
        </a:p>
      </dgm:t>
    </dgm:pt>
    <dgm:pt modelId="{883F35E4-ACEA-42AA-94D3-C960A3D45E64}" type="sibTrans" cxnId="{443CE2DF-A059-4B5C-93BD-62137FB986B6}">
      <dgm:prSet/>
      <dgm:spPr/>
      <dgm:t>
        <a:bodyPr/>
        <a:lstStyle/>
        <a:p>
          <a:endParaRPr lang="en-US"/>
        </a:p>
      </dgm:t>
    </dgm:pt>
    <dgm:pt modelId="{92525B8A-9DA5-434F-81EA-392FB6FC6E86}">
      <dgm:prSet custT="1"/>
      <dgm:spPr/>
      <dgm:t>
        <a:bodyPr/>
        <a:lstStyle/>
        <a:p>
          <a:r>
            <a:rPr lang="en-US" sz="1600" u="sng">
              <a:uFillTx/>
            </a:rPr>
            <a:t>Color code</a:t>
          </a:r>
          <a:r>
            <a:rPr lang="en-US" sz="1600"/>
            <a:t> items for easy identification.</a:t>
          </a:r>
        </a:p>
      </dgm:t>
    </dgm:pt>
    <dgm:pt modelId="{39D4BF58-28CE-432A-BFC1-5682546853F2}" type="parTrans" cxnId="{0C352687-50C8-4C9A-B33B-D6B8EBFF8237}">
      <dgm:prSet/>
      <dgm:spPr/>
      <dgm:t>
        <a:bodyPr/>
        <a:lstStyle/>
        <a:p>
          <a:endParaRPr lang="en-US"/>
        </a:p>
      </dgm:t>
    </dgm:pt>
    <dgm:pt modelId="{0530EBF2-4054-4189-867A-8971C2201681}" type="sibTrans" cxnId="{0C352687-50C8-4C9A-B33B-D6B8EBFF8237}">
      <dgm:prSet/>
      <dgm:spPr/>
      <dgm:t>
        <a:bodyPr/>
        <a:lstStyle/>
        <a:p>
          <a:endParaRPr lang="en-US"/>
        </a:p>
      </dgm:t>
    </dgm:pt>
    <dgm:pt modelId="{BD5B0AB6-4939-4522-85F9-B96F8AAC79CB}">
      <dgm:prSet custT="1"/>
      <dgm:spPr/>
      <dgm:t>
        <a:bodyPr/>
        <a:lstStyle/>
        <a:p>
          <a:r>
            <a:rPr lang="en-US" sz="1600" u="sng">
              <a:uFillTx/>
            </a:rPr>
            <a:t>Keep files/binders vertically</a:t>
          </a:r>
          <a:r>
            <a:rPr lang="en-US" sz="1600"/>
            <a:t> and not laid out.</a:t>
          </a:r>
        </a:p>
      </dgm:t>
    </dgm:pt>
    <dgm:pt modelId="{EB17B1A6-62A4-40A2-AE02-A8640A92910E}" type="parTrans" cxnId="{8A92209E-4B72-4FD7-9C8C-83234777469A}">
      <dgm:prSet/>
      <dgm:spPr/>
      <dgm:t>
        <a:bodyPr/>
        <a:lstStyle/>
        <a:p>
          <a:endParaRPr lang="en-US"/>
        </a:p>
      </dgm:t>
    </dgm:pt>
    <dgm:pt modelId="{EDF75CAE-0873-4463-A72F-F87C9D3005F7}" type="sibTrans" cxnId="{8A92209E-4B72-4FD7-9C8C-83234777469A}">
      <dgm:prSet/>
      <dgm:spPr/>
      <dgm:t>
        <a:bodyPr/>
        <a:lstStyle/>
        <a:p>
          <a:endParaRPr lang="en-US"/>
        </a:p>
      </dgm:t>
    </dgm:pt>
    <dgm:pt modelId="{37D608EF-495A-490F-BE9F-EBBCF6109123}">
      <dgm:prSet custT="1"/>
      <dgm:spPr/>
      <dgm:t>
        <a:bodyPr/>
        <a:lstStyle/>
        <a:p>
          <a:r>
            <a:rPr lang="en-US" sz="1600"/>
            <a:t>Plan storage of </a:t>
          </a:r>
          <a:r>
            <a:rPr lang="en-US" sz="1600" u="sng">
              <a:uFillTx/>
            </a:rPr>
            <a:t>compact disks</a:t>
          </a:r>
          <a:r>
            <a:rPr lang="en-US" sz="1600"/>
            <a:t> to prevent them from getting scratched.</a:t>
          </a:r>
        </a:p>
      </dgm:t>
    </dgm:pt>
    <dgm:pt modelId="{B8134B36-8CC9-49CD-8A78-7380708A63D3}" type="parTrans" cxnId="{EC57EC80-9CE4-4919-A10E-08679B4327EC}">
      <dgm:prSet/>
      <dgm:spPr/>
      <dgm:t>
        <a:bodyPr/>
        <a:lstStyle/>
        <a:p>
          <a:endParaRPr lang="en-US"/>
        </a:p>
      </dgm:t>
    </dgm:pt>
    <dgm:pt modelId="{02BAF3D2-8B47-42A4-A269-53B33C33B3B2}" type="sibTrans" cxnId="{EC57EC80-9CE4-4919-A10E-08679B4327EC}">
      <dgm:prSet/>
      <dgm:spPr/>
      <dgm:t>
        <a:bodyPr/>
        <a:lstStyle/>
        <a:p>
          <a:endParaRPr lang="en-US"/>
        </a:p>
      </dgm:t>
    </dgm:pt>
    <dgm:pt modelId="{1CEE2BB3-D7A3-44F9-B0AF-18252F232FEB}">
      <dgm:prSet custT="1"/>
      <dgm:spPr/>
      <dgm:t>
        <a:bodyPr/>
        <a:lstStyle/>
        <a:p>
          <a:r>
            <a:rPr lang="en-US" sz="1600"/>
            <a:t>Install </a:t>
          </a:r>
          <a:r>
            <a:rPr lang="en-US" sz="1600" u="sng">
              <a:uFillTx/>
            </a:rPr>
            <a:t>visual control</a:t>
          </a:r>
          <a:r>
            <a:rPr lang="en-US" sz="1600"/>
            <a:t> for the replenishment of stocks and checking missing items.</a:t>
          </a:r>
        </a:p>
      </dgm:t>
    </dgm:pt>
    <dgm:pt modelId="{7D1DA2BA-A3B8-4A5F-B513-2327A51CE3A6}" type="parTrans" cxnId="{DDAF84C0-7063-4B9D-9511-CF3FB82B4BCF}">
      <dgm:prSet/>
      <dgm:spPr/>
      <dgm:t>
        <a:bodyPr/>
        <a:lstStyle/>
        <a:p>
          <a:endParaRPr lang="en-US"/>
        </a:p>
      </dgm:t>
    </dgm:pt>
    <dgm:pt modelId="{22C8B936-A956-4109-AADA-F43524F7DED6}" type="sibTrans" cxnId="{DDAF84C0-7063-4B9D-9511-CF3FB82B4BCF}">
      <dgm:prSet/>
      <dgm:spPr/>
      <dgm:t>
        <a:bodyPr/>
        <a:lstStyle/>
        <a:p>
          <a:endParaRPr lang="en-US"/>
        </a:p>
      </dgm:t>
    </dgm:pt>
    <dgm:pt modelId="{572491C3-B569-42AE-ADA6-2E6FA192C8B5}">
      <dgm:prSet custT="1"/>
      <dgm:spPr/>
      <dgm:t>
        <a:bodyPr/>
        <a:lstStyle/>
        <a:p>
          <a:r>
            <a:rPr lang="en-US" sz="1600"/>
            <a:t>Observe a </a:t>
          </a:r>
          <a:r>
            <a:rPr lang="en-US" sz="1600" u="sng">
              <a:uFillTx/>
            </a:rPr>
            <a:t>Paper destruction day</a:t>
          </a:r>
          <a:r>
            <a:rPr lang="en-US" sz="1600"/>
            <a:t> once every quarter of the year.</a:t>
          </a:r>
        </a:p>
      </dgm:t>
    </dgm:pt>
    <dgm:pt modelId="{7290558A-4C18-4305-BA67-993202961CC0}" type="parTrans" cxnId="{22E21BF8-C693-460A-A036-A81752D6B55C}">
      <dgm:prSet/>
      <dgm:spPr/>
      <dgm:t>
        <a:bodyPr/>
        <a:lstStyle/>
        <a:p>
          <a:endParaRPr lang="en-US"/>
        </a:p>
      </dgm:t>
    </dgm:pt>
    <dgm:pt modelId="{AC55E1E2-DF51-41FA-9330-50557FACBB90}" type="sibTrans" cxnId="{22E21BF8-C693-460A-A036-A81752D6B55C}">
      <dgm:prSet/>
      <dgm:spPr/>
      <dgm:t>
        <a:bodyPr/>
        <a:lstStyle/>
        <a:p>
          <a:endParaRPr lang="en-US"/>
        </a:p>
      </dgm:t>
    </dgm:pt>
    <dgm:pt modelId="{F59733C5-64AE-44F5-9A97-46BEB0C61130}" type="pres">
      <dgm:prSet presAssocID="{A88B89AF-6885-46EC-A42D-1FBB6A248AA6}" presName="vert0" presStyleCnt="0">
        <dgm:presLayoutVars>
          <dgm:dir/>
          <dgm:animOne val="branch"/>
          <dgm:animLvl val="lvl"/>
        </dgm:presLayoutVars>
      </dgm:prSet>
      <dgm:spPr/>
    </dgm:pt>
    <dgm:pt modelId="{7163148D-980F-4657-A279-E3DDD91B0C0B}" type="pres">
      <dgm:prSet presAssocID="{09A21EA2-15D3-4EA7-9BDB-5A697930E3ED}" presName="thickLine" presStyleLbl="alignNode1" presStyleIdx="0" presStyleCnt="1"/>
      <dgm:spPr/>
    </dgm:pt>
    <dgm:pt modelId="{34F22C48-FDFE-4763-B3C8-63502B37543C}" type="pres">
      <dgm:prSet presAssocID="{09A21EA2-15D3-4EA7-9BDB-5A697930E3ED}" presName="horz1" presStyleCnt="0"/>
      <dgm:spPr/>
    </dgm:pt>
    <dgm:pt modelId="{540A3860-917F-4E3F-97F0-87231869B77E}" type="pres">
      <dgm:prSet presAssocID="{09A21EA2-15D3-4EA7-9BDB-5A697930E3ED}" presName="tx1" presStyleLbl="revTx" presStyleIdx="0" presStyleCnt="13"/>
      <dgm:spPr/>
    </dgm:pt>
    <dgm:pt modelId="{119BF536-F87C-40F4-9AB2-8CAD0D3D700B}" type="pres">
      <dgm:prSet presAssocID="{09A21EA2-15D3-4EA7-9BDB-5A697930E3ED}" presName="vert1" presStyleCnt="0"/>
      <dgm:spPr/>
    </dgm:pt>
    <dgm:pt modelId="{2E11BB38-5519-4585-8611-331DBA7C912D}" type="pres">
      <dgm:prSet presAssocID="{8967AEED-01C5-4BEB-9538-3AF2C8E56CA8}" presName="vertSpace2a" presStyleCnt="0"/>
      <dgm:spPr/>
    </dgm:pt>
    <dgm:pt modelId="{C5B13D2F-A442-4F05-8318-C5C42ECD1385}" type="pres">
      <dgm:prSet presAssocID="{8967AEED-01C5-4BEB-9538-3AF2C8E56CA8}" presName="horz2" presStyleCnt="0"/>
      <dgm:spPr/>
    </dgm:pt>
    <dgm:pt modelId="{FB9F4D7B-8BD4-452A-9F13-3116ACEA8E2F}" type="pres">
      <dgm:prSet presAssocID="{8967AEED-01C5-4BEB-9538-3AF2C8E56CA8}" presName="horzSpace2" presStyleCnt="0"/>
      <dgm:spPr/>
    </dgm:pt>
    <dgm:pt modelId="{9F0D97C7-76E6-4FE9-9438-A56D2D890619}" type="pres">
      <dgm:prSet presAssocID="{8967AEED-01C5-4BEB-9538-3AF2C8E56CA8}" presName="tx2" presStyleLbl="revTx" presStyleIdx="1" presStyleCnt="13"/>
      <dgm:spPr/>
    </dgm:pt>
    <dgm:pt modelId="{E6B82D42-C6FA-4AEE-9152-D51C6DC1E652}" type="pres">
      <dgm:prSet presAssocID="{8967AEED-01C5-4BEB-9538-3AF2C8E56CA8}" presName="vert2" presStyleCnt="0"/>
      <dgm:spPr/>
    </dgm:pt>
    <dgm:pt modelId="{04B0EEFB-6F5D-4323-AD7F-4581BDAD1848}" type="pres">
      <dgm:prSet presAssocID="{8967AEED-01C5-4BEB-9538-3AF2C8E56CA8}" presName="thinLine2b" presStyleLbl="callout" presStyleIdx="0" presStyleCnt="11"/>
      <dgm:spPr/>
    </dgm:pt>
    <dgm:pt modelId="{39F61BB9-66BE-4A79-9F91-9B97209E03FE}" type="pres">
      <dgm:prSet presAssocID="{8967AEED-01C5-4BEB-9538-3AF2C8E56CA8}" presName="vertSpace2b" presStyleCnt="0"/>
      <dgm:spPr/>
    </dgm:pt>
    <dgm:pt modelId="{6CA7C648-8002-44C1-9B29-D742FB4AEAF4}" type="pres">
      <dgm:prSet presAssocID="{347AEFB3-9575-40CC-90FE-1735C4E14965}" presName="horz2" presStyleCnt="0"/>
      <dgm:spPr/>
    </dgm:pt>
    <dgm:pt modelId="{1EAB884E-1E85-4C8A-9211-F71BC3D026F5}" type="pres">
      <dgm:prSet presAssocID="{347AEFB3-9575-40CC-90FE-1735C4E14965}" presName="horzSpace2" presStyleCnt="0"/>
      <dgm:spPr/>
    </dgm:pt>
    <dgm:pt modelId="{CA4EC879-0C1D-4E9A-B2D3-99AA5A82AE09}" type="pres">
      <dgm:prSet presAssocID="{347AEFB3-9575-40CC-90FE-1735C4E14965}" presName="tx2" presStyleLbl="revTx" presStyleIdx="2" presStyleCnt="13"/>
      <dgm:spPr/>
    </dgm:pt>
    <dgm:pt modelId="{28B7EBE1-0CCC-401D-9FCB-9553B4F73AB3}" type="pres">
      <dgm:prSet presAssocID="{347AEFB3-9575-40CC-90FE-1735C4E14965}" presName="vert2" presStyleCnt="0"/>
      <dgm:spPr/>
    </dgm:pt>
    <dgm:pt modelId="{B24F08BB-3469-4468-A703-9C92AAC3C669}" type="pres">
      <dgm:prSet presAssocID="{347AEFB3-9575-40CC-90FE-1735C4E14965}" presName="thinLine2b" presStyleLbl="callout" presStyleIdx="1" presStyleCnt="11"/>
      <dgm:spPr/>
    </dgm:pt>
    <dgm:pt modelId="{46AC0F57-80AF-4AB8-8012-6EF58ACC22A8}" type="pres">
      <dgm:prSet presAssocID="{347AEFB3-9575-40CC-90FE-1735C4E14965}" presName="vertSpace2b" presStyleCnt="0"/>
      <dgm:spPr/>
    </dgm:pt>
    <dgm:pt modelId="{2FBFA77E-EC94-4C47-B521-5B857FFA655F}" type="pres">
      <dgm:prSet presAssocID="{D6244F6A-B21B-4520-8DE0-CC8F1D98DBB9}" presName="horz2" presStyleCnt="0"/>
      <dgm:spPr/>
    </dgm:pt>
    <dgm:pt modelId="{0E82A0E9-A0BC-487E-9406-7F5497A8A3AC}" type="pres">
      <dgm:prSet presAssocID="{D6244F6A-B21B-4520-8DE0-CC8F1D98DBB9}" presName="horzSpace2" presStyleCnt="0"/>
      <dgm:spPr/>
    </dgm:pt>
    <dgm:pt modelId="{074E429E-0805-4A11-82B2-0469110A6F8C}" type="pres">
      <dgm:prSet presAssocID="{D6244F6A-B21B-4520-8DE0-CC8F1D98DBB9}" presName="tx2" presStyleLbl="revTx" presStyleIdx="3" presStyleCnt="13"/>
      <dgm:spPr/>
    </dgm:pt>
    <dgm:pt modelId="{0DC1EC8C-48A8-479A-A544-4CDA44B9EF7D}" type="pres">
      <dgm:prSet presAssocID="{D6244F6A-B21B-4520-8DE0-CC8F1D98DBB9}" presName="vert2" presStyleCnt="0"/>
      <dgm:spPr/>
    </dgm:pt>
    <dgm:pt modelId="{0FBE89D0-DB33-4E33-BBAA-6C42A6053526}" type="pres">
      <dgm:prSet presAssocID="{D6244F6A-B21B-4520-8DE0-CC8F1D98DBB9}" presName="thinLine2b" presStyleLbl="callout" presStyleIdx="2" presStyleCnt="11"/>
      <dgm:spPr/>
    </dgm:pt>
    <dgm:pt modelId="{A0545A36-1C8F-4817-81BE-EB236B1800C9}" type="pres">
      <dgm:prSet presAssocID="{D6244F6A-B21B-4520-8DE0-CC8F1D98DBB9}" presName="vertSpace2b" presStyleCnt="0"/>
      <dgm:spPr/>
    </dgm:pt>
    <dgm:pt modelId="{9090E4FD-B149-404E-82A6-519685C0DE55}" type="pres">
      <dgm:prSet presAssocID="{28604E82-D053-4BBA-9B02-83CD910619FE}" presName="horz2" presStyleCnt="0"/>
      <dgm:spPr/>
    </dgm:pt>
    <dgm:pt modelId="{97545B1C-7548-42FF-8569-98A4191B9DE5}" type="pres">
      <dgm:prSet presAssocID="{28604E82-D053-4BBA-9B02-83CD910619FE}" presName="horzSpace2" presStyleCnt="0"/>
      <dgm:spPr/>
    </dgm:pt>
    <dgm:pt modelId="{1C6AD1D8-ECF0-42E3-867D-E06C6FE28BA1}" type="pres">
      <dgm:prSet presAssocID="{28604E82-D053-4BBA-9B02-83CD910619FE}" presName="tx2" presStyleLbl="revTx" presStyleIdx="4" presStyleCnt="13"/>
      <dgm:spPr/>
    </dgm:pt>
    <dgm:pt modelId="{A4E10B30-9DBC-4EC3-9D6C-6DF8AA0E0EE2}" type="pres">
      <dgm:prSet presAssocID="{28604E82-D053-4BBA-9B02-83CD910619FE}" presName="vert2" presStyleCnt="0"/>
      <dgm:spPr/>
    </dgm:pt>
    <dgm:pt modelId="{209666CC-AA09-4886-9F7A-65D1C1D1CE8A}" type="pres">
      <dgm:prSet presAssocID="{28604E82-D053-4BBA-9B02-83CD910619FE}" presName="thinLine2b" presStyleLbl="callout" presStyleIdx="3" presStyleCnt="11"/>
      <dgm:spPr/>
    </dgm:pt>
    <dgm:pt modelId="{FFE76B47-9038-4F6C-98AD-DE60CFFB9E9E}" type="pres">
      <dgm:prSet presAssocID="{28604E82-D053-4BBA-9B02-83CD910619FE}" presName="vertSpace2b" presStyleCnt="0"/>
      <dgm:spPr/>
    </dgm:pt>
    <dgm:pt modelId="{BC365C44-E5B5-46F4-A72D-FC3486A9E68A}" type="pres">
      <dgm:prSet presAssocID="{195A520C-857A-4D5B-9EE2-83756FAA1EE5}" presName="horz2" presStyleCnt="0"/>
      <dgm:spPr/>
    </dgm:pt>
    <dgm:pt modelId="{E8F34123-25C1-4A6D-AA02-0BB1CE1F5B2B}" type="pres">
      <dgm:prSet presAssocID="{195A520C-857A-4D5B-9EE2-83756FAA1EE5}" presName="horzSpace2" presStyleCnt="0"/>
      <dgm:spPr/>
    </dgm:pt>
    <dgm:pt modelId="{5ACAB36C-B5EF-4151-8B61-F02366CDBBE0}" type="pres">
      <dgm:prSet presAssocID="{195A520C-857A-4D5B-9EE2-83756FAA1EE5}" presName="tx2" presStyleLbl="revTx" presStyleIdx="5" presStyleCnt="13"/>
      <dgm:spPr/>
    </dgm:pt>
    <dgm:pt modelId="{8C2F59D7-C43F-4781-962A-FDEC2603D517}" type="pres">
      <dgm:prSet presAssocID="{195A520C-857A-4D5B-9EE2-83756FAA1EE5}" presName="vert2" presStyleCnt="0"/>
      <dgm:spPr/>
    </dgm:pt>
    <dgm:pt modelId="{42591051-A234-4EAC-BE65-9D4A91C11706}" type="pres">
      <dgm:prSet presAssocID="{195A520C-857A-4D5B-9EE2-83756FAA1EE5}" presName="thinLine2b" presStyleLbl="callout" presStyleIdx="4" presStyleCnt="11"/>
      <dgm:spPr/>
    </dgm:pt>
    <dgm:pt modelId="{21F849DF-8CEC-446C-B5E6-8D9018BE6E25}" type="pres">
      <dgm:prSet presAssocID="{195A520C-857A-4D5B-9EE2-83756FAA1EE5}" presName="vertSpace2b" presStyleCnt="0"/>
      <dgm:spPr/>
    </dgm:pt>
    <dgm:pt modelId="{616424D1-9D78-4091-9F26-C0B6BD1D5D50}" type="pres">
      <dgm:prSet presAssocID="{36979B4E-A538-44A3-9B71-2BCC2D3F5428}" presName="horz2" presStyleCnt="0"/>
      <dgm:spPr/>
    </dgm:pt>
    <dgm:pt modelId="{75416A54-96EF-471E-89BF-085D52652296}" type="pres">
      <dgm:prSet presAssocID="{36979B4E-A538-44A3-9B71-2BCC2D3F5428}" presName="horzSpace2" presStyleCnt="0"/>
      <dgm:spPr/>
    </dgm:pt>
    <dgm:pt modelId="{277E8930-D3E4-4596-931D-FFCD3BD44AB3}" type="pres">
      <dgm:prSet presAssocID="{36979B4E-A538-44A3-9B71-2BCC2D3F5428}" presName="tx2" presStyleLbl="revTx" presStyleIdx="6" presStyleCnt="13"/>
      <dgm:spPr/>
    </dgm:pt>
    <dgm:pt modelId="{EDDC1500-62F7-4802-AE7F-9BD355383137}" type="pres">
      <dgm:prSet presAssocID="{36979B4E-A538-44A3-9B71-2BCC2D3F5428}" presName="vert2" presStyleCnt="0"/>
      <dgm:spPr/>
    </dgm:pt>
    <dgm:pt modelId="{CBCEAE3F-B1E3-4950-B141-1D9A3F3E31E1}" type="pres">
      <dgm:prSet presAssocID="{36979B4E-A538-44A3-9B71-2BCC2D3F5428}" presName="thinLine2b" presStyleLbl="callout" presStyleIdx="5" presStyleCnt="11"/>
      <dgm:spPr/>
    </dgm:pt>
    <dgm:pt modelId="{3969F38B-CF48-4EC0-8915-78350957CE02}" type="pres">
      <dgm:prSet presAssocID="{36979B4E-A538-44A3-9B71-2BCC2D3F5428}" presName="vertSpace2b" presStyleCnt="0"/>
      <dgm:spPr/>
    </dgm:pt>
    <dgm:pt modelId="{D313CD7D-2D3C-4E2B-993A-2B3235E70F8A}" type="pres">
      <dgm:prSet presAssocID="{0A3AF7D5-2E81-4ED7-A6B3-BDFAADE72599}" presName="horz2" presStyleCnt="0"/>
      <dgm:spPr/>
    </dgm:pt>
    <dgm:pt modelId="{920410B1-7AF9-4491-B67A-8AFE37E398F5}" type="pres">
      <dgm:prSet presAssocID="{0A3AF7D5-2E81-4ED7-A6B3-BDFAADE72599}" presName="horzSpace2" presStyleCnt="0"/>
      <dgm:spPr/>
    </dgm:pt>
    <dgm:pt modelId="{2D2DAFC5-9F83-48CD-878F-274DCA3E9A06}" type="pres">
      <dgm:prSet presAssocID="{0A3AF7D5-2E81-4ED7-A6B3-BDFAADE72599}" presName="tx2" presStyleLbl="revTx" presStyleIdx="7" presStyleCnt="13"/>
      <dgm:spPr/>
    </dgm:pt>
    <dgm:pt modelId="{0796D9DF-AF8D-4AA4-8E3C-8ACB215E8AA7}" type="pres">
      <dgm:prSet presAssocID="{0A3AF7D5-2E81-4ED7-A6B3-BDFAADE72599}" presName="vert2" presStyleCnt="0"/>
      <dgm:spPr/>
    </dgm:pt>
    <dgm:pt modelId="{80DCD778-C8C5-4680-87FF-B7AA4AB1A340}" type="pres">
      <dgm:prSet presAssocID="{0A3AF7D5-2E81-4ED7-A6B3-BDFAADE72599}" presName="thinLine2b" presStyleLbl="callout" presStyleIdx="6" presStyleCnt="11"/>
      <dgm:spPr/>
    </dgm:pt>
    <dgm:pt modelId="{1421BC5F-122E-480F-91D4-7AAF9229CADC}" type="pres">
      <dgm:prSet presAssocID="{0A3AF7D5-2E81-4ED7-A6B3-BDFAADE72599}" presName="vertSpace2b" presStyleCnt="0"/>
      <dgm:spPr/>
    </dgm:pt>
    <dgm:pt modelId="{1139EDAB-EDD1-412D-BAC7-75722C57AE79}" type="pres">
      <dgm:prSet presAssocID="{92525B8A-9DA5-434F-81EA-392FB6FC6E86}" presName="horz2" presStyleCnt="0"/>
      <dgm:spPr/>
    </dgm:pt>
    <dgm:pt modelId="{E65CF73A-2DF0-4AA5-A136-8F2CD3DBEBDE}" type="pres">
      <dgm:prSet presAssocID="{92525B8A-9DA5-434F-81EA-392FB6FC6E86}" presName="horzSpace2" presStyleCnt="0"/>
      <dgm:spPr/>
    </dgm:pt>
    <dgm:pt modelId="{3FC16541-03E1-40F2-B960-3A8B1554D216}" type="pres">
      <dgm:prSet presAssocID="{92525B8A-9DA5-434F-81EA-392FB6FC6E86}" presName="tx2" presStyleLbl="revTx" presStyleIdx="8" presStyleCnt="13"/>
      <dgm:spPr/>
    </dgm:pt>
    <dgm:pt modelId="{891B2F43-B4AF-4FA3-B822-F9FEA7340735}" type="pres">
      <dgm:prSet presAssocID="{92525B8A-9DA5-434F-81EA-392FB6FC6E86}" presName="vert2" presStyleCnt="0"/>
      <dgm:spPr/>
    </dgm:pt>
    <dgm:pt modelId="{913AF39A-47EF-4670-BF03-9F09F4E9A0FC}" type="pres">
      <dgm:prSet presAssocID="{92525B8A-9DA5-434F-81EA-392FB6FC6E86}" presName="thinLine2b" presStyleLbl="callout" presStyleIdx="7" presStyleCnt="11"/>
      <dgm:spPr/>
    </dgm:pt>
    <dgm:pt modelId="{D9C540F1-E71E-49E8-94F9-52DF8A7177EE}" type="pres">
      <dgm:prSet presAssocID="{92525B8A-9DA5-434F-81EA-392FB6FC6E86}" presName="vertSpace2b" presStyleCnt="0"/>
      <dgm:spPr/>
    </dgm:pt>
    <dgm:pt modelId="{FC1FA726-D032-402D-A67D-127980FA5F48}" type="pres">
      <dgm:prSet presAssocID="{BD5B0AB6-4939-4522-85F9-B96F8AAC79CB}" presName="horz2" presStyleCnt="0"/>
      <dgm:spPr/>
    </dgm:pt>
    <dgm:pt modelId="{9FA9AC8E-3B26-4AED-AC72-FEB141F62CCE}" type="pres">
      <dgm:prSet presAssocID="{BD5B0AB6-4939-4522-85F9-B96F8AAC79CB}" presName="horzSpace2" presStyleCnt="0"/>
      <dgm:spPr/>
    </dgm:pt>
    <dgm:pt modelId="{DC58A16D-A063-44B6-84A1-A21AAA2E54FA}" type="pres">
      <dgm:prSet presAssocID="{BD5B0AB6-4939-4522-85F9-B96F8AAC79CB}" presName="tx2" presStyleLbl="revTx" presStyleIdx="9" presStyleCnt="13"/>
      <dgm:spPr/>
    </dgm:pt>
    <dgm:pt modelId="{5D743C2D-B023-4C25-8D99-A9BB1D051EBA}" type="pres">
      <dgm:prSet presAssocID="{BD5B0AB6-4939-4522-85F9-B96F8AAC79CB}" presName="vert2" presStyleCnt="0"/>
      <dgm:spPr/>
    </dgm:pt>
    <dgm:pt modelId="{0B88095D-9ADB-4413-B9ED-BBEEFF284760}" type="pres">
      <dgm:prSet presAssocID="{37D608EF-495A-490F-BE9F-EBBCF6109123}" presName="horz3" presStyleCnt="0"/>
      <dgm:spPr/>
    </dgm:pt>
    <dgm:pt modelId="{B8CDB343-D0DB-4FB0-B72F-A89EC686A6E2}" type="pres">
      <dgm:prSet presAssocID="{37D608EF-495A-490F-BE9F-EBBCF6109123}" presName="horzSpace3" presStyleCnt="0"/>
      <dgm:spPr/>
    </dgm:pt>
    <dgm:pt modelId="{7A31EA92-4754-446F-8DC2-6DF93A5DED32}" type="pres">
      <dgm:prSet presAssocID="{37D608EF-495A-490F-BE9F-EBBCF6109123}" presName="tx3" presStyleLbl="revTx" presStyleIdx="10" presStyleCnt="13"/>
      <dgm:spPr/>
    </dgm:pt>
    <dgm:pt modelId="{B888B841-C63F-4AF5-A635-E92DC8C682E4}" type="pres">
      <dgm:prSet presAssocID="{37D608EF-495A-490F-BE9F-EBBCF6109123}" presName="vert3" presStyleCnt="0"/>
      <dgm:spPr/>
    </dgm:pt>
    <dgm:pt modelId="{1D7F34DA-E7B5-4258-ACB4-4BFCDF611B0B}" type="pres">
      <dgm:prSet presAssocID="{BD5B0AB6-4939-4522-85F9-B96F8AAC79CB}" presName="thinLine2b" presStyleLbl="callout" presStyleIdx="8" presStyleCnt="11"/>
      <dgm:spPr/>
    </dgm:pt>
    <dgm:pt modelId="{0B0ECA6A-A017-4CFF-BBB1-34188B54B4E5}" type="pres">
      <dgm:prSet presAssocID="{BD5B0AB6-4939-4522-85F9-B96F8AAC79CB}" presName="vertSpace2b" presStyleCnt="0"/>
      <dgm:spPr/>
    </dgm:pt>
    <dgm:pt modelId="{003CF77B-EBA8-40F1-9A1C-4A0E4E7A4E8A}" type="pres">
      <dgm:prSet presAssocID="{1CEE2BB3-D7A3-44F9-B0AF-18252F232FEB}" presName="horz2" presStyleCnt="0"/>
      <dgm:spPr/>
    </dgm:pt>
    <dgm:pt modelId="{25FC3245-9F25-43D1-A946-CC2F4BA6EF8E}" type="pres">
      <dgm:prSet presAssocID="{1CEE2BB3-D7A3-44F9-B0AF-18252F232FEB}" presName="horzSpace2" presStyleCnt="0"/>
      <dgm:spPr/>
    </dgm:pt>
    <dgm:pt modelId="{94B77BB7-1F85-4977-A092-05D769A064EA}" type="pres">
      <dgm:prSet presAssocID="{1CEE2BB3-D7A3-44F9-B0AF-18252F232FEB}" presName="tx2" presStyleLbl="revTx" presStyleIdx="11" presStyleCnt="13"/>
      <dgm:spPr/>
    </dgm:pt>
    <dgm:pt modelId="{D46FBD62-BB2F-4043-9CC2-592065B6D4D9}" type="pres">
      <dgm:prSet presAssocID="{1CEE2BB3-D7A3-44F9-B0AF-18252F232FEB}" presName="vert2" presStyleCnt="0"/>
      <dgm:spPr/>
    </dgm:pt>
    <dgm:pt modelId="{E1F1031C-317C-4A86-8933-4840F5636FDC}" type="pres">
      <dgm:prSet presAssocID="{1CEE2BB3-D7A3-44F9-B0AF-18252F232FEB}" presName="thinLine2b" presStyleLbl="callout" presStyleIdx="9" presStyleCnt="11"/>
      <dgm:spPr/>
    </dgm:pt>
    <dgm:pt modelId="{854AEF27-322D-436A-938C-EE54E036242A}" type="pres">
      <dgm:prSet presAssocID="{1CEE2BB3-D7A3-44F9-B0AF-18252F232FEB}" presName="vertSpace2b" presStyleCnt="0"/>
      <dgm:spPr/>
    </dgm:pt>
    <dgm:pt modelId="{E0A871F3-E023-4FC2-97E4-71C31946AB46}" type="pres">
      <dgm:prSet presAssocID="{572491C3-B569-42AE-ADA6-2E6FA192C8B5}" presName="horz2" presStyleCnt="0"/>
      <dgm:spPr/>
    </dgm:pt>
    <dgm:pt modelId="{93E0BCC5-AD3B-4B87-8478-704BF9257FE9}" type="pres">
      <dgm:prSet presAssocID="{572491C3-B569-42AE-ADA6-2E6FA192C8B5}" presName="horzSpace2" presStyleCnt="0"/>
      <dgm:spPr/>
    </dgm:pt>
    <dgm:pt modelId="{0F85494B-7E25-4983-911B-5B7A86B4B6F0}" type="pres">
      <dgm:prSet presAssocID="{572491C3-B569-42AE-ADA6-2E6FA192C8B5}" presName="tx2" presStyleLbl="revTx" presStyleIdx="12" presStyleCnt="13"/>
      <dgm:spPr/>
    </dgm:pt>
    <dgm:pt modelId="{0D87FF4F-B7A9-4B5F-A217-580D1FD70C1C}" type="pres">
      <dgm:prSet presAssocID="{572491C3-B569-42AE-ADA6-2E6FA192C8B5}" presName="vert2" presStyleCnt="0"/>
      <dgm:spPr/>
    </dgm:pt>
    <dgm:pt modelId="{75AB6186-865A-4F5D-A741-BBD7E63D99CE}" type="pres">
      <dgm:prSet presAssocID="{572491C3-B569-42AE-ADA6-2E6FA192C8B5}" presName="thinLine2b" presStyleLbl="callout" presStyleIdx="10" presStyleCnt="11"/>
      <dgm:spPr/>
    </dgm:pt>
    <dgm:pt modelId="{3F657130-02C8-4C78-A0FC-52FDB9029A5C}" type="pres">
      <dgm:prSet presAssocID="{572491C3-B569-42AE-ADA6-2E6FA192C8B5}" presName="vertSpace2b" presStyleCnt="0"/>
      <dgm:spPr/>
    </dgm:pt>
  </dgm:ptLst>
  <dgm:cxnLst>
    <dgm:cxn modelId="{C2C8400F-2442-4C92-9AAD-22B948A64DFC}" type="presOf" srcId="{8967AEED-01C5-4BEB-9538-3AF2C8E56CA8}" destId="{9F0D97C7-76E6-4FE9-9438-A56D2D890619}" srcOrd="0" destOrd="0" presId="urn:microsoft.com/office/officeart/2008/layout/LinedList"/>
    <dgm:cxn modelId="{C2E43332-BD86-4C34-AD75-74ED1539BF7B}" type="presOf" srcId="{1CEE2BB3-D7A3-44F9-B0AF-18252F232FEB}" destId="{94B77BB7-1F85-4977-A092-05D769A064EA}" srcOrd="0" destOrd="0" presId="urn:microsoft.com/office/officeart/2008/layout/LinedList"/>
    <dgm:cxn modelId="{FB04A332-26DB-4EE7-9987-04D25CC75335}" srcId="{09A21EA2-15D3-4EA7-9BDB-5A697930E3ED}" destId="{8967AEED-01C5-4BEB-9538-3AF2C8E56CA8}" srcOrd="0" destOrd="0" parTransId="{0984039D-7C29-4FB7-88BF-9395D315A153}" sibTransId="{05993369-C5E7-4E4C-A19F-65E5EB2F8AF0}"/>
    <dgm:cxn modelId="{7520DA3C-6010-4BF3-B37E-CC8E55E957D2}" srcId="{09A21EA2-15D3-4EA7-9BDB-5A697930E3ED}" destId="{28604E82-D053-4BBA-9B02-83CD910619FE}" srcOrd="3" destOrd="0" parTransId="{B768E149-AFD5-4E54-BCC2-8BCBF7B69347}" sibTransId="{DB9B1FD9-36E1-416F-A03B-832F9FA70ABB}"/>
    <dgm:cxn modelId="{BA68065E-8771-404F-95FF-C70F6C73A9DA}" type="presOf" srcId="{D6244F6A-B21B-4520-8DE0-CC8F1D98DBB9}" destId="{074E429E-0805-4A11-82B2-0469110A6F8C}" srcOrd="0" destOrd="0" presId="urn:microsoft.com/office/officeart/2008/layout/LinedList"/>
    <dgm:cxn modelId="{541FB26C-20A1-421E-9B5D-94C264822A9E}" type="presOf" srcId="{195A520C-857A-4D5B-9EE2-83756FAA1EE5}" destId="{5ACAB36C-B5EF-4151-8B61-F02366CDBBE0}" srcOrd="0" destOrd="0" presId="urn:microsoft.com/office/officeart/2008/layout/LinedList"/>
    <dgm:cxn modelId="{7DBE866D-0072-4365-91FE-24F45DEE7E55}" srcId="{09A21EA2-15D3-4EA7-9BDB-5A697930E3ED}" destId="{195A520C-857A-4D5B-9EE2-83756FAA1EE5}" srcOrd="4" destOrd="0" parTransId="{CDA72B60-E3C9-404B-985C-713B4823BD53}" sibTransId="{BF65188B-5F0D-40E6-97F3-D853659F8CFB}"/>
    <dgm:cxn modelId="{604B754F-10AF-4CB2-9467-386C39C38AA4}" type="presOf" srcId="{0A3AF7D5-2E81-4ED7-A6B3-BDFAADE72599}" destId="{2D2DAFC5-9F83-48CD-878F-274DCA3E9A06}" srcOrd="0" destOrd="0" presId="urn:microsoft.com/office/officeart/2008/layout/LinedList"/>
    <dgm:cxn modelId="{2B5E9B80-9E1B-4A7E-8DCA-E6F5B69F9B90}" srcId="{09A21EA2-15D3-4EA7-9BDB-5A697930E3ED}" destId="{36979B4E-A538-44A3-9B71-2BCC2D3F5428}" srcOrd="5" destOrd="0" parTransId="{B26C5258-9D9A-4213-B391-63C465B3BD14}" sibTransId="{D1C61D5C-DCC6-46B7-BDF2-B5A61389527B}"/>
    <dgm:cxn modelId="{EC57EC80-9CE4-4919-A10E-08679B4327EC}" srcId="{BD5B0AB6-4939-4522-85F9-B96F8AAC79CB}" destId="{37D608EF-495A-490F-BE9F-EBBCF6109123}" srcOrd="0" destOrd="0" parTransId="{B8134B36-8CC9-49CD-8A78-7380708A63D3}" sibTransId="{02BAF3D2-8B47-42A4-A269-53B33C33B3B2}"/>
    <dgm:cxn modelId="{0C352687-50C8-4C9A-B33B-D6B8EBFF8237}" srcId="{09A21EA2-15D3-4EA7-9BDB-5A697930E3ED}" destId="{92525B8A-9DA5-434F-81EA-392FB6FC6E86}" srcOrd="7" destOrd="0" parTransId="{39D4BF58-28CE-432A-BFC1-5682546853F2}" sibTransId="{0530EBF2-4054-4189-867A-8971C2201681}"/>
    <dgm:cxn modelId="{8A92209E-4B72-4FD7-9C8C-83234777469A}" srcId="{09A21EA2-15D3-4EA7-9BDB-5A697930E3ED}" destId="{BD5B0AB6-4939-4522-85F9-B96F8AAC79CB}" srcOrd="8" destOrd="0" parTransId="{EB17B1A6-62A4-40A2-AE02-A8640A92910E}" sibTransId="{EDF75CAE-0873-4463-A72F-F87C9D3005F7}"/>
    <dgm:cxn modelId="{2E9C7EA4-49AC-41DB-866E-42B8AC50CCD2}" type="presOf" srcId="{28604E82-D053-4BBA-9B02-83CD910619FE}" destId="{1C6AD1D8-ECF0-42E3-867D-E06C6FE28BA1}" srcOrd="0" destOrd="0" presId="urn:microsoft.com/office/officeart/2008/layout/LinedList"/>
    <dgm:cxn modelId="{B3233DA5-909F-4480-BF7B-15E7E6B9CCF4}" type="presOf" srcId="{347AEFB3-9575-40CC-90FE-1735C4E14965}" destId="{CA4EC879-0C1D-4E9A-B2D3-99AA5A82AE09}" srcOrd="0" destOrd="0" presId="urn:microsoft.com/office/officeart/2008/layout/LinedList"/>
    <dgm:cxn modelId="{E4D30BA7-BA27-40BC-954A-0BFB87CEFACA}" type="presOf" srcId="{09A21EA2-15D3-4EA7-9BDB-5A697930E3ED}" destId="{540A3860-917F-4E3F-97F0-87231869B77E}" srcOrd="0" destOrd="0" presId="urn:microsoft.com/office/officeart/2008/layout/LinedList"/>
    <dgm:cxn modelId="{088A14AB-57D8-4E1E-B762-5EA2631CFAC1}" type="presOf" srcId="{37D608EF-495A-490F-BE9F-EBBCF6109123}" destId="{7A31EA92-4754-446F-8DC2-6DF93A5DED32}" srcOrd="0" destOrd="0" presId="urn:microsoft.com/office/officeart/2008/layout/LinedList"/>
    <dgm:cxn modelId="{1A0196B7-3A5B-4F0D-B3FA-C9C6A4E01BD2}" srcId="{09A21EA2-15D3-4EA7-9BDB-5A697930E3ED}" destId="{D6244F6A-B21B-4520-8DE0-CC8F1D98DBB9}" srcOrd="2" destOrd="0" parTransId="{61DB604A-F892-40C3-BD94-69A32E026374}" sibTransId="{BB6A6B25-B9FC-4E98-8AAE-E5D6F3AA75AB}"/>
    <dgm:cxn modelId="{DDAF84C0-7063-4B9D-9511-CF3FB82B4BCF}" srcId="{09A21EA2-15D3-4EA7-9BDB-5A697930E3ED}" destId="{1CEE2BB3-D7A3-44F9-B0AF-18252F232FEB}" srcOrd="9" destOrd="0" parTransId="{7D1DA2BA-A3B8-4A5F-B513-2327A51CE3A6}" sibTransId="{22C8B936-A956-4109-AADA-F43524F7DED6}"/>
    <dgm:cxn modelId="{6AB172C1-7424-498E-A205-594DED455F0F}" type="presOf" srcId="{BD5B0AB6-4939-4522-85F9-B96F8AAC79CB}" destId="{DC58A16D-A063-44B6-84A1-A21AAA2E54FA}" srcOrd="0" destOrd="0" presId="urn:microsoft.com/office/officeart/2008/layout/LinedList"/>
    <dgm:cxn modelId="{8AFA43C8-028A-4262-9BD4-DC989765196B}" type="presOf" srcId="{572491C3-B569-42AE-ADA6-2E6FA192C8B5}" destId="{0F85494B-7E25-4983-911B-5B7A86B4B6F0}" srcOrd="0" destOrd="0" presId="urn:microsoft.com/office/officeart/2008/layout/LinedList"/>
    <dgm:cxn modelId="{8748DCD5-04EA-416A-A07C-A30C4D72ED26}" type="presOf" srcId="{A88B89AF-6885-46EC-A42D-1FBB6A248AA6}" destId="{F59733C5-64AE-44F5-9A97-46BEB0C61130}" srcOrd="0" destOrd="0" presId="urn:microsoft.com/office/officeart/2008/layout/LinedList"/>
    <dgm:cxn modelId="{C4A1D7DB-6968-43A6-AE6F-DDB8E19C20F6}" type="presOf" srcId="{36979B4E-A538-44A3-9B71-2BCC2D3F5428}" destId="{277E8930-D3E4-4596-931D-FFCD3BD44AB3}" srcOrd="0" destOrd="0" presId="urn:microsoft.com/office/officeart/2008/layout/LinedList"/>
    <dgm:cxn modelId="{CF5CE8DE-9D06-448F-AEBA-338C4BBC6DBC}" type="presOf" srcId="{92525B8A-9DA5-434F-81EA-392FB6FC6E86}" destId="{3FC16541-03E1-40F2-B960-3A8B1554D216}" srcOrd="0" destOrd="0" presId="urn:microsoft.com/office/officeart/2008/layout/LinedList"/>
    <dgm:cxn modelId="{443CE2DF-A059-4B5C-93BD-62137FB986B6}" srcId="{09A21EA2-15D3-4EA7-9BDB-5A697930E3ED}" destId="{0A3AF7D5-2E81-4ED7-A6B3-BDFAADE72599}" srcOrd="6" destOrd="0" parTransId="{7BE1DD0A-B8A9-4647-8F96-26170ABFDF83}" sibTransId="{883F35E4-ACEA-42AA-94D3-C960A3D45E64}"/>
    <dgm:cxn modelId="{33F19BE5-B869-40DB-ACA7-2704B075DF3F}" srcId="{A88B89AF-6885-46EC-A42D-1FBB6A248AA6}" destId="{09A21EA2-15D3-4EA7-9BDB-5A697930E3ED}" srcOrd="0" destOrd="0" parTransId="{2D63FA0F-5F5C-42A9-84C1-1AC8DF53BD51}" sibTransId="{CDD8CDE2-1F70-4422-8F3E-75F6ECBE6878}"/>
    <dgm:cxn modelId="{22E21BF8-C693-460A-A036-A81752D6B55C}" srcId="{09A21EA2-15D3-4EA7-9BDB-5A697930E3ED}" destId="{572491C3-B569-42AE-ADA6-2E6FA192C8B5}" srcOrd="10" destOrd="0" parTransId="{7290558A-4C18-4305-BA67-993202961CC0}" sibTransId="{AC55E1E2-DF51-41FA-9330-50557FACBB90}"/>
    <dgm:cxn modelId="{A552A9FA-E641-4FBA-A0EE-8CA9AA17AF4B}" srcId="{09A21EA2-15D3-4EA7-9BDB-5A697930E3ED}" destId="{347AEFB3-9575-40CC-90FE-1735C4E14965}" srcOrd="1" destOrd="0" parTransId="{C7DC58C8-91E7-4F88-9EEF-463AE93DE9FB}" sibTransId="{6D77A21C-224D-4E0A-B1C0-EC2619756AA1}"/>
    <dgm:cxn modelId="{5B6BAFD3-4635-44A1-93FE-D5A4E3C9E5BF}" type="presParOf" srcId="{F59733C5-64AE-44F5-9A97-46BEB0C61130}" destId="{7163148D-980F-4657-A279-E3DDD91B0C0B}" srcOrd="0" destOrd="0" presId="urn:microsoft.com/office/officeart/2008/layout/LinedList"/>
    <dgm:cxn modelId="{99CB44E9-38FA-44E6-8367-4715C0A5EE95}" type="presParOf" srcId="{F59733C5-64AE-44F5-9A97-46BEB0C61130}" destId="{34F22C48-FDFE-4763-B3C8-63502B37543C}" srcOrd="1" destOrd="0" presId="urn:microsoft.com/office/officeart/2008/layout/LinedList"/>
    <dgm:cxn modelId="{DF8C2E7E-5F54-492F-B38E-508CDEDA92F5}" type="presParOf" srcId="{34F22C48-FDFE-4763-B3C8-63502B37543C}" destId="{540A3860-917F-4E3F-97F0-87231869B77E}" srcOrd="0" destOrd="0" presId="urn:microsoft.com/office/officeart/2008/layout/LinedList"/>
    <dgm:cxn modelId="{3D6ECE2E-E211-44B1-BDDB-8D5AB3D569F0}" type="presParOf" srcId="{34F22C48-FDFE-4763-B3C8-63502B37543C}" destId="{119BF536-F87C-40F4-9AB2-8CAD0D3D700B}" srcOrd="1" destOrd="0" presId="urn:microsoft.com/office/officeart/2008/layout/LinedList"/>
    <dgm:cxn modelId="{77844857-6C54-4021-8AFF-DF27B286A96C}" type="presParOf" srcId="{119BF536-F87C-40F4-9AB2-8CAD0D3D700B}" destId="{2E11BB38-5519-4585-8611-331DBA7C912D}" srcOrd="0" destOrd="0" presId="urn:microsoft.com/office/officeart/2008/layout/LinedList"/>
    <dgm:cxn modelId="{48EADEDB-462A-4180-B481-7446C8E6AFE2}" type="presParOf" srcId="{119BF536-F87C-40F4-9AB2-8CAD0D3D700B}" destId="{C5B13D2F-A442-4F05-8318-C5C42ECD1385}" srcOrd="1" destOrd="0" presId="urn:microsoft.com/office/officeart/2008/layout/LinedList"/>
    <dgm:cxn modelId="{2363A665-3FEA-4D61-BA04-D50107AEA1C1}" type="presParOf" srcId="{C5B13D2F-A442-4F05-8318-C5C42ECD1385}" destId="{FB9F4D7B-8BD4-452A-9F13-3116ACEA8E2F}" srcOrd="0" destOrd="0" presId="urn:microsoft.com/office/officeart/2008/layout/LinedList"/>
    <dgm:cxn modelId="{33112C4B-2137-4D29-AC16-FFE43355319A}" type="presParOf" srcId="{C5B13D2F-A442-4F05-8318-C5C42ECD1385}" destId="{9F0D97C7-76E6-4FE9-9438-A56D2D890619}" srcOrd="1" destOrd="0" presId="urn:microsoft.com/office/officeart/2008/layout/LinedList"/>
    <dgm:cxn modelId="{8EE3D9E0-A316-4D1A-805F-04822D24917B}" type="presParOf" srcId="{C5B13D2F-A442-4F05-8318-C5C42ECD1385}" destId="{E6B82D42-C6FA-4AEE-9152-D51C6DC1E652}" srcOrd="2" destOrd="0" presId="urn:microsoft.com/office/officeart/2008/layout/LinedList"/>
    <dgm:cxn modelId="{C6455646-EC64-4E69-9737-D51655B7A310}" type="presParOf" srcId="{119BF536-F87C-40F4-9AB2-8CAD0D3D700B}" destId="{04B0EEFB-6F5D-4323-AD7F-4581BDAD1848}" srcOrd="2" destOrd="0" presId="urn:microsoft.com/office/officeart/2008/layout/LinedList"/>
    <dgm:cxn modelId="{799B598A-04DC-4C13-8A93-B314196BCF0D}" type="presParOf" srcId="{119BF536-F87C-40F4-9AB2-8CAD0D3D700B}" destId="{39F61BB9-66BE-4A79-9F91-9B97209E03FE}" srcOrd="3" destOrd="0" presId="urn:microsoft.com/office/officeart/2008/layout/LinedList"/>
    <dgm:cxn modelId="{1E1C0CDB-078F-49D9-8574-A9F18F30EDCE}" type="presParOf" srcId="{119BF536-F87C-40F4-9AB2-8CAD0D3D700B}" destId="{6CA7C648-8002-44C1-9B29-D742FB4AEAF4}" srcOrd="4" destOrd="0" presId="urn:microsoft.com/office/officeart/2008/layout/LinedList"/>
    <dgm:cxn modelId="{32D2DE67-3D69-42B0-9464-D8A731190ACA}" type="presParOf" srcId="{6CA7C648-8002-44C1-9B29-D742FB4AEAF4}" destId="{1EAB884E-1E85-4C8A-9211-F71BC3D026F5}" srcOrd="0" destOrd="0" presId="urn:microsoft.com/office/officeart/2008/layout/LinedList"/>
    <dgm:cxn modelId="{083299B1-2623-4E77-8901-A03D0FE0E192}" type="presParOf" srcId="{6CA7C648-8002-44C1-9B29-D742FB4AEAF4}" destId="{CA4EC879-0C1D-4E9A-B2D3-99AA5A82AE09}" srcOrd="1" destOrd="0" presId="urn:microsoft.com/office/officeart/2008/layout/LinedList"/>
    <dgm:cxn modelId="{332A0C98-92BA-47AA-89B3-9F1C8F8FB5C7}" type="presParOf" srcId="{6CA7C648-8002-44C1-9B29-D742FB4AEAF4}" destId="{28B7EBE1-0CCC-401D-9FCB-9553B4F73AB3}" srcOrd="2" destOrd="0" presId="urn:microsoft.com/office/officeart/2008/layout/LinedList"/>
    <dgm:cxn modelId="{502DFBD4-D8C8-48E7-B989-88DC8E6345BB}" type="presParOf" srcId="{119BF536-F87C-40F4-9AB2-8CAD0D3D700B}" destId="{B24F08BB-3469-4468-A703-9C92AAC3C669}" srcOrd="5" destOrd="0" presId="urn:microsoft.com/office/officeart/2008/layout/LinedList"/>
    <dgm:cxn modelId="{86CA9DF3-E04F-4014-8A5E-05CAEB142D41}" type="presParOf" srcId="{119BF536-F87C-40F4-9AB2-8CAD0D3D700B}" destId="{46AC0F57-80AF-4AB8-8012-6EF58ACC22A8}" srcOrd="6" destOrd="0" presId="urn:microsoft.com/office/officeart/2008/layout/LinedList"/>
    <dgm:cxn modelId="{32251979-271C-403A-A236-B14F1AE8510B}" type="presParOf" srcId="{119BF536-F87C-40F4-9AB2-8CAD0D3D700B}" destId="{2FBFA77E-EC94-4C47-B521-5B857FFA655F}" srcOrd="7" destOrd="0" presId="urn:microsoft.com/office/officeart/2008/layout/LinedList"/>
    <dgm:cxn modelId="{7B04F138-B275-4191-8743-A53D513ECB93}" type="presParOf" srcId="{2FBFA77E-EC94-4C47-B521-5B857FFA655F}" destId="{0E82A0E9-A0BC-487E-9406-7F5497A8A3AC}" srcOrd="0" destOrd="0" presId="urn:microsoft.com/office/officeart/2008/layout/LinedList"/>
    <dgm:cxn modelId="{09F3E6F8-C291-4BA3-A537-4CD987270E69}" type="presParOf" srcId="{2FBFA77E-EC94-4C47-B521-5B857FFA655F}" destId="{074E429E-0805-4A11-82B2-0469110A6F8C}" srcOrd="1" destOrd="0" presId="urn:microsoft.com/office/officeart/2008/layout/LinedList"/>
    <dgm:cxn modelId="{24E673CD-8756-42DB-AD97-83A174BADE8E}" type="presParOf" srcId="{2FBFA77E-EC94-4C47-B521-5B857FFA655F}" destId="{0DC1EC8C-48A8-479A-A544-4CDA44B9EF7D}" srcOrd="2" destOrd="0" presId="urn:microsoft.com/office/officeart/2008/layout/LinedList"/>
    <dgm:cxn modelId="{99DBD136-4864-49F1-AD2E-ECA3A83CED29}" type="presParOf" srcId="{119BF536-F87C-40F4-9AB2-8CAD0D3D700B}" destId="{0FBE89D0-DB33-4E33-BBAA-6C42A6053526}" srcOrd="8" destOrd="0" presId="urn:microsoft.com/office/officeart/2008/layout/LinedList"/>
    <dgm:cxn modelId="{5595F760-8968-48E7-AA06-FB45DFAC98E7}" type="presParOf" srcId="{119BF536-F87C-40F4-9AB2-8CAD0D3D700B}" destId="{A0545A36-1C8F-4817-81BE-EB236B1800C9}" srcOrd="9" destOrd="0" presId="urn:microsoft.com/office/officeart/2008/layout/LinedList"/>
    <dgm:cxn modelId="{52748AF7-9264-40BA-A828-B4FD774D153B}" type="presParOf" srcId="{119BF536-F87C-40F4-9AB2-8CAD0D3D700B}" destId="{9090E4FD-B149-404E-82A6-519685C0DE55}" srcOrd="10" destOrd="0" presId="urn:microsoft.com/office/officeart/2008/layout/LinedList"/>
    <dgm:cxn modelId="{79B77F01-A7C9-4E17-B30F-5DB5B04FC33A}" type="presParOf" srcId="{9090E4FD-B149-404E-82A6-519685C0DE55}" destId="{97545B1C-7548-42FF-8569-98A4191B9DE5}" srcOrd="0" destOrd="0" presId="urn:microsoft.com/office/officeart/2008/layout/LinedList"/>
    <dgm:cxn modelId="{F2A8D52D-1718-403A-9A8A-821D4149DC51}" type="presParOf" srcId="{9090E4FD-B149-404E-82A6-519685C0DE55}" destId="{1C6AD1D8-ECF0-42E3-867D-E06C6FE28BA1}" srcOrd="1" destOrd="0" presId="urn:microsoft.com/office/officeart/2008/layout/LinedList"/>
    <dgm:cxn modelId="{5BAA89A9-A001-4766-B592-42512D2FE57A}" type="presParOf" srcId="{9090E4FD-B149-404E-82A6-519685C0DE55}" destId="{A4E10B30-9DBC-4EC3-9D6C-6DF8AA0E0EE2}" srcOrd="2" destOrd="0" presId="urn:microsoft.com/office/officeart/2008/layout/LinedList"/>
    <dgm:cxn modelId="{28327DFA-CC3A-4F2F-AA1E-FB91B3336DBF}" type="presParOf" srcId="{119BF536-F87C-40F4-9AB2-8CAD0D3D700B}" destId="{209666CC-AA09-4886-9F7A-65D1C1D1CE8A}" srcOrd="11" destOrd="0" presId="urn:microsoft.com/office/officeart/2008/layout/LinedList"/>
    <dgm:cxn modelId="{C2D6E822-5FAB-465C-9BD6-003F9D8F12D6}" type="presParOf" srcId="{119BF536-F87C-40F4-9AB2-8CAD0D3D700B}" destId="{FFE76B47-9038-4F6C-98AD-DE60CFFB9E9E}" srcOrd="12" destOrd="0" presId="urn:microsoft.com/office/officeart/2008/layout/LinedList"/>
    <dgm:cxn modelId="{29E67EC9-D38C-4BCD-85F1-FC0694969B4D}" type="presParOf" srcId="{119BF536-F87C-40F4-9AB2-8CAD0D3D700B}" destId="{BC365C44-E5B5-46F4-A72D-FC3486A9E68A}" srcOrd="13" destOrd="0" presId="urn:microsoft.com/office/officeart/2008/layout/LinedList"/>
    <dgm:cxn modelId="{16009BDC-90B5-43BE-82BF-D67BBE0260D6}" type="presParOf" srcId="{BC365C44-E5B5-46F4-A72D-FC3486A9E68A}" destId="{E8F34123-25C1-4A6D-AA02-0BB1CE1F5B2B}" srcOrd="0" destOrd="0" presId="urn:microsoft.com/office/officeart/2008/layout/LinedList"/>
    <dgm:cxn modelId="{2FB87E62-F45C-4D37-A215-FCEC90378B46}" type="presParOf" srcId="{BC365C44-E5B5-46F4-A72D-FC3486A9E68A}" destId="{5ACAB36C-B5EF-4151-8B61-F02366CDBBE0}" srcOrd="1" destOrd="0" presId="urn:microsoft.com/office/officeart/2008/layout/LinedList"/>
    <dgm:cxn modelId="{B023CF03-902A-49D0-9E83-D9BDC6995372}" type="presParOf" srcId="{BC365C44-E5B5-46F4-A72D-FC3486A9E68A}" destId="{8C2F59D7-C43F-4781-962A-FDEC2603D517}" srcOrd="2" destOrd="0" presId="urn:microsoft.com/office/officeart/2008/layout/LinedList"/>
    <dgm:cxn modelId="{2CEA6BBC-6F22-47D1-8633-75F05B53FA00}" type="presParOf" srcId="{119BF536-F87C-40F4-9AB2-8CAD0D3D700B}" destId="{42591051-A234-4EAC-BE65-9D4A91C11706}" srcOrd="14" destOrd="0" presId="urn:microsoft.com/office/officeart/2008/layout/LinedList"/>
    <dgm:cxn modelId="{A67E1323-DE46-495C-8425-CBCC503080E6}" type="presParOf" srcId="{119BF536-F87C-40F4-9AB2-8CAD0D3D700B}" destId="{21F849DF-8CEC-446C-B5E6-8D9018BE6E25}" srcOrd="15" destOrd="0" presId="urn:microsoft.com/office/officeart/2008/layout/LinedList"/>
    <dgm:cxn modelId="{DBC30512-45A1-4AB1-AE80-49B3C39856EB}" type="presParOf" srcId="{119BF536-F87C-40F4-9AB2-8CAD0D3D700B}" destId="{616424D1-9D78-4091-9F26-C0B6BD1D5D50}" srcOrd="16" destOrd="0" presId="urn:microsoft.com/office/officeart/2008/layout/LinedList"/>
    <dgm:cxn modelId="{5EE05635-206B-402A-A6F7-DDC7A536C846}" type="presParOf" srcId="{616424D1-9D78-4091-9F26-C0B6BD1D5D50}" destId="{75416A54-96EF-471E-89BF-085D52652296}" srcOrd="0" destOrd="0" presId="urn:microsoft.com/office/officeart/2008/layout/LinedList"/>
    <dgm:cxn modelId="{CC8F1DED-9534-448C-9A05-F3E18D48E33C}" type="presParOf" srcId="{616424D1-9D78-4091-9F26-C0B6BD1D5D50}" destId="{277E8930-D3E4-4596-931D-FFCD3BD44AB3}" srcOrd="1" destOrd="0" presId="urn:microsoft.com/office/officeart/2008/layout/LinedList"/>
    <dgm:cxn modelId="{3541836B-1DDD-4BFD-A9E0-BEFF378020EF}" type="presParOf" srcId="{616424D1-9D78-4091-9F26-C0B6BD1D5D50}" destId="{EDDC1500-62F7-4802-AE7F-9BD355383137}" srcOrd="2" destOrd="0" presId="urn:microsoft.com/office/officeart/2008/layout/LinedList"/>
    <dgm:cxn modelId="{3697338A-E27E-4807-9EDF-61D06DCE4790}" type="presParOf" srcId="{119BF536-F87C-40F4-9AB2-8CAD0D3D700B}" destId="{CBCEAE3F-B1E3-4950-B141-1D9A3F3E31E1}" srcOrd="17" destOrd="0" presId="urn:microsoft.com/office/officeart/2008/layout/LinedList"/>
    <dgm:cxn modelId="{C4EB12B8-17FF-49F9-9C2F-40263120E9C9}" type="presParOf" srcId="{119BF536-F87C-40F4-9AB2-8CAD0D3D700B}" destId="{3969F38B-CF48-4EC0-8915-78350957CE02}" srcOrd="18" destOrd="0" presId="urn:microsoft.com/office/officeart/2008/layout/LinedList"/>
    <dgm:cxn modelId="{E922AA23-CAF9-4939-895E-27545595595B}" type="presParOf" srcId="{119BF536-F87C-40F4-9AB2-8CAD0D3D700B}" destId="{D313CD7D-2D3C-4E2B-993A-2B3235E70F8A}" srcOrd="19" destOrd="0" presId="urn:microsoft.com/office/officeart/2008/layout/LinedList"/>
    <dgm:cxn modelId="{8FE225B7-68F8-4C6D-9404-E877B0E576A1}" type="presParOf" srcId="{D313CD7D-2D3C-4E2B-993A-2B3235E70F8A}" destId="{920410B1-7AF9-4491-B67A-8AFE37E398F5}" srcOrd="0" destOrd="0" presId="urn:microsoft.com/office/officeart/2008/layout/LinedList"/>
    <dgm:cxn modelId="{EB552907-3A20-4576-88CB-A2392B23914C}" type="presParOf" srcId="{D313CD7D-2D3C-4E2B-993A-2B3235E70F8A}" destId="{2D2DAFC5-9F83-48CD-878F-274DCA3E9A06}" srcOrd="1" destOrd="0" presId="urn:microsoft.com/office/officeart/2008/layout/LinedList"/>
    <dgm:cxn modelId="{F2605E70-D0AD-43D6-A619-921B72535994}" type="presParOf" srcId="{D313CD7D-2D3C-4E2B-993A-2B3235E70F8A}" destId="{0796D9DF-AF8D-4AA4-8E3C-8ACB215E8AA7}" srcOrd="2" destOrd="0" presId="urn:microsoft.com/office/officeart/2008/layout/LinedList"/>
    <dgm:cxn modelId="{8E6162A6-DF14-4FBD-90BE-721B46116E3F}" type="presParOf" srcId="{119BF536-F87C-40F4-9AB2-8CAD0D3D700B}" destId="{80DCD778-C8C5-4680-87FF-B7AA4AB1A340}" srcOrd="20" destOrd="0" presId="urn:microsoft.com/office/officeart/2008/layout/LinedList"/>
    <dgm:cxn modelId="{92E90661-4874-4CAB-8284-8AB787BB0D7E}" type="presParOf" srcId="{119BF536-F87C-40F4-9AB2-8CAD0D3D700B}" destId="{1421BC5F-122E-480F-91D4-7AAF9229CADC}" srcOrd="21" destOrd="0" presId="urn:microsoft.com/office/officeart/2008/layout/LinedList"/>
    <dgm:cxn modelId="{E71A1FBE-0AE5-4DF7-A30F-0811D4FBDB80}" type="presParOf" srcId="{119BF536-F87C-40F4-9AB2-8CAD0D3D700B}" destId="{1139EDAB-EDD1-412D-BAC7-75722C57AE79}" srcOrd="22" destOrd="0" presId="urn:microsoft.com/office/officeart/2008/layout/LinedList"/>
    <dgm:cxn modelId="{6B9191D3-3972-49B0-AA05-FAB2B426D1E0}" type="presParOf" srcId="{1139EDAB-EDD1-412D-BAC7-75722C57AE79}" destId="{E65CF73A-2DF0-4AA5-A136-8F2CD3DBEBDE}" srcOrd="0" destOrd="0" presId="urn:microsoft.com/office/officeart/2008/layout/LinedList"/>
    <dgm:cxn modelId="{B97E3231-38AF-41D3-9F0E-EAFE3DCC7C22}" type="presParOf" srcId="{1139EDAB-EDD1-412D-BAC7-75722C57AE79}" destId="{3FC16541-03E1-40F2-B960-3A8B1554D216}" srcOrd="1" destOrd="0" presId="urn:microsoft.com/office/officeart/2008/layout/LinedList"/>
    <dgm:cxn modelId="{DD5F691E-2DFD-4093-826A-9B5DF0AB5FC4}" type="presParOf" srcId="{1139EDAB-EDD1-412D-BAC7-75722C57AE79}" destId="{891B2F43-B4AF-4FA3-B822-F9FEA7340735}" srcOrd="2" destOrd="0" presId="urn:microsoft.com/office/officeart/2008/layout/LinedList"/>
    <dgm:cxn modelId="{D9821D67-9806-4161-B5D0-DF84D3C07A05}" type="presParOf" srcId="{119BF536-F87C-40F4-9AB2-8CAD0D3D700B}" destId="{913AF39A-47EF-4670-BF03-9F09F4E9A0FC}" srcOrd="23" destOrd="0" presId="urn:microsoft.com/office/officeart/2008/layout/LinedList"/>
    <dgm:cxn modelId="{B0C5A3FF-3A57-4047-B77B-61026401BEC1}" type="presParOf" srcId="{119BF536-F87C-40F4-9AB2-8CAD0D3D700B}" destId="{D9C540F1-E71E-49E8-94F9-52DF8A7177EE}" srcOrd="24" destOrd="0" presId="urn:microsoft.com/office/officeart/2008/layout/LinedList"/>
    <dgm:cxn modelId="{1F773DA2-524F-46F9-9E53-0782D6065427}" type="presParOf" srcId="{119BF536-F87C-40F4-9AB2-8CAD0D3D700B}" destId="{FC1FA726-D032-402D-A67D-127980FA5F48}" srcOrd="25" destOrd="0" presId="urn:microsoft.com/office/officeart/2008/layout/LinedList"/>
    <dgm:cxn modelId="{3E45A55F-EE3A-4FB1-8444-0F3BF2C3992E}" type="presParOf" srcId="{FC1FA726-D032-402D-A67D-127980FA5F48}" destId="{9FA9AC8E-3B26-4AED-AC72-FEB141F62CCE}" srcOrd="0" destOrd="0" presId="urn:microsoft.com/office/officeart/2008/layout/LinedList"/>
    <dgm:cxn modelId="{ECF8581A-15A2-49CC-AE4A-4A68B4819AAA}" type="presParOf" srcId="{FC1FA726-D032-402D-A67D-127980FA5F48}" destId="{DC58A16D-A063-44B6-84A1-A21AAA2E54FA}" srcOrd="1" destOrd="0" presId="urn:microsoft.com/office/officeart/2008/layout/LinedList"/>
    <dgm:cxn modelId="{F56BA442-E001-4933-B38A-65DA9A8B6508}" type="presParOf" srcId="{FC1FA726-D032-402D-A67D-127980FA5F48}" destId="{5D743C2D-B023-4C25-8D99-A9BB1D051EBA}" srcOrd="2" destOrd="0" presId="urn:microsoft.com/office/officeart/2008/layout/LinedList"/>
    <dgm:cxn modelId="{D1C88E72-F1FB-4D62-BD20-B9777DE80805}" type="presParOf" srcId="{5D743C2D-B023-4C25-8D99-A9BB1D051EBA}" destId="{0B88095D-9ADB-4413-B9ED-BBEEFF284760}" srcOrd="0" destOrd="0" presId="urn:microsoft.com/office/officeart/2008/layout/LinedList"/>
    <dgm:cxn modelId="{D2A140FF-3D0D-4F00-AFCD-D3D1BE50C16A}" type="presParOf" srcId="{0B88095D-9ADB-4413-B9ED-BBEEFF284760}" destId="{B8CDB343-D0DB-4FB0-B72F-A89EC686A6E2}" srcOrd="0" destOrd="0" presId="urn:microsoft.com/office/officeart/2008/layout/LinedList"/>
    <dgm:cxn modelId="{FE5CA2DE-AFF0-4F29-B4E4-9F7FD6A4D526}" type="presParOf" srcId="{0B88095D-9ADB-4413-B9ED-BBEEFF284760}" destId="{7A31EA92-4754-446F-8DC2-6DF93A5DED32}" srcOrd="1" destOrd="0" presId="urn:microsoft.com/office/officeart/2008/layout/LinedList"/>
    <dgm:cxn modelId="{789243B5-F557-4298-BFDB-DCFB648B9B41}" type="presParOf" srcId="{0B88095D-9ADB-4413-B9ED-BBEEFF284760}" destId="{B888B841-C63F-4AF5-A635-E92DC8C682E4}" srcOrd="2" destOrd="0" presId="urn:microsoft.com/office/officeart/2008/layout/LinedList"/>
    <dgm:cxn modelId="{38C0822F-3CAA-4B84-B969-FC985C7D4711}" type="presParOf" srcId="{119BF536-F87C-40F4-9AB2-8CAD0D3D700B}" destId="{1D7F34DA-E7B5-4258-ACB4-4BFCDF611B0B}" srcOrd="26" destOrd="0" presId="urn:microsoft.com/office/officeart/2008/layout/LinedList"/>
    <dgm:cxn modelId="{FEC704E1-75C7-417B-8A94-2F3A07749B8E}" type="presParOf" srcId="{119BF536-F87C-40F4-9AB2-8CAD0D3D700B}" destId="{0B0ECA6A-A017-4CFF-BBB1-34188B54B4E5}" srcOrd="27" destOrd="0" presId="urn:microsoft.com/office/officeart/2008/layout/LinedList"/>
    <dgm:cxn modelId="{73485855-2D96-4EB5-8517-04D04AD3AD87}" type="presParOf" srcId="{119BF536-F87C-40F4-9AB2-8CAD0D3D700B}" destId="{003CF77B-EBA8-40F1-9A1C-4A0E4E7A4E8A}" srcOrd="28" destOrd="0" presId="urn:microsoft.com/office/officeart/2008/layout/LinedList"/>
    <dgm:cxn modelId="{4C96330F-A971-4011-9EE8-EFDEABAF9DAA}" type="presParOf" srcId="{003CF77B-EBA8-40F1-9A1C-4A0E4E7A4E8A}" destId="{25FC3245-9F25-43D1-A946-CC2F4BA6EF8E}" srcOrd="0" destOrd="0" presId="urn:microsoft.com/office/officeart/2008/layout/LinedList"/>
    <dgm:cxn modelId="{9181380A-7922-444B-899B-642692C208EB}" type="presParOf" srcId="{003CF77B-EBA8-40F1-9A1C-4A0E4E7A4E8A}" destId="{94B77BB7-1F85-4977-A092-05D769A064EA}" srcOrd="1" destOrd="0" presId="urn:microsoft.com/office/officeart/2008/layout/LinedList"/>
    <dgm:cxn modelId="{A8078A8B-EB53-40A4-B606-362159B4DE2D}" type="presParOf" srcId="{003CF77B-EBA8-40F1-9A1C-4A0E4E7A4E8A}" destId="{D46FBD62-BB2F-4043-9CC2-592065B6D4D9}" srcOrd="2" destOrd="0" presId="urn:microsoft.com/office/officeart/2008/layout/LinedList"/>
    <dgm:cxn modelId="{B17009BE-0B8F-4F87-AEEF-E35D08432019}" type="presParOf" srcId="{119BF536-F87C-40F4-9AB2-8CAD0D3D700B}" destId="{E1F1031C-317C-4A86-8933-4840F5636FDC}" srcOrd="29" destOrd="0" presId="urn:microsoft.com/office/officeart/2008/layout/LinedList"/>
    <dgm:cxn modelId="{69F40FF5-97F6-4A25-BA18-F30B6127C0C2}" type="presParOf" srcId="{119BF536-F87C-40F4-9AB2-8CAD0D3D700B}" destId="{854AEF27-322D-436A-938C-EE54E036242A}" srcOrd="30" destOrd="0" presId="urn:microsoft.com/office/officeart/2008/layout/LinedList"/>
    <dgm:cxn modelId="{0F7F701F-DF36-4AEF-B883-9B7B5CDB0C6D}" type="presParOf" srcId="{119BF536-F87C-40F4-9AB2-8CAD0D3D700B}" destId="{E0A871F3-E023-4FC2-97E4-71C31946AB46}" srcOrd="31" destOrd="0" presId="urn:microsoft.com/office/officeart/2008/layout/LinedList"/>
    <dgm:cxn modelId="{B1B18500-FAE6-4466-9E55-B532A14B74C5}" type="presParOf" srcId="{E0A871F3-E023-4FC2-97E4-71C31946AB46}" destId="{93E0BCC5-AD3B-4B87-8478-704BF9257FE9}" srcOrd="0" destOrd="0" presId="urn:microsoft.com/office/officeart/2008/layout/LinedList"/>
    <dgm:cxn modelId="{69EE16B9-BA98-4C1C-BE62-E52192D7CCDE}" type="presParOf" srcId="{E0A871F3-E023-4FC2-97E4-71C31946AB46}" destId="{0F85494B-7E25-4983-911B-5B7A86B4B6F0}" srcOrd="1" destOrd="0" presId="urn:microsoft.com/office/officeart/2008/layout/LinedList"/>
    <dgm:cxn modelId="{1BE9EC3C-56B9-4674-B649-A5C2C37F604D}" type="presParOf" srcId="{E0A871F3-E023-4FC2-97E4-71C31946AB46}" destId="{0D87FF4F-B7A9-4B5F-A217-580D1FD70C1C}" srcOrd="2" destOrd="0" presId="urn:microsoft.com/office/officeart/2008/layout/LinedList"/>
    <dgm:cxn modelId="{6D890E7E-F248-4AB7-94A8-2BF797C5964B}" type="presParOf" srcId="{119BF536-F87C-40F4-9AB2-8CAD0D3D700B}" destId="{75AB6186-865A-4F5D-A741-BBD7E63D99CE}" srcOrd="32" destOrd="0" presId="urn:microsoft.com/office/officeart/2008/layout/LinedList"/>
    <dgm:cxn modelId="{C3785225-2AB7-4319-BDBE-F21DCCAA48D9}" type="presParOf" srcId="{119BF536-F87C-40F4-9AB2-8CAD0D3D700B}" destId="{3F657130-02C8-4C78-A0FC-52FDB9029A5C}" srcOrd="3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35479E-7CD0-4A70-8BC9-CF63CADA189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7B6E4F5-C5BA-41D4-9894-96C965AEFAA2}">
      <dgm:prSet custT="1"/>
      <dgm:spPr/>
      <dgm:t>
        <a:bodyPr/>
        <a:lstStyle/>
        <a:p>
          <a:r>
            <a:rPr lang="en-GB" sz="2000" b="1"/>
            <a:t>Reduction in errors/defects due to standardized procedures.</a:t>
          </a:r>
          <a:endParaRPr lang="en-US" sz="2000" b="1"/>
        </a:p>
      </dgm:t>
    </dgm:pt>
    <dgm:pt modelId="{9A60DC01-AE96-46D0-899A-7057D07144B0}" type="parTrans" cxnId="{E32E1B14-838F-4E25-8950-6E83BD451B73}">
      <dgm:prSet/>
      <dgm:spPr/>
      <dgm:t>
        <a:bodyPr/>
        <a:lstStyle/>
        <a:p>
          <a:endParaRPr lang="en-US"/>
        </a:p>
      </dgm:t>
    </dgm:pt>
    <dgm:pt modelId="{E270DE1A-7014-43AA-A368-7B1CC33F786C}" type="sibTrans" cxnId="{E32E1B14-838F-4E25-8950-6E83BD451B73}">
      <dgm:prSet/>
      <dgm:spPr/>
      <dgm:t>
        <a:bodyPr/>
        <a:lstStyle/>
        <a:p>
          <a:endParaRPr lang="en-US"/>
        </a:p>
      </dgm:t>
    </dgm:pt>
    <dgm:pt modelId="{624E082B-0052-4B8B-8BE0-7528FDEF22A9}">
      <dgm:prSet custT="1"/>
      <dgm:spPr/>
      <dgm:t>
        <a:bodyPr/>
        <a:lstStyle/>
        <a:p>
          <a:r>
            <a:rPr lang="en-GB" sz="2000" b="1"/>
            <a:t>Consistent and improved quality.</a:t>
          </a:r>
          <a:endParaRPr lang="en-US" sz="2000" b="1"/>
        </a:p>
      </dgm:t>
    </dgm:pt>
    <dgm:pt modelId="{7F314FC1-4028-4CF6-9562-B054673322B1}" type="parTrans" cxnId="{9DD85D35-1EF4-4085-B9CD-5DF6A15E3B43}">
      <dgm:prSet/>
      <dgm:spPr/>
      <dgm:t>
        <a:bodyPr/>
        <a:lstStyle/>
        <a:p>
          <a:endParaRPr lang="en-US"/>
        </a:p>
      </dgm:t>
    </dgm:pt>
    <dgm:pt modelId="{69B2B873-BA5C-46D4-8C3D-6A0F279B5810}" type="sibTrans" cxnId="{9DD85D35-1EF4-4085-B9CD-5DF6A15E3B43}">
      <dgm:prSet/>
      <dgm:spPr/>
      <dgm:t>
        <a:bodyPr/>
        <a:lstStyle/>
        <a:p>
          <a:endParaRPr lang="en-US"/>
        </a:p>
      </dgm:t>
    </dgm:pt>
    <dgm:pt modelId="{38B867D4-4E14-4E4D-99BB-5E48EEC92233}">
      <dgm:prSet custT="1"/>
      <dgm:spPr/>
      <dgm:t>
        <a:bodyPr/>
        <a:lstStyle/>
        <a:p>
          <a:r>
            <a:rPr lang="en-GB" sz="2000" b="1"/>
            <a:t>Higher productivity.</a:t>
          </a:r>
          <a:endParaRPr lang="en-US" sz="2000" b="1"/>
        </a:p>
      </dgm:t>
    </dgm:pt>
    <dgm:pt modelId="{B63C0020-C662-429B-B6EF-83AB3C6ED8A4}" type="parTrans" cxnId="{3281658B-49C5-4CA8-B0CB-3819566BD15C}">
      <dgm:prSet/>
      <dgm:spPr/>
      <dgm:t>
        <a:bodyPr/>
        <a:lstStyle/>
        <a:p>
          <a:endParaRPr lang="en-US"/>
        </a:p>
      </dgm:t>
    </dgm:pt>
    <dgm:pt modelId="{04562BEA-5F48-44A1-9EC7-F7075638C7D2}" type="sibTrans" cxnId="{3281658B-49C5-4CA8-B0CB-3819566BD15C}">
      <dgm:prSet/>
      <dgm:spPr/>
      <dgm:t>
        <a:bodyPr/>
        <a:lstStyle/>
        <a:p>
          <a:endParaRPr lang="en-US"/>
        </a:p>
      </dgm:t>
    </dgm:pt>
    <dgm:pt modelId="{2CC740C4-6C1F-4813-9D96-E2F1B033AA80}">
      <dgm:prSet custT="1"/>
      <dgm:spPr/>
      <dgm:t>
        <a:bodyPr/>
        <a:lstStyle/>
        <a:p>
          <a:r>
            <a:rPr lang="en-GB" sz="2000" b="1"/>
            <a:t>Lesser accidents.</a:t>
          </a:r>
          <a:endParaRPr lang="en-US" sz="2000" b="1"/>
        </a:p>
      </dgm:t>
    </dgm:pt>
    <dgm:pt modelId="{EF0B6266-F126-4737-B1C4-234BB3320031}" type="parTrans" cxnId="{69D28782-A363-4FCD-8BD0-61BDEC1C1ED4}">
      <dgm:prSet/>
      <dgm:spPr/>
      <dgm:t>
        <a:bodyPr/>
        <a:lstStyle/>
        <a:p>
          <a:endParaRPr lang="en-US"/>
        </a:p>
      </dgm:t>
    </dgm:pt>
    <dgm:pt modelId="{7137D6DB-7523-45D5-B308-BFFDADDC38B1}" type="sibTrans" cxnId="{69D28782-A363-4FCD-8BD0-61BDEC1C1ED4}">
      <dgm:prSet/>
      <dgm:spPr/>
      <dgm:t>
        <a:bodyPr/>
        <a:lstStyle/>
        <a:p>
          <a:endParaRPr lang="en-US"/>
        </a:p>
      </dgm:t>
    </dgm:pt>
    <dgm:pt modelId="{BC32BA7C-71D0-463C-ABFA-7A4E6E87ABF3}">
      <dgm:prSet custT="1"/>
      <dgm:spPr/>
      <dgm:t>
        <a:bodyPr/>
        <a:lstStyle/>
        <a:p>
          <a:r>
            <a:rPr lang="en-GB" sz="2000" b="1"/>
            <a:t>Higher morale of employees.</a:t>
          </a:r>
          <a:endParaRPr lang="en-US" sz="2000" b="1"/>
        </a:p>
      </dgm:t>
    </dgm:pt>
    <dgm:pt modelId="{E506869B-E322-499C-A73E-94B30997C755}" type="parTrans" cxnId="{639D6222-F579-4D27-A3F0-C1F9871374D6}">
      <dgm:prSet/>
      <dgm:spPr/>
      <dgm:t>
        <a:bodyPr/>
        <a:lstStyle/>
        <a:p>
          <a:endParaRPr lang="en-US"/>
        </a:p>
      </dgm:t>
    </dgm:pt>
    <dgm:pt modelId="{645F2DC4-967A-4A43-9648-2AF5C5EDF792}" type="sibTrans" cxnId="{639D6222-F579-4D27-A3F0-C1F9871374D6}">
      <dgm:prSet/>
      <dgm:spPr/>
      <dgm:t>
        <a:bodyPr/>
        <a:lstStyle/>
        <a:p>
          <a:endParaRPr lang="en-US"/>
        </a:p>
      </dgm:t>
    </dgm:pt>
    <dgm:pt modelId="{2DD49C53-6329-497E-A8DC-AA182C9E2A45}">
      <dgm:prSet custT="1"/>
      <dgm:spPr/>
      <dgm:t>
        <a:bodyPr/>
        <a:lstStyle/>
        <a:p>
          <a:r>
            <a:rPr lang="en-GB" sz="2000" b="1"/>
            <a:t>Gets to work in a clean, organized, and clutter-free workplace.</a:t>
          </a:r>
          <a:endParaRPr lang="en-US" sz="2000" b="1"/>
        </a:p>
      </dgm:t>
    </dgm:pt>
    <dgm:pt modelId="{2EC87280-C554-4CD2-A631-E7FD33334E56}" type="parTrans" cxnId="{D8A905A8-0DA8-4AB9-8C90-2D00DACD9648}">
      <dgm:prSet/>
      <dgm:spPr/>
      <dgm:t>
        <a:bodyPr/>
        <a:lstStyle/>
        <a:p>
          <a:endParaRPr lang="en-US"/>
        </a:p>
      </dgm:t>
    </dgm:pt>
    <dgm:pt modelId="{FBDC96CF-1CA1-431D-B22F-09F26EA8BB6A}" type="sibTrans" cxnId="{D8A905A8-0DA8-4AB9-8C90-2D00DACD9648}">
      <dgm:prSet/>
      <dgm:spPr/>
      <dgm:t>
        <a:bodyPr/>
        <a:lstStyle/>
        <a:p>
          <a:endParaRPr lang="en-US"/>
        </a:p>
      </dgm:t>
    </dgm:pt>
    <dgm:pt modelId="{F94F722A-BDCA-48D8-AFFA-FB686D185FE8}">
      <dgm:prSet custT="1"/>
      <dgm:spPr/>
      <dgm:t>
        <a:bodyPr/>
        <a:lstStyle/>
        <a:p>
          <a:r>
            <a:rPr lang="en-GB" sz="2000" b="1"/>
            <a:t>Lesser time to retrieve things when required.</a:t>
          </a:r>
          <a:endParaRPr lang="en-US" sz="2000" b="1"/>
        </a:p>
      </dgm:t>
    </dgm:pt>
    <dgm:pt modelId="{B0D27768-7486-4B22-B0DB-727990EB0DA2}" type="parTrans" cxnId="{A610F026-965F-44D1-AD2E-5CA0A1085152}">
      <dgm:prSet/>
      <dgm:spPr/>
      <dgm:t>
        <a:bodyPr/>
        <a:lstStyle/>
        <a:p>
          <a:endParaRPr lang="en-US"/>
        </a:p>
      </dgm:t>
    </dgm:pt>
    <dgm:pt modelId="{49ED1FA9-D8A1-47F9-B82B-D9B5F9C864E5}" type="sibTrans" cxnId="{A610F026-965F-44D1-AD2E-5CA0A1085152}">
      <dgm:prSet/>
      <dgm:spPr/>
      <dgm:t>
        <a:bodyPr/>
        <a:lstStyle/>
        <a:p>
          <a:endParaRPr lang="en-US"/>
        </a:p>
      </dgm:t>
    </dgm:pt>
    <dgm:pt modelId="{784F8863-664F-4158-9004-DDD0CCF59AF1}">
      <dgm:prSet custT="1"/>
      <dgm:spPr/>
      <dgm:t>
        <a:bodyPr/>
        <a:lstStyle/>
        <a:p>
          <a:r>
            <a:rPr lang="en-GB" sz="2000" b="1"/>
            <a:t>More useable space.</a:t>
          </a:r>
          <a:endParaRPr lang="en-US" sz="2000" b="1"/>
        </a:p>
      </dgm:t>
    </dgm:pt>
    <dgm:pt modelId="{A17E0C84-F359-4673-9D23-B0DAEB1F25AA}" type="parTrans" cxnId="{73FA0530-ECBE-4A34-8D94-E91E8E018E3C}">
      <dgm:prSet/>
      <dgm:spPr/>
      <dgm:t>
        <a:bodyPr/>
        <a:lstStyle/>
        <a:p>
          <a:endParaRPr lang="en-US"/>
        </a:p>
      </dgm:t>
    </dgm:pt>
    <dgm:pt modelId="{67ED56A5-AFC3-48BC-BFB9-EE080A5748FF}" type="sibTrans" cxnId="{73FA0530-ECBE-4A34-8D94-E91E8E018E3C}">
      <dgm:prSet/>
      <dgm:spPr/>
      <dgm:t>
        <a:bodyPr/>
        <a:lstStyle/>
        <a:p>
          <a:endParaRPr lang="en-US"/>
        </a:p>
      </dgm:t>
    </dgm:pt>
    <dgm:pt modelId="{4A5D8732-053A-4664-A15C-6D0D133A51E3}">
      <dgm:prSet custT="1"/>
      <dgm:spPr/>
      <dgm:t>
        <a:bodyPr/>
        <a:lstStyle/>
        <a:p>
          <a:r>
            <a:rPr lang="en-GB" sz="2000" b="1"/>
            <a:t>Reduction in machine downtime.</a:t>
          </a:r>
          <a:endParaRPr lang="en-US" sz="2000" b="1"/>
        </a:p>
      </dgm:t>
    </dgm:pt>
    <dgm:pt modelId="{DF897493-5381-4A88-8652-488F774B4B38}" type="parTrans" cxnId="{E4479FAB-4CCA-4AA9-BF98-864C6716B10A}">
      <dgm:prSet/>
      <dgm:spPr/>
      <dgm:t>
        <a:bodyPr/>
        <a:lstStyle/>
        <a:p>
          <a:endParaRPr lang="en-US"/>
        </a:p>
      </dgm:t>
    </dgm:pt>
    <dgm:pt modelId="{BB0AFAEA-D4E6-4706-8779-435257DE8DD0}" type="sibTrans" cxnId="{E4479FAB-4CCA-4AA9-BF98-864C6716B10A}">
      <dgm:prSet/>
      <dgm:spPr/>
      <dgm:t>
        <a:bodyPr/>
        <a:lstStyle/>
        <a:p>
          <a:endParaRPr lang="en-US"/>
        </a:p>
      </dgm:t>
    </dgm:pt>
    <dgm:pt modelId="{F7F55827-8E61-4573-8F2D-FD269FF49A5B}" type="pres">
      <dgm:prSet presAssocID="{7F35479E-7CD0-4A70-8BC9-CF63CADA189B}" presName="linear" presStyleCnt="0">
        <dgm:presLayoutVars>
          <dgm:animLvl val="lvl"/>
          <dgm:resizeHandles val="exact"/>
        </dgm:presLayoutVars>
      </dgm:prSet>
      <dgm:spPr/>
    </dgm:pt>
    <dgm:pt modelId="{0188EEFD-A6C0-4FCC-91E4-58D8D582FFA1}" type="pres">
      <dgm:prSet presAssocID="{F7B6E4F5-C5BA-41D4-9894-96C965AEFAA2}" presName="parentText" presStyleLbl="node1" presStyleIdx="0" presStyleCnt="9">
        <dgm:presLayoutVars>
          <dgm:chMax val="0"/>
          <dgm:bulletEnabled val="1"/>
        </dgm:presLayoutVars>
      </dgm:prSet>
      <dgm:spPr/>
    </dgm:pt>
    <dgm:pt modelId="{7BCB9414-962C-4643-81FE-ED7A584D85BC}" type="pres">
      <dgm:prSet presAssocID="{E270DE1A-7014-43AA-A368-7B1CC33F786C}" presName="spacer" presStyleCnt="0"/>
      <dgm:spPr/>
    </dgm:pt>
    <dgm:pt modelId="{96796BEE-5DE8-4EC5-A54E-5E9200F005EB}" type="pres">
      <dgm:prSet presAssocID="{624E082B-0052-4B8B-8BE0-7528FDEF22A9}" presName="parentText" presStyleLbl="node1" presStyleIdx="1" presStyleCnt="9">
        <dgm:presLayoutVars>
          <dgm:chMax val="0"/>
          <dgm:bulletEnabled val="1"/>
        </dgm:presLayoutVars>
      </dgm:prSet>
      <dgm:spPr/>
    </dgm:pt>
    <dgm:pt modelId="{E8B2DDF8-5B77-46A4-88D5-3AC8A8FCED09}" type="pres">
      <dgm:prSet presAssocID="{69B2B873-BA5C-46D4-8C3D-6A0F279B5810}" presName="spacer" presStyleCnt="0"/>
      <dgm:spPr/>
    </dgm:pt>
    <dgm:pt modelId="{174E0244-72E3-477C-99D3-61FF968EC988}" type="pres">
      <dgm:prSet presAssocID="{38B867D4-4E14-4E4D-99BB-5E48EEC92233}" presName="parentText" presStyleLbl="node1" presStyleIdx="2" presStyleCnt="9">
        <dgm:presLayoutVars>
          <dgm:chMax val="0"/>
          <dgm:bulletEnabled val="1"/>
        </dgm:presLayoutVars>
      </dgm:prSet>
      <dgm:spPr/>
    </dgm:pt>
    <dgm:pt modelId="{302128CE-09A0-4576-908F-7468B4014C14}" type="pres">
      <dgm:prSet presAssocID="{04562BEA-5F48-44A1-9EC7-F7075638C7D2}" presName="spacer" presStyleCnt="0"/>
      <dgm:spPr/>
    </dgm:pt>
    <dgm:pt modelId="{BCB2E803-458A-45F3-BEFB-6FC87DCD82CF}" type="pres">
      <dgm:prSet presAssocID="{2CC740C4-6C1F-4813-9D96-E2F1B033AA80}" presName="parentText" presStyleLbl="node1" presStyleIdx="3" presStyleCnt="9">
        <dgm:presLayoutVars>
          <dgm:chMax val="0"/>
          <dgm:bulletEnabled val="1"/>
        </dgm:presLayoutVars>
      </dgm:prSet>
      <dgm:spPr/>
    </dgm:pt>
    <dgm:pt modelId="{250A801C-177D-443D-B444-8242A63B6834}" type="pres">
      <dgm:prSet presAssocID="{7137D6DB-7523-45D5-B308-BFFDADDC38B1}" presName="spacer" presStyleCnt="0"/>
      <dgm:spPr/>
    </dgm:pt>
    <dgm:pt modelId="{9AF9AF32-C266-407A-8432-E57F39E84C9C}" type="pres">
      <dgm:prSet presAssocID="{BC32BA7C-71D0-463C-ABFA-7A4E6E87ABF3}" presName="parentText" presStyleLbl="node1" presStyleIdx="4" presStyleCnt="9">
        <dgm:presLayoutVars>
          <dgm:chMax val="0"/>
          <dgm:bulletEnabled val="1"/>
        </dgm:presLayoutVars>
      </dgm:prSet>
      <dgm:spPr/>
    </dgm:pt>
    <dgm:pt modelId="{B2B866E2-16C6-4918-9DD6-2482C00B6D23}" type="pres">
      <dgm:prSet presAssocID="{645F2DC4-967A-4A43-9648-2AF5C5EDF792}" presName="spacer" presStyleCnt="0"/>
      <dgm:spPr/>
    </dgm:pt>
    <dgm:pt modelId="{17A243C3-AF90-41FD-8378-3BDF936C7D9B}" type="pres">
      <dgm:prSet presAssocID="{2DD49C53-6329-497E-A8DC-AA182C9E2A45}" presName="parentText" presStyleLbl="node1" presStyleIdx="5" presStyleCnt="9">
        <dgm:presLayoutVars>
          <dgm:chMax val="0"/>
          <dgm:bulletEnabled val="1"/>
        </dgm:presLayoutVars>
      </dgm:prSet>
      <dgm:spPr/>
    </dgm:pt>
    <dgm:pt modelId="{D795DEF8-5526-49C3-A1A6-D75686E6FF49}" type="pres">
      <dgm:prSet presAssocID="{FBDC96CF-1CA1-431D-B22F-09F26EA8BB6A}" presName="spacer" presStyleCnt="0"/>
      <dgm:spPr/>
    </dgm:pt>
    <dgm:pt modelId="{DDB810C2-1835-42C4-B456-901CC4831091}" type="pres">
      <dgm:prSet presAssocID="{F94F722A-BDCA-48D8-AFFA-FB686D185FE8}" presName="parentText" presStyleLbl="node1" presStyleIdx="6" presStyleCnt="9">
        <dgm:presLayoutVars>
          <dgm:chMax val="0"/>
          <dgm:bulletEnabled val="1"/>
        </dgm:presLayoutVars>
      </dgm:prSet>
      <dgm:spPr/>
    </dgm:pt>
    <dgm:pt modelId="{6B66A530-AB84-4685-9654-82652F3D0398}" type="pres">
      <dgm:prSet presAssocID="{49ED1FA9-D8A1-47F9-B82B-D9B5F9C864E5}" presName="spacer" presStyleCnt="0"/>
      <dgm:spPr/>
    </dgm:pt>
    <dgm:pt modelId="{238AFBE6-6EE0-4AE6-AA3B-3D9A27B0812F}" type="pres">
      <dgm:prSet presAssocID="{784F8863-664F-4158-9004-DDD0CCF59AF1}" presName="parentText" presStyleLbl="node1" presStyleIdx="7" presStyleCnt="9">
        <dgm:presLayoutVars>
          <dgm:chMax val="0"/>
          <dgm:bulletEnabled val="1"/>
        </dgm:presLayoutVars>
      </dgm:prSet>
      <dgm:spPr/>
    </dgm:pt>
    <dgm:pt modelId="{CEF97211-52BC-4949-A396-B659C95D1A4A}" type="pres">
      <dgm:prSet presAssocID="{67ED56A5-AFC3-48BC-BFB9-EE080A5748FF}" presName="spacer" presStyleCnt="0"/>
      <dgm:spPr/>
    </dgm:pt>
    <dgm:pt modelId="{F23B9AA7-041A-4C47-A04E-D0BA98CE0051}" type="pres">
      <dgm:prSet presAssocID="{4A5D8732-053A-4664-A15C-6D0D133A51E3}" presName="parentText" presStyleLbl="node1" presStyleIdx="8" presStyleCnt="9">
        <dgm:presLayoutVars>
          <dgm:chMax val="0"/>
          <dgm:bulletEnabled val="1"/>
        </dgm:presLayoutVars>
      </dgm:prSet>
      <dgm:spPr/>
    </dgm:pt>
  </dgm:ptLst>
  <dgm:cxnLst>
    <dgm:cxn modelId="{E32E1B14-838F-4E25-8950-6E83BD451B73}" srcId="{7F35479E-7CD0-4A70-8BC9-CF63CADA189B}" destId="{F7B6E4F5-C5BA-41D4-9894-96C965AEFAA2}" srcOrd="0" destOrd="0" parTransId="{9A60DC01-AE96-46D0-899A-7057D07144B0}" sibTransId="{E270DE1A-7014-43AA-A368-7B1CC33F786C}"/>
    <dgm:cxn modelId="{639D6222-F579-4D27-A3F0-C1F9871374D6}" srcId="{7F35479E-7CD0-4A70-8BC9-CF63CADA189B}" destId="{BC32BA7C-71D0-463C-ABFA-7A4E6E87ABF3}" srcOrd="4" destOrd="0" parTransId="{E506869B-E322-499C-A73E-94B30997C755}" sibTransId="{645F2DC4-967A-4A43-9648-2AF5C5EDF792}"/>
    <dgm:cxn modelId="{A610F026-965F-44D1-AD2E-5CA0A1085152}" srcId="{7F35479E-7CD0-4A70-8BC9-CF63CADA189B}" destId="{F94F722A-BDCA-48D8-AFFA-FB686D185FE8}" srcOrd="6" destOrd="0" parTransId="{B0D27768-7486-4B22-B0DB-727990EB0DA2}" sibTransId="{49ED1FA9-D8A1-47F9-B82B-D9B5F9C864E5}"/>
    <dgm:cxn modelId="{73FA0530-ECBE-4A34-8D94-E91E8E018E3C}" srcId="{7F35479E-7CD0-4A70-8BC9-CF63CADA189B}" destId="{784F8863-664F-4158-9004-DDD0CCF59AF1}" srcOrd="7" destOrd="0" parTransId="{A17E0C84-F359-4673-9D23-B0DAEB1F25AA}" sibTransId="{67ED56A5-AFC3-48BC-BFB9-EE080A5748FF}"/>
    <dgm:cxn modelId="{90239631-9D93-4706-9497-93A3550ED5EF}" type="presOf" srcId="{F7B6E4F5-C5BA-41D4-9894-96C965AEFAA2}" destId="{0188EEFD-A6C0-4FCC-91E4-58D8D582FFA1}" srcOrd="0" destOrd="0" presId="urn:microsoft.com/office/officeart/2005/8/layout/vList2"/>
    <dgm:cxn modelId="{60AD6034-3805-491D-9637-A677A88870C9}" type="presOf" srcId="{624E082B-0052-4B8B-8BE0-7528FDEF22A9}" destId="{96796BEE-5DE8-4EC5-A54E-5E9200F005EB}" srcOrd="0" destOrd="0" presId="urn:microsoft.com/office/officeart/2005/8/layout/vList2"/>
    <dgm:cxn modelId="{9DD85D35-1EF4-4085-B9CD-5DF6A15E3B43}" srcId="{7F35479E-7CD0-4A70-8BC9-CF63CADA189B}" destId="{624E082B-0052-4B8B-8BE0-7528FDEF22A9}" srcOrd="1" destOrd="0" parTransId="{7F314FC1-4028-4CF6-9562-B054673322B1}" sibTransId="{69B2B873-BA5C-46D4-8C3D-6A0F279B5810}"/>
    <dgm:cxn modelId="{20FDAE67-A762-4B9B-9681-F896807A29A3}" type="presOf" srcId="{2DD49C53-6329-497E-A8DC-AA182C9E2A45}" destId="{17A243C3-AF90-41FD-8378-3BDF936C7D9B}" srcOrd="0" destOrd="0" presId="urn:microsoft.com/office/officeart/2005/8/layout/vList2"/>
    <dgm:cxn modelId="{4FAFCA4A-B712-4253-A31A-18457FBF344A}" type="presOf" srcId="{784F8863-664F-4158-9004-DDD0CCF59AF1}" destId="{238AFBE6-6EE0-4AE6-AA3B-3D9A27B0812F}" srcOrd="0" destOrd="0" presId="urn:microsoft.com/office/officeart/2005/8/layout/vList2"/>
    <dgm:cxn modelId="{69D28782-A363-4FCD-8BD0-61BDEC1C1ED4}" srcId="{7F35479E-7CD0-4A70-8BC9-CF63CADA189B}" destId="{2CC740C4-6C1F-4813-9D96-E2F1B033AA80}" srcOrd="3" destOrd="0" parTransId="{EF0B6266-F126-4737-B1C4-234BB3320031}" sibTransId="{7137D6DB-7523-45D5-B308-BFFDADDC38B1}"/>
    <dgm:cxn modelId="{5D4BF584-64BE-49F7-88DB-C087A049FBB5}" type="presOf" srcId="{7F35479E-7CD0-4A70-8BC9-CF63CADA189B}" destId="{F7F55827-8E61-4573-8F2D-FD269FF49A5B}" srcOrd="0" destOrd="0" presId="urn:microsoft.com/office/officeart/2005/8/layout/vList2"/>
    <dgm:cxn modelId="{3281658B-49C5-4CA8-B0CB-3819566BD15C}" srcId="{7F35479E-7CD0-4A70-8BC9-CF63CADA189B}" destId="{38B867D4-4E14-4E4D-99BB-5E48EEC92233}" srcOrd="2" destOrd="0" parTransId="{B63C0020-C662-429B-B6EF-83AB3C6ED8A4}" sibTransId="{04562BEA-5F48-44A1-9EC7-F7075638C7D2}"/>
    <dgm:cxn modelId="{D8A905A8-0DA8-4AB9-8C90-2D00DACD9648}" srcId="{7F35479E-7CD0-4A70-8BC9-CF63CADA189B}" destId="{2DD49C53-6329-497E-A8DC-AA182C9E2A45}" srcOrd="5" destOrd="0" parTransId="{2EC87280-C554-4CD2-A631-E7FD33334E56}" sibTransId="{FBDC96CF-1CA1-431D-B22F-09F26EA8BB6A}"/>
    <dgm:cxn modelId="{207E34AB-4939-4E2B-9A47-8FEF66E45855}" type="presOf" srcId="{38B867D4-4E14-4E4D-99BB-5E48EEC92233}" destId="{174E0244-72E3-477C-99D3-61FF968EC988}" srcOrd="0" destOrd="0" presId="urn:microsoft.com/office/officeart/2005/8/layout/vList2"/>
    <dgm:cxn modelId="{E4479FAB-4CCA-4AA9-BF98-864C6716B10A}" srcId="{7F35479E-7CD0-4A70-8BC9-CF63CADA189B}" destId="{4A5D8732-053A-4664-A15C-6D0D133A51E3}" srcOrd="8" destOrd="0" parTransId="{DF897493-5381-4A88-8652-488F774B4B38}" sibTransId="{BB0AFAEA-D4E6-4706-8779-435257DE8DD0}"/>
    <dgm:cxn modelId="{82CF8CB2-F9F7-4334-83AF-5CE91A0BF6D5}" type="presOf" srcId="{2CC740C4-6C1F-4813-9D96-E2F1B033AA80}" destId="{BCB2E803-458A-45F3-BEFB-6FC87DCD82CF}" srcOrd="0" destOrd="0" presId="urn:microsoft.com/office/officeart/2005/8/layout/vList2"/>
    <dgm:cxn modelId="{286EB3C7-20C6-42C2-885C-952AA829D638}" type="presOf" srcId="{4A5D8732-053A-4664-A15C-6D0D133A51E3}" destId="{F23B9AA7-041A-4C47-A04E-D0BA98CE0051}" srcOrd="0" destOrd="0" presId="urn:microsoft.com/office/officeart/2005/8/layout/vList2"/>
    <dgm:cxn modelId="{21A68ADE-5AB3-408F-8CF0-241A025A751A}" type="presOf" srcId="{BC32BA7C-71D0-463C-ABFA-7A4E6E87ABF3}" destId="{9AF9AF32-C266-407A-8432-E57F39E84C9C}" srcOrd="0" destOrd="0" presId="urn:microsoft.com/office/officeart/2005/8/layout/vList2"/>
    <dgm:cxn modelId="{075D6EFC-ECA4-43A2-9E2A-99A29C0E8FE8}" type="presOf" srcId="{F94F722A-BDCA-48D8-AFFA-FB686D185FE8}" destId="{DDB810C2-1835-42C4-B456-901CC4831091}" srcOrd="0" destOrd="0" presId="urn:microsoft.com/office/officeart/2005/8/layout/vList2"/>
    <dgm:cxn modelId="{F239DF1A-65AD-4589-9B64-79B7A3C6FC95}" type="presParOf" srcId="{F7F55827-8E61-4573-8F2D-FD269FF49A5B}" destId="{0188EEFD-A6C0-4FCC-91E4-58D8D582FFA1}" srcOrd="0" destOrd="0" presId="urn:microsoft.com/office/officeart/2005/8/layout/vList2"/>
    <dgm:cxn modelId="{7506DDCA-7372-4E85-ADAB-8E0FF1266743}" type="presParOf" srcId="{F7F55827-8E61-4573-8F2D-FD269FF49A5B}" destId="{7BCB9414-962C-4643-81FE-ED7A584D85BC}" srcOrd="1" destOrd="0" presId="urn:microsoft.com/office/officeart/2005/8/layout/vList2"/>
    <dgm:cxn modelId="{9870ED7B-9612-4164-A9FA-A2BE0572CB54}" type="presParOf" srcId="{F7F55827-8E61-4573-8F2D-FD269FF49A5B}" destId="{96796BEE-5DE8-4EC5-A54E-5E9200F005EB}" srcOrd="2" destOrd="0" presId="urn:microsoft.com/office/officeart/2005/8/layout/vList2"/>
    <dgm:cxn modelId="{69005CE7-FD36-4326-B964-1A942A1400DE}" type="presParOf" srcId="{F7F55827-8E61-4573-8F2D-FD269FF49A5B}" destId="{E8B2DDF8-5B77-46A4-88D5-3AC8A8FCED09}" srcOrd="3" destOrd="0" presId="urn:microsoft.com/office/officeart/2005/8/layout/vList2"/>
    <dgm:cxn modelId="{BA9D792C-500F-42DF-B836-76F8C4595F65}" type="presParOf" srcId="{F7F55827-8E61-4573-8F2D-FD269FF49A5B}" destId="{174E0244-72E3-477C-99D3-61FF968EC988}" srcOrd="4" destOrd="0" presId="urn:microsoft.com/office/officeart/2005/8/layout/vList2"/>
    <dgm:cxn modelId="{CF939291-404D-4C71-827C-2A21E71DBB59}" type="presParOf" srcId="{F7F55827-8E61-4573-8F2D-FD269FF49A5B}" destId="{302128CE-09A0-4576-908F-7468B4014C14}" srcOrd="5" destOrd="0" presId="urn:microsoft.com/office/officeart/2005/8/layout/vList2"/>
    <dgm:cxn modelId="{94CDD169-9A46-4183-A9ED-41929E67D9D4}" type="presParOf" srcId="{F7F55827-8E61-4573-8F2D-FD269FF49A5B}" destId="{BCB2E803-458A-45F3-BEFB-6FC87DCD82CF}" srcOrd="6" destOrd="0" presId="urn:microsoft.com/office/officeart/2005/8/layout/vList2"/>
    <dgm:cxn modelId="{5B54B3DF-7E1D-4AE6-BB37-CD7F5EFD0454}" type="presParOf" srcId="{F7F55827-8E61-4573-8F2D-FD269FF49A5B}" destId="{250A801C-177D-443D-B444-8242A63B6834}" srcOrd="7" destOrd="0" presId="urn:microsoft.com/office/officeart/2005/8/layout/vList2"/>
    <dgm:cxn modelId="{97F310C5-4F7B-4C15-B439-0B9925992676}" type="presParOf" srcId="{F7F55827-8E61-4573-8F2D-FD269FF49A5B}" destId="{9AF9AF32-C266-407A-8432-E57F39E84C9C}" srcOrd="8" destOrd="0" presId="urn:microsoft.com/office/officeart/2005/8/layout/vList2"/>
    <dgm:cxn modelId="{1C576A96-A27A-4780-8559-61E73962BD87}" type="presParOf" srcId="{F7F55827-8E61-4573-8F2D-FD269FF49A5B}" destId="{B2B866E2-16C6-4918-9DD6-2482C00B6D23}" srcOrd="9" destOrd="0" presId="urn:microsoft.com/office/officeart/2005/8/layout/vList2"/>
    <dgm:cxn modelId="{46720CF2-A398-4D5A-BF71-87EB98E9DC65}" type="presParOf" srcId="{F7F55827-8E61-4573-8F2D-FD269FF49A5B}" destId="{17A243C3-AF90-41FD-8378-3BDF936C7D9B}" srcOrd="10" destOrd="0" presId="urn:microsoft.com/office/officeart/2005/8/layout/vList2"/>
    <dgm:cxn modelId="{5B3457A1-1A67-49D6-8DE5-4E36CF0271ED}" type="presParOf" srcId="{F7F55827-8E61-4573-8F2D-FD269FF49A5B}" destId="{D795DEF8-5526-49C3-A1A6-D75686E6FF49}" srcOrd="11" destOrd="0" presId="urn:microsoft.com/office/officeart/2005/8/layout/vList2"/>
    <dgm:cxn modelId="{D34921D2-F1A8-457A-9726-7769A1F7EF1D}" type="presParOf" srcId="{F7F55827-8E61-4573-8F2D-FD269FF49A5B}" destId="{DDB810C2-1835-42C4-B456-901CC4831091}" srcOrd="12" destOrd="0" presId="urn:microsoft.com/office/officeart/2005/8/layout/vList2"/>
    <dgm:cxn modelId="{03777F9A-E984-4F34-8C4A-113B625726A0}" type="presParOf" srcId="{F7F55827-8E61-4573-8F2D-FD269FF49A5B}" destId="{6B66A530-AB84-4685-9654-82652F3D0398}" srcOrd="13" destOrd="0" presId="urn:microsoft.com/office/officeart/2005/8/layout/vList2"/>
    <dgm:cxn modelId="{DB2A39DF-51D9-4A94-BEF4-F6B7FB3FAB8E}" type="presParOf" srcId="{F7F55827-8E61-4573-8F2D-FD269FF49A5B}" destId="{238AFBE6-6EE0-4AE6-AA3B-3D9A27B0812F}" srcOrd="14" destOrd="0" presId="urn:microsoft.com/office/officeart/2005/8/layout/vList2"/>
    <dgm:cxn modelId="{2BBB906C-0D1C-400F-8BFF-CA778ECC2526}" type="presParOf" srcId="{F7F55827-8E61-4573-8F2D-FD269FF49A5B}" destId="{CEF97211-52BC-4949-A396-B659C95D1A4A}" srcOrd="15" destOrd="0" presId="urn:microsoft.com/office/officeart/2005/8/layout/vList2"/>
    <dgm:cxn modelId="{7F52AEED-75AB-4152-A60C-202EF4295F9F}" type="presParOf" srcId="{F7F55827-8E61-4573-8F2D-FD269FF49A5B}" destId="{F23B9AA7-041A-4C47-A04E-D0BA98CE0051}"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5B20C1-409C-4622-9943-BF13D7F7DED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0E2A5B4-CA09-4B6E-B1E8-84432344527B}">
      <dgm:prSet custT="1"/>
      <dgm:spPr/>
      <dgm:t>
        <a:bodyPr/>
        <a:lstStyle/>
        <a:p>
          <a:r>
            <a:rPr lang="en-US" sz="2000" u="sng" dirty="0">
              <a:uFillTx/>
            </a:rPr>
            <a:t>Cold work permit (Green color)</a:t>
          </a:r>
          <a:r>
            <a:rPr lang="en-US" sz="2000" dirty="0"/>
            <a:t> is required for any job which does </a:t>
          </a:r>
          <a:r>
            <a:rPr lang="en-US" sz="2000" u="sng" dirty="0">
              <a:uFillTx/>
            </a:rPr>
            <a:t>not involve</a:t>
          </a:r>
          <a:r>
            <a:rPr lang="en-US" sz="2000" dirty="0"/>
            <a:t> or use of any s</a:t>
          </a:r>
          <a:r>
            <a:rPr lang="en-US" sz="2000" u="sng" dirty="0">
              <a:uFillTx/>
            </a:rPr>
            <a:t>ource of ignitions, spark, and fire.</a:t>
          </a:r>
          <a:endParaRPr lang="en-US" sz="2000" dirty="0"/>
        </a:p>
      </dgm:t>
    </dgm:pt>
    <dgm:pt modelId="{01298B86-F314-4812-BD6D-6DF78F3BB55E}" type="parTrans" cxnId="{5F196952-3A5C-48FB-8B96-E5161258184D}">
      <dgm:prSet/>
      <dgm:spPr/>
      <dgm:t>
        <a:bodyPr/>
        <a:lstStyle/>
        <a:p>
          <a:endParaRPr lang="en-US"/>
        </a:p>
      </dgm:t>
    </dgm:pt>
    <dgm:pt modelId="{3C499867-C653-4FD7-89D0-EAB5D5C22D5D}" type="sibTrans" cxnId="{5F196952-3A5C-48FB-8B96-E5161258184D}">
      <dgm:prSet/>
      <dgm:spPr/>
      <dgm:t>
        <a:bodyPr/>
        <a:lstStyle/>
        <a:p>
          <a:endParaRPr lang="en-US"/>
        </a:p>
      </dgm:t>
    </dgm:pt>
    <dgm:pt modelId="{1000EBDD-6B2A-4C27-AD7F-5D83FC8D24D0}">
      <dgm:prSet custT="1"/>
      <dgm:spPr/>
      <dgm:t>
        <a:bodyPr/>
        <a:lstStyle/>
        <a:p>
          <a:r>
            <a:rPr lang="en-US" sz="2000" u="sng">
              <a:uFillTx/>
            </a:rPr>
            <a:t>Hot work permit (Red color)</a:t>
          </a:r>
          <a:r>
            <a:rPr lang="en-US" sz="2000"/>
            <a:t> is required for any job which involves or use of source of ignition, spark, and fire.</a:t>
          </a:r>
        </a:p>
      </dgm:t>
    </dgm:pt>
    <dgm:pt modelId="{7C807A12-C0B8-4E23-8457-97927D0DC701}" type="parTrans" cxnId="{C72E44D4-5D3E-4589-8E32-B5514ED494BB}">
      <dgm:prSet/>
      <dgm:spPr/>
      <dgm:t>
        <a:bodyPr/>
        <a:lstStyle/>
        <a:p>
          <a:endParaRPr lang="en-US"/>
        </a:p>
      </dgm:t>
    </dgm:pt>
    <dgm:pt modelId="{3151DA2C-EA33-42C3-B09E-1B8FDE6DCF79}" type="sibTrans" cxnId="{C72E44D4-5D3E-4589-8E32-B5514ED494BB}">
      <dgm:prSet/>
      <dgm:spPr/>
      <dgm:t>
        <a:bodyPr/>
        <a:lstStyle/>
        <a:p>
          <a:endParaRPr lang="en-US"/>
        </a:p>
      </dgm:t>
    </dgm:pt>
    <dgm:pt modelId="{D87C04D2-EE17-4A2B-A19F-50B51660ED65}">
      <dgm:prSet custT="1"/>
      <dgm:spPr/>
      <dgm:t>
        <a:bodyPr/>
        <a:lstStyle/>
        <a:p>
          <a:r>
            <a:rPr lang="en-US" sz="2000" u="sng">
              <a:uFillTx/>
            </a:rPr>
            <a:t>Confined space entry authorization (Yellow color)</a:t>
          </a:r>
          <a:r>
            <a:rPr lang="en-US" sz="2000"/>
            <a:t> is required to enter into the confined space.</a:t>
          </a:r>
        </a:p>
      </dgm:t>
    </dgm:pt>
    <dgm:pt modelId="{D75323F5-EF55-4052-8330-B32B6BBA0E94}" type="parTrans" cxnId="{F244D83B-3169-4AB6-A9BE-E23AA5206C78}">
      <dgm:prSet/>
      <dgm:spPr/>
      <dgm:t>
        <a:bodyPr/>
        <a:lstStyle/>
        <a:p>
          <a:endParaRPr lang="en-US"/>
        </a:p>
      </dgm:t>
    </dgm:pt>
    <dgm:pt modelId="{8FCE4FE0-39E7-4819-BAC5-4472F4831681}" type="sibTrans" cxnId="{F244D83B-3169-4AB6-A9BE-E23AA5206C78}">
      <dgm:prSet/>
      <dgm:spPr/>
      <dgm:t>
        <a:bodyPr/>
        <a:lstStyle/>
        <a:p>
          <a:endParaRPr lang="en-US"/>
        </a:p>
      </dgm:t>
    </dgm:pt>
    <dgm:pt modelId="{0D2BA11B-1484-4A47-87CE-55FC8A9A00BE}">
      <dgm:prSet custT="1"/>
      <dgm:spPr/>
      <dgm:t>
        <a:bodyPr/>
        <a:lstStyle/>
        <a:p>
          <a:r>
            <a:rPr lang="en-US" sz="2000" u="sng">
              <a:uFillTx/>
            </a:rPr>
            <a:t>Excavation Authorization</a:t>
          </a:r>
          <a:r>
            <a:rPr lang="en-US" sz="2000"/>
            <a:t> is associated with permit for excavation job, which having validity of 1 month and can be renewed for 3 months at least 3 days before expiry.</a:t>
          </a:r>
        </a:p>
      </dgm:t>
    </dgm:pt>
    <dgm:pt modelId="{D38FE92E-E0AF-488B-BD73-0689D70C395A}" type="parTrans" cxnId="{3F084CE6-4802-490A-9A49-42BAA2EDF463}">
      <dgm:prSet/>
      <dgm:spPr/>
      <dgm:t>
        <a:bodyPr/>
        <a:lstStyle/>
        <a:p>
          <a:endParaRPr lang="en-US"/>
        </a:p>
      </dgm:t>
    </dgm:pt>
    <dgm:pt modelId="{BF2FEAE6-6978-4FF4-9B67-39B83DB5F765}" type="sibTrans" cxnId="{3F084CE6-4802-490A-9A49-42BAA2EDF463}">
      <dgm:prSet/>
      <dgm:spPr/>
      <dgm:t>
        <a:bodyPr/>
        <a:lstStyle/>
        <a:p>
          <a:endParaRPr lang="en-US"/>
        </a:p>
      </dgm:t>
    </dgm:pt>
    <dgm:pt modelId="{C5748264-009F-46A9-A104-E43D08C8E61D}" type="pres">
      <dgm:prSet presAssocID="{3D5B20C1-409C-4622-9943-BF13D7F7DED4}" presName="root" presStyleCnt="0">
        <dgm:presLayoutVars>
          <dgm:dir/>
          <dgm:resizeHandles val="exact"/>
        </dgm:presLayoutVars>
      </dgm:prSet>
      <dgm:spPr/>
    </dgm:pt>
    <dgm:pt modelId="{31411913-7B12-4C1F-B495-0DFE5DE10371}" type="pres">
      <dgm:prSet presAssocID="{00E2A5B4-CA09-4B6E-B1E8-84432344527B}" presName="compNode" presStyleCnt="0"/>
      <dgm:spPr/>
    </dgm:pt>
    <dgm:pt modelId="{4F07A750-48EC-439A-AA80-F8E9FBA41870}" type="pres">
      <dgm:prSet presAssocID="{00E2A5B4-CA09-4B6E-B1E8-84432344527B}" presName="bgRect" presStyleLbl="bgShp" presStyleIdx="0" presStyleCnt="4"/>
      <dgm:spPr/>
    </dgm:pt>
    <dgm:pt modelId="{4D57E27A-262B-496B-AF64-B2AB50AC98EF}" type="pres">
      <dgm:prSet presAssocID="{00E2A5B4-CA09-4B6E-B1E8-84432344527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arkler"/>
        </a:ext>
      </dgm:extLst>
    </dgm:pt>
    <dgm:pt modelId="{B81866E0-03D5-4AAC-836B-A7FCA37BD605}" type="pres">
      <dgm:prSet presAssocID="{00E2A5B4-CA09-4B6E-B1E8-84432344527B}" presName="spaceRect" presStyleCnt="0"/>
      <dgm:spPr/>
    </dgm:pt>
    <dgm:pt modelId="{BA0194E1-0B8E-487D-992B-317857071706}" type="pres">
      <dgm:prSet presAssocID="{00E2A5B4-CA09-4B6E-B1E8-84432344527B}" presName="parTx" presStyleLbl="revTx" presStyleIdx="0" presStyleCnt="4">
        <dgm:presLayoutVars>
          <dgm:chMax val="0"/>
          <dgm:chPref val="0"/>
        </dgm:presLayoutVars>
      </dgm:prSet>
      <dgm:spPr/>
    </dgm:pt>
    <dgm:pt modelId="{34870FA3-2CDF-401F-854E-8E1860687337}" type="pres">
      <dgm:prSet presAssocID="{3C499867-C653-4FD7-89D0-EAB5D5C22D5D}" presName="sibTrans" presStyleCnt="0"/>
      <dgm:spPr/>
    </dgm:pt>
    <dgm:pt modelId="{1EA74351-1938-4063-A01D-DA1260DBC56B}" type="pres">
      <dgm:prSet presAssocID="{1000EBDD-6B2A-4C27-AD7F-5D83FC8D24D0}" presName="compNode" presStyleCnt="0"/>
      <dgm:spPr/>
    </dgm:pt>
    <dgm:pt modelId="{2ABB7187-46B0-45F2-BCF6-EC0A9CB216DA}" type="pres">
      <dgm:prSet presAssocID="{1000EBDD-6B2A-4C27-AD7F-5D83FC8D24D0}" presName="bgRect" presStyleLbl="bgShp" presStyleIdx="1" presStyleCnt="4"/>
      <dgm:spPr/>
    </dgm:pt>
    <dgm:pt modelId="{F2D94152-130E-492C-9165-DC86B4C1EBA6}" type="pres">
      <dgm:prSet presAssocID="{1000EBDD-6B2A-4C27-AD7F-5D83FC8D24D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mmable"/>
        </a:ext>
      </dgm:extLst>
    </dgm:pt>
    <dgm:pt modelId="{AF8D294D-76C7-40A6-946F-48534654E189}" type="pres">
      <dgm:prSet presAssocID="{1000EBDD-6B2A-4C27-AD7F-5D83FC8D24D0}" presName="spaceRect" presStyleCnt="0"/>
      <dgm:spPr/>
    </dgm:pt>
    <dgm:pt modelId="{6B92B5CD-9ADC-44B0-975B-DE213C4667D3}" type="pres">
      <dgm:prSet presAssocID="{1000EBDD-6B2A-4C27-AD7F-5D83FC8D24D0}" presName="parTx" presStyleLbl="revTx" presStyleIdx="1" presStyleCnt="4">
        <dgm:presLayoutVars>
          <dgm:chMax val="0"/>
          <dgm:chPref val="0"/>
        </dgm:presLayoutVars>
      </dgm:prSet>
      <dgm:spPr/>
    </dgm:pt>
    <dgm:pt modelId="{7BA45595-77B8-4CF0-B6C4-C4F5FB0874A5}" type="pres">
      <dgm:prSet presAssocID="{3151DA2C-EA33-42C3-B09E-1B8FDE6DCF79}" presName="sibTrans" presStyleCnt="0"/>
      <dgm:spPr/>
    </dgm:pt>
    <dgm:pt modelId="{52DC13FF-CB48-4B5E-A495-373706A4676D}" type="pres">
      <dgm:prSet presAssocID="{D87C04D2-EE17-4A2B-A19F-50B51660ED65}" presName="compNode" presStyleCnt="0"/>
      <dgm:spPr/>
    </dgm:pt>
    <dgm:pt modelId="{517DC200-75E1-4509-AFC5-AF391D4E45C9}" type="pres">
      <dgm:prSet presAssocID="{D87C04D2-EE17-4A2B-A19F-50B51660ED65}" presName="bgRect" presStyleLbl="bgShp" presStyleIdx="2" presStyleCnt="4"/>
      <dgm:spPr/>
    </dgm:pt>
    <dgm:pt modelId="{9DDA8898-8570-4D18-BDD8-8BF04884312B}" type="pres">
      <dgm:prSet presAssocID="{D87C04D2-EE17-4A2B-A19F-50B51660ED6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dioactive Sign"/>
        </a:ext>
      </dgm:extLst>
    </dgm:pt>
    <dgm:pt modelId="{B6A1309B-85FE-4281-A1C6-436067D2669E}" type="pres">
      <dgm:prSet presAssocID="{D87C04D2-EE17-4A2B-A19F-50B51660ED65}" presName="spaceRect" presStyleCnt="0"/>
      <dgm:spPr/>
    </dgm:pt>
    <dgm:pt modelId="{3EE04BFD-3BA5-415D-96D2-A565ED1FE9C4}" type="pres">
      <dgm:prSet presAssocID="{D87C04D2-EE17-4A2B-A19F-50B51660ED65}" presName="parTx" presStyleLbl="revTx" presStyleIdx="2" presStyleCnt="4">
        <dgm:presLayoutVars>
          <dgm:chMax val="0"/>
          <dgm:chPref val="0"/>
        </dgm:presLayoutVars>
      </dgm:prSet>
      <dgm:spPr/>
    </dgm:pt>
    <dgm:pt modelId="{481FF37C-1E03-4221-BDCC-9C39E08F5CCB}" type="pres">
      <dgm:prSet presAssocID="{8FCE4FE0-39E7-4819-BAC5-4472F4831681}" presName="sibTrans" presStyleCnt="0"/>
      <dgm:spPr/>
    </dgm:pt>
    <dgm:pt modelId="{E0AB8A29-A369-4CA1-A8C6-1C67F97053B4}" type="pres">
      <dgm:prSet presAssocID="{0D2BA11B-1484-4A47-87CE-55FC8A9A00BE}" presName="compNode" presStyleCnt="0"/>
      <dgm:spPr/>
    </dgm:pt>
    <dgm:pt modelId="{32E92390-E5EC-40E0-A897-9F4B60B6B410}" type="pres">
      <dgm:prSet presAssocID="{0D2BA11B-1484-4A47-87CE-55FC8A9A00BE}" presName="bgRect" presStyleLbl="bgShp" presStyleIdx="3" presStyleCnt="4"/>
      <dgm:spPr/>
    </dgm:pt>
    <dgm:pt modelId="{B7C9279C-E0B0-4BF3-89BC-D768FA9419BD}" type="pres">
      <dgm:prSet presAssocID="{0D2BA11B-1484-4A47-87CE-55FC8A9A00B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dozer"/>
        </a:ext>
      </dgm:extLst>
    </dgm:pt>
    <dgm:pt modelId="{FA47F4DA-9BBA-4881-82F7-0BD85796D0D6}" type="pres">
      <dgm:prSet presAssocID="{0D2BA11B-1484-4A47-87CE-55FC8A9A00BE}" presName="spaceRect" presStyleCnt="0"/>
      <dgm:spPr/>
    </dgm:pt>
    <dgm:pt modelId="{3D2499A1-0AAD-45D4-AC1A-F67D532B23CA}" type="pres">
      <dgm:prSet presAssocID="{0D2BA11B-1484-4A47-87CE-55FC8A9A00BE}" presName="parTx" presStyleLbl="revTx" presStyleIdx="3" presStyleCnt="4">
        <dgm:presLayoutVars>
          <dgm:chMax val="0"/>
          <dgm:chPref val="0"/>
        </dgm:presLayoutVars>
      </dgm:prSet>
      <dgm:spPr/>
    </dgm:pt>
  </dgm:ptLst>
  <dgm:cxnLst>
    <dgm:cxn modelId="{68599B2E-8F05-44D9-8668-959652CD8D48}" type="presOf" srcId="{0D2BA11B-1484-4A47-87CE-55FC8A9A00BE}" destId="{3D2499A1-0AAD-45D4-AC1A-F67D532B23CA}" srcOrd="0" destOrd="0" presId="urn:microsoft.com/office/officeart/2018/2/layout/IconVerticalSolidList"/>
    <dgm:cxn modelId="{F244D83B-3169-4AB6-A9BE-E23AA5206C78}" srcId="{3D5B20C1-409C-4622-9943-BF13D7F7DED4}" destId="{D87C04D2-EE17-4A2B-A19F-50B51660ED65}" srcOrd="2" destOrd="0" parTransId="{D75323F5-EF55-4052-8330-B32B6BBA0E94}" sibTransId="{8FCE4FE0-39E7-4819-BAC5-4472F4831681}"/>
    <dgm:cxn modelId="{5F196952-3A5C-48FB-8B96-E5161258184D}" srcId="{3D5B20C1-409C-4622-9943-BF13D7F7DED4}" destId="{00E2A5B4-CA09-4B6E-B1E8-84432344527B}" srcOrd="0" destOrd="0" parTransId="{01298B86-F314-4812-BD6D-6DF78F3BB55E}" sibTransId="{3C499867-C653-4FD7-89D0-EAB5D5C22D5D}"/>
    <dgm:cxn modelId="{B76D199C-8E60-4A72-A8CA-6349BD2352D2}" type="presOf" srcId="{1000EBDD-6B2A-4C27-AD7F-5D83FC8D24D0}" destId="{6B92B5CD-9ADC-44B0-975B-DE213C4667D3}" srcOrd="0" destOrd="0" presId="urn:microsoft.com/office/officeart/2018/2/layout/IconVerticalSolidList"/>
    <dgm:cxn modelId="{30F76DBB-532C-413A-BC59-BDCAAFDD6E40}" type="presOf" srcId="{3D5B20C1-409C-4622-9943-BF13D7F7DED4}" destId="{C5748264-009F-46A9-A104-E43D08C8E61D}" srcOrd="0" destOrd="0" presId="urn:microsoft.com/office/officeart/2018/2/layout/IconVerticalSolidList"/>
    <dgm:cxn modelId="{E50AB7C2-3619-4EC6-90DF-994D8233D906}" type="presOf" srcId="{00E2A5B4-CA09-4B6E-B1E8-84432344527B}" destId="{BA0194E1-0B8E-487D-992B-317857071706}" srcOrd="0" destOrd="0" presId="urn:microsoft.com/office/officeart/2018/2/layout/IconVerticalSolidList"/>
    <dgm:cxn modelId="{0E8104C9-C623-4118-9006-7FF8806F0D53}" type="presOf" srcId="{D87C04D2-EE17-4A2B-A19F-50B51660ED65}" destId="{3EE04BFD-3BA5-415D-96D2-A565ED1FE9C4}" srcOrd="0" destOrd="0" presId="urn:microsoft.com/office/officeart/2018/2/layout/IconVerticalSolidList"/>
    <dgm:cxn modelId="{C72E44D4-5D3E-4589-8E32-B5514ED494BB}" srcId="{3D5B20C1-409C-4622-9943-BF13D7F7DED4}" destId="{1000EBDD-6B2A-4C27-AD7F-5D83FC8D24D0}" srcOrd="1" destOrd="0" parTransId="{7C807A12-C0B8-4E23-8457-97927D0DC701}" sibTransId="{3151DA2C-EA33-42C3-B09E-1B8FDE6DCF79}"/>
    <dgm:cxn modelId="{3F084CE6-4802-490A-9A49-42BAA2EDF463}" srcId="{3D5B20C1-409C-4622-9943-BF13D7F7DED4}" destId="{0D2BA11B-1484-4A47-87CE-55FC8A9A00BE}" srcOrd="3" destOrd="0" parTransId="{D38FE92E-E0AF-488B-BD73-0689D70C395A}" sibTransId="{BF2FEAE6-6978-4FF4-9B67-39B83DB5F765}"/>
    <dgm:cxn modelId="{00F703D2-2A86-4F20-9233-2A76072EBFF5}" type="presParOf" srcId="{C5748264-009F-46A9-A104-E43D08C8E61D}" destId="{31411913-7B12-4C1F-B495-0DFE5DE10371}" srcOrd="0" destOrd="0" presId="urn:microsoft.com/office/officeart/2018/2/layout/IconVerticalSolidList"/>
    <dgm:cxn modelId="{8228059B-13E7-4AC8-83C7-E0C37D1BEFDC}" type="presParOf" srcId="{31411913-7B12-4C1F-B495-0DFE5DE10371}" destId="{4F07A750-48EC-439A-AA80-F8E9FBA41870}" srcOrd="0" destOrd="0" presId="urn:microsoft.com/office/officeart/2018/2/layout/IconVerticalSolidList"/>
    <dgm:cxn modelId="{DA36CC6E-3F70-4818-985E-563D34E5650B}" type="presParOf" srcId="{31411913-7B12-4C1F-B495-0DFE5DE10371}" destId="{4D57E27A-262B-496B-AF64-B2AB50AC98EF}" srcOrd="1" destOrd="0" presId="urn:microsoft.com/office/officeart/2018/2/layout/IconVerticalSolidList"/>
    <dgm:cxn modelId="{A564AD4B-D392-4142-8FA5-6E667E1141F5}" type="presParOf" srcId="{31411913-7B12-4C1F-B495-0DFE5DE10371}" destId="{B81866E0-03D5-4AAC-836B-A7FCA37BD605}" srcOrd="2" destOrd="0" presId="urn:microsoft.com/office/officeart/2018/2/layout/IconVerticalSolidList"/>
    <dgm:cxn modelId="{984D5C48-7DB9-4BA4-9256-E93592862AE2}" type="presParOf" srcId="{31411913-7B12-4C1F-B495-0DFE5DE10371}" destId="{BA0194E1-0B8E-487D-992B-317857071706}" srcOrd="3" destOrd="0" presId="urn:microsoft.com/office/officeart/2018/2/layout/IconVerticalSolidList"/>
    <dgm:cxn modelId="{F35B8687-27DE-4495-9617-A63BC9F9CAC1}" type="presParOf" srcId="{C5748264-009F-46A9-A104-E43D08C8E61D}" destId="{34870FA3-2CDF-401F-854E-8E1860687337}" srcOrd="1" destOrd="0" presId="urn:microsoft.com/office/officeart/2018/2/layout/IconVerticalSolidList"/>
    <dgm:cxn modelId="{846DF22D-4987-4406-976A-B12229FAA541}" type="presParOf" srcId="{C5748264-009F-46A9-A104-E43D08C8E61D}" destId="{1EA74351-1938-4063-A01D-DA1260DBC56B}" srcOrd="2" destOrd="0" presId="urn:microsoft.com/office/officeart/2018/2/layout/IconVerticalSolidList"/>
    <dgm:cxn modelId="{3124D058-1536-41DC-AEC5-7D0BF3CAF352}" type="presParOf" srcId="{1EA74351-1938-4063-A01D-DA1260DBC56B}" destId="{2ABB7187-46B0-45F2-BCF6-EC0A9CB216DA}" srcOrd="0" destOrd="0" presId="urn:microsoft.com/office/officeart/2018/2/layout/IconVerticalSolidList"/>
    <dgm:cxn modelId="{D06D88B0-AF4B-4E66-9055-3B23BDAE1FA3}" type="presParOf" srcId="{1EA74351-1938-4063-A01D-DA1260DBC56B}" destId="{F2D94152-130E-492C-9165-DC86B4C1EBA6}" srcOrd="1" destOrd="0" presId="urn:microsoft.com/office/officeart/2018/2/layout/IconVerticalSolidList"/>
    <dgm:cxn modelId="{E3387BF5-D651-4880-AD57-DCEE148DEFDE}" type="presParOf" srcId="{1EA74351-1938-4063-A01D-DA1260DBC56B}" destId="{AF8D294D-76C7-40A6-946F-48534654E189}" srcOrd="2" destOrd="0" presId="urn:microsoft.com/office/officeart/2018/2/layout/IconVerticalSolidList"/>
    <dgm:cxn modelId="{62157A83-D683-4ABF-A5BC-C0C648642278}" type="presParOf" srcId="{1EA74351-1938-4063-A01D-DA1260DBC56B}" destId="{6B92B5CD-9ADC-44B0-975B-DE213C4667D3}" srcOrd="3" destOrd="0" presId="urn:microsoft.com/office/officeart/2018/2/layout/IconVerticalSolidList"/>
    <dgm:cxn modelId="{D85AD6E6-7853-4B54-8D82-23B0A4EB928B}" type="presParOf" srcId="{C5748264-009F-46A9-A104-E43D08C8E61D}" destId="{7BA45595-77B8-4CF0-B6C4-C4F5FB0874A5}" srcOrd="3" destOrd="0" presId="urn:microsoft.com/office/officeart/2018/2/layout/IconVerticalSolidList"/>
    <dgm:cxn modelId="{4F2F8EA6-CBA7-4372-B5FA-656A1A4EF30A}" type="presParOf" srcId="{C5748264-009F-46A9-A104-E43D08C8E61D}" destId="{52DC13FF-CB48-4B5E-A495-373706A4676D}" srcOrd="4" destOrd="0" presId="urn:microsoft.com/office/officeart/2018/2/layout/IconVerticalSolidList"/>
    <dgm:cxn modelId="{90DCBAD1-1A28-41D1-827D-32D77172B76C}" type="presParOf" srcId="{52DC13FF-CB48-4B5E-A495-373706A4676D}" destId="{517DC200-75E1-4509-AFC5-AF391D4E45C9}" srcOrd="0" destOrd="0" presId="urn:microsoft.com/office/officeart/2018/2/layout/IconVerticalSolidList"/>
    <dgm:cxn modelId="{D58BCD07-EABD-444F-B6F3-C0A1084EC18F}" type="presParOf" srcId="{52DC13FF-CB48-4B5E-A495-373706A4676D}" destId="{9DDA8898-8570-4D18-BDD8-8BF04884312B}" srcOrd="1" destOrd="0" presId="urn:microsoft.com/office/officeart/2018/2/layout/IconVerticalSolidList"/>
    <dgm:cxn modelId="{64803A90-9AE0-46FE-A890-E23FC999709B}" type="presParOf" srcId="{52DC13FF-CB48-4B5E-A495-373706A4676D}" destId="{B6A1309B-85FE-4281-A1C6-436067D2669E}" srcOrd="2" destOrd="0" presId="urn:microsoft.com/office/officeart/2018/2/layout/IconVerticalSolidList"/>
    <dgm:cxn modelId="{9B9BD3A6-2139-4D25-B986-B6585EB0FCEB}" type="presParOf" srcId="{52DC13FF-CB48-4B5E-A495-373706A4676D}" destId="{3EE04BFD-3BA5-415D-96D2-A565ED1FE9C4}" srcOrd="3" destOrd="0" presId="urn:microsoft.com/office/officeart/2018/2/layout/IconVerticalSolidList"/>
    <dgm:cxn modelId="{E8443713-F501-4C1D-8317-FAD15DCF28FD}" type="presParOf" srcId="{C5748264-009F-46A9-A104-E43D08C8E61D}" destId="{481FF37C-1E03-4221-BDCC-9C39E08F5CCB}" srcOrd="5" destOrd="0" presId="urn:microsoft.com/office/officeart/2018/2/layout/IconVerticalSolidList"/>
    <dgm:cxn modelId="{C8E60F08-A55C-4F3A-825B-CD0F20BBCBCC}" type="presParOf" srcId="{C5748264-009F-46A9-A104-E43D08C8E61D}" destId="{E0AB8A29-A369-4CA1-A8C6-1C67F97053B4}" srcOrd="6" destOrd="0" presId="urn:microsoft.com/office/officeart/2018/2/layout/IconVerticalSolidList"/>
    <dgm:cxn modelId="{672B9E37-62C7-4F7D-8D61-87395A15ECD7}" type="presParOf" srcId="{E0AB8A29-A369-4CA1-A8C6-1C67F97053B4}" destId="{32E92390-E5EC-40E0-A897-9F4B60B6B410}" srcOrd="0" destOrd="0" presId="urn:microsoft.com/office/officeart/2018/2/layout/IconVerticalSolidList"/>
    <dgm:cxn modelId="{94E831B6-AEE7-40E0-94F0-43FD438C0013}" type="presParOf" srcId="{E0AB8A29-A369-4CA1-A8C6-1C67F97053B4}" destId="{B7C9279C-E0B0-4BF3-89BC-D768FA9419BD}" srcOrd="1" destOrd="0" presId="urn:microsoft.com/office/officeart/2018/2/layout/IconVerticalSolidList"/>
    <dgm:cxn modelId="{53905B27-BE47-4E71-B0F6-2577B1BC5E73}" type="presParOf" srcId="{E0AB8A29-A369-4CA1-A8C6-1C67F97053B4}" destId="{FA47F4DA-9BBA-4881-82F7-0BD85796D0D6}" srcOrd="2" destOrd="0" presId="urn:microsoft.com/office/officeart/2018/2/layout/IconVerticalSolidList"/>
    <dgm:cxn modelId="{FA2FDCF1-A06C-403D-B624-8D63F3E1EB25}" type="presParOf" srcId="{E0AB8A29-A369-4CA1-A8C6-1C67F97053B4}" destId="{3D2499A1-0AAD-45D4-AC1A-F67D532B23C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11BD6B-F10B-4BE5-AADF-4958F0EADCEB}">
      <dsp:nvSpPr>
        <dsp:cNvPr id="0" name=""/>
        <dsp:cNvSpPr/>
      </dsp:nvSpPr>
      <dsp:spPr>
        <a:xfrm>
          <a:off x="0" y="0"/>
          <a:ext cx="8938260" cy="13054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i="0" kern="1200" dirty="0"/>
            <a:t>5S is a Lean method intended to implement order in the workplace.</a:t>
          </a:r>
          <a:endParaRPr lang="en-US" sz="2000" kern="1200" dirty="0"/>
        </a:p>
      </dsp:txBody>
      <dsp:txXfrm>
        <a:off x="38234" y="38234"/>
        <a:ext cx="7529629" cy="1228933"/>
      </dsp:txXfrm>
    </dsp:sp>
    <dsp:sp modelId="{45E7FB4B-3E9A-4307-9705-9EE77F92EA2B}">
      <dsp:nvSpPr>
        <dsp:cNvPr id="0" name=""/>
        <dsp:cNvSpPr/>
      </dsp:nvSpPr>
      <dsp:spPr>
        <a:xfrm>
          <a:off x="788669" y="1522968"/>
          <a:ext cx="8938260" cy="13054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The goal of 5S is to improve efficiency by eliminating various wastes, including the waste of motion and time spent looking for tools, materials or information.</a:t>
          </a:r>
          <a:endParaRPr lang="en-US" sz="2000" kern="1200"/>
        </a:p>
      </dsp:txBody>
      <dsp:txXfrm>
        <a:off x="826903" y="1561202"/>
        <a:ext cx="7224611" cy="1228933"/>
      </dsp:txXfrm>
    </dsp:sp>
    <dsp:sp modelId="{2946384C-D390-4A6D-9C4D-B1D8B49673EF}">
      <dsp:nvSpPr>
        <dsp:cNvPr id="0" name=""/>
        <dsp:cNvSpPr/>
      </dsp:nvSpPr>
      <dsp:spPr>
        <a:xfrm>
          <a:off x="1577339" y="3045936"/>
          <a:ext cx="8938260" cy="130540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Other benefits include improved safety and morale due to a more effective work environment.</a:t>
          </a:r>
          <a:endParaRPr lang="en-US" sz="2000" kern="1200"/>
        </a:p>
      </dsp:txBody>
      <dsp:txXfrm>
        <a:off x="1615573" y="3084170"/>
        <a:ext cx="7224611" cy="1228933"/>
      </dsp:txXfrm>
    </dsp:sp>
    <dsp:sp modelId="{CDF4CAF7-C5B6-4089-B01E-26D1F894C558}">
      <dsp:nvSpPr>
        <dsp:cNvPr id="0" name=""/>
        <dsp:cNvSpPr/>
      </dsp:nvSpPr>
      <dsp:spPr>
        <a:xfrm>
          <a:off x="8089749" y="989929"/>
          <a:ext cx="848510" cy="848510"/>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8280664" y="989929"/>
        <a:ext cx="466680" cy="638504"/>
      </dsp:txXfrm>
    </dsp:sp>
    <dsp:sp modelId="{67F277E4-DE20-499E-84DA-FA465D8531CB}">
      <dsp:nvSpPr>
        <dsp:cNvPr id="0" name=""/>
        <dsp:cNvSpPr/>
      </dsp:nvSpPr>
      <dsp:spPr>
        <a:xfrm>
          <a:off x="8878419" y="2504195"/>
          <a:ext cx="848510" cy="848510"/>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9069334" y="2504195"/>
        <a:ext cx="466680" cy="6385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48249-B5DD-420A-802E-8989972CD456}">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43DEB9-8971-4770-9C0B-9F0017FC6E3A}">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C09B1E-D449-43FA-8C61-9D58CAC76986}">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i="0" kern="1200"/>
            <a:t>SORT : </a:t>
          </a:r>
          <a:r>
            <a:rPr lang="en-GB" sz="1800" kern="1200"/>
            <a:t>Seiri</a:t>
          </a:r>
          <a:br>
            <a:rPr lang="en-GB" sz="1800" b="0" i="0" kern="1200"/>
          </a:br>
          <a:r>
            <a:rPr lang="en-GB" sz="1800" b="0" i="0" kern="1200"/>
            <a:t>Purge and organize work area.</a:t>
          </a:r>
          <a:endParaRPr lang="en-US" sz="1800" kern="1200"/>
        </a:p>
      </dsp:txBody>
      <dsp:txXfrm>
        <a:off x="836323" y="3399"/>
        <a:ext cx="9679276" cy="724089"/>
      </dsp:txXfrm>
    </dsp:sp>
    <dsp:sp modelId="{8B605463-1899-4B4B-96CF-E79C41CDE929}">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84A0FB-BEF7-41A7-BA55-B1EDD28B4F5C}">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8B0AFC-7E22-48BC-B081-51D6C8D53918}">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i="0" kern="1200"/>
            <a:t>SET IN ORDER : </a:t>
          </a:r>
          <a:r>
            <a:rPr lang="en-GB" sz="1800" kern="1200"/>
            <a:t>Seiton</a:t>
          </a:r>
          <a:br>
            <a:rPr lang="en-GB" sz="1800" b="0" i="0" kern="1200"/>
          </a:br>
          <a:r>
            <a:rPr lang="en-GB" sz="1800" b="0" i="0" kern="1200"/>
            <a:t>Understand where items belong to be easily accessible when needed.</a:t>
          </a:r>
          <a:endParaRPr lang="en-US" sz="1800" kern="1200"/>
        </a:p>
      </dsp:txBody>
      <dsp:txXfrm>
        <a:off x="836323" y="908511"/>
        <a:ext cx="9679276" cy="724089"/>
      </dsp:txXfrm>
    </dsp:sp>
    <dsp:sp modelId="{FFD2F3C9-991C-45A7-8062-2C695D62F05D}">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10224-B687-44F5-A2FD-A0C257271215}">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F7185A-BE89-493C-A84E-4136E86E190F}">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i="0" kern="1200"/>
            <a:t>SHINE : </a:t>
          </a:r>
          <a:r>
            <a:rPr lang="en-GB" sz="1800" kern="1200"/>
            <a:t>Seiso</a:t>
          </a:r>
          <a:br>
            <a:rPr lang="en-GB" sz="1800" b="0" i="0" kern="1200"/>
          </a:br>
          <a:r>
            <a:rPr lang="en-GB" sz="1800" b="0" i="0" kern="1200"/>
            <a:t>Clean work area to be free of dirt and clutter.</a:t>
          </a:r>
          <a:endParaRPr lang="en-US" sz="1800" kern="1200"/>
        </a:p>
      </dsp:txBody>
      <dsp:txXfrm>
        <a:off x="836323" y="1813624"/>
        <a:ext cx="9679276" cy="724089"/>
      </dsp:txXfrm>
    </dsp:sp>
    <dsp:sp modelId="{2DF015A5-C96F-4DC4-BA59-808BAE67D625}">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C04FD6-568E-4E07-82F6-EF57F1F7FB3C}">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F48D94-1FEA-4690-B442-8753EABA77FF}">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i="0" kern="1200"/>
            <a:t>STANDARDIZE : </a:t>
          </a:r>
          <a:r>
            <a:rPr lang="en-GB" sz="1800" kern="1200"/>
            <a:t>Seiketsu</a:t>
          </a:r>
          <a:br>
            <a:rPr lang="en-GB" sz="1800" b="0" i="0" kern="1200"/>
          </a:br>
          <a:r>
            <a:rPr lang="en-GB" sz="1800" b="0" i="0" kern="1200"/>
            <a:t>Document and enforce/reward successful 5S behaviors.</a:t>
          </a:r>
          <a:endParaRPr lang="en-US" sz="1800" kern="1200"/>
        </a:p>
      </dsp:txBody>
      <dsp:txXfrm>
        <a:off x="836323" y="2718736"/>
        <a:ext cx="9679276" cy="724089"/>
      </dsp:txXfrm>
    </dsp:sp>
    <dsp:sp modelId="{0B431351-6D64-485A-BBF2-B9B5294AD46D}">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5A2400-4170-4F7F-87D6-8F2E85F37FC4}">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30E5B-CBA1-4855-AA34-6E681EF3EABB}">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i="0" kern="1200"/>
            <a:t>SUSTAIN : </a:t>
          </a:r>
          <a:r>
            <a:rPr lang="en-GB" sz="1800" kern="1200"/>
            <a:t>Shitsuke </a:t>
          </a:r>
          <a:br>
            <a:rPr lang="en-GB" sz="1800" b="0" i="0" kern="1200"/>
          </a:br>
          <a:r>
            <a:rPr lang="en-GB" sz="1800" b="0" i="0" kern="1200"/>
            <a:t>Continuously audit and improve process.</a:t>
          </a:r>
          <a:endParaRPr lang="en-US" sz="1800" kern="1200"/>
        </a:p>
      </dsp:txBody>
      <dsp:txXfrm>
        <a:off x="836323" y="3623848"/>
        <a:ext cx="9679276" cy="7240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3148D-980F-4657-A279-E3DDD91B0C0B}">
      <dsp:nvSpPr>
        <dsp:cNvPr id="0" name=""/>
        <dsp:cNvSpPr/>
      </dsp:nvSpPr>
      <dsp:spPr>
        <a:xfrm>
          <a:off x="0" y="3034"/>
          <a:ext cx="99568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0A3860-917F-4E3F-97F0-87231869B77E}">
      <dsp:nvSpPr>
        <dsp:cNvPr id="0" name=""/>
        <dsp:cNvSpPr/>
      </dsp:nvSpPr>
      <dsp:spPr>
        <a:xfrm>
          <a:off x="0" y="3034"/>
          <a:ext cx="1991360" cy="6208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dirty="0"/>
            <a:t>Benefits of </a:t>
          </a:r>
          <a:r>
            <a:rPr lang="en-US" sz="3200" b="1" kern="1200" dirty="0" err="1"/>
            <a:t>Seiton</a:t>
          </a:r>
          <a:r>
            <a:rPr lang="en-US" sz="3200" b="1" kern="1200" dirty="0"/>
            <a:t>:</a:t>
          </a:r>
          <a:endParaRPr lang="en-US" sz="3200" kern="1200" dirty="0"/>
        </a:p>
      </dsp:txBody>
      <dsp:txXfrm>
        <a:off x="0" y="3034"/>
        <a:ext cx="1991360" cy="6208432"/>
      </dsp:txXfrm>
    </dsp:sp>
    <dsp:sp modelId="{9F0D97C7-76E6-4FE9-9438-A56D2D890619}">
      <dsp:nvSpPr>
        <dsp:cNvPr id="0" name=""/>
        <dsp:cNvSpPr/>
      </dsp:nvSpPr>
      <dsp:spPr>
        <a:xfrm>
          <a:off x="2140712" y="29787"/>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Easy retrieval</a:t>
          </a:r>
          <a:r>
            <a:rPr lang="en-US" sz="1600" kern="1200"/>
            <a:t> of materials.</a:t>
          </a:r>
        </a:p>
      </dsp:txBody>
      <dsp:txXfrm>
        <a:off x="2140712" y="29787"/>
        <a:ext cx="3833368" cy="535052"/>
      </dsp:txXfrm>
    </dsp:sp>
    <dsp:sp modelId="{04B0EEFB-6F5D-4323-AD7F-4581BDAD1848}">
      <dsp:nvSpPr>
        <dsp:cNvPr id="0" name=""/>
        <dsp:cNvSpPr/>
      </dsp:nvSpPr>
      <dsp:spPr>
        <a:xfrm>
          <a:off x="1991359" y="564839"/>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4EC879-0C1D-4E9A-B2D3-99AA5A82AE09}">
      <dsp:nvSpPr>
        <dsp:cNvPr id="0" name=""/>
        <dsp:cNvSpPr/>
      </dsp:nvSpPr>
      <dsp:spPr>
        <a:xfrm>
          <a:off x="2140712" y="591592"/>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Time</a:t>
          </a:r>
          <a:r>
            <a:rPr lang="en-US" sz="1600" kern="1200"/>
            <a:t> taken to search is minimized.</a:t>
          </a:r>
        </a:p>
      </dsp:txBody>
      <dsp:txXfrm>
        <a:off x="2140712" y="591592"/>
        <a:ext cx="3833368" cy="535052"/>
      </dsp:txXfrm>
    </dsp:sp>
    <dsp:sp modelId="{B24F08BB-3469-4468-A703-9C92AAC3C669}">
      <dsp:nvSpPr>
        <dsp:cNvPr id="0" name=""/>
        <dsp:cNvSpPr/>
      </dsp:nvSpPr>
      <dsp:spPr>
        <a:xfrm>
          <a:off x="1991359" y="1126645"/>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4E429E-0805-4A11-82B2-0469110A6F8C}">
      <dsp:nvSpPr>
        <dsp:cNvPr id="0" name=""/>
        <dsp:cNvSpPr/>
      </dsp:nvSpPr>
      <dsp:spPr>
        <a:xfrm>
          <a:off x="2140712" y="1153398"/>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Unnecessary purchase</a:t>
          </a:r>
          <a:r>
            <a:rPr lang="en-US" sz="1600" kern="1200"/>
            <a:t> is avoided.</a:t>
          </a:r>
        </a:p>
      </dsp:txBody>
      <dsp:txXfrm>
        <a:off x="2140712" y="1153398"/>
        <a:ext cx="3833368" cy="535052"/>
      </dsp:txXfrm>
    </dsp:sp>
    <dsp:sp modelId="{0FBE89D0-DB33-4E33-BBAA-6C42A6053526}">
      <dsp:nvSpPr>
        <dsp:cNvPr id="0" name=""/>
        <dsp:cNvSpPr/>
      </dsp:nvSpPr>
      <dsp:spPr>
        <a:xfrm>
          <a:off x="1991359" y="1688450"/>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6AD1D8-ECF0-42E3-867D-E06C6FE28BA1}">
      <dsp:nvSpPr>
        <dsp:cNvPr id="0" name=""/>
        <dsp:cNvSpPr/>
      </dsp:nvSpPr>
      <dsp:spPr>
        <a:xfrm>
          <a:off x="2140712" y="1715203"/>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Categorize</a:t>
          </a:r>
          <a:r>
            <a:rPr lang="en-US" sz="1600" kern="1200"/>
            <a:t> files, mails, papers, etc. based on specific criterion</a:t>
          </a:r>
        </a:p>
      </dsp:txBody>
      <dsp:txXfrm>
        <a:off x="2140712" y="1715203"/>
        <a:ext cx="3833368" cy="535052"/>
      </dsp:txXfrm>
    </dsp:sp>
    <dsp:sp modelId="{209666CC-AA09-4886-9F7A-65D1C1D1CE8A}">
      <dsp:nvSpPr>
        <dsp:cNvPr id="0" name=""/>
        <dsp:cNvSpPr/>
      </dsp:nvSpPr>
      <dsp:spPr>
        <a:xfrm>
          <a:off x="1991359" y="2250256"/>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CAB36C-B5EF-4151-8B61-F02366CDBBE0}">
      <dsp:nvSpPr>
        <dsp:cNvPr id="0" name=""/>
        <dsp:cNvSpPr/>
      </dsp:nvSpPr>
      <dsp:spPr>
        <a:xfrm>
          <a:off x="2140712" y="2277009"/>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Compartmentalize</a:t>
          </a:r>
          <a:r>
            <a:rPr lang="en-US" sz="1600" kern="1200"/>
            <a:t> cabinets/drawers/shelves/ desks.</a:t>
          </a:r>
        </a:p>
      </dsp:txBody>
      <dsp:txXfrm>
        <a:off x="2140712" y="2277009"/>
        <a:ext cx="3833368" cy="535052"/>
      </dsp:txXfrm>
    </dsp:sp>
    <dsp:sp modelId="{42591051-A234-4EAC-BE65-9D4A91C11706}">
      <dsp:nvSpPr>
        <dsp:cNvPr id="0" name=""/>
        <dsp:cNvSpPr/>
      </dsp:nvSpPr>
      <dsp:spPr>
        <a:xfrm>
          <a:off x="1991359" y="2812061"/>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7E8930-D3E4-4596-931D-FFCD3BD44AB3}">
      <dsp:nvSpPr>
        <dsp:cNvPr id="0" name=""/>
        <dsp:cNvSpPr/>
      </dsp:nvSpPr>
      <dsp:spPr>
        <a:xfrm>
          <a:off x="2140712" y="2838814"/>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Determine the </a:t>
          </a:r>
          <a:r>
            <a:rPr lang="en-US" sz="1600" u="sng" kern="1200">
              <a:uFillTx/>
            </a:rPr>
            <a:t>quantity</a:t>
          </a:r>
          <a:r>
            <a:rPr lang="en-US" sz="1600" kern="1200"/>
            <a:t> of each item and plan storage according to pre-fixed quantity.</a:t>
          </a:r>
        </a:p>
      </dsp:txBody>
      <dsp:txXfrm>
        <a:off x="2140712" y="2838814"/>
        <a:ext cx="3833368" cy="535052"/>
      </dsp:txXfrm>
    </dsp:sp>
    <dsp:sp modelId="{CBCEAE3F-B1E3-4950-B141-1D9A3F3E31E1}">
      <dsp:nvSpPr>
        <dsp:cNvPr id="0" name=""/>
        <dsp:cNvSpPr/>
      </dsp:nvSpPr>
      <dsp:spPr>
        <a:xfrm>
          <a:off x="1991359" y="3373867"/>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2DAFC5-9F83-48CD-878F-274DCA3E9A06}">
      <dsp:nvSpPr>
        <dsp:cNvPr id="0" name=""/>
        <dsp:cNvSpPr/>
      </dsp:nvSpPr>
      <dsp:spPr>
        <a:xfrm>
          <a:off x="2140712" y="3400620"/>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Plan storage</a:t>
          </a:r>
          <a:r>
            <a:rPr lang="en-US" sz="1600" kern="1200"/>
            <a:t> to ensure easy retrievability (within pre-set target time).</a:t>
          </a:r>
        </a:p>
      </dsp:txBody>
      <dsp:txXfrm>
        <a:off x="2140712" y="3400620"/>
        <a:ext cx="3833368" cy="535052"/>
      </dsp:txXfrm>
    </dsp:sp>
    <dsp:sp modelId="{80DCD778-C8C5-4680-87FF-B7AA4AB1A340}">
      <dsp:nvSpPr>
        <dsp:cNvPr id="0" name=""/>
        <dsp:cNvSpPr/>
      </dsp:nvSpPr>
      <dsp:spPr>
        <a:xfrm>
          <a:off x="1991359" y="3935673"/>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FC16541-03E1-40F2-B960-3A8B1554D216}">
      <dsp:nvSpPr>
        <dsp:cNvPr id="0" name=""/>
        <dsp:cNvSpPr/>
      </dsp:nvSpPr>
      <dsp:spPr>
        <a:xfrm>
          <a:off x="2140712" y="3962425"/>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Color code</a:t>
          </a:r>
          <a:r>
            <a:rPr lang="en-US" sz="1600" kern="1200"/>
            <a:t> items for easy identification.</a:t>
          </a:r>
        </a:p>
      </dsp:txBody>
      <dsp:txXfrm>
        <a:off x="2140712" y="3962425"/>
        <a:ext cx="3833368" cy="535052"/>
      </dsp:txXfrm>
    </dsp:sp>
    <dsp:sp modelId="{913AF39A-47EF-4670-BF03-9F09F4E9A0FC}">
      <dsp:nvSpPr>
        <dsp:cNvPr id="0" name=""/>
        <dsp:cNvSpPr/>
      </dsp:nvSpPr>
      <dsp:spPr>
        <a:xfrm>
          <a:off x="1991359" y="4497478"/>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58A16D-A063-44B6-84A1-A21AAA2E54FA}">
      <dsp:nvSpPr>
        <dsp:cNvPr id="0" name=""/>
        <dsp:cNvSpPr/>
      </dsp:nvSpPr>
      <dsp:spPr>
        <a:xfrm>
          <a:off x="2140712" y="4524231"/>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u="sng" kern="1200">
              <a:uFillTx/>
            </a:rPr>
            <a:t>Keep files/binders vertically</a:t>
          </a:r>
          <a:r>
            <a:rPr lang="en-US" sz="1600" kern="1200"/>
            <a:t> and not laid out.</a:t>
          </a:r>
        </a:p>
      </dsp:txBody>
      <dsp:txXfrm>
        <a:off x="2140712" y="4524231"/>
        <a:ext cx="3833368" cy="535052"/>
      </dsp:txXfrm>
    </dsp:sp>
    <dsp:sp modelId="{7A31EA92-4754-446F-8DC2-6DF93A5DED32}">
      <dsp:nvSpPr>
        <dsp:cNvPr id="0" name=""/>
        <dsp:cNvSpPr/>
      </dsp:nvSpPr>
      <dsp:spPr>
        <a:xfrm>
          <a:off x="6123432" y="4524231"/>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Plan storage of </a:t>
          </a:r>
          <a:r>
            <a:rPr lang="en-US" sz="1600" u="sng" kern="1200">
              <a:uFillTx/>
            </a:rPr>
            <a:t>compact disks</a:t>
          </a:r>
          <a:r>
            <a:rPr lang="en-US" sz="1600" kern="1200"/>
            <a:t> to prevent them from getting scratched.</a:t>
          </a:r>
        </a:p>
      </dsp:txBody>
      <dsp:txXfrm>
        <a:off x="6123432" y="4524231"/>
        <a:ext cx="3833368" cy="535052"/>
      </dsp:txXfrm>
    </dsp:sp>
    <dsp:sp modelId="{1D7F34DA-E7B5-4258-ACB4-4BFCDF611B0B}">
      <dsp:nvSpPr>
        <dsp:cNvPr id="0" name=""/>
        <dsp:cNvSpPr/>
      </dsp:nvSpPr>
      <dsp:spPr>
        <a:xfrm>
          <a:off x="1991359" y="5059284"/>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B77BB7-1F85-4977-A092-05D769A064EA}">
      <dsp:nvSpPr>
        <dsp:cNvPr id="0" name=""/>
        <dsp:cNvSpPr/>
      </dsp:nvSpPr>
      <dsp:spPr>
        <a:xfrm>
          <a:off x="2140712" y="5086036"/>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Install </a:t>
          </a:r>
          <a:r>
            <a:rPr lang="en-US" sz="1600" u="sng" kern="1200">
              <a:uFillTx/>
            </a:rPr>
            <a:t>visual control</a:t>
          </a:r>
          <a:r>
            <a:rPr lang="en-US" sz="1600" kern="1200"/>
            <a:t> for the replenishment of stocks and checking missing items.</a:t>
          </a:r>
        </a:p>
      </dsp:txBody>
      <dsp:txXfrm>
        <a:off x="2140712" y="5086036"/>
        <a:ext cx="3833368" cy="535052"/>
      </dsp:txXfrm>
    </dsp:sp>
    <dsp:sp modelId="{E1F1031C-317C-4A86-8933-4840F5636FDC}">
      <dsp:nvSpPr>
        <dsp:cNvPr id="0" name=""/>
        <dsp:cNvSpPr/>
      </dsp:nvSpPr>
      <dsp:spPr>
        <a:xfrm>
          <a:off x="1991359" y="5621089"/>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85494B-7E25-4983-911B-5B7A86B4B6F0}">
      <dsp:nvSpPr>
        <dsp:cNvPr id="0" name=""/>
        <dsp:cNvSpPr/>
      </dsp:nvSpPr>
      <dsp:spPr>
        <a:xfrm>
          <a:off x="2140712" y="5647842"/>
          <a:ext cx="3833368" cy="53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Observe a </a:t>
          </a:r>
          <a:r>
            <a:rPr lang="en-US" sz="1600" u="sng" kern="1200">
              <a:uFillTx/>
            </a:rPr>
            <a:t>Paper destruction day</a:t>
          </a:r>
          <a:r>
            <a:rPr lang="en-US" sz="1600" kern="1200"/>
            <a:t> once every quarter of the year.</a:t>
          </a:r>
        </a:p>
      </dsp:txBody>
      <dsp:txXfrm>
        <a:off x="2140712" y="5647842"/>
        <a:ext cx="3833368" cy="535052"/>
      </dsp:txXfrm>
    </dsp:sp>
    <dsp:sp modelId="{75AB6186-865A-4F5D-A741-BBD7E63D99CE}">
      <dsp:nvSpPr>
        <dsp:cNvPr id="0" name=""/>
        <dsp:cNvSpPr/>
      </dsp:nvSpPr>
      <dsp:spPr>
        <a:xfrm>
          <a:off x="1991359" y="6182895"/>
          <a:ext cx="79654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88EEFD-A6C0-4FCC-91E4-58D8D582FFA1}">
      <dsp:nvSpPr>
        <dsp:cNvPr id="0" name=""/>
        <dsp:cNvSpPr/>
      </dsp:nvSpPr>
      <dsp:spPr>
        <a:xfrm>
          <a:off x="0" y="2045"/>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Reduction in errors/defects due to standardized procedures.</a:t>
          </a:r>
          <a:endParaRPr lang="en-US" sz="2000" b="1" kern="1200"/>
        </a:p>
      </dsp:txBody>
      <dsp:txXfrm>
        <a:off x="22981" y="25026"/>
        <a:ext cx="10469638" cy="424803"/>
      </dsp:txXfrm>
    </dsp:sp>
    <dsp:sp modelId="{96796BEE-5DE8-4EC5-A54E-5E9200F005EB}">
      <dsp:nvSpPr>
        <dsp:cNvPr id="0" name=""/>
        <dsp:cNvSpPr/>
      </dsp:nvSpPr>
      <dsp:spPr>
        <a:xfrm>
          <a:off x="0" y="486605"/>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Consistent and improved quality.</a:t>
          </a:r>
          <a:endParaRPr lang="en-US" sz="2000" b="1" kern="1200"/>
        </a:p>
      </dsp:txBody>
      <dsp:txXfrm>
        <a:off x="22981" y="509586"/>
        <a:ext cx="10469638" cy="424803"/>
      </dsp:txXfrm>
    </dsp:sp>
    <dsp:sp modelId="{174E0244-72E3-477C-99D3-61FF968EC988}">
      <dsp:nvSpPr>
        <dsp:cNvPr id="0" name=""/>
        <dsp:cNvSpPr/>
      </dsp:nvSpPr>
      <dsp:spPr>
        <a:xfrm>
          <a:off x="0" y="971165"/>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Higher productivity.</a:t>
          </a:r>
          <a:endParaRPr lang="en-US" sz="2000" b="1" kern="1200"/>
        </a:p>
      </dsp:txBody>
      <dsp:txXfrm>
        <a:off x="22981" y="994146"/>
        <a:ext cx="10469638" cy="424803"/>
      </dsp:txXfrm>
    </dsp:sp>
    <dsp:sp modelId="{BCB2E803-458A-45F3-BEFB-6FC87DCD82CF}">
      <dsp:nvSpPr>
        <dsp:cNvPr id="0" name=""/>
        <dsp:cNvSpPr/>
      </dsp:nvSpPr>
      <dsp:spPr>
        <a:xfrm>
          <a:off x="0" y="1455726"/>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Lesser accidents.</a:t>
          </a:r>
          <a:endParaRPr lang="en-US" sz="2000" b="1" kern="1200"/>
        </a:p>
      </dsp:txBody>
      <dsp:txXfrm>
        <a:off x="22981" y="1478707"/>
        <a:ext cx="10469638" cy="424803"/>
      </dsp:txXfrm>
    </dsp:sp>
    <dsp:sp modelId="{9AF9AF32-C266-407A-8432-E57F39E84C9C}">
      <dsp:nvSpPr>
        <dsp:cNvPr id="0" name=""/>
        <dsp:cNvSpPr/>
      </dsp:nvSpPr>
      <dsp:spPr>
        <a:xfrm>
          <a:off x="0" y="1940286"/>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Higher morale of employees.</a:t>
          </a:r>
          <a:endParaRPr lang="en-US" sz="2000" b="1" kern="1200"/>
        </a:p>
      </dsp:txBody>
      <dsp:txXfrm>
        <a:off x="22981" y="1963267"/>
        <a:ext cx="10469638" cy="424803"/>
      </dsp:txXfrm>
    </dsp:sp>
    <dsp:sp modelId="{17A243C3-AF90-41FD-8378-3BDF936C7D9B}">
      <dsp:nvSpPr>
        <dsp:cNvPr id="0" name=""/>
        <dsp:cNvSpPr/>
      </dsp:nvSpPr>
      <dsp:spPr>
        <a:xfrm>
          <a:off x="0" y="2424846"/>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Gets to work in a clean, organized, and clutter-free workplace.</a:t>
          </a:r>
          <a:endParaRPr lang="en-US" sz="2000" b="1" kern="1200"/>
        </a:p>
      </dsp:txBody>
      <dsp:txXfrm>
        <a:off x="22981" y="2447827"/>
        <a:ext cx="10469638" cy="424803"/>
      </dsp:txXfrm>
    </dsp:sp>
    <dsp:sp modelId="{DDB810C2-1835-42C4-B456-901CC4831091}">
      <dsp:nvSpPr>
        <dsp:cNvPr id="0" name=""/>
        <dsp:cNvSpPr/>
      </dsp:nvSpPr>
      <dsp:spPr>
        <a:xfrm>
          <a:off x="0" y="2909407"/>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Lesser time to retrieve things when required.</a:t>
          </a:r>
          <a:endParaRPr lang="en-US" sz="2000" b="1" kern="1200"/>
        </a:p>
      </dsp:txBody>
      <dsp:txXfrm>
        <a:off x="22981" y="2932388"/>
        <a:ext cx="10469638" cy="424803"/>
      </dsp:txXfrm>
    </dsp:sp>
    <dsp:sp modelId="{238AFBE6-6EE0-4AE6-AA3B-3D9A27B0812F}">
      <dsp:nvSpPr>
        <dsp:cNvPr id="0" name=""/>
        <dsp:cNvSpPr/>
      </dsp:nvSpPr>
      <dsp:spPr>
        <a:xfrm>
          <a:off x="0" y="3393967"/>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More useable space.</a:t>
          </a:r>
          <a:endParaRPr lang="en-US" sz="2000" b="1" kern="1200"/>
        </a:p>
      </dsp:txBody>
      <dsp:txXfrm>
        <a:off x="22981" y="3416948"/>
        <a:ext cx="10469638" cy="424803"/>
      </dsp:txXfrm>
    </dsp:sp>
    <dsp:sp modelId="{F23B9AA7-041A-4C47-A04E-D0BA98CE0051}">
      <dsp:nvSpPr>
        <dsp:cNvPr id="0" name=""/>
        <dsp:cNvSpPr/>
      </dsp:nvSpPr>
      <dsp:spPr>
        <a:xfrm>
          <a:off x="0" y="3878527"/>
          <a:ext cx="10515600" cy="4707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Reduction in machine downtime.</a:t>
          </a:r>
          <a:endParaRPr lang="en-US" sz="2000" b="1" kern="1200"/>
        </a:p>
      </dsp:txBody>
      <dsp:txXfrm>
        <a:off x="22981" y="3901508"/>
        <a:ext cx="10469638" cy="4248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7A750-48EC-439A-AA80-F8E9FBA41870}">
      <dsp:nvSpPr>
        <dsp:cNvPr id="0" name=""/>
        <dsp:cNvSpPr/>
      </dsp:nvSpPr>
      <dsp:spPr>
        <a:xfrm>
          <a:off x="0" y="3587"/>
          <a:ext cx="6597933" cy="12408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57E27A-262B-496B-AF64-B2AB50AC98EF}">
      <dsp:nvSpPr>
        <dsp:cNvPr id="0" name=""/>
        <dsp:cNvSpPr/>
      </dsp:nvSpPr>
      <dsp:spPr>
        <a:xfrm>
          <a:off x="375361" y="282781"/>
          <a:ext cx="683142" cy="6824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0194E1-0B8E-487D-992B-317857071706}">
      <dsp:nvSpPr>
        <dsp:cNvPr id="0" name=""/>
        <dsp:cNvSpPr/>
      </dsp:nvSpPr>
      <dsp:spPr>
        <a:xfrm>
          <a:off x="1433864" y="3587"/>
          <a:ext cx="4845426" cy="12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53" tIns="131453" rIns="131453" bIns="131453" numCol="1" spcCol="1270" anchor="ctr" anchorCtr="0">
          <a:noAutofit/>
        </a:bodyPr>
        <a:lstStyle/>
        <a:p>
          <a:pPr marL="0" lvl="0" indent="0" algn="l" defTabSz="889000">
            <a:lnSpc>
              <a:spcPct val="90000"/>
            </a:lnSpc>
            <a:spcBef>
              <a:spcPct val="0"/>
            </a:spcBef>
            <a:spcAft>
              <a:spcPct val="35000"/>
            </a:spcAft>
            <a:buNone/>
          </a:pPr>
          <a:r>
            <a:rPr lang="en-US" sz="2000" u="sng" kern="1200" dirty="0">
              <a:uFillTx/>
            </a:rPr>
            <a:t>Cold work permit (Green color)</a:t>
          </a:r>
          <a:r>
            <a:rPr lang="en-US" sz="2000" kern="1200" dirty="0"/>
            <a:t> is required for any job which does </a:t>
          </a:r>
          <a:r>
            <a:rPr lang="en-US" sz="2000" u="sng" kern="1200" dirty="0">
              <a:uFillTx/>
            </a:rPr>
            <a:t>not involve</a:t>
          </a:r>
          <a:r>
            <a:rPr lang="en-US" sz="2000" kern="1200" dirty="0"/>
            <a:t> or use of any s</a:t>
          </a:r>
          <a:r>
            <a:rPr lang="en-US" sz="2000" u="sng" kern="1200" dirty="0">
              <a:uFillTx/>
            </a:rPr>
            <a:t>ource of ignitions, spark, and fire.</a:t>
          </a:r>
          <a:endParaRPr lang="en-US" sz="2000" kern="1200" dirty="0"/>
        </a:p>
      </dsp:txBody>
      <dsp:txXfrm>
        <a:off x="1433864" y="3587"/>
        <a:ext cx="4845426" cy="1242076"/>
      </dsp:txXfrm>
    </dsp:sp>
    <dsp:sp modelId="{2ABB7187-46B0-45F2-BCF6-EC0A9CB216DA}">
      <dsp:nvSpPr>
        <dsp:cNvPr id="0" name=""/>
        <dsp:cNvSpPr/>
      </dsp:nvSpPr>
      <dsp:spPr>
        <a:xfrm>
          <a:off x="0" y="1546773"/>
          <a:ext cx="6597933" cy="12408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D94152-130E-492C-9165-DC86B4C1EBA6}">
      <dsp:nvSpPr>
        <dsp:cNvPr id="0" name=""/>
        <dsp:cNvSpPr/>
      </dsp:nvSpPr>
      <dsp:spPr>
        <a:xfrm>
          <a:off x="375361" y="1825967"/>
          <a:ext cx="683142" cy="6824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92B5CD-9ADC-44B0-975B-DE213C4667D3}">
      <dsp:nvSpPr>
        <dsp:cNvPr id="0" name=""/>
        <dsp:cNvSpPr/>
      </dsp:nvSpPr>
      <dsp:spPr>
        <a:xfrm>
          <a:off x="1433864" y="1546773"/>
          <a:ext cx="4845426" cy="12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53" tIns="131453" rIns="131453" bIns="131453" numCol="1" spcCol="1270" anchor="ctr" anchorCtr="0">
          <a:noAutofit/>
        </a:bodyPr>
        <a:lstStyle/>
        <a:p>
          <a:pPr marL="0" lvl="0" indent="0" algn="l" defTabSz="889000">
            <a:lnSpc>
              <a:spcPct val="90000"/>
            </a:lnSpc>
            <a:spcBef>
              <a:spcPct val="0"/>
            </a:spcBef>
            <a:spcAft>
              <a:spcPct val="35000"/>
            </a:spcAft>
            <a:buNone/>
          </a:pPr>
          <a:r>
            <a:rPr lang="en-US" sz="2000" u="sng" kern="1200">
              <a:uFillTx/>
            </a:rPr>
            <a:t>Hot work permit (Red color)</a:t>
          </a:r>
          <a:r>
            <a:rPr lang="en-US" sz="2000" kern="1200"/>
            <a:t> is required for any job which involves or use of source of ignition, spark, and fire.</a:t>
          </a:r>
        </a:p>
      </dsp:txBody>
      <dsp:txXfrm>
        <a:off x="1433864" y="1546773"/>
        <a:ext cx="4845426" cy="1242076"/>
      </dsp:txXfrm>
    </dsp:sp>
    <dsp:sp modelId="{517DC200-75E1-4509-AFC5-AF391D4E45C9}">
      <dsp:nvSpPr>
        <dsp:cNvPr id="0" name=""/>
        <dsp:cNvSpPr/>
      </dsp:nvSpPr>
      <dsp:spPr>
        <a:xfrm>
          <a:off x="0" y="3089959"/>
          <a:ext cx="6597933" cy="12408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DA8898-8570-4D18-BDD8-8BF04884312B}">
      <dsp:nvSpPr>
        <dsp:cNvPr id="0" name=""/>
        <dsp:cNvSpPr/>
      </dsp:nvSpPr>
      <dsp:spPr>
        <a:xfrm>
          <a:off x="375361" y="3369153"/>
          <a:ext cx="683142" cy="6824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E04BFD-3BA5-415D-96D2-A565ED1FE9C4}">
      <dsp:nvSpPr>
        <dsp:cNvPr id="0" name=""/>
        <dsp:cNvSpPr/>
      </dsp:nvSpPr>
      <dsp:spPr>
        <a:xfrm>
          <a:off x="1433864" y="3089959"/>
          <a:ext cx="4845426" cy="12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53" tIns="131453" rIns="131453" bIns="131453" numCol="1" spcCol="1270" anchor="ctr" anchorCtr="0">
          <a:noAutofit/>
        </a:bodyPr>
        <a:lstStyle/>
        <a:p>
          <a:pPr marL="0" lvl="0" indent="0" algn="l" defTabSz="889000">
            <a:lnSpc>
              <a:spcPct val="90000"/>
            </a:lnSpc>
            <a:spcBef>
              <a:spcPct val="0"/>
            </a:spcBef>
            <a:spcAft>
              <a:spcPct val="35000"/>
            </a:spcAft>
            <a:buNone/>
          </a:pPr>
          <a:r>
            <a:rPr lang="en-US" sz="2000" u="sng" kern="1200">
              <a:uFillTx/>
            </a:rPr>
            <a:t>Confined space entry authorization (Yellow color)</a:t>
          </a:r>
          <a:r>
            <a:rPr lang="en-US" sz="2000" kern="1200"/>
            <a:t> is required to enter into the confined space.</a:t>
          </a:r>
        </a:p>
      </dsp:txBody>
      <dsp:txXfrm>
        <a:off x="1433864" y="3089959"/>
        <a:ext cx="4845426" cy="1242076"/>
      </dsp:txXfrm>
    </dsp:sp>
    <dsp:sp modelId="{32E92390-E5EC-40E0-A897-9F4B60B6B410}">
      <dsp:nvSpPr>
        <dsp:cNvPr id="0" name=""/>
        <dsp:cNvSpPr/>
      </dsp:nvSpPr>
      <dsp:spPr>
        <a:xfrm>
          <a:off x="0" y="4633145"/>
          <a:ext cx="6597933" cy="12408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C9279C-E0B0-4BF3-89BC-D768FA9419BD}">
      <dsp:nvSpPr>
        <dsp:cNvPr id="0" name=""/>
        <dsp:cNvSpPr/>
      </dsp:nvSpPr>
      <dsp:spPr>
        <a:xfrm>
          <a:off x="375728" y="4912339"/>
          <a:ext cx="683142" cy="6824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2499A1-0AAD-45D4-AC1A-F67D532B23CA}">
      <dsp:nvSpPr>
        <dsp:cNvPr id="0" name=""/>
        <dsp:cNvSpPr/>
      </dsp:nvSpPr>
      <dsp:spPr>
        <a:xfrm>
          <a:off x="1434598" y="4633145"/>
          <a:ext cx="4845426" cy="124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453" tIns="131453" rIns="131453" bIns="131453" numCol="1" spcCol="1270" anchor="ctr" anchorCtr="0">
          <a:noAutofit/>
        </a:bodyPr>
        <a:lstStyle/>
        <a:p>
          <a:pPr marL="0" lvl="0" indent="0" algn="l" defTabSz="889000">
            <a:lnSpc>
              <a:spcPct val="90000"/>
            </a:lnSpc>
            <a:spcBef>
              <a:spcPct val="0"/>
            </a:spcBef>
            <a:spcAft>
              <a:spcPct val="35000"/>
            </a:spcAft>
            <a:buNone/>
          </a:pPr>
          <a:r>
            <a:rPr lang="en-US" sz="2000" u="sng" kern="1200">
              <a:uFillTx/>
            </a:rPr>
            <a:t>Excavation Authorization</a:t>
          </a:r>
          <a:r>
            <a:rPr lang="en-US" sz="2000" kern="1200"/>
            <a:t> is associated with permit for excavation job, which having validity of 1 month and can be renewed for 3 months at least 3 days before expiry.</a:t>
          </a:r>
        </a:p>
      </dsp:txBody>
      <dsp:txXfrm>
        <a:off x="1434598" y="4633145"/>
        <a:ext cx="4845426" cy="124207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E4EF2D-B6C1-409F-B479-EE02D8A029B8}" type="datetimeFigureOut">
              <a:rPr lang="en-IN" smtClean="0"/>
              <a:t>08-08-2025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B792A5-CA6E-40B0-9863-E08B7BE0D2D3}" type="slidenum">
              <a:rPr lang="en-IN" smtClean="0"/>
              <a:t>‹#›</a:t>
            </a:fld>
            <a:endParaRPr lang="en-IN"/>
          </a:p>
        </p:txBody>
      </p:sp>
    </p:spTree>
    <p:extLst>
      <p:ext uri="{BB962C8B-B14F-4D97-AF65-F5344CB8AC3E}">
        <p14:creationId xmlns:p14="http://schemas.microsoft.com/office/powerpoint/2010/main" val="1311747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0B792A5-CA6E-40B0-9863-E08B7BE0D2D3}" type="slidenum">
              <a:rPr lang="en-IN" smtClean="0"/>
              <a:t>89</a:t>
            </a:fld>
            <a:endParaRPr lang="en-IN"/>
          </a:p>
        </p:txBody>
      </p:sp>
    </p:spTree>
    <p:extLst>
      <p:ext uri="{BB962C8B-B14F-4D97-AF65-F5344CB8AC3E}">
        <p14:creationId xmlns:p14="http://schemas.microsoft.com/office/powerpoint/2010/main" val="3146458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61DA8-2203-689E-7179-840D6B98C1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F593165-C89E-856A-BEF0-8E0EAF8B39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E99AAAD-444B-EC1D-C424-5D862723038E}"/>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5" name="Footer Placeholder 4">
            <a:extLst>
              <a:ext uri="{FF2B5EF4-FFF2-40B4-BE49-F238E27FC236}">
                <a16:creationId xmlns:a16="http://schemas.microsoft.com/office/drawing/2014/main" id="{42812BA8-592B-C977-D389-656EE6D8F4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DAD39E-CE84-9B56-5F3E-649E4B351571}"/>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3697560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8250-1B3C-E7C9-B086-09B35B7EA44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A96270-181E-E525-1CFE-9EB8CD8310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49C38E-C977-C468-C1C3-D90B92BD5C25}"/>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5" name="Footer Placeholder 4">
            <a:extLst>
              <a:ext uri="{FF2B5EF4-FFF2-40B4-BE49-F238E27FC236}">
                <a16:creationId xmlns:a16="http://schemas.microsoft.com/office/drawing/2014/main" id="{A2B2B89A-429D-0CD6-56FA-CEF1B84CC2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6DA912-EBB4-8D72-19F4-867A55FE728B}"/>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2072081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45682-EC42-FCAE-4037-1882A99C8E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E80C373-EF2C-B3A7-0B99-05C36C69C2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C40782-934D-B838-9F8B-42FD1E370809}"/>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5" name="Footer Placeholder 4">
            <a:extLst>
              <a:ext uri="{FF2B5EF4-FFF2-40B4-BE49-F238E27FC236}">
                <a16:creationId xmlns:a16="http://schemas.microsoft.com/office/drawing/2014/main" id="{037BB7A7-8C33-0C86-859C-AB5222AD42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49C2EA-B1ED-F394-5A8D-62BE2FE96318}"/>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112790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830D5-C3FB-E6E3-8BFA-E42D2BABF1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7C82D8F-302E-49BF-47B6-2D6F28C39E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B4ADAF-8384-3F36-8292-8A772E0DA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FB69093-BFBB-E9E4-3DA6-D3C71D5A655F}"/>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6" name="Footer Placeholder 5">
            <a:extLst>
              <a:ext uri="{FF2B5EF4-FFF2-40B4-BE49-F238E27FC236}">
                <a16:creationId xmlns:a16="http://schemas.microsoft.com/office/drawing/2014/main" id="{7E9C87F6-9FE2-EFD0-1B6D-8F106EA62A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DA1790-5DEA-BE28-0ACA-1F5C57180280}"/>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2043892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6CC9D-6176-42F7-0C0C-10F0123F15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32DE653-8B50-B8B3-AFE7-453757DC8F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79F7CE-C7D3-E593-B684-3E944099DD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91A631B-106B-BCB1-E025-C48F98BA13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AA230B-1099-9AF6-E055-7B7716AB56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AE47AA2-F93B-023D-28F2-076221AB0EA7}"/>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8" name="Footer Placeholder 7">
            <a:extLst>
              <a:ext uri="{FF2B5EF4-FFF2-40B4-BE49-F238E27FC236}">
                <a16:creationId xmlns:a16="http://schemas.microsoft.com/office/drawing/2014/main" id="{2D4EFD34-A229-BF08-4210-5972483BBE8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8939397-0CF8-3A15-1C85-F99B47296794}"/>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3860242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6DF70-DF9C-C022-DC86-F51A832A89B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67BF4FF-2966-F516-25AC-4ACFD6042FBB}"/>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4" name="Footer Placeholder 3">
            <a:extLst>
              <a:ext uri="{FF2B5EF4-FFF2-40B4-BE49-F238E27FC236}">
                <a16:creationId xmlns:a16="http://schemas.microsoft.com/office/drawing/2014/main" id="{93A65EA0-8E8E-2FDF-3BC7-F39A9575C41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C9E7B8-CFA3-FCA6-AAEF-3D2F917E6E68}"/>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2398593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863B1D-0BA8-F8D9-E932-4857C0B7653C}"/>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3" name="Footer Placeholder 2">
            <a:extLst>
              <a:ext uri="{FF2B5EF4-FFF2-40B4-BE49-F238E27FC236}">
                <a16:creationId xmlns:a16="http://schemas.microsoft.com/office/drawing/2014/main" id="{AAF3D6B0-7F8D-6769-1077-FBB51976E0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5ACAFB8-D4D3-9C62-5300-78D2C3999ADE}"/>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3540915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72481-885E-5BBD-D5E0-9C4A858A74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A379461-4CB5-12BF-71DB-29E284C64A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1C0958-32DB-975E-9D9B-512C3EE1C7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A447F9-5AAF-F252-E9E3-C17E46E00B80}"/>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6" name="Footer Placeholder 5">
            <a:extLst>
              <a:ext uri="{FF2B5EF4-FFF2-40B4-BE49-F238E27FC236}">
                <a16:creationId xmlns:a16="http://schemas.microsoft.com/office/drawing/2014/main" id="{7D287A9A-5887-1965-DB5A-86D827AEB37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CB84ED-C8B8-2B18-BBC6-B8EBD492F823}"/>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3817509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6F19-064B-A9F0-B96A-7CC6866D8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C3573C6-B712-A5A4-075D-1710866033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EC3908C-F3B4-52FD-015C-F23A770BC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42FC6-039E-A663-4A05-BA57500F7106}"/>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6" name="Footer Placeholder 5">
            <a:extLst>
              <a:ext uri="{FF2B5EF4-FFF2-40B4-BE49-F238E27FC236}">
                <a16:creationId xmlns:a16="http://schemas.microsoft.com/office/drawing/2014/main" id="{B2303B70-CA63-9D70-04E6-EC0B11B470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75FDDE-1307-A42B-DC94-42B23D079AD9}"/>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3460642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18386-5FE0-4876-87F7-CD7D8C5BE2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A7A87C-9200-D0CD-BD15-E95A57889E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D98383-FE6D-E561-7ED1-05A6D0780999}"/>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5" name="Footer Placeholder 4">
            <a:extLst>
              <a:ext uri="{FF2B5EF4-FFF2-40B4-BE49-F238E27FC236}">
                <a16:creationId xmlns:a16="http://schemas.microsoft.com/office/drawing/2014/main" id="{FF2BAC98-3456-BE5F-BE3D-12B02E6B69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C42C79-3B8A-4AE7-94EC-B56878E55524}"/>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1447293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EC1902-966B-AB9E-1371-2EE7127666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C4E8943-7879-B5C0-09A6-99E5754BB4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200D9C8-9087-CC9A-9408-ABBDEF17504E}"/>
              </a:ext>
            </a:extLst>
          </p:cNvPr>
          <p:cNvSpPr>
            <a:spLocks noGrp="1"/>
          </p:cNvSpPr>
          <p:nvPr>
            <p:ph type="dt" sz="half" idx="10"/>
          </p:nvPr>
        </p:nvSpPr>
        <p:spPr/>
        <p:txBody>
          <a:bodyPr/>
          <a:lstStyle/>
          <a:p>
            <a:fld id="{B8E16663-9E8D-42AF-BD65-E15B5112C1EB}" type="datetimeFigureOut">
              <a:rPr lang="en-GB" smtClean="0"/>
              <a:t>08/08/2025</a:t>
            </a:fld>
            <a:endParaRPr lang="en-GB"/>
          </a:p>
        </p:txBody>
      </p:sp>
      <p:sp>
        <p:nvSpPr>
          <p:cNvPr id="5" name="Footer Placeholder 4">
            <a:extLst>
              <a:ext uri="{FF2B5EF4-FFF2-40B4-BE49-F238E27FC236}">
                <a16:creationId xmlns:a16="http://schemas.microsoft.com/office/drawing/2014/main" id="{4E38CF34-2462-8D43-E8DF-02DC9C4C97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74F7CF-4701-A14B-5547-6BC6673683FD}"/>
              </a:ext>
            </a:extLst>
          </p:cNvPr>
          <p:cNvSpPr>
            <a:spLocks noGrp="1"/>
          </p:cNvSpPr>
          <p:nvPr>
            <p:ph type="sldNum" sz="quarter" idx="12"/>
          </p:nvPr>
        </p:nvSpPr>
        <p:spPr/>
        <p:txBody>
          <a:bodyPr/>
          <a:lstStyle/>
          <a:p>
            <a:fld id="{B904462E-8B20-478D-A2B4-3129CA0C8C5D}" type="slidenum">
              <a:rPr lang="en-GB" smtClean="0"/>
              <a:t>‹#›</a:t>
            </a:fld>
            <a:endParaRPr lang="en-GB"/>
          </a:p>
        </p:txBody>
      </p:sp>
    </p:spTree>
    <p:extLst>
      <p:ext uri="{BB962C8B-B14F-4D97-AF65-F5344CB8AC3E}">
        <p14:creationId xmlns:p14="http://schemas.microsoft.com/office/powerpoint/2010/main" val="856150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FBB95D-3AA5-5124-D694-E532EB1975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1F1947E-F8EC-5EFC-FDD4-394D08CD1F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B68A251-1204-CDB2-258E-2801D53CD9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E16663-9E8D-42AF-BD65-E15B5112C1EB}" type="datetimeFigureOut">
              <a:rPr lang="en-GB" smtClean="0"/>
              <a:t>08/08/2025</a:t>
            </a:fld>
            <a:endParaRPr lang="en-GB"/>
          </a:p>
        </p:txBody>
      </p:sp>
      <p:sp>
        <p:nvSpPr>
          <p:cNvPr id="5" name="Footer Placeholder 4">
            <a:extLst>
              <a:ext uri="{FF2B5EF4-FFF2-40B4-BE49-F238E27FC236}">
                <a16:creationId xmlns:a16="http://schemas.microsoft.com/office/drawing/2014/main" id="{B83E86F2-0083-CE85-845F-A10E7A98A5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3EE3917-EA28-17E0-BE98-62A1EE5E3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04462E-8B20-478D-A2B4-3129CA0C8C5D}" type="slidenum">
              <a:rPr lang="en-GB" smtClean="0"/>
              <a:t>‹#›</a:t>
            </a:fld>
            <a:endParaRPr lang="en-GB"/>
          </a:p>
        </p:txBody>
      </p:sp>
    </p:spTree>
    <p:extLst>
      <p:ext uri="{BB962C8B-B14F-4D97-AF65-F5344CB8AC3E}">
        <p14:creationId xmlns:p14="http://schemas.microsoft.com/office/powerpoint/2010/main" val="1675800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jp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38.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78.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image" Target="../media/image91.jpg"/><Relationship Id="rId1" Type="http://schemas.openxmlformats.org/officeDocument/2006/relationships/slideLayout" Target="../slideLayouts/slideLayout2.xml"/><Relationship Id="rId4" Type="http://schemas.openxmlformats.org/officeDocument/2006/relationships/image" Target="../media/image93.jpg"/></Relationships>
</file>

<file path=ppt/slides/_rels/slide63.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5.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00.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01.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02.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03.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04.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07.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9.jp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110.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26.sv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4.xml.rels><?xml version="1.0" encoding="UTF-8" standalone="yes"?>
<Relationships xmlns="http://schemas.openxmlformats.org/package/2006/relationships"><Relationship Id="rId3" Type="http://schemas.openxmlformats.org/officeDocument/2006/relationships/image" Target="../media/image129.svg"/><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137.sv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38.jp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4.xml.rels><?xml version="1.0" encoding="UTF-8" standalone="yes"?>
<Relationships xmlns="http://schemas.openxmlformats.org/package/2006/relationships"><Relationship Id="rId2" Type="http://schemas.openxmlformats.org/officeDocument/2006/relationships/image" Target="../media/image139.jp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jp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42.jp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146.jp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4.xml.rels><?xml version="1.0" encoding="UTF-8" standalone="yes"?>
<Relationships xmlns="http://schemas.openxmlformats.org/package/2006/relationships"><Relationship Id="rId2" Type="http://schemas.openxmlformats.org/officeDocument/2006/relationships/image" Target="../media/image156.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57.jpe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rcRect/>
          <a:stretch>
            <a:fillRect t="-9000" b="-9000"/>
          </a:stretch>
        </a:blip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04514952-CCF4-6C81-F2D6-326BDB1C9BFE}"/>
              </a:ext>
            </a:extLst>
          </p:cNvPr>
          <p:cNvSpPr>
            <a:spLocks noGrp="1"/>
          </p:cNvSpPr>
          <p:nvPr>
            <p:ph type="ctrTitle"/>
          </p:nvPr>
        </p:nvSpPr>
        <p:spPr>
          <a:xfrm>
            <a:off x="275763" y="265043"/>
            <a:ext cx="11640473" cy="1226843"/>
          </a:xfrm>
        </p:spPr>
        <p:txBody>
          <a:bodyPr vert="horz" lIns="91440" tIns="45720" rIns="91440" bIns="45720" rtlCol="0" anchor="ctr">
            <a:noAutofit/>
          </a:bodyPr>
          <a:lstStyle/>
          <a:p>
            <a:pPr algn="l"/>
            <a:r>
              <a:rPr lang="en-US" sz="6600" b="1" kern="1200" dirty="0">
                <a:solidFill>
                  <a:srgbClr val="FFFFFF"/>
                </a:solidFill>
                <a:latin typeface="+mj-lt"/>
                <a:ea typeface="+mj-ea"/>
                <a:cs typeface="+mj-cs"/>
              </a:rPr>
              <a:t>INDUSTRIAL SAFETY ENGINEERING</a:t>
            </a:r>
          </a:p>
        </p:txBody>
      </p:sp>
      <p:sp>
        <p:nvSpPr>
          <p:cNvPr id="5" name="Subtitle 4">
            <a:extLst>
              <a:ext uri="{FF2B5EF4-FFF2-40B4-BE49-F238E27FC236}">
                <a16:creationId xmlns:a16="http://schemas.microsoft.com/office/drawing/2014/main" id="{9B87BFC6-8046-D751-B4AD-18ADA79C07C9}"/>
              </a:ext>
            </a:extLst>
          </p:cNvPr>
          <p:cNvSpPr>
            <a:spLocks/>
          </p:cNvSpPr>
          <p:nvPr/>
        </p:nvSpPr>
        <p:spPr>
          <a:xfrm>
            <a:off x="492291" y="2420830"/>
            <a:ext cx="8169410" cy="1479287"/>
          </a:xfrm>
          <a:prstGeom prst="rect">
            <a:avLst/>
          </a:prstGeom>
        </p:spPr>
        <p:txBody>
          <a:bodyPr>
            <a:normAutofit/>
          </a:bodyPr>
          <a:lstStyle/>
          <a:p>
            <a:pPr defTabSz="813816">
              <a:spcAft>
                <a:spcPts val="600"/>
              </a:spcAft>
            </a:pPr>
            <a:r>
              <a:rPr lang="en-GB" sz="4806" kern="1200" dirty="0">
                <a:solidFill>
                  <a:schemeClr val="tx1"/>
                </a:solidFill>
                <a:latin typeface="Adobe Garamond Pro Bold" panose="02020702060506020403" pitchFamily="18" charset="0"/>
                <a:ea typeface="+mn-ea"/>
                <a:cs typeface="+mn-cs"/>
              </a:rPr>
              <a:t>MODULE 2</a:t>
            </a:r>
            <a:endParaRPr lang="en-GB" sz="5400" dirty="0">
              <a:latin typeface="Adobe Garamond Pro Bold" panose="02020702060506020403" pitchFamily="18" charset="0"/>
            </a:endParaRPr>
          </a:p>
        </p:txBody>
      </p:sp>
      <p:pic>
        <p:nvPicPr>
          <p:cNvPr id="10" name="Picture 9" descr="A person wearing a protective suit and goggles&#10;&#10;Description automatically generated">
            <a:extLst>
              <a:ext uri="{FF2B5EF4-FFF2-40B4-BE49-F238E27FC236}">
                <a16:creationId xmlns:a16="http://schemas.microsoft.com/office/drawing/2014/main" id="{7D839F93-3A20-61A9-81E6-D4E0C3057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5005" y="3051875"/>
            <a:ext cx="4576995" cy="3626128"/>
          </a:xfrm>
          <a:prstGeom prst="rect">
            <a:avLst/>
          </a:prstGeom>
        </p:spPr>
      </p:pic>
    </p:spTree>
    <p:extLst>
      <p:ext uri="{BB962C8B-B14F-4D97-AF65-F5344CB8AC3E}">
        <p14:creationId xmlns:p14="http://schemas.microsoft.com/office/powerpoint/2010/main" val="4280476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111-7C99-DDD9-2436-484086701CBF}"/>
              </a:ext>
            </a:extLst>
          </p:cNvPr>
          <p:cNvSpPr>
            <a:spLocks noGrp="1"/>
          </p:cNvSpPr>
          <p:nvPr>
            <p:ph type="title"/>
          </p:nvPr>
        </p:nvSpPr>
        <p:spPr/>
        <p:txBody>
          <a:bodyPr/>
          <a:lstStyle/>
          <a:p>
            <a:r>
              <a:rPr lang="en-GB" dirty="0"/>
              <a:t>SYLLABUS:</a:t>
            </a:r>
          </a:p>
        </p:txBody>
      </p:sp>
      <p:sp>
        <p:nvSpPr>
          <p:cNvPr id="3" name="Content Placeholder 2">
            <a:extLst>
              <a:ext uri="{FF2B5EF4-FFF2-40B4-BE49-F238E27FC236}">
                <a16:creationId xmlns:a16="http://schemas.microsoft.com/office/drawing/2014/main" id="{94A26F0D-6A9C-1647-C332-F22F57F1C07A}"/>
              </a:ext>
            </a:extLst>
          </p:cNvPr>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Personal protection in the work environment, </a:t>
            </a:r>
          </a:p>
          <a:p>
            <a:pPr algn="just"/>
            <a:r>
              <a:rPr lang="en-US" dirty="0">
                <a:latin typeface="Times New Roman" panose="02020603050405020304" pitchFamily="18" charset="0"/>
                <a:cs typeface="Times New Roman" panose="02020603050405020304" pitchFamily="18" charset="0"/>
              </a:rPr>
              <a:t>Types of PPEs, Personal protective equipment - respiratory and non-respiratory equipment. </a:t>
            </a:r>
          </a:p>
          <a:p>
            <a:pPr algn="just"/>
            <a:r>
              <a:rPr lang="en-US" dirty="0">
                <a:latin typeface="Times New Roman" panose="02020603050405020304" pitchFamily="18" charset="0"/>
                <a:cs typeface="Times New Roman" panose="02020603050405020304" pitchFamily="18" charset="0"/>
              </a:rPr>
              <a:t>Standards related to PPEs. </a:t>
            </a:r>
          </a:p>
          <a:p>
            <a:pPr algn="just"/>
            <a:r>
              <a:rPr lang="en-US" dirty="0">
                <a:latin typeface="Times New Roman" panose="02020603050405020304" pitchFamily="18" charset="0"/>
                <a:cs typeface="Times New Roman" panose="02020603050405020304" pitchFamily="18" charset="0"/>
              </a:rPr>
              <a:t>Monitoring Safety Performance: Frequency rate, severity rate, incidence rate, activity rate.</a:t>
            </a:r>
          </a:p>
          <a:p>
            <a:pPr algn="just"/>
            <a:r>
              <a:rPr lang="en-US" dirty="0">
                <a:latin typeface="Times New Roman" panose="02020603050405020304" pitchFamily="18" charset="0"/>
                <a:cs typeface="Times New Roman" panose="02020603050405020304" pitchFamily="18" charset="0"/>
              </a:rPr>
              <a:t> Housekeeping: Responsibility of management and employees. Advantages of good housekeeping. </a:t>
            </a:r>
          </a:p>
          <a:p>
            <a:pPr algn="just"/>
            <a:r>
              <a:rPr lang="en-US" dirty="0">
                <a:latin typeface="Times New Roman" panose="02020603050405020304" pitchFamily="18" charset="0"/>
                <a:cs typeface="Times New Roman" panose="02020603050405020304" pitchFamily="18" charset="0"/>
              </a:rPr>
              <a:t>5 elements of housekeeping. Work permit system- objectives, hot work and cold work permits. </a:t>
            </a:r>
          </a:p>
          <a:p>
            <a:pPr algn="just"/>
            <a:r>
              <a:rPr lang="en-US" dirty="0">
                <a:latin typeface="Times New Roman" panose="02020603050405020304" pitchFamily="18" charset="0"/>
                <a:cs typeface="Times New Roman" panose="02020603050405020304" pitchFamily="18" charset="0"/>
              </a:rPr>
              <a:t>Typical industrial models and methodology. Entry into confined spaces.</a:t>
            </a:r>
          </a:p>
          <a:p>
            <a:pPr marL="0" indent="0" algn="just">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168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4F7F23A-9FDB-0DDF-0116-090C5A45671F}"/>
              </a:ext>
            </a:extLst>
          </p:cNvPr>
          <p:cNvPicPr>
            <a:picLocks noChangeAspect="1"/>
          </p:cNvPicPr>
          <p:nvPr/>
        </p:nvPicPr>
        <p:blipFill>
          <a:blip r:embed="rId2" cstate="print">
            <a:extLst>
              <a:ext uri="{28A0092B-C50C-407E-A947-70E740481C1C}">
                <a14:useLocalDpi xmlns:a14="http://schemas.microsoft.com/office/drawing/2010/main" val="0"/>
              </a:ext>
            </a:extLst>
          </a:blip>
          <a:srcRect l="11355" t="7895" r="23740"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6CB0E6-DB98-6A70-2980-6A69E7AD1E95}"/>
              </a:ext>
            </a:extLst>
          </p:cNvPr>
          <p:cNvSpPr>
            <a:spLocks noGrp="1"/>
          </p:cNvSpPr>
          <p:nvPr>
            <p:ph type="title"/>
          </p:nvPr>
        </p:nvSpPr>
        <p:spPr>
          <a:xfrm>
            <a:off x="371094" y="1161288"/>
            <a:ext cx="3438144" cy="1124712"/>
          </a:xfrm>
        </p:spPr>
        <p:txBody>
          <a:bodyPr anchor="b">
            <a:normAutofit/>
          </a:bodyPr>
          <a:lstStyle/>
          <a:p>
            <a:endParaRPr lang="en-GB" sz="2800"/>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B8A9DB4-65B6-3A80-6429-28F6F03A695C}"/>
              </a:ext>
            </a:extLst>
          </p:cNvPr>
          <p:cNvSpPr>
            <a:spLocks noGrp="1"/>
          </p:cNvSpPr>
          <p:nvPr>
            <p:ph idx="1"/>
          </p:nvPr>
        </p:nvSpPr>
        <p:spPr>
          <a:xfrm>
            <a:off x="699135" y="2801748"/>
            <a:ext cx="9385509" cy="3207258"/>
          </a:xfrm>
        </p:spPr>
        <p:txBody>
          <a:bodyPr anchor="t">
            <a:noAutofit/>
          </a:bodyPr>
          <a:lstStyle/>
          <a:p>
            <a:pPr marL="0" indent="0">
              <a:buNone/>
            </a:pPr>
            <a:r>
              <a:rPr lang="en-US" sz="3200" b="1" dirty="0">
                <a:latin typeface="OPTIAkrogroteskBold-Cond" panose="02000606030000020004" pitchFamily="50" charset="0"/>
              </a:rPr>
              <a:t>Employers have duties concerning the provision and use of personal protective equipment (PPE) at work - Article 16 - Occupational Safety and Health Convention, 1981 (No. 155)</a:t>
            </a:r>
          </a:p>
          <a:p>
            <a:pPr marL="0" indent="0">
              <a:buNone/>
            </a:pPr>
            <a:endParaRPr lang="en-GB" sz="3200" dirty="0"/>
          </a:p>
        </p:txBody>
      </p:sp>
    </p:spTree>
    <p:extLst>
      <p:ext uri="{BB962C8B-B14F-4D97-AF65-F5344CB8AC3E}">
        <p14:creationId xmlns:p14="http://schemas.microsoft.com/office/powerpoint/2010/main" val="2225729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yellow helmet and gloves and goggles on a metal surface&#10;&#10;Description automatically generated">
            <a:extLst>
              <a:ext uri="{FF2B5EF4-FFF2-40B4-BE49-F238E27FC236}">
                <a16:creationId xmlns:a16="http://schemas.microsoft.com/office/drawing/2014/main" id="{4F098DE8-A26D-64B9-ADF4-9BCDD93671A8}"/>
              </a:ext>
            </a:extLst>
          </p:cNvPr>
          <p:cNvPicPr>
            <a:picLocks noChangeAspect="1"/>
          </p:cNvPicPr>
          <p:nvPr/>
        </p:nvPicPr>
        <p:blipFill>
          <a:blip r:embed="rId2">
            <a:alphaModFix amt="43000"/>
            <a:extLst>
              <a:ext uri="{28A0092B-C50C-407E-A947-70E740481C1C}">
                <a14:useLocalDpi xmlns:a14="http://schemas.microsoft.com/office/drawing/2010/main" val="0"/>
              </a:ext>
            </a:extLst>
          </a:blip>
          <a:srcRect r="5882" b="-1"/>
          <a:stretch/>
        </p:blipFill>
        <p:spPr>
          <a:xfrm>
            <a:off x="2522356"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781362" y="-268919"/>
            <a:ext cx="10629275" cy="1899912"/>
          </a:xfrm>
          <a:prstGeom prst="rect">
            <a:avLst/>
          </a:prstGeom>
        </p:spPr>
        <p:txBody>
          <a:bodyPr vert="horz" lIns="91440" tIns="45720" rIns="91440" bIns="45720" rtlCol="0" anchor="ctr">
            <a:normAutofit/>
          </a:bodyPr>
          <a:lstStyle/>
          <a:p>
            <a:pPr marL="16933"/>
            <a:r>
              <a:rPr lang="en-US" sz="3600" b="1" dirty="0"/>
              <a:t>PERSONAL</a:t>
            </a:r>
            <a:r>
              <a:rPr lang="en-US" sz="3600" b="1" spc="-93" dirty="0"/>
              <a:t> </a:t>
            </a:r>
            <a:r>
              <a:rPr lang="en-US" sz="3600" b="1" dirty="0"/>
              <a:t>PROTECTION</a:t>
            </a:r>
            <a:r>
              <a:rPr lang="en-US" sz="3600" b="1" spc="-33" dirty="0"/>
              <a:t> </a:t>
            </a:r>
            <a:r>
              <a:rPr lang="en-US" sz="3600" b="1" dirty="0"/>
              <a:t>IN</a:t>
            </a:r>
            <a:r>
              <a:rPr lang="en-US" sz="3600" b="1" spc="-40" dirty="0"/>
              <a:t> </a:t>
            </a:r>
            <a:r>
              <a:rPr lang="en-US" sz="3600" b="1" dirty="0"/>
              <a:t>THE</a:t>
            </a:r>
            <a:r>
              <a:rPr lang="en-US" sz="3600" b="1" spc="-33" dirty="0"/>
              <a:t> </a:t>
            </a:r>
            <a:r>
              <a:rPr lang="en-US" sz="3600" b="1" dirty="0"/>
              <a:t>WORK</a:t>
            </a:r>
            <a:r>
              <a:rPr lang="en-US" sz="3600" b="1" spc="-33" dirty="0"/>
              <a:t> </a:t>
            </a:r>
            <a:r>
              <a:rPr lang="en-US" sz="3600" b="1" spc="-13" dirty="0"/>
              <a:t>ENVIRONMENT</a:t>
            </a:r>
            <a:endParaRPr lang="en-US" sz="3600" b="1" dirty="0"/>
          </a:p>
        </p:txBody>
      </p:sp>
      <p:sp>
        <p:nvSpPr>
          <p:cNvPr id="3" name="object 3"/>
          <p:cNvSpPr txBox="1"/>
          <p:nvPr/>
        </p:nvSpPr>
        <p:spPr>
          <a:xfrm>
            <a:off x="433464" y="1234987"/>
            <a:ext cx="11868074" cy="5225773"/>
          </a:xfrm>
          <a:prstGeom prst="rect">
            <a:avLst/>
          </a:prstGeom>
        </p:spPr>
        <p:txBody>
          <a:bodyPr vert="horz" lIns="91440" tIns="45720" rIns="91440" bIns="45720" rtlCol="0">
            <a:noAutofit/>
          </a:bodyPr>
          <a:lstStyle/>
          <a:p>
            <a:pPr marL="433482" marR="413163" indent="-228600" algn="just">
              <a:lnSpc>
                <a:spcPct val="90000"/>
              </a:lnSpc>
              <a:spcBef>
                <a:spcPts val="133"/>
              </a:spcBef>
              <a:buFont typeface="Arial" panose="020B0604020202020204" pitchFamily="34" charset="0"/>
              <a:buChar char="•"/>
              <a:tabLst>
                <a:tab pos="433482" algn="l"/>
              </a:tabLst>
            </a:pPr>
            <a:r>
              <a:rPr lang="en-US" sz="2400" b="1" dirty="0"/>
              <a:t>The</a:t>
            </a:r>
            <a:r>
              <a:rPr lang="en-US" sz="2400" b="1" spc="-27" dirty="0"/>
              <a:t> </a:t>
            </a:r>
            <a:r>
              <a:rPr lang="en-US" sz="2400" b="1" u="sng" dirty="0">
                <a:uFill>
                  <a:solidFill>
                    <a:srgbClr val="222222"/>
                  </a:solidFill>
                </a:uFill>
              </a:rPr>
              <a:t>primary</a:t>
            </a:r>
            <a:r>
              <a:rPr lang="en-US" sz="2400" b="1" u="sng" spc="-27" dirty="0">
                <a:uFill>
                  <a:solidFill>
                    <a:srgbClr val="222222"/>
                  </a:solidFill>
                </a:uFill>
              </a:rPr>
              <a:t> </a:t>
            </a:r>
            <a:r>
              <a:rPr lang="en-US" sz="2400" b="1" u="sng" spc="-13" dirty="0">
                <a:uFill>
                  <a:solidFill>
                    <a:srgbClr val="222222"/>
                  </a:solidFill>
                </a:uFill>
              </a:rPr>
              <a:t>approach</a:t>
            </a:r>
            <a:r>
              <a:rPr lang="en-US" sz="2400" b="1" spc="-27" dirty="0"/>
              <a:t> </a:t>
            </a:r>
            <a:r>
              <a:rPr lang="en-US" sz="2400" b="1" dirty="0"/>
              <a:t>in</a:t>
            </a:r>
            <a:r>
              <a:rPr lang="en-US" sz="2400" b="1" spc="-27" dirty="0"/>
              <a:t> </a:t>
            </a:r>
            <a:r>
              <a:rPr lang="en-US" sz="2400" b="1" dirty="0"/>
              <a:t>any</a:t>
            </a:r>
            <a:r>
              <a:rPr lang="en-US" sz="2400" b="1" spc="-27" dirty="0"/>
              <a:t> </a:t>
            </a:r>
            <a:r>
              <a:rPr lang="en-US" sz="2400" b="1" dirty="0"/>
              <a:t>safety</a:t>
            </a:r>
            <a:r>
              <a:rPr lang="en-US" sz="2400" b="1" spc="-27" dirty="0"/>
              <a:t> </a:t>
            </a:r>
            <a:r>
              <a:rPr lang="en-US" sz="2400" b="1" dirty="0"/>
              <a:t>effort</a:t>
            </a:r>
            <a:r>
              <a:rPr lang="en-US" sz="2400" b="1" spc="-27" dirty="0"/>
              <a:t> </a:t>
            </a:r>
            <a:r>
              <a:rPr lang="en-US" sz="2400" b="1" dirty="0"/>
              <a:t>is</a:t>
            </a:r>
            <a:r>
              <a:rPr lang="en-US" sz="2400" b="1" spc="-20" dirty="0"/>
              <a:t> </a:t>
            </a:r>
            <a:r>
              <a:rPr lang="en-US" sz="2400" b="1" dirty="0"/>
              <a:t>that</a:t>
            </a:r>
            <a:r>
              <a:rPr lang="en-US" sz="2400" b="1" spc="-27" dirty="0"/>
              <a:t> </a:t>
            </a:r>
            <a:r>
              <a:rPr lang="en-US" sz="2400" b="1" dirty="0"/>
              <a:t>the</a:t>
            </a:r>
            <a:r>
              <a:rPr lang="en-US" sz="2400" b="1" spc="-27" dirty="0"/>
              <a:t> </a:t>
            </a:r>
            <a:r>
              <a:rPr lang="en-US" sz="2400" b="1" dirty="0"/>
              <a:t>hazard</a:t>
            </a:r>
            <a:r>
              <a:rPr lang="en-US" sz="2400" b="1" spc="-27" dirty="0"/>
              <a:t> </a:t>
            </a:r>
            <a:r>
              <a:rPr lang="en-US" sz="2400" b="1" dirty="0"/>
              <a:t>to</a:t>
            </a:r>
            <a:r>
              <a:rPr lang="en-US" sz="2400" b="1" spc="-27" dirty="0"/>
              <a:t> </a:t>
            </a:r>
            <a:r>
              <a:rPr lang="en-US" sz="2400" b="1" dirty="0"/>
              <a:t>the</a:t>
            </a:r>
            <a:r>
              <a:rPr lang="en-US" sz="2400" b="1" spc="-27" dirty="0"/>
              <a:t> </a:t>
            </a:r>
            <a:r>
              <a:rPr lang="en-US" sz="2400" b="1" dirty="0"/>
              <a:t>workmen</a:t>
            </a:r>
            <a:r>
              <a:rPr lang="en-US" sz="2400" b="1" spc="-27" dirty="0"/>
              <a:t> </a:t>
            </a:r>
            <a:r>
              <a:rPr lang="en-US" sz="2400" b="1" dirty="0"/>
              <a:t>should</a:t>
            </a:r>
            <a:r>
              <a:rPr lang="en-US" sz="2400" b="1" spc="-20" dirty="0"/>
              <a:t> </a:t>
            </a:r>
            <a:r>
              <a:rPr lang="en-US" sz="2400" b="1" dirty="0"/>
              <a:t>be</a:t>
            </a:r>
            <a:r>
              <a:rPr lang="en-US" sz="2400" b="1" spc="-27" dirty="0"/>
              <a:t> </a:t>
            </a:r>
            <a:r>
              <a:rPr lang="en-US" sz="2400" b="1" spc="-13" dirty="0"/>
              <a:t>eliminated</a:t>
            </a:r>
            <a:r>
              <a:rPr lang="en-US" sz="2400" b="1" spc="-27" dirty="0"/>
              <a:t> </a:t>
            </a:r>
            <a:r>
              <a:rPr lang="en-US" sz="2400" b="1" dirty="0"/>
              <a:t>or</a:t>
            </a:r>
            <a:r>
              <a:rPr lang="en-US" sz="2400" b="1" spc="-27" dirty="0"/>
              <a:t> </a:t>
            </a:r>
            <a:r>
              <a:rPr lang="en-US" sz="2400" b="1" spc="-13" dirty="0"/>
              <a:t>controlled</a:t>
            </a:r>
            <a:r>
              <a:rPr lang="en-US" sz="2400" b="1" spc="-27" dirty="0"/>
              <a:t> </a:t>
            </a:r>
            <a:r>
              <a:rPr lang="en-US" sz="2400" b="1" spc="-33" dirty="0"/>
              <a:t>by </a:t>
            </a:r>
            <a:r>
              <a:rPr lang="en-US" sz="2400" b="1" u="sng" spc="-13" dirty="0">
                <a:uFill>
                  <a:solidFill>
                    <a:srgbClr val="222222"/>
                  </a:solidFill>
                </a:uFill>
              </a:rPr>
              <a:t>engineering</a:t>
            </a:r>
            <a:r>
              <a:rPr lang="en-US" sz="2400" b="1" u="sng" spc="-33" dirty="0">
                <a:uFill>
                  <a:solidFill>
                    <a:srgbClr val="222222"/>
                  </a:solidFill>
                </a:uFill>
              </a:rPr>
              <a:t> </a:t>
            </a:r>
            <a:r>
              <a:rPr lang="en-US" sz="2400" b="1" u="sng" dirty="0">
                <a:uFill>
                  <a:solidFill>
                    <a:srgbClr val="222222"/>
                  </a:solidFill>
                </a:uFill>
              </a:rPr>
              <a:t>methods</a:t>
            </a:r>
            <a:r>
              <a:rPr lang="en-US" sz="2400" b="1" spc="-33" dirty="0"/>
              <a:t> </a:t>
            </a:r>
            <a:r>
              <a:rPr lang="en-US" sz="2400" b="1" dirty="0"/>
              <a:t>rather</a:t>
            </a:r>
            <a:r>
              <a:rPr lang="en-US" sz="2400" b="1" spc="-27" dirty="0"/>
              <a:t> </a:t>
            </a:r>
            <a:r>
              <a:rPr lang="en-US" sz="2400" b="1" dirty="0"/>
              <a:t>than</a:t>
            </a:r>
            <a:r>
              <a:rPr lang="en-US" sz="2400" b="1" spc="-27" dirty="0"/>
              <a:t> </a:t>
            </a:r>
            <a:r>
              <a:rPr lang="en-US" sz="2400" b="1" dirty="0"/>
              <a:t>protecting</a:t>
            </a:r>
            <a:r>
              <a:rPr lang="en-US" sz="2400" b="1" spc="-27" dirty="0"/>
              <a:t> </a:t>
            </a:r>
            <a:r>
              <a:rPr lang="en-US" sz="2400" b="1" dirty="0"/>
              <a:t>the</a:t>
            </a:r>
            <a:r>
              <a:rPr lang="en-US" sz="2400" b="1" spc="-27" dirty="0"/>
              <a:t> </a:t>
            </a:r>
            <a:r>
              <a:rPr lang="en-US" sz="2400" b="1" dirty="0"/>
              <a:t>workman</a:t>
            </a:r>
            <a:r>
              <a:rPr lang="en-US" sz="2400" b="1" spc="-27" dirty="0"/>
              <a:t> </a:t>
            </a:r>
            <a:r>
              <a:rPr lang="en-US" sz="2400" b="1" dirty="0"/>
              <a:t>through</a:t>
            </a:r>
            <a:r>
              <a:rPr lang="en-US" sz="2400" b="1" spc="-33" dirty="0"/>
              <a:t> </a:t>
            </a:r>
            <a:r>
              <a:rPr lang="en-US" sz="2400" b="1" dirty="0"/>
              <a:t>use</a:t>
            </a:r>
            <a:r>
              <a:rPr lang="en-US" sz="2400" b="1" spc="-27" dirty="0"/>
              <a:t> </a:t>
            </a:r>
            <a:r>
              <a:rPr lang="en-US" sz="2400" b="1" dirty="0"/>
              <a:t>of</a:t>
            </a:r>
            <a:r>
              <a:rPr lang="en-US" sz="2400" b="1" spc="-27" dirty="0"/>
              <a:t> </a:t>
            </a:r>
            <a:r>
              <a:rPr lang="en-US" sz="2400" b="1" spc="-13" dirty="0"/>
              <a:t>personal</a:t>
            </a:r>
            <a:r>
              <a:rPr lang="en-US" sz="2400" b="1" spc="-27" dirty="0"/>
              <a:t> </a:t>
            </a:r>
            <a:r>
              <a:rPr lang="en-US" sz="2400" b="1" dirty="0"/>
              <a:t>protective</a:t>
            </a:r>
            <a:r>
              <a:rPr lang="en-US" sz="2400" b="1" spc="-27" dirty="0"/>
              <a:t> </a:t>
            </a:r>
            <a:r>
              <a:rPr lang="en-US" sz="2400" b="1" spc="-13" dirty="0"/>
              <a:t>equipment</a:t>
            </a:r>
            <a:r>
              <a:rPr lang="en-US" sz="2400" b="1" spc="-27" dirty="0"/>
              <a:t> </a:t>
            </a:r>
            <a:r>
              <a:rPr lang="en-US" sz="2400" b="1" spc="-13" dirty="0"/>
              <a:t>(PPE).</a:t>
            </a:r>
            <a:endParaRPr lang="en-US" sz="2400" b="1" dirty="0"/>
          </a:p>
          <a:p>
            <a:pPr marL="433482" indent="-228600" algn="just">
              <a:lnSpc>
                <a:spcPct val="90000"/>
              </a:lnSpc>
              <a:spcBef>
                <a:spcPts val="880"/>
              </a:spcBef>
              <a:buFont typeface="Arial" panose="020B0604020202020204" pitchFamily="34" charset="0"/>
              <a:buChar char="•"/>
              <a:tabLst>
                <a:tab pos="433482" algn="l"/>
              </a:tabLst>
            </a:pPr>
            <a:r>
              <a:rPr lang="en-US" sz="2400" b="1" spc="-13" dirty="0"/>
              <a:t>Engineering</a:t>
            </a:r>
            <a:r>
              <a:rPr lang="en-US" sz="2400" b="1" spc="-47" dirty="0"/>
              <a:t> </a:t>
            </a:r>
            <a:r>
              <a:rPr lang="en-US" sz="2400" b="1" dirty="0"/>
              <a:t>methods</a:t>
            </a:r>
            <a:r>
              <a:rPr lang="en-US" sz="2400" b="1" spc="-40" dirty="0"/>
              <a:t> </a:t>
            </a:r>
            <a:r>
              <a:rPr lang="en-US" sz="2400" b="1" dirty="0"/>
              <a:t>could</a:t>
            </a:r>
            <a:r>
              <a:rPr lang="en-US" sz="2400" b="1" spc="-47" dirty="0"/>
              <a:t> </a:t>
            </a:r>
            <a:r>
              <a:rPr lang="en-US" sz="2400" b="1" dirty="0"/>
              <a:t>include</a:t>
            </a:r>
            <a:r>
              <a:rPr lang="en-US" sz="2400" b="1" spc="-40" dirty="0"/>
              <a:t> </a:t>
            </a:r>
            <a:r>
              <a:rPr lang="en-US" sz="2400" b="1" dirty="0"/>
              <a:t>design,</a:t>
            </a:r>
            <a:r>
              <a:rPr lang="en-US" sz="2400" b="1" spc="-47" dirty="0"/>
              <a:t> </a:t>
            </a:r>
            <a:r>
              <a:rPr lang="en-US" sz="2400" b="1" dirty="0"/>
              <a:t>change,</a:t>
            </a:r>
            <a:r>
              <a:rPr lang="en-US" sz="2400" b="1" spc="-40" dirty="0"/>
              <a:t> </a:t>
            </a:r>
            <a:r>
              <a:rPr lang="en-US" sz="2400" b="1" dirty="0"/>
              <a:t>substitution,</a:t>
            </a:r>
            <a:r>
              <a:rPr lang="en-US" sz="2400" b="1" spc="-47" dirty="0"/>
              <a:t> </a:t>
            </a:r>
            <a:r>
              <a:rPr lang="en-US" sz="2400" b="1" spc="-13" dirty="0"/>
              <a:t>ventilation,</a:t>
            </a:r>
            <a:r>
              <a:rPr lang="en-US" sz="2400" b="1" spc="-40" dirty="0"/>
              <a:t> </a:t>
            </a:r>
            <a:r>
              <a:rPr lang="en-US" sz="2400" b="1" spc="-13" dirty="0"/>
              <a:t>mechanical</a:t>
            </a:r>
            <a:r>
              <a:rPr lang="en-US" sz="2400" b="1" spc="-40" dirty="0"/>
              <a:t> </a:t>
            </a:r>
            <a:r>
              <a:rPr lang="en-US" sz="2400" b="1" spc="-13" dirty="0"/>
              <a:t>handling,</a:t>
            </a:r>
            <a:r>
              <a:rPr lang="en-US" sz="2400" b="1" spc="-47" dirty="0"/>
              <a:t> </a:t>
            </a:r>
            <a:r>
              <a:rPr lang="en-US" sz="2400" b="1" dirty="0"/>
              <a:t>automation,</a:t>
            </a:r>
            <a:r>
              <a:rPr lang="en-US" sz="2400" b="1" spc="-40" dirty="0"/>
              <a:t> </a:t>
            </a:r>
            <a:r>
              <a:rPr lang="en-US" sz="2400" b="1" spc="-27" dirty="0"/>
              <a:t>etc.</a:t>
            </a:r>
            <a:endParaRPr lang="en-US" sz="2400" b="1" dirty="0"/>
          </a:p>
          <a:p>
            <a:pPr marL="433482" marR="609585" indent="-228600" algn="just">
              <a:lnSpc>
                <a:spcPct val="90000"/>
              </a:lnSpc>
              <a:buFont typeface="Arial" panose="020B0604020202020204" pitchFamily="34" charset="0"/>
              <a:buChar char="•"/>
              <a:tabLst>
                <a:tab pos="433482" algn="l"/>
              </a:tabLst>
            </a:pPr>
            <a:r>
              <a:rPr lang="en-US" sz="2400" b="1" dirty="0"/>
              <a:t>I</a:t>
            </a:r>
            <a:r>
              <a:rPr lang="en-US" sz="2400" b="1" u="sng" dirty="0">
                <a:uFill>
                  <a:solidFill>
                    <a:srgbClr val="222222"/>
                  </a:solidFill>
                </a:uFill>
              </a:rPr>
              <a:t>n</a:t>
            </a:r>
            <a:r>
              <a:rPr lang="en-US" sz="2400" b="1" u="sng" spc="-33" dirty="0">
                <a:uFill>
                  <a:solidFill>
                    <a:srgbClr val="222222"/>
                  </a:solidFill>
                </a:uFill>
              </a:rPr>
              <a:t> </a:t>
            </a:r>
            <a:r>
              <a:rPr lang="en-US" sz="2400" b="1" u="sng" dirty="0">
                <a:uFill>
                  <a:solidFill>
                    <a:srgbClr val="222222"/>
                  </a:solidFill>
                </a:uFill>
              </a:rPr>
              <a:t>situations</a:t>
            </a:r>
            <a:r>
              <a:rPr lang="en-US" sz="2400" b="1" u="sng" spc="-27" dirty="0">
                <a:uFill>
                  <a:solidFill>
                    <a:srgbClr val="222222"/>
                  </a:solidFill>
                </a:uFill>
              </a:rPr>
              <a:t> </a:t>
            </a:r>
            <a:r>
              <a:rPr lang="en-US" sz="2400" b="1" u="sng" dirty="0">
                <a:uFill>
                  <a:solidFill>
                    <a:srgbClr val="222222"/>
                  </a:solidFill>
                </a:uFill>
              </a:rPr>
              <a:t>where</a:t>
            </a:r>
            <a:r>
              <a:rPr lang="en-US" sz="2400" b="1" u="sng" spc="-33" dirty="0">
                <a:uFill>
                  <a:solidFill>
                    <a:srgbClr val="222222"/>
                  </a:solidFill>
                </a:uFill>
              </a:rPr>
              <a:t> </a:t>
            </a:r>
            <a:r>
              <a:rPr lang="en-US" sz="2400" b="1" u="sng" dirty="0">
                <a:uFill>
                  <a:solidFill>
                    <a:srgbClr val="222222"/>
                  </a:solidFill>
                </a:uFill>
              </a:rPr>
              <a:t>it</a:t>
            </a:r>
            <a:r>
              <a:rPr lang="en-US" sz="2400" b="1" u="sng" spc="-27" dirty="0">
                <a:uFill>
                  <a:solidFill>
                    <a:srgbClr val="222222"/>
                  </a:solidFill>
                </a:uFill>
              </a:rPr>
              <a:t> </a:t>
            </a:r>
            <a:r>
              <a:rPr lang="en-US" sz="2400" b="1" u="sng" dirty="0">
                <a:uFill>
                  <a:solidFill>
                    <a:srgbClr val="222222"/>
                  </a:solidFill>
                </a:uFill>
              </a:rPr>
              <a:t>is</a:t>
            </a:r>
            <a:r>
              <a:rPr lang="en-US" sz="2400" b="1" u="sng" spc="-33" dirty="0">
                <a:uFill>
                  <a:solidFill>
                    <a:srgbClr val="222222"/>
                  </a:solidFill>
                </a:uFill>
              </a:rPr>
              <a:t> </a:t>
            </a:r>
            <a:r>
              <a:rPr lang="en-US" sz="2400" b="1" u="sng" dirty="0">
                <a:uFill>
                  <a:solidFill>
                    <a:srgbClr val="222222"/>
                  </a:solidFill>
                </a:uFill>
              </a:rPr>
              <a:t>not</a:t>
            </a:r>
            <a:r>
              <a:rPr lang="en-US" sz="2400" b="1" u="sng" spc="-27" dirty="0">
                <a:uFill>
                  <a:solidFill>
                    <a:srgbClr val="222222"/>
                  </a:solidFill>
                </a:uFill>
              </a:rPr>
              <a:t> </a:t>
            </a:r>
            <a:r>
              <a:rPr lang="en-US" sz="2400" b="1" u="sng" spc="-13" dirty="0">
                <a:uFill>
                  <a:solidFill>
                    <a:srgbClr val="222222"/>
                  </a:solidFill>
                </a:uFill>
              </a:rPr>
              <a:t>possible</a:t>
            </a:r>
            <a:r>
              <a:rPr lang="en-US" sz="2400" b="1" spc="-33" dirty="0"/>
              <a:t> </a:t>
            </a:r>
            <a:r>
              <a:rPr lang="en-US" sz="2400" b="1" dirty="0"/>
              <a:t>to</a:t>
            </a:r>
            <a:r>
              <a:rPr lang="en-US" sz="2400" b="1" spc="-27" dirty="0"/>
              <a:t> </a:t>
            </a:r>
            <a:r>
              <a:rPr lang="en-US" sz="2400" b="1" dirty="0"/>
              <a:t>introduce</a:t>
            </a:r>
            <a:r>
              <a:rPr lang="en-US" sz="2400" b="1" spc="-33" dirty="0"/>
              <a:t> </a:t>
            </a:r>
            <a:r>
              <a:rPr lang="en-US" sz="2400" b="1" dirty="0"/>
              <a:t>any</a:t>
            </a:r>
            <a:r>
              <a:rPr lang="en-US" sz="2400" b="1" spc="-27" dirty="0"/>
              <a:t> </a:t>
            </a:r>
            <a:r>
              <a:rPr lang="en-US" sz="2400" b="1" dirty="0"/>
              <a:t>effective</a:t>
            </a:r>
            <a:r>
              <a:rPr lang="en-US" sz="2400" b="1" spc="-33" dirty="0"/>
              <a:t> </a:t>
            </a:r>
            <a:r>
              <a:rPr lang="en-US" sz="2400" b="1" spc="-13" dirty="0"/>
              <a:t>engineering</a:t>
            </a:r>
            <a:r>
              <a:rPr lang="en-US" sz="2400" b="1" spc="-27" dirty="0"/>
              <a:t> </a:t>
            </a:r>
            <a:r>
              <a:rPr lang="en-US" sz="2400" b="1" dirty="0"/>
              <a:t>methods</a:t>
            </a:r>
            <a:r>
              <a:rPr lang="en-US" sz="2400" b="1" spc="-27" dirty="0"/>
              <a:t> </a:t>
            </a:r>
            <a:r>
              <a:rPr lang="en-US" sz="2400" b="1" dirty="0"/>
              <a:t>for</a:t>
            </a:r>
            <a:r>
              <a:rPr lang="en-US" sz="2400" b="1" spc="-33" dirty="0"/>
              <a:t> </a:t>
            </a:r>
            <a:r>
              <a:rPr lang="en-US" sz="2400" b="1" spc="-13" dirty="0"/>
              <a:t>controlling</a:t>
            </a:r>
            <a:r>
              <a:rPr lang="en-US" sz="2400" b="1" spc="-27" dirty="0"/>
              <a:t> </a:t>
            </a:r>
            <a:r>
              <a:rPr lang="en-US" sz="2400" b="1" dirty="0"/>
              <a:t>hazards,</a:t>
            </a:r>
            <a:r>
              <a:rPr lang="en-US" sz="2400" b="1" spc="-33" dirty="0"/>
              <a:t> the </a:t>
            </a:r>
            <a:r>
              <a:rPr lang="en-US" sz="2400" b="1" spc="-13" dirty="0"/>
              <a:t>workman</a:t>
            </a:r>
            <a:r>
              <a:rPr lang="en-US" sz="2400" b="1" spc="-47" dirty="0"/>
              <a:t> </a:t>
            </a:r>
            <a:r>
              <a:rPr lang="en-US" sz="2400" b="1" dirty="0"/>
              <a:t>shall</a:t>
            </a:r>
            <a:r>
              <a:rPr lang="en-US" sz="2400" b="1" spc="-40" dirty="0"/>
              <a:t> </a:t>
            </a:r>
            <a:r>
              <a:rPr lang="en-US" sz="2400" b="1" u="sng" dirty="0">
                <a:uFill>
                  <a:solidFill>
                    <a:srgbClr val="222222"/>
                  </a:solidFill>
                </a:uFill>
              </a:rPr>
              <a:t>use</a:t>
            </a:r>
            <a:r>
              <a:rPr lang="en-US" sz="2400" b="1" u="sng" spc="-33" dirty="0">
                <a:uFill>
                  <a:solidFill>
                    <a:srgbClr val="222222"/>
                  </a:solidFill>
                </a:uFill>
              </a:rPr>
              <a:t> </a:t>
            </a:r>
            <a:r>
              <a:rPr lang="en-US" sz="2400" b="1" u="sng" dirty="0">
                <a:uFill>
                  <a:solidFill>
                    <a:srgbClr val="222222"/>
                  </a:solidFill>
                </a:uFill>
              </a:rPr>
              <a:t>appropriate</a:t>
            </a:r>
            <a:r>
              <a:rPr lang="en-US" sz="2400" b="1" u="sng" spc="-40" dirty="0">
                <a:uFill>
                  <a:solidFill>
                    <a:srgbClr val="222222"/>
                  </a:solidFill>
                </a:uFill>
              </a:rPr>
              <a:t> </a:t>
            </a:r>
            <a:r>
              <a:rPr lang="en-US" sz="2400" b="1" u="sng" dirty="0">
                <a:uFill>
                  <a:solidFill>
                    <a:srgbClr val="222222"/>
                  </a:solidFill>
                </a:uFill>
              </a:rPr>
              <a:t>types</a:t>
            </a:r>
            <a:r>
              <a:rPr lang="en-US" sz="2400" b="1" u="sng" spc="-33" dirty="0">
                <a:uFill>
                  <a:solidFill>
                    <a:srgbClr val="222222"/>
                  </a:solidFill>
                </a:uFill>
              </a:rPr>
              <a:t> </a:t>
            </a:r>
            <a:r>
              <a:rPr lang="en-US" sz="2400" b="1" u="sng" dirty="0">
                <a:uFill>
                  <a:solidFill>
                    <a:srgbClr val="222222"/>
                  </a:solidFill>
                </a:uFill>
              </a:rPr>
              <a:t>of</a:t>
            </a:r>
            <a:r>
              <a:rPr lang="en-US" sz="2400" b="1" u="sng" spc="-40" dirty="0">
                <a:uFill>
                  <a:solidFill>
                    <a:srgbClr val="222222"/>
                  </a:solidFill>
                </a:uFill>
              </a:rPr>
              <a:t> </a:t>
            </a:r>
            <a:r>
              <a:rPr lang="en-US" sz="2400" b="1" u="sng" spc="-27" dirty="0">
                <a:uFill>
                  <a:solidFill>
                    <a:srgbClr val="222222"/>
                  </a:solidFill>
                </a:uFill>
              </a:rPr>
              <a:t>PPE</a:t>
            </a:r>
            <a:r>
              <a:rPr lang="en-US" sz="2400" b="1" spc="-27" dirty="0"/>
              <a:t>.</a:t>
            </a:r>
            <a:endParaRPr lang="en-US" sz="2400" b="1" dirty="0"/>
          </a:p>
          <a:p>
            <a:pPr marL="433482" marR="172714" indent="-228600" algn="just">
              <a:lnSpc>
                <a:spcPct val="90000"/>
              </a:lnSpc>
              <a:buFont typeface="Arial" panose="020B0604020202020204" pitchFamily="34" charset="0"/>
              <a:buChar char="•"/>
              <a:tabLst>
                <a:tab pos="433482" algn="l"/>
              </a:tabLst>
            </a:pPr>
            <a:r>
              <a:rPr lang="en-US" sz="2400" b="1" dirty="0"/>
              <a:t>For</a:t>
            </a:r>
            <a:r>
              <a:rPr lang="en-US" sz="2400" b="1" spc="-33" dirty="0"/>
              <a:t> </a:t>
            </a:r>
            <a:r>
              <a:rPr lang="en-US" sz="2400" b="1" u="sng" spc="-13" dirty="0">
                <a:uFill>
                  <a:solidFill>
                    <a:srgbClr val="222222"/>
                  </a:solidFill>
                </a:uFill>
              </a:rPr>
              <a:t>example</a:t>
            </a:r>
            <a:r>
              <a:rPr lang="en-US" sz="2400" b="1" spc="-13" dirty="0"/>
              <a:t>,</a:t>
            </a:r>
            <a:r>
              <a:rPr lang="en-US" sz="2400" b="1" spc="-33" dirty="0"/>
              <a:t> </a:t>
            </a:r>
            <a:r>
              <a:rPr lang="en-US" sz="2400" b="1" dirty="0"/>
              <a:t>in</a:t>
            </a:r>
            <a:r>
              <a:rPr lang="en-US" sz="2400" b="1" spc="-27" dirty="0"/>
              <a:t> </a:t>
            </a:r>
            <a:r>
              <a:rPr lang="en-US" sz="2400" b="1" dirty="0"/>
              <a:t>construction</a:t>
            </a:r>
            <a:r>
              <a:rPr lang="en-US" sz="2400" b="1" spc="-33" dirty="0"/>
              <a:t> </a:t>
            </a:r>
            <a:r>
              <a:rPr lang="en-US" sz="2400" b="1" dirty="0"/>
              <a:t>work</a:t>
            </a:r>
            <a:r>
              <a:rPr lang="en-US" sz="2400" b="1" spc="-33" dirty="0"/>
              <a:t> </a:t>
            </a:r>
            <a:r>
              <a:rPr lang="en-US" sz="2400" b="1" dirty="0"/>
              <a:t>there</a:t>
            </a:r>
            <a:r>
              <a:rPr lang="en-US" sz="2400" b="1" spc="-27" dirty="0"/>
              <a:t> </a:t>
            </a:r>
            <a:r>
              <a:rPr lang="en-US" sz="2400" b="1" dirty="0"/>
              <a:t>is</a:t>
            </a:r>
            <a:r>
              <a:rPr lang="en-US" sz="2400" b="1" spc="-33" dirty="0"/>
              <a:t> </a:t>
            </a:r>
            <a:r>
              <a:rPr lang="en-US" sz="2400" b="1" dirty="0"/>
              <a:t>the</a:t>
            </a:r>
            <a:r>
              <a:rPr lang="en-US" sz="2400" b="1" spc="-27" dirty="0"/>
              <a:t> </a:t>
            </a:r>
            <a:r>
              <a:rPr lang="en-US" sz="2400" b="1" dirty="0"/>
              <a:t>possibility</a:t>
            </a:r>
            <a:r>
              <a:rPr lang="en-US" sz="2400" b="1" spc="-33" dirty="0"/>
              <a:t> </a:t>
            </a:r>
            <a:r>
              <a:rPr lang="en-US" sz="2400" b="1" dirty="0"/>
              <a:t>of</a:t>
            </a:r>
            <a:r>
              <a:rPr lang="en-US" sz="2400" b="1" spc="-33" dirty="0"/>
              <a:t> </a:t>
            </a:r>
            <a:r>
              <a:rPr lang="en-US" sz="2400" b="1" dirty="0"/>
              <a:t>a</a:t>
            </a:r>
            <a:r>
              <a:rPr lang="en-US" sz="2400" b="1" spc="-27" dirty="0"/>
              <a:t> </a:t>
            </a:r>
            <a:r>
              <a:rPr lang="en-US" sz="2400" b="1" dirty="0"/>
              <a:t>hand</a:t>
            </a:r>
            <a:r>
              <a:rPr lang="en-US" sz="2400" b="1" spc="-33" dirty="0"/>
              <a:t> </a:t>
            </a:r>
            <a:r>
              <a:rPr lang="en-US" sz="2400" b="1" dirty="0"/>
              <a:t>tool,</a:t>
            </a:r>
            <a:r>
              <a:rPr lang="en-US" sz="2400" b="1" spc="-33" dirty="0"/>
              <a:t> </a:t>
            </a:r>
            <a:r>
              <a:rPr lang="en-US" sz="2400" b="1" dirty="0"/>
              <a:t>a</a:t>
            </a:r>
            <a:r>
              <a:rPr lang="en-US" sz="2400" b="1" spc="-27" dirty="0"/>
              <a:t> </a:t>
            </a:r>
            <a:r>
              <a:rPr lang="en-US" sz="2400" b="1" dirty="0"/>
              <a:t>bolt,</a:t>
            </a:r>
            <a:r>
              <a:rPr lang="en-US" sz="2400" b="1" spc="-33" dirty="0"/>
              <a:t> </a:t>
            </a:r>
            <a:r>
              <a:rPr lang="en-US" sz="2400" b="1" dirty="0"/>
              <a:t>or</a:t>
            </a:r>
            <a:r>
              <a:rPr lang="en-US" sz="2400" b="1" spc="-27" dirty="0"/>
              <a:t> </a:t>
            </a:r>
            <a:r>
              <a:rPr lang="en-US" sz="2400" b="1" dirty="0"/>
              <a:t>some</a:t>
            </a:r>
            <a:r>
              <a:rPr lang="en-US" sz="2400" b="1" spc="-33" dirty="0"/>
              <a:t> </a:t>
            </a:r>
            <a:r>
              <a:rPr lang="en-US" sz="2400" b="1" dirty="0"/>
              <a:t>loose</a:t>
            </a:r>
            <a:r>
              <a:rPr lang="en-US" sz="2400" b="1" spc="-33" dirty="0"/>
              <a:t> </a:t>
            </a:r>
            <a:r>
              <a:rPr lang="en-US" sz="2400" b="1" dirty="0"/>
              <a:t>material</a:t>
            </a:r>
            <a:r>
              <a:rPr lang="en-US" sz="2400" b="1" spc="-27" dirty="0"/>
              <a:t> </a:t>
            </a:r>
            <a:r>
              <a:rPr lang="en-US" sz="2400" b="1" dirty="0"/>
              <a:t>to</a:t>
            </a:r>
            <a:r>
              <a:rPr lang="en-US" sz="2400" b="1" spc="-33" dirty="0"/>
              <a:t> </a:t>
            </a:r>
            <a:r>
              <a:rPr lang="en-US" sz="2400" b="1" dirty="0"/>
              <a:t>fall</a:t>
            </a:r>
            <a:r>
              <a:rPr lang="en-US" sz="2400" b="1" spc="-33" dirty="0"/>
              <a:t> </a:t>
            </a:r>
            <a:r>
              <a:rPr lang="en-US" sz="2400" b="1" dirty="0"/>
              <a:t>from</a:t>
            </a:r>
            <a:r>
              <a:rPr lang="en-US" sz="2400" b="1" spc="-27" dirty="0"/>
              <a:t> </a:t>
            </a:r>
            <a:r>
              <a:rPr lang="en-US" sz="2400" b="1" spc="-33" dirty="0"/>
              <a:t>an </a:t>
            </a:r>
            <a:r>
              <a:rPr lang="en-US" sz="2400" b="1" spc="-13" dirty="0"/>
              <a:t>elevated</a:t>
            </a:r>
            <a:r>
              <a:rPr lang="en-US" sz="2400" b="1" spc="-40" dirty="0"/>
              <a:t> </a:t>
            </a:r>
            <a:r>
              <a:rPr lang="en-US" sz="2400" b="1" dirty="0"/>
              <a:t>level</a:t>
            </a:r>
            <a:r>
              <a:rPr lang="en-US" sz="2400" b="1" spc="-33" dirty="0"/>
              <a:t> </a:t>
            </a:r>
            <a:r>
              <a:rPr lang="en-US" sz="2400" b="1" dirty="0"/>
              <a:t>and</a:t>
            </a:r>
            <a:r>
              <a:rPr lang="en-US" sz="2400" b="1" spc="-40" dirty="0"/>
              <a:t> </a:t>
            </a:r>
            <a:r>
              <a:rPr lang="en-US" sz="2400" b="1" dirty="0"/>
              <a:t>strike</a:t>
            </a:r>
            <a:r>
              <a:rPr lang="en-US" sz="2400" b="1" spc="-33" dirty="0"/>
              <a:t> </a:t>
            </a:r>
            <a:r>
              <a:rPr lang="en-US" sz="2400" b="1" dirty="0"/>
              <a:t>the</a:t>
            </a:r>
            <a:r>
              <a:rPr lang="en-US" sz="2400" b="1" spc="-40" dirty="0"/>
              <a:t> </a:t>
            </a:r>
            <a:r>
              <a:rPr lang="en-US" sz="2400" b="1" dirty="0"/>
              <a:t>head</a:t>
            </a:r>
            <a:r>
              <a:rPr lang="en-US" sz="2400" b="1" spc="-33" dirty="0"/>
              <a:t> </a:t>
            </a:r>
            <a:r>
              <a:rPr lang="en-US" sz="2400" b="1" dirty="0"/>
              <a:t>of</a:t>
            </a:r>
            <a:r>
              <a:rPr lang="en-US" sz="2400" b="1" spc="-33" dirty="0"/>
              <a:t> </a:t>
            </a:r>
            <a:r>
              <a:rPr lang="en-US" sz="2400" b="1" dirty="0"/>
              <a:t>workman</a:t>
            </a:r>
            <a:r>
              <a:rPr lang="en-US" sz="2400" b="1" spc="-40" dirty="0"/>
              <a:t> </a:t>
            </a:r>
            <a:r>
              <a:rPr lang="en-US" sz="2400" b="1" spc="-13" dirty="0"/>
              <a:t>below.</a:t>
            </a:r>
            <a:r>
              <a:rPr lang="en-US" sz="2400" b="1" spc="-33" dirty="0"/>
              <a:t> </a:t>
            </a:r>
            <a:r>
              <a:rPr lang="en-US" sz="2400" b="1" dirty="0"/>
              <a:t>It</a:t>
            </a:r>
            <a:r>
              <a:rPr lang="en-US" sz="2400" b="1" spc="-40" dirty="0"/>
              <a:t> </a:t>
            </a:r>
            <a:r>
              <a:rPr lang="en-US" sz="2400" b="1" dirty="0"/>
              <a:t>is</a:t>
            </a:r>
            <a:r>
              <a:rPr lang="en-US" sz="2400" b="1" spc="-33" dirty="0"/>
              <a:t> </a:t>
            </a:r>
            <a:r>
              <a:rPr lang="en-US" sz="2400" b="1" dirty="0"/>
              <a:t>therefore</a:t>
            </a:r>
            <a:r>
              <a:rPr lang="en-US" sz="2400" b="1" spc="-40" dirty="0"/>
              <a:t> </a:t>
            </a:r>
            <a:r>
              <a:rPr lang="en-US" sz="2400" b="1" dirty="0"/>
              <a:t>necessary</a:t>
            </a:r>
            <a:r>
              <a:rPr lang="en-US" sz="2400" b="1" spc="-33" dirty="0"/>
              <a:t> </a:t>
            </a:r>
            <a:r>
              <a:rPr lang="en-US" sz="2400" b="1" dirty="0"/>
              <a:t>that</a:t>
            </a:r>
            <a:r>
              <a:rPr lang="en-US" sz="2400" b="1" spc="-33" dirty="0"/>
              <a:t> </a:t>
            </a:r>
            <a:r>
              <a:rPr lang="en-US" sz="2400" b="1" dirty="0"/>
              <a:t>the</a:t>
            </a:r>
            <a:r>
              <a:rPr lang="en-US" sz="2400" b="1" spc="-40" dirty="0"/>
              <a:t> </a:t>
            </a:r>
            <a:r>
              <a:rPr lang="en-US" sz="2400" b="1" dirty="0"/>
              <a:t>construction</a:t>
            </a:r>
            <a:r>
              <a:rPr lang="en-US" sz="2400" b="1" spc="-33" dirty="0"/>
              <a:t> </a:t>
            </a:r>
            <a:r>
              <a:rPr lang="en-US" sz="2400" b="1" dirty="0"/>
              <a:t>worker</a:t>
            </a:r>
            <a:r>
              <a:rPr lang="en-US" sz="2400" b="1" spc="-40" dirty="0"/>
              <a:t> </a:t>
            </a:r>
            <a:r>
              <a:rPr lang="en-US" sz="2400" b="1" dirty="0"/>
              <a:t>wears</a:t>
            </a:r>
            <a:r>
              <a:rPr lang="en-US" sz="2400" b="1" spc="-33" dirty="0"/>
              <a:t> </a:t>
            </a:r>
            <a:r>
              <a:rPr lang="en-US" sz="2400" b="1" spc="-67" dirty="0"/>
              <a:t>a </a:t>
            </a:r>
            <a:r>
              <a:rPr lang="en-US" sz="2400" b="1" dirty="0"/>
              <a:t>safety</a:t>
            </a:r>
            <a:r>
              <a:rPr lang="en-US" sz="2400" b="1" spc="-7" dirty="0"/>
              <a:t> </a:t>
            </a:r>
            <a:r>
              <a:rPr lang="en-US" sz="2400" b="1" spc="-13" dirty="0"/>
              <a:t>helmet.</a:t>
            </a:r>
            <a:endParaRPr lang="en-US"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414FF8-A1F8-1017-5541-14BCE882FF20}"/>
              </a:ext>
            </a:extLst>
          </p:cNvPr>
          <p:cNvSpPr>
            <a:spLocks noGrp="1"/>
          </p:cNvSpPr>
          <p:nvPr>
            <p:ph type="title"/>
          </p:nvPr>
        </p:nvSpPr>
        <p:spPr>
          <a:xfrm>
            <a:off x="572493" y="238539"/>
            <a:ext cx="11018520" cy="1434415"/>
          </a:xfrm>
        </p:spPr>
        <p:txBody>
          <a:bodyPr anchor="b">
            <a:normAutofit/>
          </a:bodyPr>
          <a:lstStyle/>
          <a:p>
            <a:endParaRPr lang="en-GB"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85C01D-88E4-A6FC-BE39-BAD9AF50D01A}"/>
              </a:ext>
            </a:extLst>
          </p:cNvPr>
          <p:cNvSpPr>
            <a:spLocks noGrp="1"/>
          </p:cNvSpPr>
          <p:nvPr>
            <p:ph idx="1"/>
          </p:nvPr>
        </p:nvSpPr>
        <p:spPr>
          <a:xfrm>
            <a:off x="572493" y="2071316"/>
            <a:ext cx="6713552" cy="4119172"/>
          </a:xfrm>
        </p:spPr>
        <p:txBody>
          <a:bodyPr anchor="t">
            <a:normAutofit/>
          </a:bodyPr>
          <a:lstStyle/>
          <a:p>
            <a:pPr marL="433482" marR="6773" indent="-417396" algn="just">
              <a:buChar char="●"/>
              <a:tabLst>
                <a:tab pos="433482" algn="l"/>
              </a:tabLst>
            </a:pPr>
            <a:r>
              <a:rPr lang="en-GB" sz="2200" b="1" dirty="0">
                <a:latin typeface="Times New Roman" panose="02020603050405020304" pitchFamily="18" charset="0"/>
                <a:cs typeface="Times New Roman" panose="02020603050405020304" pitchFamily="18" charset="0"/>
              </a:rPr>
              <a:t>It</a:t>
            </a:r>
            <a:r>
              <a:rPr lang="en-GB" sz="2200" b="1" spc="-6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is</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for</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such</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situations,</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both</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20" dirty="0">
                <a:latin typeface="Times New Roman" panose="02020603050405020304" pitchFamily="18" charset="0"/>
                <a:cs typeface="Times New Roman" panose="02020603050405020304" pitchFamily="18" charset="0"/>
              </a:rPr>
              <a:t> </a:t>
            </a:r>
            <a:r>
              <a:rPr lang="en-GB" sz="2200" b="1" u="sng" spc="-13" dirty="0">
                <a:uFill>
                  <a:solidFill>
                    <a:srgbClr val="222222"/>
                  </a:solidFill>
                </a:uFill>
                <a:latin typeface="Times New Roman" panose="02020603050405020304" pitchFamily="18" charset="0"/>
                <a:cs typeface="Times New Roman" panose="02020603050405020304" pitchFamily="18" charset="0"/>
              </a:rPr>
              <a:t>Factories</a:t>
            </a:r>
            <a:r>
              <a:rPr lang="en-GB" sz="2200" b="1" u="sng" spc="-87" dirty="0">
                <a:uFill>
                  <a:solidFill>
                    <a:srgbClr val="222222"/>
                  </a:solidFill>
                </a:uFill>
                <a:latin typeface="Times New Roman" panose="02020603050405020304" pitchFamily="18" charset="0"/>
                <a:cs typeface="Times New Roman" panose="02020603050405020304" pitchFamily="18" charset="0"/>
              </a:rPr>
              <a:t> </a:t>
            </a:r>
            <a:r>
              <a:rPr lang="en-GB" sz="2200" b="1" u="sng" dirty="0">
                <a:uFill>
                  <a:solidFill>
                    <a:srgbClr val="222222"/>
                  </a:solidFill>
                </a:uFill>
                <a:latin typeface="Times New Roman" panose="02020603050405020304" pitchFamily="18" charset="0"/>
                <a:cs typeface="Times New Roman" panose="02020603050405020304" pitchFamily="18" charset="0"/>
              </a:rPr>
              <a:t>Act</a:t>
            </a:r>
            <a:r>
              <a:rPr lang="en-GB" sz="2200" b="1" dirty="0">
                <a:latin typeface="Times New Roman" panose="02020603050405020304" pitchFamily="18" charset="0"/>
                <a:cs typeface="Times New Roman" panose="02020603050405020304" pitchFamily="18" charset="0"/>
              </a:rPr>
              <a:t>,</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1948</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and</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27" dirty="0">
                <a:latin typeface="Times New Roman" panose="02020603050405020304" pitchFamily="18" charset="0"/>
                <a:cs typeface="Times New Roman" panose="02020603050405020304" pitchFamily="18" charset="0"/>
              </a:rPr>
              <a:t> </a:t>
            </a:r>
            <a:r>
              <a:rPr lang="en-GB" sz="2200" b="1" u="sng" dirty="0">
                <a:uFill>
                  <a:solidFill>
                    <a:srgbClr val="222222"/>
                  </a:solidFill>
                </a:uFill>
                <a:latin typeface="Times New Roman" panose="02020603050405020304" pitchFamily="18" charset="0"/>
                <a:cs typeface="Times New Roman" panose="02020603050405020304" pitchFamily="18" charset="0"/>
              </a:rPr>
              <a:t>Atomic</a:t>
            </a:r>
            <a:r>
              <a:rPr lang="en-GB" sz="2200" b="1" u="sng" spc="-33" dirty="0">
                <a:uFill>
                  <a:solidFill>
                    <a:srgbClr val="222222"/>
                  </a:solidFill>
                </a:uFill>
                <a:latin typeface="Times New Roman" panose="02020603050405020304" pitchFamily="18" charset="0"/>
                <a:cs typeface="Times New Roman" panose="02020603050405020304" pitchFamily="18" charset="0"/>
              </a:rPr>
              <a:t> </a:t>
            </a:r>
            <a:r>
              <a:rPr lang="en-GB" sz="2200" b="1" u="sng" dirty="0">
                <a:uFill>
                  <a:solidFill>
                    <a:srgbClr val="222222"/>
                  </a:solidFill>
                </a:uFill>
                <a:latin typeface="Times New Roman" panose="02020603050405020304" pitchFamily="18" charset="0"/>
                <a:cs typeface="Times New Roman" panose="02020603050405020304" pitchFamily="18" charset="0"/>
              </a:rPr>
              <a:t>Energy</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(Factories)</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Rules,</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have</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provisions</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for</a:t>
            </a:r>
            <a:r>
              <a:rPr lang="en-GB" sz="2200" b="1" spc="-33" dirty="0">
                <a:latin typeface="Times New Roman" panose="02020603050405020304" pitchFamily="18" charset="0"/>
                <a:cs typeface="Times New Roman" panose="02020603050405020304" pitchFamily="18" charset="0"/>
              </a:rPr>
              <a:t> use </a:t>
            </a:r>
            <a:r>
              <a:rPr lang="en-GB" sz="2200" b="1" dirty="0">
                <a:latin typeface="Times New Roman" panose="02020603050405020304" pitchFamily="18" charset="0"/>
                <a:cs typeface="Times New Roman" panose="02020603050405020304" pitchFamily="18" charset="0"/>
              </a:rPr>
              <a:t>of</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appropriate</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type</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of</a:t>
            </a:r>
            <a:r>
              <a:rPr lang="en-GB" sz="2200" b="1" spc="-27" dirty="0">
                <a:latin typeface="Times New Roman" panose="02020603050405020304" pitchFamily="18" charset="0"/>
                <a:cs typeface="Times New Roman" panose="02020603050405020304" pitchFamily="18" charset="0"/>
              </a:rPr>
              <a:t> PPE.</a:t>
            </a:r>
            <a:endParaRPr lang="en-GB" sz="2200" b="1" dirty="0">
              <a:latin typeface="Times New Roman" panose="02020603050405020304" pitchFamily="18" charset="0"/>
              <a:cs typeface="Times New Roman" panose="02020603050405020304" pitchFamily="18" charset="0"/>
            </a:endParaRPr>
          </a:p>
          <a:p>
            <a:pPr marL="433482" indent="-416550" algn="just">
              <a:spcBef>
                <a:spcPts val="880"/>
              </a:spcBef>
              <a:buChar char="●"/>
              <a:tabLst>
                <a:tab pos="433482" algn="l"/>
              </a:tabLst>
            </a:pPr>
            <a:r>
              <a:rPr lang="en-GB" sz="2200" b="1" dirty="0">
                <a:latin typeface="Times New Roman" panose="02020603050405020304" pitchFamily="18" charset="0"/>
                <a:cs typeface="Times New Roman" panose="02020603050405020304" pitchFamily="18" charset="0"/>
              </a:rPr>
              <a:t>Use</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of</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PPE</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is</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an</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important</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and</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necessary</a:t>
            </a:r>
            <a:r>
              <a:rPr lang="en-GB" sz="2200" b="1" spc="-27" dirty="0">
                <a:latin typeface="Times New Roman" panose="02020603050405020304" pitchFamily="18" charset="0"/>
                <a:cs typeface="Times New Roman" panose="02020603050405020304" pitchFamily="18" charset="0"/>
              </a:rPr>
              <a:t> </a:t>
            </a:r>
            <a:r>
              <a:rPr lang="en-GB" sz="2200" b="1" spc="-13" dirty="0">
                <a:latin typeface="Times New Roman" panose="02020603050405020304" pitchFamily="18" charset="0"/>
                <a:cs typeface="Times New Roman" panose="02020603050405020304" pitchFamily="18" charset="0"/>
              </a:rPr>
              <a:t>consideration</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in</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safety</a:t>
            </a:r>
            <a:r>
              <a:rPr lang="en-GB" sz="2200" b="1" spc="-27" dirty="0">
                <a:latin typeface="Times New Roman" panose="02020603050405020304" pitchFamily="18" charset="0"/>
                <a:cs typeface="Times New Roman" panose="02020603050405020304" pitchFamily="18" charset="0"/>
              </a:rPr>
              <a:t> </a:t>
            </a:r>
            <a:r>
              <a:rPr lang="en-GB" sz="2200" b="1" spc="-13" dirty="0">
                <a:latin typeface="Times New Roman" panose="02020603050405020304" pitchFamily="18" charset="0"/>
                <a:cs typeface="Times New Roman" panose="02020603050405020304" pitchFamily="18" charset="0"/>
              </a:rPr>
              <a:t>development</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of</a:t>
            </a:r>
            <a:r>
              <a:rPr lang="en-GB" sz="2200" b="1" spc="-2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a</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safety</a:t>
            </a:r>
            <a:r>
              <a:rPr lang="en-GB" sz="2200" b="1" spc="-20" dirty="0">
                <a:latin typeface="Times New Roman" panose="02020603050405020304" pitchFamily="18" charset="0"/>
                <a:cs typeface="Times New Roman" panose="02020603050405020304" pitchFamily="18" charset="0"/>
              </a:rPr>
              <a:t> </a:t>
            </a:r>
            <a:r>
              <a:rPr lang="en-GB" sz="2200" b="1" spc="-13" dirty="0">
                <a:latin typeface="Times New Roman" panose="02020603050405020304" pitchFamily="18" charset="0"/>
                <a:cs typeface="Times New Roman" panose="02020603050405020304" pitchFamily="18" charset="0"/>
              </a:rPr>
              <a:t>programme.</a:t>
            </a:r>
            <a:endParaRPr lang="en-GB" sz="2200" b="1" dirty="0">
              <a:latin typeface="Times New Roman" panose="02020603050405020304" pitchFamily="18" charset="0"/>
              <a:cs typeface="Times New Roman" panose="02020603050405020304" pitchFamily="18" charset="0"/>
            </a:endParaRPr>
          </a:p>
          <a:p>
            <a:pPr marL="433482" marR="27939" indent="-417396" algn="just">
              <a:buChar char="●"/>
              <a:tabLst>
                <a:tab pos="433482" algn="l"/>
              </a:tabLst>
            </a:pPr>
            <a:r>
              <a:rPr lang="en-GB" sz="2200" b="1" dirty="0">
                <a:latin typeface="Times New Roman" panose="02020603050405020304" pitchFamily="18" charset="0"/>
                <a:cs typeface="Times New Roman" panose="02020603050405020304" pitchFamily="18" charset="0"/>
              </a:rPr>
              <a:t>Once</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safety</a:t>
            </a:r>
            <a:r>
              <a:rPr lang="en-GB" sz="2200" b="1" spc="-27" dirty="0">
                <a:latin typeface="Times New Roman" panose="02020603050405020304" pitchFamily="18" charset="0"/>
                <a:cs typeface="Times New Roman" panose="02020603050405020304" pitchFamily="18" charset="0"/>
              </a:rPr>
              <a:t> </a:t>
            </a:r>
            <a:r>
              <a:rPr lang="en-GB" sz="2200" b="1" spc="-13" dirty="0">
                <a:latin typeface="Times New Roman" panose="02020603050405020304" pitchFamily="18" charset="0"/>
                <a:cs typeface="Times New Roman" panose="02020603050405020304" pitchFamily="18" charset="0"/>
              </a:rPr>
              <a:t>professional</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decides</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that</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PPE</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is</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to</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be</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used</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by</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workmen,</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it</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becomes</a:t>
            </a:r>
            <a:r>
              <a:rPr lang="en-GB" sz="2200" b="1" spc="-20" dirty="0">
                <a:latin typeface="Times New Roman" panose="02020603050405020304" pitchFamily="18" charset="0"/>
                <a:cs typeface="Times New Roman" panose="02020603050405020304" pitchFamily="18" charset="0"/>
              </a:rPr>
              <a:t> </a:t>
            </a:r>
            <a:r>
              <a:rPr lang="en-GB" sz="2200" b="1" u="sng" spc="-13" dirty="0">
                <a:uFill>
                  <a:solidFill>
                    <a:srgbClr val="222222"/>
                  </a:solidFill>
                </a:uFill>
                <a:latin typeface="Times New Roman" panose="02020603050405020304" pitchFamily="18" charset="0"/>
                <a:cs typeface="Times New Roman" panose="02020603050405020304" pitchFamily="18" charset="0"/>
              </a:rPr>
              <a:t>essential</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to</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select</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27"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right</a:t>
            </a:r>
            <a:r>
              <a:rPr lang="en-GB" sz="2200" b="1" spc="-27" dirty="0">
                <a:latin typeface="Times New Roman" panose="02020603050405020304" pitchFamily="18" charset="0"/>
                <a:cs typeface="Times New Roman" panose="02020603050405020304" pitchFamily="18" charset="0"/>
              </a:rPr>
              <a:t> type </a:t>
            </a:r>
            <a:r>
              <a:rPr lang="en-GB" sz="2200" b="1" dirty="0">
                <a:latin typeface="Times New Roman" panose="02020603050405020304" pitchFamily="18" charset="0"/>
                <a:cs typeface="Times New Roman" panose="02020603050405020304" pitchFamily="18" charset="0"/>
              </a:rPr>
              <a:t>of</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PPE</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and</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management</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should</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ensure</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that</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the</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workman</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not</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only</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uses</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it</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but</a:t>
            </a:r>
            <a:r>
              <a:rPr lang="en-GB" sz="2200" b="1" spc="-33"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maintains</a:t>
            </a:r>
            <a:r>
              <a:rPr lang="en-GB" sz="2200" b="1" spc="-4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it</a:t>
            </a:r>
            <a:r>
              <a:rPr lang="en-GB" sz="2200" b="1" spc="-33" dirty="0">
                <a:latin typeface="Times New Roman" panose="02020603050405020304" pitchFamily="18" charset="0"/>
                <a:cs typeface="Times New Roman" panose="02020603050405020304" pitchFamily="18" charset="0"/>
              </a:rPr>
              <a:t> </a:t>
            </a:r>
            <a:r>
              <a:rPr lang="en-GB" sz="2200" b="1" spc="-13" dirty="0">
                <a:latin typeface="Times New Roman" panose="02020603050405020304" pitchFamily="18" charset="0"/>
                <a:cs typeface="Times New Roman" panose="02020603050405020304" pitchFamily="18" charset="0"/>
              </a:rPr>
              <a:t>correctly.</a:t>
            </a:r>
            <a:endParaRPr lang="en-GB" sz="2200" b="1" dirty="0">
              <a:latin typeface="Times New Roman" panose="02020603050405020304" pitchFamily="18" charset="0"/>
              <a:cs typeface="Times New Roman" panose="02020603050405020304" pitchFamily="18" charset="0"/>
            </a:endParaRPr>
          </a:p>
          <a:p>
            <a:pPr algn="just"/>
            <a:endParaRPr lang="en-GB" sz="2200" b="1" dirty="0"/>
          </a:p>
        </p:txBody>
      </p:sp>
      <p:pic>
        <p:nvPicPr>
          <p:cNvPr id="5" name="Picture 4" descr="A collection of blue and white safety symbols&#10;&#10;Description automatically generated">
            <a:extLst>
              <a:ext uri="{FF2B5EF4-FFF2-40B4-BE49-F238E27FC236}">
                <a16:creationId xmlns:a16="http://schemas.microsoft.com/office/drawing/2014/main" id="{F9C57F45-C6CC-6E96-AAD6-C5A7380510DE}"/>
              </a:ext>
            </a:extLst>
          </p:cNvPr>
          <p:cNvPicPr>
            <a:picLocks noChangeAspect="1"/>
          </p:cNvPicPr>
          <p:nvPr/>
        </p:nvPicPr>
        <p:blipFill>
          <a:blip r:embed="rId2">
            <a:extLst>
              <a:ext uri="{28A0092B-C50C-407E-A947-70E740481C1C}">
                <a14:useLocalDpi xmlns:a14="http://schemas.microsoft.com/office/drawing/2010/main" val="0"/>
              </a:ext>
            </a:extLst>
          </a:blip>
          <a:srcRect l="19214" r="16828" b="1"/>
          <a:stretch/>
        </p:blipFill>
        <p:spPr>
          <a:xfrm>
            <a:off x="7675658" y="2093976"/>
            <a:ext cx="3941064" cy="4096512"/>
          </a:xfrm>
          <a:prstGeom prst="rect">
            <a:avLst/>
          </a:prstGeom>
        </p:spPr>
      </p:pic>
    </p:spTree>
    <p:extLst>
      <p:ext uri="{BB962C8B-B14F-4D97-AF65-F5344CB8AC3E}">
        <p14:creationId xmlns:p14="http://schemas.microsoft.com/office/powerpoint/2010/main" val="94792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yellow hard hat and goggles on the ground&#10;&#10;Description automatically generated">
            <a:extLst>
              <a:ext uri="{FF2B5EF4-FFF2-40B4-BE49-F238E27FC236}">
                <a16:creationId xmlns:a16="http://schemas.microsoft.com/office/drawing/2014/main" id="{AE7847D6-38E0-1C54-2E1D-64FA613C2A21}"/>
              </a:ext>
            </a:extLst>
          </p:cNvPr>
          <p:cNvPicPr>
            <a:picLocks noChangeAspect="1"/>
          </p:cNvPicPr>
          <p:nvPr/>
        </p:nvPicPr>
        <p:blipFill>
          <a:blip r:embed="rId2">
            <a:extLst>
              <a:ext uri="{28A0092B-C50C-407E-A947-70E740481C1C}">
                <a14:useLocalDpi xmlns:a14="http://schemas.microsoft.com/office/drawing/2010/main" val="0"/>
              </a:ext>
            </a:extLst>
          </a:blip>
          <a:srcRect l="22759" r="1793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237CB847-3100-A8A7-BF73-9E4E84BC3667}"/>
              </a:ext>
            </a:extLst>
          </p:cNvPr>
          <p:cNvSpPr>
            <a:spLocks noGrp="1"/>
          </p:cNvSpPr>
          <p:nvPr>
            <p:ph idx="1"/>
          </p:nvPr>
        </p:nvSpPr>
        <p:spPr>
          <a:xfrm>
            <a:off x="5437134" y="114753"/>
            <a:ext cx="6751818" cy="6585850"/>
          </a:xfrm>
        </p:spPr>
        <p:txBody>
          <a:bodyPr>
            <a:noAutofit/>
          </a:bodyPr>
          <a:lstStyle/>
          <a:p>
            <a:pPr algn="just"/>
            <a:r>
              <a:rPr lang="en-US" sz="2400" b="1" dirty="0"/>
              <a:t>PPE</a:t>
            </a:r>
            <a:r>
              <a:rPr lang="en-US" sz="2400" dirty="0"/>
              <a:t> is needed when there are hazards present.</a:t>
            </a:r>
          </a:p>
          <a:p>
            <a:pPr algn="just"/>
            <a:r>
              <a:rPr lang="en-US" sz="2400" b="1" dirty="0"/>
              <a:t>PPE</a:t>
            </a:r>
            <a:r>
              <a:rPr lang="en-US" sz="2400" dirty="0"/>
              <a:t> has the serious limitation that it does not eliminate the hazard at the source and may result in employees being exposed to the hazard if the equipment fails.</a:t>
            </a:r>
          </a:p>
          <a:p>
            <a:pPr algn="just"/>
            <a:r>
              <a:rPr lang="en-US" sz="2400" dirty="0"/>
              <a:t>Any item of </a:t>
            </a:r>
            <a:r>
              <a:rPr lang="en-US" sz="2400" b="1" dirty="0"/>
              <a:t>PPE</a:t>
            </a:r>
            <a:r>
              <a:rPr lang="en-US" sz="2400" dirty="0"/>
              <a:t> imposes a barrier between the wearer/user and the working environment.</a:t>
            </a:r>
          </a:p>
          <a:p>
            <a:pPr algn="just"/>
            <a:r>
              <a:rPr lang="en-US" sz="2400" dirty="0"/>
              <a:t>This can create additional strains on the wearer, impair their ability to carry out their work and create significant levels of discomfort.</a:t>
            </a:r>
          </a:p>
          <a:p>
            <a:pPr algn="just"/>
            <a:r>
              <a:rPr lang="en-US" sz="2400" dirty="0"/>
              <a:t>Any of these can discourage wearers from using </a:t>
            </a:r>
            <a:r>
              <a:rPr lang="en-US" sz="2400" b="1" dirty="0"/>
              <a:t>PPE</a:t>
            </a:r>
            <a:r>
              <a:rPr lang="en-US" sz="2400" dirty="0"/>
              <a:t> correctly, therefore placing them at risk of injury, ill-health or, under extreme circumstances, death.</a:t>
            </a:r>
          </a:p>
          <a:p>
            <a:pPr algn="just"/>
            <a:r>
              <a:rPr lang="en-US" sz="2400" dirty="0"/>
              <a:t>Good ergonomic design can help to </a:t>
            </a:r>
            <a:r>
              <a:rPr lang="en-US" sz="2400" dirty="0" err="1"/>
              <a:t>minimise</a:t>
            </a:r>
            <a:r>
              <a:rPr lang="en-US" sz="2400" dirty="0"/>
              <a:t> these barriers and can therefore help to ensure safe and healthy working conditions through the correct use of </a:t>
            </a:r>
            <a:r>
              <a:rPr lang="en-US" sz="2400" b="1" dirty="0"/>
              <a:t>PPE</a:t>
            </a:r>
            <a:r>
              <a:rPr lang="en-US" sz="2400" dirty="0"/>
              <a:t>.</a:t>
            </a:r>
            <a:endParaRPr lang="en-IN" sz="2400" dirty="0"/>
          </a:p>
        </p:txBody>
      </p:sp>
    </p:spTree>
    <p:extLst>
      <p:ext uri="{BB962C8B-B14F-4D97-AF65-F5344CB8AC3E}">
        <p14:creationId xmlns:p14="http://schemas.microsoft.com/office/powerpoint/2010/main" val="293825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air of boots and gloves&#10;&#10;Description automatically generated">
            <a:extLst>
              <a:ext uri="{FF2B5EF4-FFF2-40B4-BE49-F238E27FC236}">
                <a16:creationId xmlns:a16="http://schemas.microsoft.com/office/drawing/2014/main" id="{20A5FB81-AD06-C6E5-E086-2D3AB3911304}"/>
              </a:ext>
            </a:extLst>
          </p:cNvPr>
          <p:cNvPicPr>
            <a:picLocks noChangeAspect="1"/>
          </p:cNvPicPr>
          <p:nvPr/>
        </p:nvPicPr>
        <p:blipFill>
          <a:blip r:embed="rId2">
            <a:extLst>
              <a:ext uri="{28A0092B-C50C-407E-A947-70E740481C1C}">
                <a14:useLocalDpi xmlns:a14="http://schemas.microsoft.com/office/drawing/2010/main" val="0"/>
              </a:ext>
            </a:extLst>
          </a:blip>
          <a:srcRect t="33872" b="5259"/>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object 3"/>
          <p:cNvSpPr txBox="1"/>
          <p:nvPr/>
        </p:nvSpPr>
        <p:spPr>
          <a:xfrm>
            <a:off x="2473378" y="3752850"/>
            <a:ext cx="9236018" cy="2452687"/>
          </a:xfrm>
          <a:prstGeom prst="rect">
            <a:avLst/>
          </a:prstGeom>
        </p:spPr>
        <p:txBody>
          <a:bodyPr vert="horz" lIns="91440" tIns="45720" rIns="91440" bIns="45720" rtlCol="0" anchor="ctr">
            <a:noAutofit/>
          </a:bodyPr>
          <a:lstStyle/>
          <a:p>
            <a:pPr marL="16933" indent="-228600" algn="just">
              <a:lnSpc>
                <a:spcPct val="90000"/>
              </a:lnSpc>
              <a:spcBef>
                <a:spcPts val="133"/>
              </a:spcBef>
              <a:buFont typeface="Arial" panose="020B0604020202020204" pitchFamily="34" charset="0"/>
              <a:buChar char="•"/>
            </a:pPr>
            <a:r>
              <a:rPr lang="en-US" sz="2400" spc="187"/>
              <a:t>PPE</a:t>
            </a:r>
            <a:r>
              <a:rPr lang="en-US" sz="2400" spc="-33"/>
              <a:t> </a:t>
            </a:r>
            <a:r>
              <a:rPr lang="en-US" sz="2400"/>
              <a:t>must</a:t>
            </a:r>
            <a:r>
              <a:rPr lang="en-US" sz="2400" spc="-33"/>
              <a:t> </a:t>
            </a:r>
            <a:r>
              <a:rPr lang="en-US" sz="2400" spc="-47"/>
              <a:t>meet</a:t>
            </a:r>
            <a:r>
              <a:rPr lang="en-US" sz="2400" spc="-27"/>
              <a:t> </a:t>
            </a:r>
            <a:r>
              <a:rPr lang="en-US" sz="2400"/>
              <a:t>the</a:t>
            </a:r>
            <a:r>
              <a:rPr lang="en-US" sz="2400" spc="-33"/>
              <a:t> </a:t>
            </a:r>
            <a:r>
              <a:rPr lang="en-US" sz="2400" spc="-47"/>
              <a:t>following</a:t>
            </a:r>
            <a:r>
              <a:rPr lang="en-US" sz="2400" spc="-33"/>
              <a:t> criteria </a:t>
            </a:r>
            <a:r>
              <a:rPr lang="en-US" sz="2400"/>
              <a:t>with</a:t>
            </a:r>
            <a:r>
              <a:rPr lang="en-US" sz="2400" spc="-27"/>
              <a:t> </a:t>
            </a:r>
            <a:r>
              <a:rPr lang="en-US" sz="2400" spc="-47"/>
              <a:t>regard</a:t>
            </a:r>
            <a:r>
              <a:rPr lang="en-US" sz="2400" spc="-33"/>
              <a:t> </a:t>
            </a:r>
            <a:r>
              <a:rPr lang="en-US" sz="2400"/>
              <a:t>to</a:t>
            </a:r>
            <a:r>
              <a:rPr lang="en-US" sz="2400" spc="-33"/>
              <a:t> </a:t>
            </a:r>
            <a:r>
              <a:rPr lang="en-US" sz="2400"/>
              <a:t>its</a:t>
            </a:r>
            <a:r>
              <a:rPr lang="en-US" sz="2400" spc="-27"/>
              <a:t> </a:t>
            </a:r>
            <a:r>
              <a:rPr lang="en-US" sz="2400" spc="-13"/>
              <a:t>quality:</a:t>
            </a:r>
            <a:endParaRPr lang="en-US" sz="2400"/>
          </a:p>
          <a:p>
            <a:pPr indent="-228600" algn="just">
              <a:lnSpc>
                <a:spcPct val="90000"/>
              </a:lnSpc>
              <a:spcBef>
                <a:spcPts val="453"/>
              </a:spcBef>
              <a:buFont typeface="Arial" panose="020B0604020202020204" pitchFamily="34" charset="0"/>
              <a:buChar char="•"/>
            </a:pPr>
            <a:endParaRPr lang="en-US" sz="2400"/>
          </a:p>
          <a:p>
            <a:pPr marL="625671" indent="-228600" algn="just">
              <a:lnSpc>
                <a:spcPct val="90000"/>
              </a:lnSpc>
              <a:buFont typeface="Arial" panose="020B0604020202020204" pitchFamily="34" charset="0"/>
              <a:buChar char="•"/>
              <a:tabLst>
                <a:tab pos="625671" algn="l"/>
              </a:tabLst>
            </a:pPr>
            <a:r>
              <a:rPr lang="en-US" sz="2400" spc="-53"/>
              <a:t>provide</a:t>
            </a:r>
            <a:r>
              <a:rPr lang="en-US" sz="2400" spc="-27"/>
              <a:t> </a:t>
            </a:r>
            <a:r>
              <a:rPr lang="en-US" sz="2400" spc="-40"/>
              <a:t>absolute</a:t>
            </a:r>
            <a:r>
              <a:rPr lang="en-US" sz="2400" spc="-27"/>
              <a:t> </a:t>
            </a:r>
            <a:r>
              <a:rPr lang="en-US" sz="2400"/>
              <a:t>and</a:t>
            </a:r>
            <a:r>
              <a:rPr lang="en-US" sz="2400" spc="-7"/>
              <a:t> </a:t>
            </a:r>
            <a:r>
              <a:rPr lang="en-US" sz="2400" u="heavy">
                <a:uFill>
                  <a:solidFill>
                    <a:srgbClr val="222222"/>
                  </a:solidFill>
                </a:uFill>
              </a:rPr>
              <a:t>full</a:t>
            </a:r>
            <a:r>
              <a:rPr lang="en-US" sz="2400" u="heavy" spc="-20">
                <a:uFill>
                  <a:solidFill>
                    <a:srgbClr val="222222"/>
                  </a:solidFill>
                </a:uFill>
              </a:rPr>
              <a:t> </a:t>
            </a:r>
            <a:r>
              <a:rPr lang="en-US" sz="2400" u="heavy" spc="-33">
                <a:uFill>
                  <a:solidFill>
                    <a:srgbClr val="222222"/>
                  </a:solidFill>
                </a:uFill>
              </a:rPr>
              <a:t>protection</a:t>
            </a:r>
            <a:r>
              <a:rPr lang="en-US" sz="2400"/>
              <a:t> against</a:t>
            </a:r>
            <a:r>
              <a:rPr lang="en-US" sz="2400" spc="-27"/>
              <a:t> </a:t>
            </a:r>
            <a:r>
              <a:rPr lang="en-US" sz="2400" spc="-80"/>
              <a:t>possible</a:t>
            </a:r>
            <a:r>
              <a:rPr lang="en-US" sz="2400" spc="-20"/>
              <a:t> </a:t>
            </a:r>
            <a:r>
              <a:rPr lang="en-US" sz="2400" spc="-33"/>
              <a:t>hazard;</a:t>
            </a:r>
            <a:r>
              <a:rPr lang="en-US" sz="2400" spc="-27"/>
              <a:t> </a:t>
            </a:r>
            <a:r>
              <a:rPr lang="en-US" sz="2400" spc="-33"/>
              <a:t>and</a:t>
            </a:r>
            <a:endParaRPr lang="en-US" sz="2400"/>
          </a:p>
          <a:p>
            <a:pPr marL="626518" marR="6773" indent="-228600" algn="just">
              <a:lnSpc>
                <a:spcPct val="90000"/>
              </a:lnSpc>
              <a:buFont typeface="Arial" panose="020B0604020202020204" pitchFamily="34" charset="0"/>
              <a:buChar char="•"/>
              <a:tabLst>
                <a:tab pos="626518" algn="l"/>
              </a:tabLst>
            </a:pPr>
            <a:r>
              <a:rPr lang="en-US" sz="2400"/>
              <a:t>it</a:t>
            </a:r>
            <a:r>
              <a:rPr lang="en-US" sz="2400" spc="-13"/>
              <a:t> </a:t>
            </a:r>
            <a:r>
              <a:rPr lang="en-US" sz="2400" spc="-40"/>
              <a:t>should</a:t>
            </a:r>
            <a:r>
              <a:rPr lang="en-US" sz="2400" spc="-7"/>
              <a:t> </a:t>
            </a:r>
            <a:r>
              <a:rPr lang="en-US" sz="2400"/>
              <a:t>be</a:t>
            </a:r>
            <a:r>
              <a:rPr lang="en-US" sz="2400" spc="-7"/>
              <a:t> </a:t>
            </a:r>
            <a:r>
              <a:rPr lang="en-US" sz="2400" spc="-67"/>
              <a:t>designed</a:t>
            </a:r>
            <a:r>
              <a:rPr lang="en-US" sz="2400" spc="-7"/>
              <a:t> </a:t>
            </a:r>
            <a:r>
              <a:rPr lang="en-US" sz="2400"/>
              <a:t>and</a:t>
            </a:r>
            <a:r>
              <a:rPr lang="en-US" sz="2400" spc="-7"/>
              <a:t> </a:t>
            </a:r>
            <a:r>
              <a:rPr lang="en-US" sz="2400" spc="-33"/>
              <a:t>manufactured</a:t>
            </a:r>
            <a:r>
              <a:rPr lang="en-US" sz="2400" spc="-7"/>
              <a:t> </a:t>
            </a:r>
            <a:r>
              <a:rPr lang="en-US" sz="2400"/>
              <a:t>out</a:t>
            </a:r>
            <a:r>
              <a:rPr lang="en-US" sz="2400" spc="-7"/>
              <a:t> </a:t>
            </a:r>
            <a:r>
              <a:rPr lang="en-US" sz="2400"/>
              <a:t>of</a:t>
            </a:r>
            <a:r>
              <a:rPr lang="en-US" sz="2400" spc="253"/>
              <a:t> </a:t>
            </a:r>
            <a:r>
              <a:rPr lang="en-US" sz="2400" spc="-13"/>
              <a:t>such</a:t>
            </a:r>
            <a:r>
              <a:rPr lang="en-US" sz="2400" spc="33"/>
              <a:t> </a:t>
            </a:r>
            <a:r>
              <a:rPr lang="en-US" sz="2400" u="heavy" spc="-27">
                <a:uFill>
                  <a:solidFill>
                    <a:srgbClr val="222222"/>
                  </a:solidFill>
                </a:uFill>
              </a:rPr>
              <a:t>material</a:t>
            </a:r>
            <a:r>
              <a:rPr lang="en-US" sz="2400" spc="7"/>
              <a:t> </a:t>
            </a:r>
            <a:r>
              <a:rPr lang="en-US" sz="2400"/>
              <a:t>that</a:t>
            </a:r>
            <a:r>
              <a:rPr lang="en-US" sz="2400" spc="-7"/>
              <a:t> </a:t>
            </a:r>
            <a:r>
              <a:rPr lang="en-US" sz="2400"/>
              <a:t>it</a:t>
            </a:r>
            <a:r>
              <a:rPr lang="en-US" sz="2400" spc="-7"/>
              <a:t> </a:t>
            </a:r>
            <a:r>
              <a:rPr lang="en-US" sz="2400"/>
              <a:t>can </a:t>
            </a:r>
            <a:r>
              <a:rPr lang="en-US" sz="2400" u="heavy" spc="-27">
                <a:uFill>
                  <a:solidFill>
                    <a:srgbClr val="222222"/>
                  </a:solidFill>
                </a:uFill>
              </a:rPr>
              <a:t>withstand</a:t>
            </a:r>
            <a:r>
              <a:rPr lang="en-US" sz="2400"/>
              <a:t> </a:t>
            </a:r>
            <a:r>
              <a:rPr lang="en-US" sz="2400" spc="-33"/>
              <a:t>the </a:t>
            </a:r>
            <a:r>
              <a:rPr lang="en-US" sz="2400" spc="-27"/>
              <a:t>hazard</a:t>
            </a:r>
            <a:r>
              <a:rPr lang="en-US" sz="2400" spc="-40"/>
              <a:t> </a:t>
            </a:r>
            <a:r>
              <a:rPr lang="en-US" sz="2400"/>
              <a:t>against</a:t>
            </a:r>
            <a:r>
              <a:rPr lang="en-US" sz="2400" spc="-33"/>
              <a:t> </a:t>
            </a:r>
            <a:r>
              <a:rPr lang="en-US" sz="2400" spc="-27"/>
              <a:t>which</a:t>
            </a:r>
            <a:r>
              <a:rPr lang="en-US" sz="2400" spc="-33"/>
              <a:t> </a:t>
            </a:r>
            <a:r>
              <a:rPr lang="en-US" sz="2400"/>
              <a:t>it</a:t>
            </a:r>
            <a:r>
              <a:rPr lang="en-US" sz="2400" spc="-33"/>
              <a:t> </a:t>
            </a:r>
            <a:r>
              <a:rPr lang="en-US" sz="2400"/>
              <a:t>is</a:t>
            </a:r>
            <a:r>
              <a:rPr lang="en-US" sz="2400" spc="-33"/>
              <a:t> </a:t>
            </a:r>
            <a:r>
              <a:rPr lang="en-US" sz="2400" spc="-47"/>
              <a:t>intended</a:t>
            </a:r>
            <a:r>
              <a:rPr lang="en-US" sz="2400" spc="-33"/>
              <a:t> </a:t>
            </a:r>
            <a:r>
              <a:rPr lang="en-US" sz="2400"/>
              <a:t>to</a:t>
            </a:r>
            <a:r>
              <a:rPr lang="en-US" sz="2400" spc="-33"/>
              <a:t> </a:t>
            </a:r>
            <a:r>
              <a:rPr lang="en-US" sz="2400"/>
              <a:t>be</a:t>
            </a:r>
            <a:r>
              <a:rPr lang="en-US" sz="2400" spc="-33"/>
              <a:t> </a:t>
            </a:r>
            <a:r>
              <a:rPr lang="en-US" sz="2400" spc="-13"/>
              <a:t>used.</a:t>
            </a:r>
            <a:endParaRPr lang="en-US" sz="2400" dirty="0"/>
          </a:p>
        </p:txBody>
      </p:sp>
      <p:sp>
        <p:nvSpPr>
          <p:cNvPr id="6" name="object 2">
            <a:extLst>
              <a:ext uri="{FF2B5EF4-FFF2-40B4-BE49-F238E27FC236}">
                <a16:creationId xmlns:a16="http://schemas.microsoft.com/office/drawing/2014/main" id="{9B08C10F-3140-F8C6-4B89-7FADD318FDF5}"/>
              </a:ext>
            </a:extLst>
          </p:cNvPr>
          <p:cNvSpPr txBox="1">
            <a:spLocks/>
          </p:cNvSpPr>
          <p:nvPr/>
        </p:nvSpPr>
        <p:spPr>
          <a:xfrm>
            <a:off x="7000407" y="-135294"/>
            <a:ext cx="4347339" cy="24526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87204"/>
            <a:r>
              <a:rPr lang="en-US" sz="4800" b="1" dirty="0"/>
              <a:t>Quality</a:t>
            </a:r>
            <a:r>
              <a:rPr lang="en-US" sz="4800" b="1" spc="-27" dirty="0"/>
              <a:t> </a:t>
            </a:r>
            <a:r>
              <a:rPr lang="en-US" sz="4800" b="1" dirty="0"/>
              <a:t>of</a:t>
            </a:r>
            <a:r>
              <a:rPr lang="en-US" sz="4800" b="1" spc="-27" dirty="0"/>
              <a:t> </a:t>
            </a:r>
            <a:r>
              <a:rPr lang="en-US" sz="4800" b="1" spc="-33" dirty="0"/>
              <a:t>PPE</a:t>
            </a:r>
            <a:endParaRPr lang="en-US" sz="4800" b="1" dirty="0"/>
          </a:p>
        </p:txBody>
      </p:sp>
      <p:sp>
        <p:nvSpPr>
          <p:cNvPr id="8" name="Title 7">
            <a:extLst>
              <a:ext uri="{FF2B5EF4-FFF2-40B4-BE49-F238E27FC236}">
                <a16:creationId xmlns:a16="http://schemas.microsoft.com/office/drawing/2014/main" id="{4D0AFFA7-70D0-C380-3023-B09DB59E3AFF}"/>
              </a:ext>
            </a:extLst>
          </p:cNvPr>
          <p:cNvSpPr>
            <a:spLocks noGrp="1"/>
          </p:cNvSpPr>
          <p:nvPr>
            <p:ph type="title"/>
          </p:nvPr>
        </p:nvSpPr>
        <p:spPr/>
        <p:txBody>
          <a:bodyPr/>
          <a:lstStyle/>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761803" y="350196"/>
            <a:ext cx="4646904" cy="1624520"/>
          </a:xfrm>
          <a:prstGeom prst="rect">
            <a:avLst/>
          </a:prstGeom>
        </p:spPr>
        <p:txBody>
          <a:bodyPr vert="horz" lIns="91440" tIns="45720" rIns="91440" bIns="45720" rtlCol="0" anchor="ctr">
            <a:normAutofit/>
          </a:bodyPr>
          <a:lstStyle/>
          <a:p>
            <a:pPr marL="16933"/>
            <a:r>
              <a:rPr lang="en-US" sz="4000" b="1"/>
              <a:t>CATEGORIES</a:t>
            </a:r>
            <a:r>
              <a:rPr lang="en-US" sz="4000" b="1" spc="-53"/>
              <a:t> </a:t>
            </a:r>
            <a:r>
              <a:rPr lang="en-US" sz="4000" b="1"/>
              <a:t>OF</a:t>
            </a:r>
            <a:r>
              <a:rPr lang="en-US" sz="4000" b="1" spc="-47"/>
              <a:t> </a:t>
            </a:r>
            <a:r>
              <a:rPr lang="en-US" sz="4000" b="1" spc="-33"/>
              <a:t>PPE</a:t>
            </a:r>
            <a:endParaRPr lang="en-US" sz="4000" b="1"/>
          </a:p>
        </p:txBody>
      </p:sp>
      <p:sp>
        <p:nvSpPr>
          <p:cNvPr id="3" name="object 3"/>
          <p:cNvSpPr txBox="1"/>
          <p:nvPr/>
        </p:nvSpPr>
        <p:spPr>
          <a:xfrm>
            <a:off x="418156" y="1974716"/>
            <a:ext cx="5334198" cy="3613149"/>
          </a:xfrm>
          <a:prstGeom prst="rect">
            <a:avLst/>
          </a:prstGeom>
        </p:spPr>
        <p:txBody>
          <a:bodyPr vert="horz" lIns="91440" tIns="45720" rIns="91440" bIns="45720" rtlCol="0" anchor="ctr">
            <a:noAutofit/>
          </a:bodyPr>
          <a:lstStyle/>
          <a:p>
            <a:pPr marL="16933" indent="-228600" algn="just">
              <a:lnSpc>
                <a:spcPct val="90000"/>
              </a:lnSpc>
              <a:spcBef>
                <a:spcPts val="180"/>
              </a:spcBef>
              <a:buFont typeface="Arial" panose="020B0604020202020204" pitchFamily="34" charset="0"/>
              <a:buChar char="•"/>
            </a:pPr>
            <a:r>
              <a:rPr lang="en-US" sz="2000" dirty="0"/>
              <a:t>Depending</a:t>
            </a:r>
            <a:r>
              <a:rPr lang="en-US" sz="2000" spc="13" dirty="0"/>
              <a:t> </a:t>
            </a:r>
            <a:r>
              <a:rPr lang="en-US" sz="2000" dirty="0"/>
              <a:t>upon</a:t>
            </a:r>
            <a:r>
              <a:rPr lang="en-US" sz="2000" spc="13" dirty="0"/>
              <a:t> </a:t>
            </a:r>
            <a:r>
              <a:rPr lang="en-US" sz="2000" dirty="0"/>
              <a:t>the</a:t>
            </a:r>
            <a:r>
              <a:rPr lang="en-US" sz="2000" spc="20" dirty="0"/>
              <a:t> </a:t>
            </a:r>
            <a:r>
              <a:rPr lang="en-US" sz="2000" dirty="0"/>
              <a:t>nature</a:t>
            </a:r>
            <a:r>
              <a:rPr lang="en-US" sz="2000" spc="13" dirty="0"/>
              <a:t> </a:t>
            </a:r>
            <a:r>
              <a:rPr lang="en-US" sz="2000" dirty="0"/>
              <a:t>of</a:t>
            </a:r>
            <a:r>
              <a:rPr lang="en-US" sz="2000" spc="280" dirty="0"/>
              <a:t> </a:t>
            </a:r>
            <a:r>
              <a:rPr lang="en-US" sz="2000" dirty="0"/>
              <a:t>hazard,</a:t>
            </a:r>
            <a:r>
              <a:rPr lang="en-US" sz="2000" spc="20" dirty="0"/>
              <a:t> </a:t>
            </a:r>
            <a:r>
              <a:rPr lang="en-US" sz="2000" dirty="0"/>
              <a:t>the</a:t>
            </a:r>
            <a:r>
              <a:rPr lang="en-US" sz="2000" spc="13" dirty="0"/>
              <a:t> </a:t>
            </a:r>
            <a:r>
              <a:rPr lang="en-US" sz="2000" spc="207" dirty="0"/>
              <a:t>PPE</a:t>
            </a:r>
            <a:r>
              <a:rPr lang="en-US" sz="2000" spc="13" dirty="0"/>
              <a:t> </a:t>
            </a:r>
            <a:r>
              <a:rPr lang="en-US" sz="2000" dirty="0"/>
              <a:t>is</a:t>
            </a:r>
            <a:r>
              <a:rPr lang="en-US" sz="2000" spc="20" dirty="0"/>
              <a:t> </a:t>
            </a:r>
            <a:r>
              <a:rPr lang="en-US" sz="2000" dirty="0"/>
              <a:t>broadly</a:t>
            </a:r>
            <a:r>
              <a:rPr lang="en-US" sz="2000" spc="13" dirty="0"/>
              <a:t> </a:t>
            </a:r>
            <a:r>
              <a:rPr lang="en-US" sz="2000" spc="-13" dirty="0"/>
              <a:t>divided</a:t>
            </a:r>
            <a:r>
              <a:rPr lang="en-US" sz="2000" spc="20" dirty="0"/>
              <a:t> </a:t>
            </a:r>
            <a:r>
              <a:rPr lang="en-US" sz="2000" dirty="0"/>
              <a:t>into</a:t>
            </a:r>
            <a:r>
              <a:rPr lang="en-US" sz="2000" spc="13" dirty="0"/>
              <a:t> </a:t>
            </a:r>
            <a:r>
              <a:rPr lang="en-US" sz="2000" dirty="0"/>
              <a:t>the</a:t>
            </a:r>
            <a:r>
              <a:rPr lang="en-US" sz="2000" spc="20" dirty="0"/>
              <a:t> </a:t>
            </a:r>
            <a:r>
              <a:rPr lang="en-US" sz="2000" spc="-13" dirty="0"/>
              <a:t>following</a:t>
            </a:r>
            <a:r>
              <a:rPr lang="en-US" sz="2000" spc="13" dirty="0"/>
              <a:t> </a:t>
            </a:r>
            <a:r>
              <a:rPr lang="en-US" sz="2000" dirty="0"/>
              <a:t>two</a:t>
            </a:r>
            <a:r>
              <a:rPr lang="en-US" sz="2000" spc="13" dirty="0"/>
              <a:t> </a:t>
            </a:r>
            <a:r>
              <a:rPr lang="en-US" sz="2000" spc="-13" dirty="0"/>
              <a:t>categories:</a:t>
            </a:r>
            <a:endParaRPr lang="en-US" sz="2000" dirty="0"/>
          </a:p>
          <a:p>
            <a:pPr marL="626518" marR="689169" indent="-228600" algn="just">
              <a:lnSpc>
                <a:spcPct val="90000"/>
              </a:lnSpc>
              <a:spcBef>
                <a:spcPts val="1600"/>
              </a:spcBef>
              <a:buFont typeface="Arial" panose="020B0604020202020204" pitchFamily="34" charset="0"/>
              <a:buChar char="•"/>
              <a:tabLst>
                <a:tab pos="626518" algn="l"/>
              </a:tabLst>
            </a:pPr>
            <a:r>
              <a:rPr lang="en-US" sz="2000" b="1" u="heavy" spc="-33" dirty="0">
                <a:solidFill>
                  <a:schemeClr val="accent1">
                    <a:lumMod val="50000"/>
                  </a:schemeClr>
                </a:solidFill>
                <a:uFill>
                  <a:solidFill>
                    <a:srgbClr val="222222"/>
                  </a:solidFill>
                </a:uFill>
              </a:rPr>
              <a:t>Non-</a:t>
            </a:r>
            <a:r>
              <a:rPr lang="en-US" sz="2000" b="1" u="heavy" dirty="0">
                <a:solidFill>
                  <a:schemeClr val="accent1">
                    <a:lumMod val="50000"/>
                  </a:schemeClr>
                </a:solidFill>
                <a:uFill>
                  <a:solidFill>
                    <a:srgbClr val="222222"/>
                  </a:solidFill>
                </a:uFill>
              </a:rPr>
              <a:t>respiratory</a:t>
            </a:r>
            <a:r>
              <a:rPr lang="en-US" sz="2000" b="1" dirty="0">
                <a:solidFill>
                  <a:schemeClr val="accent1">
                    <a:lumMod val="50000"/>
                  </a:schemeClr>
                </a:solidFill>
              </a:rPr>
              <a:t>:</a:t>
            </a:r>
            <a:r>
              <a:rPr lang="en-US" sz="2000" b="1" spc="13" dirty="0">
                <a:solidFill>
                  <a:schemeClr val="accent1">
                    <a:lumMod val="50000"/>
                  </a:schemeClr>
                </a:solidFill>
              </a:rPr>
              <a:t> </a:t>
            </a:r>
            <a:r>
              <a:rPr lang="en-US" sz="2000" b="1" dirty="0">
                <a:solidFill>
                  <a:schemeClr val="accent1">
                    <a:lumMod val="50000"/>
                  </a:schemeClr>
                </a:solidFill>
              </a:rPr>
              <a:t>those</a:t>
            </a:r>
            <a:r>
              <a:rPr lang="en-US" sz="2000" b="1" spc="20" dirty="0">
                <a:solidFill>
                  <a:schemeClr val="accent1">
                    <a:lumMod val="50000"/>
                  </a:schemeClr>
                </a:solidFill>
              </a:rPr>
              <a:t> </a:t>
            </a:r>
            <a:r>
              <a:rPr lang="en-US" sz="2000" b="1" spc="-27" dirty="0">
                <a:solidFill>
                  <a:schemeClr val="accent1">
                    <a:lumMod val="50000"/>
                  </a:schemeClr>
                </a:solidFill>
              </a:rPr>
              <a:t>used</a:t>
            </a:r>
            <a:r>
              <a:rPr lang="en-US" sz="2000" b="1" spc="20" dirty="0">
                <a:solidFill>
                  <a:schemeClr val="accent1">
                    <a:lumMod val="50000"/>
                  </a:schemeClr>
                </a:solidFill>
              </a:rPr>
              <a:t> </a:t>
            </a:r>
            <a:r>
              <a:rPr lang="en-US" sz="2000" b="1" dirty="0">
                <a:solidFill>
                  <a:schemeClr val="accent1">
                    <a:lumMod val="50000"/>
                  </a:schemeClr>
                </a:solidFill>
              </a:rPr>
              <a:t>for</a:t>
            </a:r>
            <a:r>
              <a:rPr lang="en-US" sz="2000" b="1" spc="13" dirty="0">
                <a:solidFill>
                  <a:schemeClr val="accent1">
                    <a:lumMod val="50000"/>
                  </a:schemeClr>
                </a:solidFill>
              </a:rPr>
              <a:t> </a:t>
            </a:r>
            <a:r>
              <a:rPr lang="en-US" sz="2000" b="1" spc="-13" dirty="0">
                <a:solidFill>
                  <a:schemeClr val="accent1">
                    <a:lumMod val="50000"/>
                  </a:schemeClr>
                </a:solidFill>
              </a:rPr>
              <a:t>protection</a:t>
            </a:r>
            <a:r>
              <a:rPr lang="en-US" sz="2000" b="1" spc="20" dirty="0">
                <a:solidFill>
                  <a:schemeClr val="accent1">
                    <a:lumMod val="50000"/>
                  </a:schemeClr>
                </a:solidFill>
              </a:rPr>
              <a:t> </a:t>
            </a:r>
            <a:r>
              <a:rPr lang="en-US" sz="2000" b="1" dirty="0">
                <a:solidFill>
                  <a:schemeClr val="accent1">
                    <a:lumMod val="50000"/>
                  </a:schemeClr>
                </a:solidFill>
              </a:rPr>
              <a:t>against</a:t>
            </a:r>
            <a:r>
              <a:rPr lang="en-US" sz="2000" b="1" spc="20" dirty="0">
                <a:solidFill>
                  <a:schemeClr val="accent1">
                    <a:lumMod val="50000"/>
                  </a:schemeClr>
                </a:solidFill>
              </a:rPr>
              <a:t> </a:t>
            </a:r>
            <a:r>
              <a:rPr lang="en-US" sz="2000" b="1" dirty="0">
                <a:solidFill>
                  <a:schemeClr val="accent1">
                    <a:lumMod val="50000"/>
                  </a:schemeClr>
                </a:solidFill>
              </a:rPr>
              <a:t>injury</a:t>
            </a:r>
            <a:r>
              <a:rPr lang="en-US" sz="2000" b="1" spc="13" dirty="0">
                <a:solidFill>
                  <a:schemeClr val="accent1">
                    <a:lumMod val="50000"/>
                  </a:schemeClr>
                </a:solidFill>
              </a:rPr>
              <a:t> </a:t>
            </a:r>
            <a:r>
              <a:rPr lang="en-US" sz="2000" b="1" dirty="0">
                <a:solidFill>
                  <a:schemeClr val="accent1">
                    <a:lumMod val="50000"/>
                  </a:schemeClr>
                </a:solidFill>
              </a:rPr>
              <a:t>from</a:t>
            </a:r>
            <a:r>
              <a:rPr lang="en-US" sz="2000" b="1" spc="20" dirty="0">
                <a:solidFill>
                  <a:schemeClr val="accent1">
                    <a:lumMod val="50000"/>
                  </a:schemeClr>
                </a:solidFill>
              </a:rPr>
              <a:t> </a:t>
            </a:r>
            <a:r>
              <a:rPr lang="en-US" sz="2000" b="1" spc="-13" dirty="0">
                <a:solidFill>
                  <a:schemeClr val="accent1">
                    <a:lumMod val="50000"/>
                  </a:schemeClr>
                </a:solidFill>
              </a:rPr>
              <a:t>outside</a:t>
            </a:r>
            <a:r>
              <a:rPr lang="en-US" sz="2000" b="1" spc="20" dirty="0">
                <a:solidFill>
                  <a:schemeClr val="accent1">
                    <a:lumMod val="50000"/>
                  </a:schemeClr>
                </a:solidFill>
              </a:rPr>
              <a:t> </a:t>
            </a:r>
            <a:r>
              <a:rPr lang="en-US" sz="2000" b="1" dirty="0">
                <a:solidFill>
                  <a:schemeClr val="accent1">
                    <a:lumMod val="50000"/>
                  </a:schemeClr>
                </a:solidFill>
              </a:rPr>
              <a:t>the</a:t>
            </a:r>
            <a:r>
              <a:rPr lang="en-US" sz="2000" b="1" spc="13" dirty="0">
                <a:solidFill>
                  <a:schemeClr val="accent1">
                    <a:lumMod val="50000"/>
                  </a:schemeClr>
                </a:solidFill>
              </a:rPr>
              <a:t> </a:t>
            </a:r>
            <a:r>
              <a:rPr lang="en-US" sz="2000" b="1" dirty="0">
                <a:solidFill>
                  <a:schemeClr val="accent1">
                    <a:lumMod val="50000"/>
                  </a:schemeClr>
                </a:solidFill>
              </a:rPr>
              <a:t>body,</a:t>
            </a:r>
            <a:r>
              <a:rPr lang="en-US" sz="2000" b="1" spc="20" dirty="0">
                <a:solidFill>
                  <a:schemeClr val="accent1">
                    <a:lumMod val="50000"/>
                  </a:schemeClr>
                </a:solidFill>
              </a:rPr>
              <a:t> </a:t>
            </a:r>
            <a:r>
              <a:rPr lang="en-US" sz="2000" b="1" dirty="0">
                <a:solidFill>
                  <a:schemeClr val="accent1">
                    <a:lumMod val="50000"/>
                  </a:schemeClr>
                </a:solidFill>
              </a:rPr>
              <a:t>i.e.</a:t>
            </a:r>
            <a:r>
              <a:rPr lang="en-US" sz="2000" b="1" spc="20" dirty="0">
                <a:solidFill>
                  <a:schemeClr val="accent1">
                    <a:lumMod val="50000"/>
                  </a:schemeClr>
                </a:solidFill>
              </a:rPr>
              <a:t> </a:t>
            </a:r>
            <a:r>
              <a:rPr lang="en-US" sz="2000" b="1" spc="-33" dirty="0">
                <a:solidFill>
                  <a:schemeClr val="accent1">
                    <a:lumMod val="50000"/>
                  </a:schemeClr>
                </a:solidFill>
              </a:rPr>
              <a:t>for </a:t>
            </a:r>
            <a:r>
              <a:rPr lang="en-US" sz="2000" b="1" dirty="0">
                <a:solidFill>
                  <a:schemeClr val="accent1">
                    <a:lumMod val="50000"/>
                  </a:schemeClr>
                </a:solidFill>
              </a:rPr>
              <a:t>protecting</a:t>
            </a:r>
            <a:r>
              <a:rPr lang="en-US" sz="2000" b="1" spc="60" dirty="0">
                <a:solidFill>
                  <a:schemeClr val="accent1">
                    <a:lumMod val="50000"/>
                  </a:schemeClr>
                </a:solidFill>
              </a:rPr>
              <a:t> </a:t>
            </a:r>
            <a:r>
              <a:rPr lang="en-US" sz="2000" b="1" dirty="0">
                <a:solidFill>
                  <a:schemeClr val="accent1">
                    <a:lumMod val="50000"/>
                  </a:schemeClr>
                </a:solidFill>
              </a:rPr>
              <a:t>the</a:t>
            </a:r>
            <a:r>
              <a:rPr lang="en-US" sz="2000" b="1" spc="60" dirty="0">
                <a:solidFill>
                  <a:schemeClr val="accent1">
                    <a:lumMod val="50000"/>
                  </a:schemeClr>
                </a:solidFill>
              </a:rPr>
              <a:t> </a:t>
            </a:r>
            <a:r>
              <a:rPr lang="en-US" sz="2000" b="1" dirty="0">
                <a:solidFill>
                  <a:schemeClr val="accent1">
                    <a:lumMod val="50000"/>
                  </a:schemeClr>
                </a:solidFill>
              </a:rPr>
              <a:t>head,</a:t>
            </a:r>
            <a:r>
              <a:rPr lang="en-US" sz="2000" b="1" spc="60" dirty="0">
                <a:solidFill>
                  <a:schemeClr val="accent1">
                    <a:lumMod val="50000"/>
                  </a:schemeClr>
                </a:solidFill>
              </a:rPr>
              <a:t> </a:t>
            </a:r>
            <a:r>
              <a:rPr lang="en-US" sz="2000" b="1" dirty="0">
                <a:solidFill>
                  <a:schemeClr val="accent1">
                    <a:lumMod val="50000"/>
                  </a:schemeClr>
                </a:solidFill>
              </a:rPr>
              <a:t>eye,</a:t>
            </a:r>
            <a:r>
              <a:rPr lang="en-US" sz="2000" b="1" spc="67" dirty="0">
                <a:solidFill>
                  <a:schemeClr val="accent1">
                    <a:lumMod val="50000"/>
                  </a:schemeClr>
                </a:solidFill>
              </a:rPr>
              <a:t> </a:t>
            </a:r>
            <a:r>
              <a:rPr lang="en-US" sz="2000" b="1" dirty="0">
                <a:solidFill>
                  <a:schemeClr val="accent1">
                    <a:lumMod val="50000"/>
                  </a:schemeClr>
                </a:solidFill>
              </a:rPr>
              <a:t>face,</a:t>
            </a:r>
            <a:r>
              <a:rPr lang="en-US" sz="2000" b="1" spc="60" dirty="0">
                <a:solidFill>
                  <a:schemeClr val="accent1">
                    <a:lumMod val="50000"/>
                  </a:schemeClr>
                </a:solidFill>
              </a:rPr>
              <a:t> </a:t>
            </a:r>
            <a:r>
              <a:rPr lang="en-US" sz="2000" b="1" dirty="0">
                <a:solidFill>
                  <a:schemeClr val="accent1">
                    <a:lumMod val="50000"/>
                  </a:schemeClr>
                </a:solidFill>
              </a:rPr>
              <a:t>hand,</a:t>
            </a:r>
            <a:r>
              <a:rPr lang="en-US" sz="2000" b="1" spc="60" dirty="0">
                <a:solidFill>
                  <a:schemeClr val="accent1">
                    <a:lumMod val="50000"/>
                  </a:schemeClr>
                </a:solidFill>
              </a:rPr>
              <a:t> </a:t>
            </a:r>
            <a:r>
              <a:rPr lang="en-US" sz="2000" b="1" dirty="0">
                <a:solidFill>
                  <a:schemeClr val="accent1">
                    <a:lumMod val="50000"/>
                  </a:schemeClr>
                </a:solidFill>
              </a:rPr>
              <a:t>arm,</a:t>
            </a:r>
            <a:r>
              <a:rPr lang="en-US" sz="2000" b="1" spc="67" dirty="0">
                <a:solidFill>
                  <a:schemeClr val="accent1">
                    <a:lumMod val="50000"/>
                  </a:schemeClr>
                </a:solidFill>
              </a:rPr>
              <a:t> </a:t>
            </a:r>
            <a:r>
              <a:rPr lang="en-US" sz="2000" b="1" dirty="0">
                <a:solidFill>
                  <a:schemeClr val="accent1">
                    <a:lumMod val="50000"/>
                  </a:schemeClr>
                </a:solidFill>
              </a:rPr>
              <a:t>foot,</a:t>
            </a:r>
            <a:r>
              <a:rPr lang="en-US" sz="2000" b="1" spc="60" dirty="0">
                <a:solidFill>
                  <a:schemeClr val="accent1">
                    <a:lumMod val="50000"/>
                  </a:schemeClr>
                </a:solidFill>
              </a:rPr>
              <a:t> </a:t>
            </a:r>
            <a:r>
              <a:rPr lang="en-US" sz="2000" b="1" dirty="0">
                <a:solidFill>
                  <a:schemeClr val="accent1">
                    <a:lumMod val="50000"/>
                  </a:schemeClr>
                </a:solidFill>
              </a:rPr>
              <a:t>leg</a:t>
            </a:r>
            <a:r>
              <a:rPr lang="en-US" sz="2000" b="1" spc="60" dirty="0">
                <a:solidFill>
                  <a:schemeClr val="accent1">
                    <a:lumMod val="50000"/>
                  </a:schemeClr>
                </a:solidFill>
              </a:rPr>
              <a:t> </a:t>
            </a:r>
            <a:r>
              <a:rPr lang="en-US" sz="2000" b="1" dirty="0">
                <a:solidFill>
                  <a:schemeClr val="accent1">
                    <a:lumMod val="50000"/>
                  </a:schemeClr>
                </a:solidFill>
              </a:rPr>
              <a:t>and</a:t>
            </a:r>
            <a:r>
              <a:rPr lang="en-US" sz="2000" b="1" spc="67" dirty="0">
                <a:solidFill>
                  <a:schemeClr val="accent1">
                    <a:lumMod val="50000"/>
                  </a:schemeClr>
                </a:solidFill>
              </a:rPr>
              <a:t> </a:t>
            </a:r>
            <a:r>
              <a:rPr lang="en-US" sz="2000" b="1" dirty="0">
                <a:solidFill>
                  <a:schemeClr val="accent1">
                    <a:lumMod val="50000"/>
                  </a:schemeClr>
                </a:solidFill>
              </a:rPr>
              <a:t>other</a:t>
            </a:r>
            <a:r>
              <a:rPr lang="en-US" sz="2000" b="1" spc="60" dirty="0">
                <a:solidFill>
                  <a:schemeClr val="accent1">
                    <a:lumMod val="50000"/>
                  </a:schemeClr>
                </a:solidFill>
              </a:rPr>
              <a:t> </a:t>
            </a:r>
            <a:r>
              <a:rPr lang="en-US" sz="2000" b="1" dirty="0">
                <a:solidFill>
                  <a:schemeClr val="accent1">
                    <a:lumMod val="50000"/>
                  </a:schemeClr>
                </a:solidFill>
              </a:rPr>
              <a:t>body</a:t>
            </a:r>
            <a:r>
              <a:rPr lang="en-US" sz="2000" b="1" spc="60" dirty="0">
                <a:solidFill>
                  <a:schemeClr val="accent1">
                    <a:lumMod val="50000"/>
                  </a:schemeClr>
                </a:solidFill>
              </a:rPr>
              <a:t> </a:t>
            </a:r>
            <a:r>
              <a:rPr lang="en-US" sz="2000" b="1" dirty="0">
                <a:solidFill>
                  <a:schemeClr val="accent1">
                    <a:lumMod val="50000"/>
                  </a:schemeClr>
                </a:solidFill>
              </a:rPr>
              <a:t>parts</a:t>
            </a:r>
          </a:p>
          <a:p>
            <a:pPr marL="625671" indent="-228600" algn="just">
              <a:lnSpc>
                <a:spcPct val="90000"/>
              </a:lnSpc>
              <a:spcBef>
                <a:spcPts val="1120"/>
              </a:spcBef>
              <a:buFont typeface="Arial" panose="020B0604020202020204" pitchFamily="34" charset="0"/>
              <a:buChar char="•"/>
              <a:tabLst>
                <a:tab pos="625671" algn="l"/>
              </a:tabLst>
            </a:pPr>
            <a:r>
              <a:rPr lang="en-US" sz="2000" b="1" u="heavy" spc="-13" dirty="0">
                <a:solidFill>
                  <a:schemeClr val="accent1">
                    <a:lumMod val="50000"/>
                  </a:schemeClr>
                </a:solidFill>
                <a:uFill>
                  <a:solidFill>
                    <a:srgbClr val="222222"/>
                  </a:solidFill>
                </a:uFill>
              </a:rPr>
              <a:t>Respiratory</a:t>
            </a:r>
            <a:r>
              <a:rPr lang="en-US" sz="2000" b="1" spc="-13" dirty="0">
                <a:solidFill>
                  <a:schemeClr val="accent1">
                    <a:lumMod val="50000"/>
                  </a:schemeClr>
                </a:solidFill>
              </a:rPr>
              <a:t>:</a:t>
            </a:r>
            <a:r>
              <a:rPr lang="en-US" sz="2000" b="1" spc="-33" dirty="0">
                <a:solidFill>
                  <a:schemeClr val="accent1">
                    <a:lumMod val="50000"/>
                  </a:schemeClr>
                </a:solidFill>
              </a:rPr>
              <a:t> </a:t>
            </a:r>
            <a:r>
              <a:rPr lang="en-US" sz="2000" b="1" spc="-40" dirty="0">
                <a:solidFill>
                  <a:schemeClr val="accent1">
                    <a:lumMod val="50000"/>
                  </a:schemeClr>
                </a:solidFill>
              </a:rPr>
              <a:t>those</a:t>
            </a:r>
            <a:r>
              <a:rPr lang="en-US" sz="2000" b="1" spc="-20" dirty="0">
                <a:solidFill>
                  <a:schemeClr val="accent1">
                    <a:lumMod val="50000"/>
                  </a:schemeClr>
                </a:solidFill>
              </a:rPr>
              <a:t> </a:t>
            </a:r>
            <a:r>
              <a:rPr lang="en-US" sz="2000" b="1" spc="-67" dirty="0">
                <a:solidFill>
                  <a:schemeClr val="accent1">
                    <a:lumMod val="50000"/>
                  </a:schemeClr>
                </a:solidFill>
              </a:rPr>
              <a:t>used</a:t>
            </a:r>
            <a:r>
              <a:rPr lang="en-US" sz="2000" b="1" spc="-20" dirty="0">
                <a:solidFill>
                  <a:schemeClr val="accent1">
                    <a:lumMod val="50000"/>
                  </a:schemeClr>
                </a:solidFill>
              </a:rPr>
              <a:t> </a:t>
            </a:r>
            <a:r>
              <a:rPr lang="en-US" sz="2000" b="1" spc="-13" dirty="0">
                <a:solidFill>
                  <a:schemeClr val="accent1">
                    <a:lumMod val="50000"/>
                  </a:schemeClr>
                </a:solidFill>
              </a:rPr>
              <a:t>for</a:t>
            </a:r>
            <a:r>
              <a:rPr lang="en-US" sz="2000" b="1" spc="-20" dirty="0">
                <a:solidFill>
                  <a:schemeClr val="accent1">
                    <a:lumMod val="50000"/>
                  </a:schemeClr>
                </a:solidFill>
              </a:rPr>
              <a:t> </a:t>
            </a:r>
            <a:r>
              <a:rPr lang="en-US" sz="2000" b="1" spc="-33" dirty="0">
                <a:solidFill>
                  <a:schemeClr val="accent1">
                    <a:lumMod val="50000"/>
                  </a:schemeClr>
                </a:solidFill>
              </a:rPr>
              <a:t>protection</a:t>
            </a:r>
            <a:r>
              <a:rPr lang="en-US" sz="2000" b="1" spc="-27" dirty="0">
                <a:solidFill>
                  <a:schemeClr val="accent1">
                    <a:lumMod val="50000"/>
                  </a:schemeClr>
                </a:solidFill>
              </a:rPr>
              <a:t> from</a:t>
            </a:r>
            <a:r>
              <a:rPr lang="en-US" sz="2000" b="1" spc="-33" dirty="0">
                <a:solidFill>
                  <a:schemeClr val="accent1">
                    <a:lumMod val="50000"/>
                  </a:schemeClr>
                </a:solidFill>
              </a:rPr>
              <a:t> </a:t>
            </a:r>
            <a:r>
              <a:rPr lang="en-US" sz="2000" b="1" dirty="0">
                <a:solidFill>
                  <a:schemeClr val="accent1">
                    <a:lumMod val="50000"/>
                  </a:schemeClr>
                </a:solidFill>
              </a:rPr>
              <a:t>harm</a:t>
            </a:r>
            <a:r>
              <a:rPr lang="en-US" sz="2000" b="1" spc="-27" dirty="0">
                <a:solidFill>
                  <a:schemeClr val="accent1">
                    <a:lumMod val="50000"/>
                  </a:schemeClr>
                </a:solidFill>
              </a:rPr>
              <a:t> </a:t>
            </a:r>
            <a:r>
              <a:rPr lang="en-US" sz="2000" b="1" spc="-47" dirty="0">
                <a:solidFill>
                  <a:schemeClr val="accent1">
                    <a:lumMod val="50000"/>
                  </a:schemeClr>
                </a:solidFill>
              </a:rPr>
              <a:t>due</a:t>
            </a:r>
            <a:r>
              <a:rPr lang="en-US" sz="2000" b="1" spc="-20" dirty="0">
                <a:solidFill>
                  <a:schemeClr val="accent1">
                    <a:lumMod val="50000"/>
                  </a:schemeClr>
                </a:solidFill>
              </a:rPr>
              <a:t> </a:t>
            </a:r>
            <a:r>
              <a:rPr lang="en-US" sz="2000" b="1" dirty="0">
                <a:solidFill>
                  <a:schemeClr val="accent1">
                    <a:lumMod val="50000"/>
                  </a:schemeClr>
                </a:solidFill>
              </a:rPr>
              <a:t>to</a:t>
            </a:r>
            <a:r>
              <a:rPr lang="en-US" sz="2000" b="1" spc="-20" dirty="0">
                <a:solidFill>
                  <a:schemeClr val="accent1">
                    <a:lumMod val="50000"/>
                  </a:schemeClr>
                </a:solidFill>
              </a:rPr>
              <a:t> </a:t>
            </a:r>
            <a:r>
              <a:rPr lang="en-US" sz="2000" b="1" spc="-13" dirty="0">
                <a:solidFill>
                  <a:schemeClr val="accent1">
                    <a:lumMod val="50000"/>
                  </a:schemeClr>
                </a:solidFill>
              </a:rPr>
              <a:t>inhalation</a:t>
            </a:r>
            <a:r>
              <a:rPr lang="en-US" sz="2000" b="1" spc="-27" dirty="0">
                <a:solidFill>
                  <a:schemeClr val="accent1">
                    <a:lumMod val="50000"/>
                  </a:schemeClr>
                </a:solidFill>
              </a:rPr>
              <a:t> </a:t>
            </a:r>
            <a:r>
              <a:rPr lang="en-US" sz="2000" b="1" dirty="0">
                <a:solidFill>
                  <a:schemeClr val="accent1">
                    <a:lumMod val="50000"/>
                  </a:schemeClr>
                </a:solidFill>
              </a:rPr>
              <a:t>of</a:t>
            </a:r>
            <a:r>
              <a:rPr lang="en-US" sz="2000" b="1" spc="200" dirty="0">
                <a:solidFill>
                  <a:schemeClr val="accent1">
                    <a:lumMod val="50000"/>
                  </a:schemeClr>
                </a:solidFill>
              </a:rPr>
              <a:t> </a:t>
            </a:r>
            <a:r>
              <a:rPr lang="en-US" sz="2000" b="1" spc="-33" dirty="0">
                <a:solidFill>
                  <a:schemeClr val="accent1">
                    <a:lumMod val="50000"/>
                  </a:schemeClr>
                </a:solidFill>
              </a:rPr>
              <a:t>contaminated</a:t>
            </a:r>
            <a:r>
              <a:rPr lang="en-US" sz="2000" b="1" spc="-27" dirty="0">
                <a:solidFill>
                  <a:schemeClr val="accent1">
                    <a:lumMod val="50000"/>
                  </a:schemeClr>
                </a:solidFill>
              </a:rPr>
              <a:t> air.</a:t>
            </a:r>
            <a:endParaRPr lang="en-US" sz="2000" b="1" dirty="0">
              <a:solidFill>
                <a:schemeClr val="accent1">
                  <a:lumMod val="50000"/>
                </a:schemeClr>
              </a:solidFill>
            </a:endParaRPr>
          </a:p>
        </p:txBody>
      </p:sp>
      <p:pic>
        <p:nvPicPr>
          <p:cNvPr id="5" name="Picture 4" descr="A collection of different construction gear&#10;&#10;Description automatically generated">
            <a:extLst>
              <a:ext uri="{FF2B5EF4-FFF2-40B4-BE49-F238E27FC236}">
                <a16:creationId xmlns:a16="http://schemas.microsoft.com/office/drawing/2014/main" id="{4D0C27B5-306B-EA9A-7C97-873080E39700}"/>
              </a:ext>
            </a:extLst>
          </p:cNvPr>
          <p:cNvPicPr>
            <a:picLocks noChangeAspect="1"/>
          </p:cNvPicPr>
          <p:nvPr/>
        </p:nvPicPr>
        <p:blipFill>
          <a:blip r:embed="rId2">
            <a:extLst>
              <a:ext uri="{28A0092B-C50C-407E-A947-70E740481C1C}">
                <a14:useLocalDpi xmlns:a14="http://schemas.microsoft.com/office/drawing/2010/main" val="0"/>
              </a:ext>
            </a:extLst>
          </a:blip>
          <a:srcRect l="23275" r="17399"/>
          <a:stretch/>
        </p:blipFill>
        <p:spPr>
          <a:xfrm>
            <a:off x="6096000" y="1"/>
            <a:ext cx="610282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423C-4EC8-B539-35DE-262BE0EDF139}"/>
              </a:ext>
            </a:extLst>
          </p:cNvPr>
          <p:cNvSpPr>
            <a:spLocks noGrp="1"/>
          </p:cNvSpPr>
          <p:nvPr>
            <p:ph type="title"/>
          </p:nvPr>
        </p:nvSpPr>
        <p:spPr>
          <a:xfrm>
            <a:off x="5188373" y="220147"/>
            <a:ext cx="6868160" cy="1018035"/>
          </a:xfrm>
        </p:spPr>
        <p:txBody>
          <a:bodyPr>
            <a:normAutofit fontScale="90000"/>
          </a:bodyPr>
          <a:lstStyle/>
          <a:p>
            <a:r>
              <a:rPr lang="en-IN" b="1"/>
              <a:t>PERSONAL PROTECTIVE EQUIPMENTS</a:t>
            </a:r>
            <a:endParaRPr lang="en-IN" b="1" dirty="0"/>
          </a:p>
        </p:txBody>
      </p:sp>
      <p:sp>
        <p:nvSpPr>
          <p:cNvPr id="3" name="Content Placeholder 2">
            <a:extLst>
              <a:ext uri="{FF2B5EF4-FFF2-40B4-BE49-F238E27FC236}">
                <a16:creationId xmlns:a16="http://schemas.microsoft.com/office/drawing/2014/main" id="{3EB8AAD2-E0F1-CEC0-584B-C566794AC243}"/>
              </a:ext>
            </a:extLst>
          </p:cNvPr>
          <p:cNvSpPr>
            <a:spLocks noGrp="1"/>
          </p:cNvSpPr>
          <p:nvPr>
            <p:ph idx="1"/>
          </p:nvPr>
        </p:nvSpPr>
        <p:spPr>
          <a:xfrm>
            <a:off x="1" y="1406019"/>
            <a:ext cx="12056532" cy="4950331"/>
          </a:xfrm>
        </p:spPr>
        <p:txBody>
          <a:bodyPr>
            <a:normAutofit fontScale="92500" lnSpcReduction="20000"/>
          </a:bodyPr>
          <a:lstStyle/>
          <a:p>
            <a:pPr>
              <a:lnSpc>
                <a:spcPct val="140000"/>
              </a:lnSpc>
            </a:pPr>
            <a:r>
              <a:rPr lang="en-US" dirty="0"/>
              <a:t>PPE is equipment that will protect the user against the risk of accidents or of adverse effects on health. </a:t>
            </a:r>
          </a:p>
          <a:p>
            <a:pPr>
              <a:lnSpc>
                <a:spcPct val="140000"/>
              </a:lnSpc>
            </a:pPr>
            <a:r>
              <a:rPr lang="en-US" dirty="0"/>
              <a:t>It can include items such as; </a:t>
            </a:r>
          </a:p>
          <a:p>
            <a:pPr lvl="1">
              <a:lnSpc>
                <a:spcPct val="140000"/>
              </a:lnSpc>
            </a:pPr>
            <a:r>
              <a:rPr lang="en-US" b="1" dirty="0"/>
              <a:t>Safety helmets</a:t>
            </a:r>
          </a:p>
          <a:p>
            <a:pPr lvl="1">
              <a:lnSpc>
                <a:spcPct val="140000"/>
              </a:lnSpc>
            </a:pPr>
            <a:r>
              <a:rPr lang="en-US" b="1" dirty="0"/>
              <a:t>Gloves</a:t>
            </a:r>
          </a:p>
          <a:p>
            <a:pPr lvl="1">
              <a:lnSpc>
                <a:spcPct val="140000"/>
              </a:lnSpc>
            </a:pPr>
            <a:r>
              <a:rPr lang="en-US" b="1" dirty="0"/>
              <a:t>Eye protection goggles</a:t>
            </a:r>
          </a:p>
          <a:p>
            <a:pPr lvl="1">
              <a:lnSpc>
                <a:spcPct val="140000"/>
              </a:lnSpc>
            </a:pPr>
            <a:r>
              <a:rPr lang="en-US" b="1" dirty="0"/>
              <a:t>High-visibility clothing</a:t>
            </a:r>
          </a:p>
          <a:p>
            <a:pPr lvl="1">
              <a:lnSpc>
                <a:spcPct val="140000"/>
              </a:lnSpc>
            </a:pPr>
            <a:r>
              <a:rPr lang="en-US" b="1" dirty="0"/>
              <a:t>Safety footwear</a:t>
            </a:r>
          </a:p>
          <a:p>
            <a:pPr lvl="1">
              <a:lnSpc>
                <a:spcPct val="140000"/>
              </a:lnSpc>
            </a:pPr>
            <a:r>
              <a:rPr lang="en-US" b="1" dirty="0"/>
              <a:t>Safety harnesses </a:t>
            </a:r>
          </a:p>
          <a:p>
            <a:pPr lvl="1">
              <a:lnSpc>
                <a:spcPct val="140000"/>
              </a:lnSpc>
            </a:pPr>
            <a:r>
              <a:rPr lang="en-US" b="1" dirty="0"/>
              <a:t>Respiratory protective equipment (RPE).</a:t>
            </a:r>
            <a:endParaRPr lang="en-IN" b="1" dirty="0"/>
          </a:p>
        </p:txBody>
      </p:sp>
      <p:pic>
        <p:nvPicPr>
          <p:cNvPr id="6" name="Picture 5">
            <a:extLst>
              <a:ext uri="{FF2B5EF4-FFF2-40B4-BE49-F238E27FC236}">
                <a16:creationId xmlns:a16="http://schemas.microsoft.com/office/drawing/2014/main" id="{90E5FE3A-A5FD-290D-E396-E1A69792A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6120" y="1722120"/>
            <a:ext cx="5135880" cy="5135880"/>
          </a:xfrm>
          <a:prstGeom prst="rect">
            <a:avLst/>
          </a:prstGeom>
        </p:spPr>
      </p:pic>
    </p:spTree>
    <p:extLst>
      <p:ext uri="{BB962C8B-B14F-4D97-AF65-F5344CB8AC3E}">
        <p14:creationId xmlns:p14="http://schemas.microsoft.com/office/powerpoint/2010/main" val="2743488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air of boots and gloves&#10;&#10;Description automatically generated">
            <a:extLst>
              <a:ext uri="{FF2B5EF4-FFF2-40B4-BE49-F238E27FC236}">
                <a16:creationId xmlns:a16="http://schemas.microsoft.com/office/drawing/2014/main" id="{19340FCB-87A8-1161-8989-F1674A553987}"/>
              </a:ext>
            </a:extLst>
          </p:cNvPr>
          <p:cNvPicPr>
            <a:picLocks noChangeAspect="1"/>
          </p:cNvPicPr>
          <p:nvPr/>
        </p:nvPicPr>
        <p:blipFill rotWithShape="1">
          <a:blip r:embed="rId2">
            <a:extLst>
              <a:ext uri="{28A0092B-C50C-407E-A947-70E740481C1C}">
                <a14:useLocalDpi xmlns:a14="http://schemas.microsoft.com/office/drawing/2010/main" val="0"/>
              </a:ext>
            </a:extLst>
          </a:blip>
          <a:srcRect l="13035" r="35442"/>
          <a:stretch/>
        </p:blipFill>
        <p:spPr>
          <a:xfrm>
            <a:off x="47911" y="136525"/>
            <a:ext cx="7066978" cy="6857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48E1D3-413E-D873-ABC1-EEFC5CC79A46}"/>
              </a:ext>
            </a:extLst>
          </p:cNvPr>
          <p:cNvSpPr>
            <a:spLocks noGrp="1"/>
          </p:cNvSpPr>
          <p:nvPr>
            <p:ph type="title"/>
          </p:nvPr>
        </p:nvSpPr>
        <p:spPr>
          <a:xfrm>
            <a:off x="1383129" y="200677"/>
            <a:ext cx="3822189" cy="1899912"/>
          </a:xfrm>
        </p:spPr>
        <p:txBody>
          <a:bodyPr>
            <a:normAutofit/>
          </a:bodyPr>
          <a:lstStyle/>
          <a:p>
            <a:r>
              <a:rPr lang="en-IN" sz="4000" b="1" dirty="0"/>
              <a:t>Why is PPE important?</a:t>
            </a:r>
          </a:p>
        </p:txBody>
      </p:sp>
      <p:sp>
        <p:nvSpPr>
          <p:cNvPr id="3" name="Content Placeholder 2">
            <a:extLst>
              <a:ext uri="{FF2B5EF4-FFF2-40B4-BE49-F238E27FC236}">
                <a16:creationId xmlns:a16="http://schemas.microsoft.com/office/drawing/2014/main" id="{6D739F2E-CC13-37BB-862B-81EA98C68E3B}"/>
              </a:ext>
            </a:extLst>
          </p:cNvPr>
          <p:cNvSpPr>
            <a:spLocks noGrp="1"/>
          </p:cNvSpPr>
          <p:nvPr>
            <p:ph idx="1"/>
          </p:nvPr>
        </p:nvSpPr>
        <p:spPr>
          <a:xfrm>
            <a:off x="6094475" y="200676"/>
            <a:ext cx="5882389" cy="6155673"/>
          </a:xfrm>
        </p:spPr>
        <p:txBody>
          <a:bodyPr>
            <a:noAutofit/>
          </a:bodyPr>
          <a:lstStyle/>
          <a:p>
            <a:r>
              <a:rPr lang="en-US" sz="2400" dirty="0"/>
              <a:t>Even where engineering controls and safe systems of work have been applied, some hazards might remain. </a:t>
            </a:r>
          </a:p>
          <a:p>
            <a:r>
              <a:rPr lang="en-US" sz="2400" dirty="0"/>
              <a:t>These include injuries to:</a:t>
            </a:r>
          </a:p>
          <a:p>
            <a:pPr lvl="1"/>
            <a:r>
              <a:rPr lang="en-US" b="1" dirty="0"/>
              <a:t>The lungs, e.g. From breathing in contaminated air;</a:t>
            </a:r>
          </a:p>
          <a:p>
            <a:pPr lvl="1"/>
            <a:r>
              <a:rPr lang="en-US" b="1" dirty="0"/>
              <a:t>The head and feet, e.g. From falling materials;</a:t>
            </a:r>
          </a:p>
          <a:p>
            <a:pPr lvl="1"/>
            <a:r>
              <a:rPr lang="en-US" b="1" dirty="0"/>
              <a:t>The eyes, e.g. From flying particles or splashes of corrosive liquids;</a:t>
            </a:r>
          </a:p>
          <a:p>
            <a:pPr lvl="1"/>
            <a:r>
              <a:rPr lang="en-US" b="1" dirty="0"/>
              <a:t>The skin, e.g. From contact with corrosive materials;</a:t>
            </a:r>
          </a:p>
          <a:p>
            <a:pPr lvl="1"/>
            <a:r>
              <a:rPr lang="en-US" b="1" dirty="0"/>
              <a:t>The body, e.g. From extremes of heat or cold.</a:t>
            </a:r>
          </a:p>
          <a:p>
            <a:r>
              <a:rPr lang="en-US" sz="2400" dirty="0"/>
              <a:t>PPE is needed in these cases to reduce the risk.</a:t>
            </a:r>
            <a:endParaRPr lang="en-IN" sz="2400" dirty="0"/>
          </a:p>
        </p:txBody>
      </p:sp>
      <p:sp>
        <p:nvSpPr>
          <p:cNvPr id="4" name="Date Placeholder 3">
            <a:extLst>
              <a:ext uri="{FF2B5EF4-FFF2-40B4-BE49-F238E27FC236}">
                <a16:creationId xmlns:a16="http://schemas.microsoft.com/office/drawing/2014/main" id="{58A216E4-A7DC-9976-4E66-3384EB4F16C8}"/>
              </a:ext>
            </a:extLst>
          </p:cNvPr>
          <p:cNvSpPr>
            <a:spLocks noGrp="1"/>
          </p:cNvSpPr>
          <p:nvPr>
            <p:ph type="dt" sz="half" idx="10"/>
          </p:nvPr>
        </p:nvSpPr>
        <p:spPr>
          <a:xfrm>
            <a:off x="838200" y="6356350"/>
            <a:ext cx="2743200" cy="365125"/>
          </a:xfrm>
        </p:spPr>
        <p:txBody>
          <a:bodyPr>
            <a:normAutofit/>
          </a:bodyPr>
          <a:lstStyle/>
          <a:p>
            <a:pPr>
              <a:spcAft>
                <a:spcPts val="600"/>
              </a:spcAft>
            </a:pPr>
            <a:r>
              <a:rPr lang="en-US">
                <a:solidFill>
                  <a:srgbClr val="FFFFFF"/>
                </a:solidFill>
              </a:rPr>
              <a:t>ARJUN P K</a:t>
            </a:r>
          </a:p>
        </p:txBody>
      </p:sp>
    </p:spTree>
    <p:extLst>
      <p:ext uri="{BB962C8B-B14F-4D97-AF65-F5344CB8AC3E}">
        <p14:creationId xmlns:p14="http://schemas.microsoft.com/office/powerpoint/2010/main" val="3897190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yellow hard hat and earphones&#10;&#10;Description automatically generated">
            <a:extLst>
              <a:ext uri="{FF2B5EF4-FFF2-40B4-BE49-F238E27FC236}">
                <a16:creationId xmlns:a16="http://schemas.microsoft.com/office/drawing/2014/main" id="{FF08FAF6-0646-AA15-AADD-8DA8FCB45AA3}"/>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23643" r="22636"/>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FE753D-8803-7982-C5FB-FE8861D46D8D}"/>
              </a:ext>
            </a:extLst>
          </p:cNvPr>
          <p:cNvSpPr>
            <a:spLocks noGrp="1"/>
          </p:cNvSpPr>
          <p:nvPr>
            <p:ph type="title"/>
          </p:nvPr>
        </p:nvSpPr>
        <p:spPr>
          <a:xfrm>
            <a:off x="2078736" y="387279"/>
            <a:ext cx="4785522" cy="1124712"/>
          </a:xfrm>
        </p:spPr>
        <p:txBody>
          <a:bodyPr anchor="b">
            <a:normAutofit/>
          </a:bodyPr>
          <a:lstStyle/>
          <a:p>
            <a:r>
              <a:rPr lang="en-US" sz="3600" b="1" dirty="0"/>
              <a:t>When selecting and using PPE</a:t>
            </a:r>
            <a:endParaRPr lang="en-IN" sz="3600" b="1" dirty="0"/>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830192B-A5DD-97BA-A2C8-61EF983BBE4B}"/>
              </a:ext>
            </a:extLst>
          </p:cNvPr>
          <p:cNvSpPr>
            <a:spLocks noGrp="1"/>
          </p:cNvSpPr>
          <p:nvPr>
            <p:ph idx="1"/>
          </p:nvPr>
        </p:nvSpPr>
        <p:spPr>
          <a:xfrm>
            <a:off x="378607" y="1511991"/>
            <a:ext cx="8548054" cy="3207258"/>
          </a:xfrm>
        </p:spPr>
        <p:txBody>
          <a:bodyPr anchor="t">
            <a:noAutofit/>
          </a:bodyPr>
          <a:lstStyle/>
          <a:p>
            <a:pPr marL="685783" indent="-685783" algn="just">
              <a:buFont typeface="+mj-lt"/>
              <a:buAutoNum type="arabicPeriod"/>
            </a:pPr>
            <a:r>
              <a:rPr lang="en-US" sz="2400" dirty="0"/>
              <a:t>Choose products which are suitable to the residual risk and are the required standard, suppliers can advise you.</a:t>
            </a:r>
          </a:p>
          <a:p>
            <a:pPr marL="685783" indent="-685783" algn="just">
              <a:buFont typeface="+mj-lt"/>
              <a:buAutoNum type="arabicPeriod"/>
            </a:pPr>
            <a:r>
              <a:rPr lang="en-US" sz="2400" dirty="0"/>
              <a:t>Choose equipment that suits the user – consider the size, fit and weight of the PPE. If the users help choose it, they will be more likely to use it.</a:t>
            </a:r>
          </a:p>
          <a:p>
            <a:pPr marL="685783" indent="-685783" algn="just">
              <a:buFont typeface="+mj-lt"/>
              <a:buAutoNum type="arabicPeriod"/>
            </a:pPr>
            <a:r>
              <a:rPr lang="en-US" sz="2400" dirty="0"/>
              <a:t>If more than one item of PPE is worn at the same time, make sure they can be used together, </a:t>
            </a:r>
            <a:r>
              <a:rPr lang="en-US" sz="2400" b="1" dirty="0"/>
              <a:t>e.g. wearing safety glasses may disturb the seal of a respirator, causing air leaks.</a:t>
            </a:r>
          </a:p>
          <a:p>
            <a:pPr marL="685783" indent="-685783" algn="just">
              <a:buFont typeface="+mj-lt"/>
              <a:buAutoNum type="arabicPeriod"/>
            </a:pPr>
            <a:r>
              <a:rPr lang="en-US" sz="2400" dirty="0"/>
              <a:t>Instruct and train people how to use it, e.g. train people to remove gloves without contaminating their skin. </a:t>
            </a:r>
          </a:p>
          <a:p>
            <a:pPr marL="685783" indent="-685783" algn="just">
              <a:buFont typeface="+mj-lt"/>
              <a:buAutoNum type="arabicPeriod"/>
            </a:pPr>
            <a:r>
              <a:rPr lang="en-US" sz="2400" dirty="0"/>
              <a:t>PPE must be properly looked after and stored when not in use, e.g. in a dry, clean cupboard. If it is reusable it must be cleaned and kept in good condition.</a:t>
            </a:r>
            <a:endParaRPr lang="en-IN" sz="2400" dirty="0"/>
          </a:p>
        </p:txBody>
      </p:sp>
    </p:spTree>
    <p:extLst>
      <p:ext uri="{BB962C8B-B14F-4D97-AF65-F5344CB8AC3E}">
        <p14:creationId xmlns:p14="http://schemas.microsoft.com/office/powerpoint/2010/main" val="3371841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061662-D904-8B15-D290-09DE26C07033}"/>
              </a:ext>
            </a:extLst>
          </p:cNvPr>
          <p:cNvSpPr>
            <a:spLocks noGrp="1"/>
          </p:cNvSpPr>
          <p:nvPr>
            <p:ph type="title"/>
          </p:nvPr>
        </p:nvSpPr>
        <p:spPr>
          <a:xfrm>
            <a:off x="4797501" y="329184"/>
            <a:ext cx="6755626" cy="1783080"/>
          </a:xfrm>
        </p:spPr>
        <p:txBody>
          <a:bodyPr anchor="b">
            <a:normAutofit/>
          </a:bodyPr>
          <a:lstStyle/>
          <a:p>
            <a:r>
              <a:rPr lang="en-IN" sz="5400"/>
              <a:t>Types of PPE</a:t>
            </a:r>
          </a:p>
        </p:txBody>
      </p:sp>
      <p:pic>
        <p:nvPicPr>
          <p:cNvPr id="8" name="Graphic 7" descr="Mittens">
            <a:extLst>
              <a:ext uri="{FF2B5EF4-FFF2-40B4-BE49-F238E27FC236}">
                <a16:creationId xmlns:a16="http://schemas.microsoft.com/office/drawing/2014/main" id="{3C505E18-6DE3-5AF1-116F-ADA73FFE9B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3380" y="0"/>
            <a:ext cx="3907536" cy="3907536"/>
          </a:xfrm>
          <a:prstGeom prst="rect">
            <a:avLst/>
          </a:prstGeom>
        </p:spPr>
      </p:pic>
      <p:sp>
        <p:nvSpPr>
          <p:cNvPr id="26"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background with white circles with icons&#10;&#10;Description automatically generated">
            <a:extLst>
              <a:ext uri="{FF2B5EF4-FFF2-40B4-BE49-F238E27FC236}">
                <a16:creationId xmlns:a16="http://schemas.microsoft.com/office/drawing/2014/main" id="{478A10E9-C976-1B92-C33B-C73DC55E80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040" y="4679528"/>
            <a:ext cx="3995928" cy="1038941"/>
          </a:xfrm>
          <a:prstGeom prst="rect">
            <a:avLst/>
          </a:prstGeom>
        </p:spPr>
      </p:pic>
      <p:sp>
        <p:nvSpPr>
          <p:cNvPr id="3" name="Content Placeholder 2">
            <a:extLst>
              <a:ext uri="{FF2B5EF4-FFF2-40B4-BE49-F238E27FC236}">
                <a16:creationId xmlns:a16="http://schemas.microsoft.com/office/drawing/2014/main" id="{2078DF8D-0C9B-3E1F-19BD-DAAECA07A7E6}"/>
              </a:ext>
            </a:extLst>
          </p:cNvPr>
          <p:cNvSpPr>
            <a:spLocks noGrp="1"/>
          </p:cNvSpPr>
          <p:nvPr>
            <p:ph idx="1"/>
          </p:nvPr>
        </p:nvSpPr>
        <p:spPr>
          <a:xfrm>
            <a:off x="4797494" y="2706624"/>
            <a:ext cx="6755626" cy="3483864"/>
          </a:xfrm>
        </p:spPr>
        <p:txBody>
          <a:bodyPr>
            <a:normAutofit/>
          </a:bodyPr>
          <a:lstStyle/>
          <a:p>
            <a:pPr marL="0" indent="0" algn="just">
              <a:buNone/>
            </a:pPr>
            <a:r>
              <a:rPr lang="en-US" sz="2400" b="1" dirty="0"/>
              <a:t>There are two types of PPE</a:t>
            </a:r>
          </a:p>
          <a:p>
            <a:pPr marL="685783" indent="-685783" algn="just">
              <a:buFont typeface="+mj-lt"/>
              <a:buAutoNum type="arabicPeriod"/>
            </a:pPr>
            <a:r>
              <a:rPr lang="en-US" sz="2400" b="1" dirty="0"/>
              <a:t>Simple personal protective equipment – this refers to equipment that has a basic design model, it protects against lower risk hazards. </a:t>
            </a:r>
          </a:p>
          <a:p>
            <a:pPr marL="685783" indent="-685783" algn="just">
              <a:buFont typeface="+mj-lt"/>
              <a:buAutoNum type="arabicPeriod"/>
            </a:pPr>
            <a:r>
              <a:rPr lang="en-US" sz="2400" b="1" dirty="0"/>
              <a:t>Complex personal protective equipment – this refers to equipment that it more of a technical design and provides protection against fatal or serious risk.</a:t>
            </a:r>
          </a:p>
        </p:txBody>
      </p:sp>
      <p:sp>
        <p:nvSpPr>
          <p:cNvPr id="4" name="Date Placeholder 3">
            <a:extLst>
              <a:ext uri="{FF2B5EF4-FFF2-40B4-BE49-F238E27FC236}">
                <a16:creationId xmlns:a16="http://schemas.microsoft.com/office/drawing/2014/main" id="{7275FA63-2823-BF37-F1C3-E3B03C316A55}"/>
              </a:ext>
            </a:extLst>
          </p:cNvPr>
          <p:cNvSpPr>
            <a:spLocks noGrp="1"/>
          </p:cNvSpPr>
          <p:nvPr>
            <p:ph type="dt" sz="half" idx="10"/>
          </p:nvPr>
        </p:nvSpPr>
        <p:spPr>
          <a:xfrm>
            <a:off x="838200" y="6356350"/>
            <a:ext cx="2743200" cy="365125"/>
          </a:xfrm>
        </p:spPr>
        <p:txBody>
          <a:bodyPr>
            <a:normAutofit/>
          </a:bodyPr>
          <a:lstStyle/>
          <a:p>
            <a:pPr>
              <a:spcAft>
                <a:spcPts val="600"/>
              </a:spcAft>
            </a:pPr>
            <a:r>
              <a:rPr lang="en-US"/>
              <a:t>ARJUN P K</a:t>
            </a:r>
          </a:p>
        </p:txBody>
      </p:sp>
    </p:spTree>
    <p:extLst>
      <p:ext uri="{BB962C8B-B14F-4D97-AF65-F5344CB8AC3E}">
        <p14:creationId xmlns:p14="http://schemas.microsoft.com/office/powerpoint/2010/main" val="2899682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77599" y="1"/>
            <a:ext cx="68368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768FD5-DD7A-43C7-8DEA-1F5DB3CB5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wearing a hard hat and goggles&#10;&#10;Description automatically generated">
            <a:extLst>
              <a:ext uri="{FF2B5EF4-FFF2-40B4-BE49-F238E27FC236}">
                <a16:creationId xmlns:a16="http://schemas.microsoft.com/office/drawing/2014/main" id="{4F175FFE-3967-F3DF-49F6-50A30FA83D53}"/>
              </a:ext>
            </a:extLst>
          </p:cNvPr>
          <p:cNvPicPr>
            <a:picLocks noChangeAspect="1"/>
          </p:cNvPicPr>
          <p:nvPr/>
        </p:nvPicPr>
        <p:blipFill>
          <a:blip r:embed="rId2">
            <a:extLst>
              <a:ext uri="{28A0092B-C50C-407E-A947-70E740481C1C}">
                <a14:useLocalDpi xmlns:a14="http://schemas.microsoft.com/office/drawing/2010/main" val="0"/>
              </a:ext>
            </a:extLst>
          </a:blip>
          <a:srcRect t="9230"/>
          <a:stretch/>
        </p:blipFill>
        <p:spPr>
          <a:xfrm>
            <a:off x="2" y="10"/>
            <a:ext cx="12191999" cy="3154014"/>
          </a:xfrm>
          <a:custGeom>
            <a:avLst/>
            <a:gdLst/>
            <a:ahLst/>
            <a:cxnLst/>
            <a:rect l="l" t="t" r="r" b="b"/>
            <a:pathLst>
              <a:path w="12191999" h="3428999">
                <a:moveTo>
                  <a:pt x="0" y="0"/>
                </a:moveTo>
                <a:lnTo>
                  <a:pt x="12191999" y="0"/>
                </a:lnTo>
                <a:lnTo>
                  <a:pt x="12191999" y="920893"/>
                </a:lnTo>
                <a:lnTo>
                  <a:pt x="12191999" y="1514929"/>
                </a:lnTo>
                <a:lnTo>
                  <a:pt x="12191999" y="3130902"/>
                </a:lnTo>
                <a:lnTo>
                  <a:pt x="12188051" y="3131476"/>
                </a:lnTo>
                <a:cubicBezTo>
                  <a:pt x="12153000" y="3135813"/>
                  <a:pt x="12133655" y="3136025"/>
                  <a:pt x="12112012" y="3138906"/>
                </a:cubicBezTo>
                <a:cubicBezTo>
                  <a:pt x="12076970" y="3145595"/>
                  <a:pt x="12039899" y="3160769"/>
                  <a:pt x="12018752" y="3165642"/>
                </a:cubicBezTo>
                <a:lnTo>
                  <a:pt x="11985122" y="3168147"/>
                </a:lnTo>
                <a:lnTo>
                  <a:pt x="11986344" y="3172878"/>
                </a:lnTo>
                <a:lnTo>
                  <a:pt x="11973852" y="3173226"/>
                </a:lnTo>
                <a:lnTo>
                  <a:pt x="11945968" y="3173341"/>
                </a:lnTo>
                <a:cubicBezTo>
                  <a:pt x="11928568" y="3174057"/>
                  <a:pt x="11880184" y="3172923"/>
                  <a:pt x="11862470" y="3174654"/>
                </a:cubicBezTo>
                <a:cubicBezTo>
                  <a:pt x="11857360" y="3179700"/>
                  <a:pt x="11849473" y="3182451"/>
                  <a:pt x="11839688" y="3183726"/>
                </a:cubicBezTo>
                <a:lnTo>
                  <a:pt x="11818138" y="3183868"/>
                </a:lnTo>
                <a:lnTo>
                  <a:pt x="11693161" y="3196027"/>
                </a:lnTo>
                <a:lnTo>
                  <a:pt x="11675978" y="3196936"/>
                </a:lnTo>
                <a:lnTo>
                  <a:pt x="11666672" y="3201013"/>
                </a:lnTo>
                <a:cubicBezTo>
                  <a:pt x="11659568" y="3201827"/>
                  <a:pt x="11639160" y="3201301"/>
                  <a:pt x="11633348" y="3201823"/>
                </a:cubicBezTo>
                <a:lnTo>
                  <a:pt x="11631806" y="3204144"/>
                </a:lnTo>
                <a:cubicBezTo>
                  <a:pt x="11613292" y="3207852"/>
                  <a:pt x="11543654" y="3220200"/>
                  <a:pt x="11522270" y="3224070"/>
                </a:cubicBezTo>
                <a:cubicBezTo>
                  <a:pt x="11517998" y="3220503"/>
                  <a:pt x="11508432" y="3226137"/>
                  <a:pt x="11503503" y="3227361"/>
                </a:cubicBezTo>
                <a:cubicBezTo>
                  <a:pt x="11502740" y="3224959"/>
                  <a:pt x="11490808" y="3224226"/>
                  <a:pt x="11487288" y="3226364"/>
                </a:cubicBezTo>
                <a:cubicBezTo>
                  <a:pt x="11403406" y="3238085"/>
                  <a:pt x="11445394" y="3213864"/>
                  <a:pt x="11397514" y="3229209"/>
                </a:cubicBezTo>
                <a:cubicBezTo>
                  <a:pt x="11389044" y="3230225"/>
                  <a:pt x="11382180" y="3229256"/>
                  <a:pt x="11376160" y="3227461"/>
                </a:cubicBezTo>
                <a:lnTo>
                  <a:pt x="11367180" y="3223774"/>
                </a:lnTo>
                <a:lnTo>
                  <a:pt x="11332420" y="3230742"/>
                </a:lnTo>
                <a:cubicBezTo>
                  <a:pt x="11315298" y="3233171"/>
                  <a:pt x="11297277" y="3234781"/>
                  <a:pt x="11278786" y="3235517"/>
                </a:cubicBezTo>
                <a:cubicBezTo>
                  <a:pt x="11274637" y="3230607"/>
                  <a:pt x="11260123" y="3237582"/>
                  <a:pt x="11253295" y="3238964"/>
                </a:cubicBezTo>
                <a:cubicBezTo>
                  <a:pt x="11253224" y="3235757"/>
                  <a:pt x="11238096" y="3234220"/>
                  <a:pt x="11232727" y="3236871"/>
                </a:cubicBezTo>
                <a:cubicBezTo>
                  <a:pt x="11119903" y="3248332"/>
                  <a:pt x="11183388" y="3218382"/>
                  <a:pt x="11115682" y="3236341"/>
                </a:cubicBezTo>
                <a:cubicBezTo>
                  <a:pt x="11104356" y="3237278"/>
                  <a:pt x="11095858" y="3235671"/>
                  <a:pt x="11088768" y="3233017"/>
                </a:cubicBezTo>
                <a:lnTo>
                  <a:pt x="11076012" y="3226390"/>
                </a:lnTo>
                <a:lnTo>
                  <a:pt x="11066016" y="3228753"/>
                </a:lnTo>
                <a:cubicBezTo>
                  <a:pt x="11028292" y="3228939"/>
                  <a:pt x="11017169" y="3222147"/>
                  <a:pt x="10995221" y="3228989"/>
                </a:cubicBezTo>
                <a:cubicBezTo>
                  <a:pt x="10962786" y="3214768"/>
                  <a:pt x="10973708" y="3227571"/>
                  <a:pt x="10949038" y="3229747"/>
                </a:cubicBezTo>
                <a:cubicBezTo>
                  <a:pt x="10929576" y="3232582"/>
                  <a:pt x="10965306" y="3238039"/>
                  <a:pt x="10946231" y="3238844"/>
                </a:cubicBezTo>
                <a:cubicBezTo>
                  <a:pt x="10925596" y="3235173"/>
                  <a:pt x="10926566" y="3246575"/>
                  <a:pt x="10905107" y="3242085"/>
                </a:cubicBezTo>
                <a:cubicBezTo>
                  <a:pt x="10910320" y="3233495"/>
                  <a:pt x="10862761" y="3243750"/>
                  <a:pt x="10861282" y="3236246"/>
                </a:cubicBezTo>
                <a:cubicBezTo>
                  <a:pt x="10843055" y="3246977"/>
                  <a:pt x="10833897" y="3233757"/>
                  <a:pt x="10809627" y="3237064"/>
                </a:cubicBezTo>
                <a:cubicBezTo>
                  <a:pt x="10798198" y="3241124"/>
                  <a:pt x="10789952" y="3241821"/>
                  <a:pt x="10778718" y="3237455"/>
                </a:cubicBezTo>
                <a:cubicBezTo>
                  <a:pt x="10726069" y="3257219"/>
                  <a:pt x="10746866" y="3238339"/>
                  <a:pt x="10697595" y="3245939"/>
                </a:cubicBezTo>
                <a:cubicBezTo>
                  <a:pt x="10655146" y="3253933"/>
                  <a:pt x="10607026" y="3259119"/>
                  <a:pt x="10565970" y="3278201"/>
                </a:cubicBezTo>
                <a:cubicBezTo>
                  <a:pt x="10558434" y="3283608"/>
                  <a:pt x="10539930" y="3285654"/>
                  <a:pt x="10524645" y="3282773"/>
                </a:cubicBezTo>
                <a:cubicBezTo>
                  <a:pt x="10522018" y="3282276"/>
                  <a:pt x="10519582" y="3281649"/>
                  <a:pt x="10517421" y="3280913"/>
                </a:cubicBezTo>
                <a:cubicBezTo>
                  <a:pt x="10481928" y="3283832"/>
                  <a:pt x="10352108" y="3296870"/>
                  <a:pt x="10311683" y="3300288"/>
                </a:cubicBezTo>
                <a:cubicBezTo>
                  <a:pt x="10308410" y="3293342"/>
                  <a:pt x="10287968" y="3305875"/>
                  <a:pt x="10274873" y="3301423"/>
                </a:cubicBezTo>
                <a:cubicBezTo>
                  <a:pt x="10265494" y="3297516"/>
                  <a:pt x="10257104" y="3300407"/>
                  <a:pt x="10247307" y="3300714"/>
                </a:cubicBezTo>
                <a:cubicBezTo>
                  <a:pt x="10234401" y="3297643"/>
                  <a:pt x="10192308" y="3303190"/>
                  <a:pt x="10181334" y="3307168"/>
                </a:cubicBezTo>
                <a:cubicBezTo>
                  <a:pt x="10155109" y="3320992"/>
                  <a:pt x="10095518" y="3310726"/>
                  <a:pt x="10073729" y="3321318"/>
                </a:cubicBezTo>
                <a:cubicBezTo>
                  <a:pt x="10065823" y="3322872"/>
                  <a:pt x="10058087" y="3323501"/>
                  <a:pt x="10050495" y="3323554"/>
                </a:cubicBezTo>
                <a:lnTo>
                  <a:pt x="10029247" y="3322387"/>
                </a:lnTo>
                <a:lnTo>
                  <a:pt x="10023206" y="3319426"/>
                </a:lnTo>
                <a:lnTo>
                  <a:pt x="10010221" y="3320159"/>
                </a:lnTo>
                <a:lnTo>
                  <a:pt x="10006500" y="3319709"/>
                </a:lnTo>
                <a:cubicBezTo>
                  <a:pt x="9999392" y="3318836"/>
                  <a:pt x="9992376" y="3318075"/>
                  <a:pt x="9985433" y="3317775"/>
                </a:cubicBezTo>
                <a:cubicBezTo>
                  <a:pt x="9994564" y="3332623"/>
                  <a:pt x="9927872" y="3317665"/>
                  <a:pt x="9947096" y="3329673"/>
                </a:cubicBezTo>
                <a:cubicBezTo>
                  <a:pt x="9910530" y="3330603"/>
                  <a:pt x="9938422" y="3341787"/>
                  <a:pt x="9894468" y="3331125"/>
                </a:cubicBezTo>
                <a:cubicBezTo>
                  <a:pt x="9837697" y="3343266"/>
                  <a:pt x="9748207" y="3338748"/>
                  <a:pt x="9703741" y="3357170"/>
                </a:cubicBezTo>
                <a:cubicBezTo>
                  <a:pt x="9709264" y="3350136"/>
                  <a:pt x="9685337" y="3344679"/>
                  <a:pt x="9668763" y="3348169"/>
                </a:cubicBezTo>
                <a:cubicBezTo>
                  <a:pt x="9688139" y="3320571"/>
                  <a:pt x="9603232" y="3373038"/>
                  <a:pt x="9588644" y="3354205"/>
                </a:cubicBezTo>
                <a:cubicBezTo>
                  <a:pt x="9587925" y="3371689"/>
                  <a:pt x="9513642" y="3401336"/>
                  <a:pt x="9478680" y="3386990"/>
                </a:cubicBezTo>
                <a:cubicBezTo>
                  <a:pt x="9425416" y="3390492"/>
                  <a:pt x="9387699" y="3404944"/>
                  <a:pt x="9331856" y="3399166"/>
                </a:cubicBezTo>
                <a:cubicBezTo>
                  <a:pt x="9330123" y="3401505"/>
                  <a:pt x="9327283" y="3403463"/>
                  <a:pt x="9323679" y="3405145"/>
                </a:cubicBezTo>
                <a:lnTo>
                  <a:pt x="9311620" y="3409223"/>
                </a:lnTo>
                <a:lnTo>
                  <a:pt x="9309289" y="3408926"/>
                </a:lnTo>
                <a:cubicBezTo>
                  <a:pt x="9300131" y="3408873"/>
                  <a:pt x="9295442" y="3409859"/>
                  <a:pt x="9292731" y="3411301"/>
                </a:cubicBezTo>
                <a:lnTo>
                  <a:pt x="9290814" y="3413412"/>
                </a:lnTo>
                <a:lnTo>
                  <a:pt x="9279990" y="3415541"/>
                </a:lnTo>
                <a:lnTo>
                  <a:pt x="9260104" y="3421077"/>
                </a:lnTo>
                <a:lnTo>
                  <a:pt x="9255034" y="3420853"/>
                </a:lnTo>
                <a:lnTo>
                  <a:pt x="9222941" y="3427242"/>
                </a:lnTo>
                <a:lnTo>
                  <a:pt x="9221858" y="3426731"/>
                </a:lnTo>
                <a:cubicBezTo>
                  <a:pt x="9218700" y="3425733"/>
                  <a:pt x="9214983" y="3425271"/>
                  <a:pt x="9210014" y="3425917"/>
                </a:cubicBezTo>
                <a:cubicBezTo>
                  <a:pt x="9208256" y="3416158"/>
                  <a:pt x="9203342" y="3422957"/>
                  <a:pt x="9188839" y="3425728"/>
                </a:cubicBezTo>
                <a:cubicBezTo>
                  <a:pt x="9182870" y="3411188"/>
                  <a:pt x="9147335" y="3424352"/>
                  <a:pt x="9132080" y="3417886"/>
                </a:cubicBezTo>
                <a:cubicBezTo>
                  <a:pt x="9121557" y="3420249"/>
                  <a:pt x="9110321" y="3422482"/>
                  <a:pt x="9098549" y="3424480"/>
                </a:cubicBezTo>
                <a:lnTo>
                  <a:pt x="9003970" y="3425484"/>
                </a:lnTo>
                <a:lnTo>
                  <a:pt x="8904921" y="3413774"/>
                </a:lnTo>
                <a:cubicBezTo>
                  <a:pt x="8868284" y="3413519"/>
                  <a:pt x="8836559" y="3409171"/>
                  <a:pt x="8805551" y="3412237"/>
                </a:cubicBezTo>
                <a:cubicBezTo>
                  <a:pt x="8792955" y="3408854"/>
                  <a:pt x="8781083" y="3407488"/>
                  <a:pt x="8769572" y="3412551"/>
                </a:cubicBezTo>
                <a:cubicBezTo>
                  <a:pt x="8735382" y="3410862"/>
                  <a:pt x="8727105" y="3403632"/>
                  <a:pt x="8705440" y="3409271"/>
                </a:cubicBezTo>
                <a:cubicBezTo>
                  <a:pt x="8686231" y="3397576"/>
                  <a:pt x="8685094" y="3402040"/>
                  <a:pt x="8676067" y="3405389"/>
                </a:cubicBezTo>
                <a:lnTo>
                  <a:pt x="8674779" y="3405628"/>
                </a:lnTo>
                <a:lnTo>
                  <a:pt x="8672154" y="3403956"/>
                </a:lnTo>
                <a:lnTo>
                  <a:pt x="8666720" y="3403182"/>
                </a:lnTo>
                <a:lnTo>
                  <a:pt x="8651886" y="3403680"/>
                </a:lnTo>
                <a:lnTo>
                  <a:pt x="8646307" y="3404298"/>
                </a:lnTo>
                <a:cubicBezTo>
                  <a:pt x="8642465" y="3404565"/>
                  <a:pt x="8639912" y="3404534"/>
                  <a:pt x="8638145" y="3404287"/>
                </a:cubicBezTo>
                <a:lnTo>
                  <a:pt x="8637941" y="3404149"/>
                </a:lnTo>
                <a:lnTo>
                  <a:pt x="8630296" y="3404406"/>
                </a:lnTo>
                <a:cubicBezTo>
                  <a:pt x="8617394" y="3405155"/>
                  <a:pt x="8604838" y="3406180"/>
                  <a:pt x="8592887" y="3407398"/>
                </a:cubicBezTo>
                <a:cubicBezTo>
                  <a:pt x="8582781" y="3399722"/>
                  <a:pt x="8538622" y="3408789"/>
                  <a:pt x="8543455" y="3394319"/>
                </a:cubicBezTo>
                <a:cubicBezTo>
                  <a:pt x="8527334" y="3395534"/>
                  <a:pt x="8517583" y="3401542"/>
                  <a:pt x="8523012" y="3392051"/>
                </a:cubicBezTo>
                <a:cubicBezTo>
                  <a:pt x="8517705" y="3392178"/>
                  <a:pt x="8514435" y="3391372"/>
                  <a:pt x="8512093" y="3390108"/>
                </a:cubicBezTo>
                <a:lnTo>
                  <a:pt x="8511416" y="3389513"/>
                </a:lnTo>
                <a:lnTo>
                  <a:pt x="8475551" y="3392450"/>
                </a:lnTo>
                <a:lnTo>
                  <a:pt x="8470789" y="3391736"/>
                </a:lnTo>
                <a:lnTo>
                  <a:pt x="8447414" y="3395064"/>
                </a:lnTo>
                <a:lnTo>
                  <a:pt x="8435335" y="3396028"/>
                </a:lnTo>
                <a:lnTo>
                  <a:pt x="8431923" y="3397855"/>
                </a:lnTo>
                <a:cubicBezTo>
                  <a:pt x="8428239" y="3398965"/>
                  <a:pt x="8422959" y="3399444"/>
                  <a:pt x="8414099" y="3398491"/>
                </a:cubicBezTo>
                <a:lnTo>
                  <a:pt x="8412049" y="3397978"/>
                </a:lnTo>
                <a:lnTo>
                  <a:pt x="8397349" y="3400683"/>
                </a:lnTo>
                <a:cubicBezTo>
                  <a:pt x="8392615" y="3401933"/>
                  <a:pt x="8388424" y="3403524"/>
                  <a:pt x="8385030" y="3405585"/>
                </a:cubicBezTo>
                <a:cubicBezTo>
                  <a:pt x="8334977" y="3394568"/>
                  <a:pt x="8287750" y="3404648"/>
                  <a:pt x="8233422" y="3402742"/>
                </a:cubicBezTo>
                <a:cubicBezTo>
                  <a:pt x="8209936" y="3385601"/>
                  <a:pt x="8116056" y="3406588"/>
                  <a:pt x="8102569" y="3423208"/>
                </a:cubicBezTo>
                <a:cubicBezTo>
                  <a:pt x="8102264" y="3408645"/>
                  <a:pt x="8034186" y="3428475"/>
                  <a:pt x="8016625" y="3428989"/>
                </a:cubicBezTo>
                <a:cubicBezTo>
                  <a:pt x="8010771" y="3429161"/>
                  <a:pt x="8010530" y="3427186"/>
                  <a:pt x="8020284" y="3421076"/>
                </a:cubicBezTo>
                <a:cubicBezTo>
                  <a:pt x="8001623" y="3422777"/>
                  <a:pt x="7982361" y="3415208"/>
                  <a:pt x="7992871" y="3409037"/>
                </a:cubicBezTo>
                <a:cubicBezTo>
                  <a:pt x="7936181" y="3422244"/>
                  <a:pt x="7852511" y="3409112"/>
                  <a:pt x="7788452" y="3415110"/>
                </a:cubicBezTo>
                <a:cubicBezTo>
                  <a:pt x="7753529" y="3400598"/>
                  <a:pt x="7772461" y="3414025"/>
                  <a:pt x="7736237" y="3411311"/>
                </a:cubicBezTo>
                <a:cubicBezTo>
                  <a:pt x="7746145" y="3424670"/>
                  <a:pt x="7692261" y="3403816"/>
                  <a:pt x="7690279" y="3418893"/>
                </a:cubicBezTo>
                <a:cubicBezTo>
                  <a:pt x="7683750" y="3417921"/>
                  <a:pt x="7677487" y="3416505"/>
                  <a:pt x="7671219" y="3414970"/>
                </a:cubicBezTo>
                <a:lnTo>
                  <a:pt x="7667928" y="3414173"/>
                </a:lnTo>
                <a:lnTo>
                  <a:pt x="7654774" y="3413595"/>
                </a:lnTo>
                <a:lnTo>
                  <a:pt x="7651067" y="3410171"/>
                </a:lnTo>
                <a:lnTo>
                  <a:pt x="7631267" y="3406963"/>
                </a:lnTo>
                <a:cubicBezTo>
                  <a:pt x="7623851" y="3406267"/>
                  <a:pt x="7615871" y="3406106"/>
                  <a:pt x="7607053" y="3406809"/>
                </a:cubicBezTo>
                <a:cubicBezTo>
                  <a:pt x="7585359" y="3412784"/>
                  <a:pt x="7551579" y="3405461"/>
                  <a:pt x="7521027" y="3405904"/>
                </a:cubicBezTo>
                <a:lnTo>
                  <a:pt x="7506997" y="3407754"/>
                </a:lnTo>
                <a:lnTo>
                  <a:pt x="7461204" y="3404669"/>
                </a:lnTo>
                <a:cubicBezTo>
                  <a:pt x="7448169" y="3404071"/>
                  <a:pt x="7434640" y="3403756"/>
                  <a:pt x="7420396" y="3403975"/>
                </a:cubicBezTo>
                <a:lnTo>
                  <a:pt x="7393955" y="3405447"/>
                </a:lnTo>
                <a:lnTo>
                  <a:pt x="7387024" y="3404227"/>
                </a:lnTo>
                <a:cubicBezTo>
                  <a:pt x="7374952" y="3404363"/>
                  <a:pt x="7358975" y="3408656"/>
                  <a:pt x="7360398" y="3403441"/>
                </a:cubicBezTo>
                <a:lnTo>
                  <a:pt x="7346837" y="3405249"/>
                </a:lnTo>
                <a:lnTo>
                  <a:pt x="7333451" y="3401087"/>
                </a:lnTo>
                <a:cubicBezTo>
                  <a:pt x="7331985" y="3400120"/>
                  <a:pt x="7330882" y="3399091"/>
                  <a:pt x="7330179" y="3398037"/>
                </a:cubicBezTo>
                <a:lnTo>
                  <a:pt x="7311232" y="3399406"/>
                </a:lnTo>
                <a:lnTo>
                  <a:pt x="7295699" y="3396426"/>
                </a:lnTo>
                <a:lnTo>
                  <a:pt x="7282158" y="3398374"/>
                </a:lnTo>
                <a:lnTo>
                  <a:pt x="7276538" y="3397935"/>
                </a:lnTo>
                <a:lnTo>
                  <a:pt x="7262569" y="3396460"/>
                </a:lnTo>
                <a:cubicBezTo>
                  <a:pt x="7255407" y="3395426"/>
                  <a:pt x="7247392" y="3394180"/>
                  <a:pt x="7238468" y="3393183"/>
                </a:cubicBezTo>
                <a:lnTo>
                  <a:pt x="7230949" y="3392727"/>
                </a:lnTo>
                <a:lnTo>
                  <a:pt x="7214580" y="3387715"/>
                </a:lnTo>
                <a:cubicBezTo>
                  <a:pt x="7202670" y="3383926"/>
                  <a:pt x="7193296" y="3381373"/>
                  <a:pt x="7182893" y="3383429"/>
                </a:cubicBezTo>
                <a:cubicBezTo>
                  <a:pt x="7165160" y="3378534"/>
                  <a:pt x="7152772" y="3364815"/>
                  <a:pt x="7127104" y="3368475"/>
                </a:cubicBezTo>
                <a:cubicBezTo>
                  <a:pt x="7134894" y="3362260"/>
                  <a:pt x="7098599" y="3367723"/>
                  <a:pt x="7094311" y="3361339"/>
                </a:cubicBezTo>
                <a:cubicBezTo>
                  <a:pt x="7092331" y="3356198"/>
                  <a:pt x="7080860" y="3356657"/>
                  <a:pt x="7072124" y="3354762"/>
                </a:cubicBezTo>
                <a:cubicBezTo>
                  <a:pt x="7065898" y="3349511"/>
                  <a:pt x="7021942" y="3344717"/>
                  <a:pt x="7006638" y="3345473"/>
                </a:cubicBezTo>
                <a:cubicBezTo>
                  <a:pt x="6963504" y="3350697"/>
                  <a:pt x="6928807" y="3329559"/>
                  <a:pt x="6894320" y="3333192"/>
                </a:cubicBezTo>
                <a:cubicBezTo>
                  <a:pt x="6885290" y="3332697"/>
                  <a:pt x="6877803" y="3331507"/>
                  <a:pt x="6871318" y="3329892"/>
                </a:cubicBezTo>
                <a:lnTo>
                  <a:pt x="6855157" y="3324330"/>
                </a:lnTo>
                <a:cubicBezTo>
                  <a:pt x="6854956" y="3323109"/>
                  <a:pt x="6854755" y="3321887"/>
                  <a:pt x="6854555" y="3320665"/>
                </a:cubicBezTo>
                <a:lnTo>
                  <a:pt x="6842483" y="3318413"/>
                </a:lnTo>
                <a:lnTo>
                  <a:pt x="6840027" y="3317245"/>
                </a:lnTo>
                <a:cubicBezTo>
                  <a:pt x="6835354" y="3315001"/>
                  <a:pt x="6830588" y="3312868"/>
                  <a:pt x="6825185" y="3311114"/>
                </a:cubicBezTo>
                <a:cubicBezTo>
                  <a:pt x="6810331" y="3324866"/>
                  <a:pt x="6776772" y="3298463"/>
                  <a:pt x="6774755" y="3312168"/>
                </a:cubicBezTo>
                <a:cubicBezTo>
                  <a:pt x="6742477" y="3304924"/>
                  <a:pt x="6749024" y="3319870"/>
                  <a:pt x="6728129" y="3301832"/>
                </a:cubicBezTo>
                <a:cubicBezTo>
                  <a:pt x="6661764" y="3299056"/>
                  <a:pt x="6593104" y="3275946"/>
                  <a:pt x="6527587" y="3280829"/>
                </a:cubicBezTo>
                <a:cubicBezTo>
                  <a:pt x="6542935" y="3276465"/>
                  <a:pt x="6531033" y="3266920"/>
                  <a:pt x="6511742" y="3266067"/>
                </a:cubicBezTo>
                <a:cubicBezTo>
                  <a:pt x="6570025" y="3248440"/>
                  <a:pt x="6418649" y="3271458"/>
                  <a:pt x="6434953" y="3253360"/>
                </a:cubicBezTo>
                <a:cubicBezTo>
                  <a:pt x="6407781" y="3267048"/>
                  <a:pt x="6300040" y="3274313"/>
                  <a:pt x="6292331" y="3255322"/>
                </a:cubicBezTo>
                <a:cubicBezTo>
                  <a:pt x="6242057" y="3246469"/>
                  <a:pt x="6188266" y="3249680"/>
                  <a:pt x="6149913" y="3232917"/>
                </a:cubicBezTo>
                <a:cubicBezTo>
                  <a:pt x="6144898" y="3234391"/>
                  <a:pt x="6139526" y="3235322"/>
                  <a:pt x="6133930" y="3235867"/>
                </a:cubicBezTo>
                <a:lnTo>
                  <a:pt x="6117554" y="3236464"/>
                </a:lnTo>
                <a:lnTo>
                  <a:pt x="6116039" y="3235720"/>
                </a:lnTo>
                <a:cubicBezTo>
                  <a:pt x="6108393" y="3233681"/>
                  <a:pt x="6102936" y="3233437"/>
                  <a:pt x="6098459" y="3233988"/>
                </a:cubicBezTo>
                <a:lnTo>
                  <a:pt x="6093630" y="3235240"/>
                </a:lnTo>
                <a:lnTo>
                  <a:pt x="6081261" y="3234563"/>
                </a:lnTo>
                <a:lnTo>
                  <a:pt x="6056067" y="3234608"/>
                </a:lnTo>
                <a:lnTo>
                  <a:pt x="6052129" y="3233324"/>
                </a:lnTo>
                <a:lnTo>
                  <a:pt x="6015338" y="3231378"/>
                </a:lnTo>
                <a:cubicBezTo>
                  <a:pt x="6015291" y="3231165"/>
                  <a:pt x="6015245" y="3230951"/>
                  <a:pt x="6015198" y="3230737"/>
                </a:cubicBezTo>
                <a:cubicBezTo>
                  <a:pt x="6014048" y="3229257"/>
                  <a:pt x="6011617" y="3228081"/>
                  <a:pt x="6006436" y="3227508"/>
                </a:cubicBezTo>
                <a:cubicBezTo>
                  <a:pt x="6019781" y="3219395"/>
                  <a:pt x="6005305" y="3223709"/>
                  <a:pt x="5988851" y="3222735"/>
                </a:cubicBezTo>
                <a:cubicBezTo>
                  <a:pt x="6005907" y="3209918"/>
                  <a:pt x="5955918" y="3212588"/>
                  <a:pt x="5952863" y="3204137"/>
                </a:cubicBezTo>
                <a:cubicBezTo>
                  <a:pt x="5940395" y="3203711"/>
                  <a:pt x="5927517" y="3203028"/>
                  <a:pt x="5914548" y="3202041"/>
                </a:cubicBezTo>
                <a:lnTo>
                  <a:pt x="5907020" y="3201283"/>
                </a:lnTo>
                <a:cubicBezTo>
                  <a:pt x="5906995" y="3201231"/>
                  <a:pt x="5906969" y="3201180"/>
                  <a:pt x="5906944" y="3201129"/>
                </a:cubicBezTo>
                <a:cubicBezTo>
                  <a:pt x="5905471" y="3200668"/>
                  <a:pt x="5903056" y="3200308"/>
                  <a:pt x="5899155" y="3200053"/>
                </a:cubicBezTo>
                <a:lnTo>
                  <a:pt x="5893294" y="3199901"/>
                </a:lnTo>
                <a:lnTo>
                  <a:pt x="5878691" y="3198431"/>
                </a:lnTo>
                <a:lnTo>
                  <a:pt x="5874165" y="3197003"/>
                </a:lnTo>
                <a:lnTo>
                  <a:pt x="5873092" y="3195108"/>
                </a:lnTo>
                <a:lnTo>
                  <a:pt x="5871658" y="3195162"/>
                </a:lnTo>
                <a:cubicBezTo>
                  <a:pt x="5860152" y="3197097"/>
                  <a:pt x="5855231" y="3201097"/>
                  <a:pt x="5846928" y="3187725"/>
                </a:cubicBezTo>
                <a:cubicBezTo>
                  <a:pt x="5821379" y="3190142"/>
                  <a:pt x="5819686" y="3182343"/>
                  <a:pt x="5788468" y="3176316"/>
                </a:cubicBezTo>
                <a:cubicBezTo>
                  <a:pt x="5773119" y="3179521"/>
                  <a:pt x="5762947" y="3176704"/>
                  <a:pt x="5753823" y="3171919"/>
                </a:cubicBezTo>
                <a:cubicBezTo>
                  <a:pt x="5721557" y="3170726"/>
                  <a:pt x="5694983" y="3162549"/>
                  <a:pt x="5660194" y="3157536"/>
                </a:cubicBezTo>
                <a:cubicBezTo>
                  <a:pt x="5619608" y="3159495"/>
                  <a:pt x="5604384" y="3146636"/>
                  <a:pt x="5567188" y="3141325"/>
                </a:cubicBezTo>
                <a:cubicBezTo>
                  <a:pt x="5530345" y="3148235"/>
                  <a:pt x="5543868" y="3129416"/>
                  <a:pt x="5526178" y="3123274"/>
                </a:cubicBezTo>
                <a:lnTo>
                  <a:pt x="5520866" y="3122322"/>
                </a:lnTo>
                <a:lnTo>
                  <a:pt x="5506009" y="3122332"/>
                </a:lnTo>
                <a:lnTo>
                  <a:pt x="5500363" y="3122766"/>
                </a:lnTo>
                <a:cubicBezTo>
                  <a:pt x="5496497" y="3122905"/>
                  <a:pt x="5493953" y="3122792"/>
                  <a:pt x="5492228" y="3122486"/>
                </a:cubicBezTo>
                <a:lnTo>
                  <a:pt x="5492044" y="3122342"/>
                </a:lnTo>
                <a:lnTo>
                  <a:pt x="5484386" y="3122347"/>
                </a:lnTo>
                <a:cubicBezTo>
                  <a:pt x="5471420" y="3122670"/>
                  <a:pt x="5458764" y="3123280"/>
                  <a:pt x="5446679" y="3124105"/>
                </a:cubicBezTo>
                <a:cubicBezTo>
                  <a:pt x="5437659" y="3116107"/>
                  <a:pt x="5392392" y="3123709"/>
                  <a:pt x="5399188" y="3109418"/>
                </a:cubicBezTo>
                <a:cubicBezTo>
                  <a:pt x="5382948" y="3110102"/>
                  <a:pt x="5372407" y="3115781"/>
                  <a:pt x="5379117" y="3106482"/>
                </a:cubicBezTo>
                <a:cubicBezTo>
                  <a:pt x="5373809" y="3106435"/>
                  <a:pt x="5370660" y="3105521"/>
                  <a:pt x="5368499" y="3104181"/>
                </a:cubicBezTo>
                <a:lnTo>
                  <a:pt x="5367902" y="3103566"/>
                </a:lnTo>
                <a:lnTo>
                  <a:pt x="5331747" y="3105319"/>
                </a:lnTo>
                <a:lnTo>
                  <a:pt x="5327095" y="3104450"/>
                </a:lnTo>
                <a:lnTo>
                  <a:pt x="5303337" y="3107003"/>
                </a:lnTo>
                <a:lnTo>
                  <a:pt x="5291164" y="3107570"/>
                </a:lnTo>
                <a:lnTo>
                  <a:pt x="5287515" y="3109282"/>
                </a:lnTo>
                <a:cubicBezTo>
                  <a:pt x="5283689" y="3110269"/>
                  <a:pt x="5278356" y="3110573"/>
                  <a:pt x="5269654" y="3109330"/>
                </a:cubicBezTo>
                <a:lnTo>
                  <a:pt x="5267681" y="3108752"/>
                </a:lnTo>
                <a:lnTo>
                  <a:pt x="5252655" y="3110969"/>
                </a:lnTo>
                <a:cubicBezTo>
                  <a:pt x="5247766" y="3112062"/>
                  <a:pt x="5243369" y="3113511"/>
                  <a:pt x="5239703" y="3115460"/>
                </a:cubicBezTo>
                <a:cubicBezTo>
                  <a:pt x="5191311" y="3102811"/>
                  <a:pt x="5142849" y="3111324"/>
                  <a:pt x="5088947" y="3107634"/>
                </a:cubicBezTo>
                <a:cubicBezTo>
                  <a:pt x="5027989" y="3108214"/>
                  <a:pt x="4985627" y="3110432"/>
                  <a:pt x="4945514" y="3110162"/>
                </a:cubicBezTo>
                <a:cubicBezTo>
                  <a:pt x="4926678" y="3111245"/>
                  <a:pt x="4789238" y="3111826"/>
                  <a:pt x="4800559" y="3106010"/>
                </a:cubicBezTo>
                <a:cubicBezTo>
                  <a:pt x="4742239" y="3117333"/>
                  <a:pt x="4708324" y="3101468"/>
                  <a:pt x="4643642" y="3105351"/>
                </a:cubicBezTo>
                <a:cubicBezTo>
                  <a:pt x="4610808" y="3089712"/>
                  <a:pt x="4627845" y="3103743"/>
                  <a:pt x="4592107" y="3099840"/>
                </a:cubicBezTo>
                <a:cubicBezTo>
                  <a:pt x="4600157" y="3113506"/>
                  <a:pt x="4549287" y="3090911"/>
                  <a:pt x="4545249" y="3105899"/>
                </a:cubicBezTo>
                <a:cubicBezTo>
                  <a:pt x="4538872" y="3104716"/>
                  <a:pt x="4532825" y="3103094"/>
                  <a:pt x="4526782" y="3101355"/>
                </a:cubicBezTo>
                <a:lnTo>
                  <a:pt x="4523614" y="3100453"/>
                </a:lnTo>
                <a:lnTo>
                  <a:pt x="4510579" y="3099442"/>
                </a:lnTo>
                <a:lnTo>
                  <a:pt x="4507348" y="3095901"/>
                </a:lnTo>
                <a:lnTo>
                  <a:pt x="4348949" y="3090220"/>
                </a:lnTo>
                <a:cubicBezTo>
                  <a:pt x="4335046" y="3092487"/>
                  <a:pt x="4290056" y="3092155"/>
                  <a:pt x="4280362" y="3087618"/>
                </a:cubicBezTo>
                <a:cubicBezTo>
                  <a:pt x="4270739" y="3086627"/>
                  <a:pt x="4260237" y="3088220"/>
                  <a:pt x="4254634" y="3083366"/>
                </a:cubicBezTo>
                <a:cubicBezTo>
                  <a:pt x="4233731" y="3080512"/>
                  <a:pt x="4185859" y="3073948"/>
                  <a:pt x="4154942" y="3070490"/>
                </a:cubicBezTo>
                <a:cubicBezTo>
                  <a:pt x="4138280" y="3076599"/>
                  <a:pt x="4112117" y="3064194"/>
                  <a:pt x="4069131" y="3062612"/>
                </a:cubicBezTo>
                <a:cubicBezTo>
                  <a:pt x="4050897" y="3069679"/>
                  <a:pt x="4040160" y="3061449"/>
                  <a:pt x="4005249" y="3070810"/>
                </a:cubicBezTo>
                <a:cubicBezTo>
                  <a:pt x="4003818" y="3069842"/>
                  <a:pt x="4002032" y="3068943"/>
                  <a:pt x="3999945" y="3068139"/>
                </a:cubicBezTo>
                <a:cubicBezTo>
                  <a:pt x="3987818" y="3063468"/>
                  <a:pt x="3968381" y="3062958"/>
                  <a:pt x="3956529" y="3067000"/>
                </a:cubicBezTo>
                <a:cubicBezTo>
                  <a:pt x="3900898" y="3079382"/>
                  <a:pt x="3850463" y="3077929"/>
                  <a:pt x="3803031" y="3079823"/>
                </a:cubicBezTo>
                <a:cubicBezTo>
                  <a:pt x="3749421" y="3080464"/>
                  <a:pt x="3785521" y="3065630"/>
                  <a:pt x="3718229" y="3077134"/>
                </a:cubicBezTo>
                <a:cubicBezTo>
                  <a:pt x="3711244" y="3071611"/>
                  <a:pt x="3702770" y="3071184"/>
                  <a:pt x="3688357" y="3073468"/>
                </a:cubicBezTo>
                <a:cubicBezTo>
                  <a:pt x="3662326" y="3073378"/>
                  <a:pt x="3664937" y="3059899"/>
                  <a:pt x="3638298" y="3067494"/>
                </a:cubicBezTo>
                <a:cubicBezTo>
                  <a:pt x="3643333" y="3060328"/>
                  <a:pt x="3589079" y="3063658"/>
                  <a:pt x="3601443" y="3056355"/>
                </a:cubicBezTo>
                <a:cubicBezTo>
                  <a:pt x="3584797" y="3049384"/>
                  <a:pt x="3575923" y="3060108"/>
                  <a:pt x="3559361" y="3054005"/>
                </a:cubicBezTo>
                <a:cubicBezTo>
                  <a:pt x="3540444" y="3052269"/>
                  <a:pt x="3569896" y="3061996"/>
                  <a:pt x="3548859" y="3062094"/>
                </a:cubicBezTo>
                <a:cubicBezTo>
                  <a:pt x="3523419" y="3060901"/>
                  <a:pt x="3522848" y="3074222"/>
                  <a:pt x="3504082" y="3056779"/>
                </a:cubicBezTo>
                <a:lnTo>
                  <a:pt x="3436234" y="3047769"/>
                </a:lnTo>
                <a:cubicBezTo>
                  <a:pt x="3420764" y="3051629"/>
                  <a:pt x="3408644" y="3049227"/>
                  <a:pt x="3396914" y="3044803"/>
                </a:cubicBezTo>
                <a:cubicBezTo>
                  <a:pt x="3361398" y="3044955"/>
                  <a:pt x="3329425" y="3037856"/>
                  <a:pt x="3289720" y="3034278"/>
                </a:cubicBezTo>
                <a:cubicBezTo>
                  <a:pt x="3246348" y="3037943"/>
                  <a:pt x="3224942" y="3025667"/>
                  <a:pt x="3182509" y="3021890"/>
                </a:cubicBezTo>
                <a:cubicBezTo>
                  <a:pt x="3139731" y="3031583"/>
                  <a:pt x="3155749" y="3004773"/>
                  <a:pt x="3119879" y="3004134"/>
                </a:cubicBezTo>
                <a:cubicBezTo>
                  <a:pt x="3060941" y="3012153"/>
                  <a:pt x="3121880" y="2995117"/>
                  <a:pt x="3031656" y="2995077"/>
                </a:cubicBezTo>
                <a:cubicBezTo>
                  <a:pt x="3026453" y="2996603"/>
                  <a:pt x="3015685" y="2994367"/>
                  <a:pt x="3017018" y="2992034"/>
                </a:cubicBezTo>
                <a:cubicBezTo>
                  <a:pt x="2997245" y="2992118"/>
                  <a:pt x="2941342" y="2976346"/>
                  <a:pt x="2913012" y="2978042"/>
                </a:cubicBezTo>
                <a:cubicBezTo>
                  <a:pt x="2858481" y="2969139"/>
                  <a:pt x="2831094" y="2979433"/>
                  <a:pt x="2791382" y="2975899"/>
                </a:cubicBezTo>
                <a:cubicBezTo>
                  <a:pt x="2745836" y="2966063"/>
                  <a:pt x="2719288" y="2957529"/>
                  <a:pt x="2639738" y="2936567"/>
                </a:cubicBezTo>
                <a:lnTo>
                  <a:pt x="2369741" y="2876435"/>
                </a:lnTo>
                <a:cubicBezTo>
                  <a:pt x="2269614" y="2832081"/>
                  <a:pt x="2140023" y="2856176"/>
                  <a:pt x="2078755" y="2852909"/>
                </a:cubicBezTo>
                <a:cubicBezTo>
                  <a:pt x="2053362" y="2866100"/>
                  <a:pt x="2032778" y="2851474"/>
                  <a:pt x="2002128" y="2856835"/>
                </a:cubicBezTo>
                <a:cubicBezTo>
                  <a:pt x="1933939" y="2859736"/>
                  <a:pt x="1866254" y="2874726"/>
                  <a:pt x="1777746" y="2864566"/>
                </a:cubicBezTo>
                <a:cubicBezTo>
                  <a:pt x="1737851" y="2905864"/>
                  <a:pt x="1634115" y="2880970"/>
                  <a:pt x="1549425" y="2904556"/>
                </a:cubicBezTo>
                <a:cubicBezTo>
                  <a:pt x="1500265" y="2909373"/>
                  <a:pt x="1423030" y="2888862"/>
                  <a:pt x="1405992" y="2911144"/>
                </a:cubicBezTo>
                <a:cubicBezTo>
                  <a:pt x="1383494" y="2897507"/>
                  <a:pt x="1362438" y="2919536"/>
                  <a:pt x="1337848" y="2921491"/>
                </a:cubicBezTo>
                <a:cubicBezTo>
                  <a:pt x="1318218" y="2912820"/>
                  <a:pt x="1308478" y="2920319"/>
                  <a:pt x="1290645" y="2921985"/>
                </a:cubicBezTo>
                <a:cubicBezTo>
                  <a:pt x="1282569" y="2916637"/>
                  <a:pt x="1267476" y="2916916"/>
                  <a:pt x="1262341" y="2923190"/>
                </a:cubicBezTo>
                <a:cubicBezTo>
                  <a:pt x="1269627" y="2937654"/>
                  <a:pt x="1217209" y="2930439"/>
                  <a:pt x="1213314" y="2940415"/>
                </a:cubicBezTo>
                <a:cubicBezTo>
                  <a:pt x="1182890" y="2942495"/>
                  <a:pt x="1050782" y="2929830"/>
                  <a:pt x="1028405" y="2945799"/>
                </a:cubicBezTo>
                <a:cubicBezTo>
                  <a:pt x="966896" y="2953381"/>
                  <a:pt x="877997" y="2927977"/>
                  <a:pt x="851857" y="2928423"/>
                </a:cubicBezTo>
                <a:cubicBezTo>
                  <a:pt x="825919" y="2899251"/>
                  <a:pt x="699677" y="2976135"/>
                  <a:pt x="588681" y="2977769"/>
                </a:cubicBezTo>
                <a:cubicBezTo>
                  <a:pt x="573724" y="2974953"/>
                  <a:pt x="565729" y="2974991"/>
                  <a:pt x="561717" y="2981641"/>
                </a:cubicBezTo>
                <a:cubicBezTo>
                  <a:pt x="532860" y="2985482"/>
                  <a:pt x="475932" y="2991762"/>
                  <a:pt x="415541" y="3000819"/>
                </a:cubicBezTo>
                <a:cubicBezTo>
                  <a:pt x="370154" y="3008289"/>
                  <a:pt x="146634" y="3001788"/>
                  <a:pt x="86183" y="3009699"/>
                </a:cubicBezTo>
                <a:lnTo>
                  <a:pt x="0" y="3044978"/>
                </a:lnTo>
                <a:close/>
              </a:path>
            </a:pathLst>
          </a:custGeom>
        </p:spPr>
      </p:pic>
      <p:sp>
        <p:nvSpPr>
          <p:cNvPr id="3" name="Content Placeholder 2">
            <a:extLst>
              <a:ext uri="{FF2B5EF4-FFF2-40B4-BE49-F238E27FC236}">
                <a16:creationId xmlns:a16="http://schemas.microsoft.com/office/drawing/2014/main" id="{F01F2D8C-7D15-3428-F4AB-5D7AE9B08DC6}"/>
              </a:ext>
            </a:extLst>
          </p:cNvPr>
          <p:cNvSpPr>
            <a:spLocks noGrp="1"/>
          </p:cNvSpPr>
          <p:nvPr>
            <p:ph idx="1"/>
          </p:nvPr>
        </p:nvSpPr>
        <p:spPr>
          <a:xfrm>
            <a:off x="595506" y="4094162"/>
            <a:ext cx="11000985" cy="2398713"/>
          </a:xfrm>
        </p:spPr>
        <p:txBody>
          <a:bodyPr anchor="ctr">
            <a:noAutofit/>
          </a:bodyPr>
          <a:lstStyle/>
          <a:p>
            <a:pPr marL="184150" indent="-171450" algn="just">
              <a:spcBef>
                <a:spcPts val="100"/>
              </a:spcBef>
              <a:buFont typeface="Arial" panose="020B0604020202020204" pitchFamily="34" charset="0"/>
              <a:buChar char="•"/>
            </a:pPr>
            <a:r>
              <a:rPr lang="en-GB" sz="2400" u="sng" dirty="0">
                <a:uFill>
                  <a:solidFill>
                    <a:srgbClr val="222222"/>
                  </a:solidFill>
                </a:uFill>
                <a:latin typeface="Times New Roman" panose="02020603050405020304" pitchFamily="18" charset="0"/>
                <a:cs typeface="Times New Roman" panose="02020603050405020304" pitchFamily="18" charset="0"/>
              </a:rPr>
              <a:t>Glare</a:t>
            </a:r>
            <a:r>
              <a:rPr lang="en-GB" sz="2400" u="sng" spc="-20" dirty="0">
                <a:uFill>
                  <a:solidFill>
                    <a:srgbClr val="222222"/>
                  </a:solidFill>
                </a:uFill>
                <a:latin typeface="Times New Roman" panose="02020603050405020304" pitchFamily="18" charset="0"/>
                <a:cs typeface="Times New Roman" panose="02020603050405020304" pitchFamily="18" charset="0"/>
              </a:rPr>
              <a:t> </a:t>
            </a:r>
            <a:r>
              <a:rPr lang="en-GB" sz="2400" u="sng" dirty="0">
                <a:uFill>
                  <a:solidFill>
                    <a:srgbClr val="222222"/>
                  </a:solidFill>
                </a:uFill>
                <a:latin typeface="Times New Roman" panose="02020603050405020304" pitchFamily="18" charset="0"/>
                <a:cs typeface="Times New Roman" panose="02020603050405020304" pitchFamily="18" charset="0"/>
              </a:rPr>
              <a:t>and</a:t>
            </a:r>
            <a:r>
              <a:rPr lang="en-GB" sz="2400" u="sng" spc="-20" dirty="0">
                <a:uFill>
                  <a:solidFill>
                    <a:srgbClr val="222222"/>
                  </a:solidFill>
                </a:uFill>
                <a:latin typeface="Times New Roman" panose="02020603050405020304" pitchFamily="18" charset="0"/>
                <a:cs typeface="Times New Roman" panose="02020603050405020304" pitchFamily="18" charset="0"/>
              </a:rPr>
              <a:t> </a:t>
            </a:r>
            <a:r>
              <a:rPr lang="en-GB" sz="2400" u="sng" spc="-10" dirty="0">
                <a:uFill>
                  <a:solidFill>
                    <a:srgbClr val="222222"/>
                  </a:solidFill>
                </a:uFill>
                <a:latin typeface="Times New Roman" panose="02020603050405020304" pitchFamily="18" charset="0"/>
                <a:cs typeface="Times New Roman" panose="02020603050405020304" pitchFamily="18" charset="0"/>
              </a:rPr>
              <a:t>radiation</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as</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the</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case</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of</a:t>
            </a:r>
            <a:r>
              <a:rPr lang="en-GB" sz="2400" spc="-20"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welding;</a:t>
            </a:r>
            <a:endParaRPr lang="en-GB" sz="2400" dirty="0">
              <a:latin typeface="Times New Roman" panose="02020603050405020304" pitchFamily="18" charset="0"/>
              <a:cs typeface="Times New Roman" panose="02020603050405020304" pitchFamily="18" charset="0"/>
            </a:endParaRPr>
          </a:p>
          <a:p>
            <a:pPr marL="184150" marR="5080" indent="-171450" algn="just">
              <a:spcBef>
                <a:spcPts val="50"/>
              </a:spcBef>
              <a:buFont typeface="Arial" panose="020B0604020202020204" pitchFamily="34" charset="0"/>
              <a:buChar char="•"/>
            </a:pPr>
            <a:r>
              <a:rPr lang="en-GB" sz="2400" u="sng" dirty="0">
                <a:uFill>
                  <a:solidFill>
                    <a:srgbClr val="222222"/>
                  </a:solidFill>
                </a:uFill>
                <a:latin typeface="Times New Roman" panose="02020603050405020304" pitchFamily="18" charset="0"/>
                <a:cs typeface="Times New Roman" panose="02020603050405020304" pitchFamily="18" charset="0"/>
              </a:rPr>
              <a:t>Flying</a:t>
            </a:r>
            <a:r>
              <a:rPr lang="en-GB" sz="2400" u="sng" spc="-20" dirty="0">
                <a:uFill>
                  <a:solidFill>
                    <a:srgbClr val="222222"/>
                  </a:solidFill>
                </a:uFill>
                <a:latin typeface="Times New Roman" panose="02020603050405020304" pitchFamily="18" charset="0"/>
                <a:cs typeface="Times New Roman" panose="02020603050405020304" pitchFamily="18" charset="0"/>
              </a:rPr>
              <a:t> </a:t>
            </a:r>
            <a:r>
              <a:rPr lang="en-GB" sz="2400" u="sng" dirty="0">
                <a:uFill>
                  <a:solidFill>
                    <a:srgbClr val="222222"/>
                  </a:solidFill>
                </a:uFill>
                <a:latin typeface="Times New Roman" panose="02020603050405020304" pitchFamily="18" charset="0"/>
                <a:cs typeface="Times New Roman" panose="02020603050405020304" pitchFamily="18" charset="0"/>
              </a:rPr>
              <a:t>fragments</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as</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the</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case</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of</a:t>
            </a:r>
            <a:r>
              <a:rPr lang="en-GB" sz="2400" spc="-20"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grinding,</a:t>
            </a:r>
            <a:r>
              <a:rPr lang="en-GB" sz="2400" spc="-20"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turning</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on</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lathe</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or</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milling</a:t>
            </a:r>
            <a:r>
              <a:rPr lang="en-GB" sz="2400" spc="-20"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machine; </a:t>
            </a:r>
          </a:p>
          <a:p>
            <a:pPr marL="184150" marR="5080" indent="-171450" algn="just">
              <a:spcBef>
                <a:spcPts val="50"/>
              </a:spcBef>
              <a:buFont typeface="Arial" panose="020B0604020202020204" pitchFamily="34" charset="0"/>
              <a:buChar char="•"/>
            </a:pPr>
            <a:r>
              <a:rPr lang="en-GB" sz="2400" u="sng" dirty="0">
                <a:uFill>
                  <a:solidFill>
                    <a:srgbClr val="222222"/>
                  </a:solidFill>
                </a:uFill>
                <a:latin typeface="Times New Roman" panose="02020603050405020304" pitchFamily="18" charset="0"/>
                <a:cs typeface="Times New Roman" panose="02020603050405020304" pitchFamily="18" charset="0"/>
              </a:rPr>
              <a:t>Dust</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as</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the</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case</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of</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carpentry</a:t>
            </a:r>
            <a:r>
              <a:rPr lang="en-GB" sz="2400" spc="-1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and</a:t>
            </a:r>
            <a:r>
              <a:rPr lang="en-GB" sz="2400" spc="-20"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foundry</a:t>
            </a:r>
            <a:endParaRPr lang="en-GB" sz="2400" dirty="0">
              <a:latin typeface="Times New Roman" panose="02020603050405020304" pitchFamily="18" charset="0"/>
              <a:cs typeface="Times New Roman" panose="02020603050405020304" pitchFamily="18" charset="0"/>
            </a:endParaRPr>
          </a:p>
          <a:p>
            <a:pPr marL="183515" marR="1952625" indent="-171450" algn="just">
              <a:spcBef>
                <a:spcPts val="5"/>
              </a:spcBef>
              <a:buFont typeface="Arial" panose="020B0604020202020204" pitchFamily="34" charset="0"/>
              <a:buChar char="•"/>
            </a:pPr>
            <a:r>
              <a:rPr lang="en-GB" sz="2400" u="sng" dirty="0">
                <a:uFill>
                  <a:solidFill>
                    <a:srgbClr val="222222"/>
                  </a:solidFill>
                </a:uFill>
                <a:latin typeface="Times New Roman" panose="02020603050405020304" pitchFamily="18" charset="0"/>
                <a:cs typeface="Times New Roman" panose="02020603050405020304" pitchFamily="18" charset="0"/>
              </a:rPr>
              <a:t>Chemical</a:t>
            </a:r>
            <a:r>
              <a:rPr lang="en-GB" sz="2400" u="sng" spc="-25" dirty="0">
                <a:uFill>
                  <a:solidFill>
                    <a:srgbClr val="222222"/>
                  </a:solidFill>
                </a:uFill>
                <a:latin typeface="Times New Roman" panose="02020603050405020304" pitchFamily="18" charset="0"/>
                <a:cs typeface="Times New Roman" panose="02020603050405020304" pitchFamily="18" charset="0"/>
              </a:rPr>
              <a:t> </a:t>
            </a:r>
            <a:r>
              <a:rPr lang="en-GB" sz="2400" u="sng" dirty="0">
                <a:uFill>
                  <a:solidFill>
                    <a:srgbClr val="222222"/>
                  </a:solidFill>
                </a:uFill>
                <a:latin typeface="Times New Roman" panose="02020603050405020304" pitchFamily="18" charset="0"/>
                <a:cs typeface="Times New Roman" panose="02020603050405020304" pitchFamily="18" charset="0"/>
              </a:rPr>
              <a:t>splashes</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chemical</a:t>
            </a:r>
            <a:r>
              <a:rPr lang="en-GB" sz="2400" spc="-25"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industries; </a:t>
            </a:r>
            <a:r>
              <a:rPr lang="en-GB" sz="2400" u="sng" dirty="0">
                <a:uFill>
                  <a:solidFill>
                    <a:srgbClr val="222222"/>
                  </a:solidFill>
                </a:uFill>
                <a:latin typeface="Times New Roman" panose="02020603050405020304" pitchFamily="18" charset="0"/>
                <a:cs typeface="Times New Roman" panose="02020603050405020304" pitchFamily="18" charset="0"/>
              </a:rPr>
              <a:t>Molten</a:t>
            </a:r>
            <a:r>
              <a:rPr lang="en-GB" sz="2400" u="sng" spc="-40" dirty="0">
                <a:uFill>
                  <a:solidFill>
                    <a:srgbClr val="222222"/>
                  </a:solidFill>
                </a:uFill>
                <a:latin typeface="Times New Roman" panose="02020603050405020304" pitchFamily="18" charset="0"/>
                <a:cs typeface="Times New Roman" panose="02020603050405020304" pitchFamily="18" charset="0"/>
              </a:rPr>
              <a:t> </a:t>
            </a:r>
            <a:r>
              <a:rPr lang="en-GB" sz="2400" u="sng" dirty="0">
                <a:uFill>
                  <a:solidFill>
                    <a:srgbClr val="222222"/>
                  </a:solidFill>
                </a:uFill>
                <a:latin typeface="Times New Roman" panose="02020603050405020304" pitchFamily="18" charset="0"/>
                <a:cs typeface="Times New Roman" panose="02020603050405020304" pitchFamily="18" charset="0"/>
              </a:rPr>
              <a:t>meta</a:t>
            </a:r>
            <a:r>
              <a:rPr lang="en-GB" sz="2400" dirty="0">
                <a:latin typeface="Times New Roman" panose="02020603050405020304" pitchFamily="18" charset="0"/>
                <a:cs typeface="Times New Roman" panose="02020603050405020304" pitchFamily="18" charset="0"/>
              </a:rPr>
              <a:t>l</a:t>
            </a:r>
            <a:r>
              <a:rPr lang="en-GB" sz="2400" spc="-3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a:t>
            </a:r>
            <a:r>
              <a:rPr lang="en-GB" sz="2400" spc="-35"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foundries.</a:t>
            </a:r>
          </a:p>
          <a:p>
            <a:pPr marL="183515" marR="1952625" indent="-171450" algn="just">
              <a:spcBef>
                <a:spcPts val="5"/>
              </a:spcBef>
              <a:buFont typeface="Arial" panose="020B0604020202020204" pitchFamily="34" charset="0"/>
              <a:buChar char="•"/>
            </a:pPr>
            <a:r>
              <a:rPr lang="en-GB" sz="2400" spc="-10" dirty="0">
                <a:latin typeface="Times New Roman" panose="02020603050405020304" pitchFamily="18" charset="0"/>
                <a:cs typeface="Times New Roman" panose="02020603050405020304" pitchFamily="18" charset="0"/>
              </a:rPr>
              <a:t>Eye-</a:t>
            </a:r>
            <a:r>
              <a:rPr lang="en-GB" sz="2400" dirty="0">
                <a:latin typeface="Times New Roman" panose="02020603050405020304" pitchFamily="18" charset="0"/>
                <a:cs typeface="Times New Roman" panose="02020603050405020304" pitchFamily="18" charset="0"/>
              </a:rPr>
              <a:t>shields,</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goggles</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and</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safety</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spectacles</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are</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the</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chief</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means</a:t>
            </a:r>
            <a:r>
              <a:rPr lang="en-GB" sz="2400" spc="-2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of</a:t>
            </a:r>
            <a:r>
              <a:rPr lang="en-GB" sz="2400" spc="-25"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eye</a:t>
            </a:r>
            <a:r>
              <a:rPr lang="en-GB" sz="2400" spc="-25" dirty="0">
                <a:latin typeface="Times New Roman" panose="02020603050405020304" pitchFamily="18" charset="0"/>
                <a:cs typeface="Times New Roman" panose="02020603050405020304" pitchFamily="18" charset="0"/>
              </a:rPr>
              <a:t> </a:t>
            </a:r>
            <a:r>
              <a:rPr lang="en-GB" sz="2400" spc="-10" dirty="0">
                <a:latin typeface="Times New Roman" panose="02020603050405020304" pitchFamily="18" charset="0"/>
                <a:cs typeface="Times New Roman" panose="02020603050405020304" pitchFamily="18" charset="0"/>
              </a:rPr>
              <a:t>protection</a:t>
            </a:r>
            <a:endParaRPr lang="en-GB" sz="2400" dirty="0">
              <a:latin typeface="Times New Roman" panose="02020603050405020304" pitchFamily="18" charset="0"/>
              <a:cs typeface="Times New Roman" panose="02020603050405020304" pitchFamily="18" charset="0"/>
            </a:endParaRPr>
          </a:p>
          <a:p>
            <a:pPr algn="just"/>
            <a:endParaRPr lang="en-GB" sz="2400" dirty="0"/>
          </a:p>
        </p:txBody>
      </p:sp>
      <p:sp>
        <p:nvSpPr>
          <p:cNvPr id="6" name="Title 1">
            <a:extLst>
              <a:ext uri="{FF2B5EF4-FFF2-40B4-BE49-F238E27FC236}">
                <a16:creationId xmlns:a16="http://schemas.microsoft.com/office/drawing/2014/main" id="{01A522E1-4D6F-A486-DB3A-D9C4E88FE7D8}"/>
              </a:ext>
            </a:extLst>
          </p:cNvPr>
          <p:cNvSpPr txBox="1">
            <a:spLocks/>
          </p:cNvSpPr>
          <p:nvPr/>
        </p:nvSpPr>
        <p:spPr>
          <a:xfrm>
            <a:off x="352815" y="-1"/>
            <a:ext cx="4337858" cy="23987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5400" b="1" dirty="0">
                <a:solidFill>
                  <a:srgbClr val="FFFF00"/>
                </a:solidFill>
              </a:rPr>
              <a:t>PPE FOR EYES PROTECTION</a:t>
            </a:r>
          </a:p>
        </p:txBody>
      </p:sp>
      <p:sp>
        <p:nvSpPr>
          <p:cNvPr id="9" name="TextBox 8">
            <a:extLst>
              <a:ext uri="{FF2B5EF4-FFF2-40B4-BE49-F238E27FC236}">
                <a16:creationId xmlns:a16="http://schemas.microsoft.com/office/drawing/2014/main" id="{CCBFE678-CC1E-394D-F71F-DBDEDA38B03A}"/>
              </a:ext>
            </a:extLst>
          </p:cNvPr>
          <p:cNvSpPr txBox="1"/>
          <p:nvPr/>
        </p:nvSpPr>
        <p:spPr>
          <a:xfrm>
            <a:off x="838200" y="3428999"/>
            <a:ext cx="6107313" cy="523220"/>
          </a:xfrm>
          <a:prstGeom prst="rect">
            <a:avLst/>
          </a:prstGeom>
          <a:noFill/>
        </p:spPr>
        <p:txBody>
          <a:bodyPr wrap="none" rtlCol="0">
            <a:spAutoFit/>
          </a:bodyPr>
          <a:lstStyle/>
          <a:p>
            <a:r>
              <a:rPr lang="en-GB" sz="2800" b="1" dirty="0"/>
              <a:t>EYES SHOULD BE PROTECTED FROM</a:t>
            </a:r>
          </a:p>
        </p:txBody>
      </p:sp>
    </p:spTree>
    <p:extLst>
      <p:ext uri="{BB962C8B-B14F-4D97-AF65-F5344CB8AC3E}">
        <p14:creationId xmlns:p14="http://schemas.microsoft.com/office/powerpoint/2010/main" val="1340081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DC69-7E74-FC4F-7C17-2C5E51AAB76C}"/>
              </a:ext>
            </a:extLst>
          </p:cNvPr>
          <p:cNvSpPr>
            <a:spLocks noGrp="1"/>
          </p:cNvSpPr>
          <p:nvPr>
            <p:ph type="title"/>
          </p:nvPr>
        </p:nvSpPr>
        <p:spPr>
          <a:xfrm>
            <a:off x="5405120" y="200795"/>
            <a:ext cx="6786880" cy="1018035"/>
          </a:xfrm>
        </p:spPr>
        <p:txBody>
          <a:bodyPr>
            <a:normAutofit fontScale="90000"/>
          </a:bodyPr>
          <a:lstStyle/>
          <a:p>
            <a:r>
              <a:rPr lang="en-US" dirty="0"/>
              <a:t>Types of PPE that can be used</a:t>
            </a:r>
            <a:endParaRPr lang="en-IN" dirty="0"/>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2" y="1341122"/>
            <a:ext cx="7179732" cy="5316085"/>
          </a:xfrm>
        </p:spPr>
        <p:txBody>
          <a:bodyPr>
            <a:normAutofit fontScale="92500" lnSpcReduction="20000"/>
          </a:bodyPr>
          <a:lstStyle/>
          <a:p>
            <a:pPr marL="0" indent="0">
              <a:buNone/>
            </a:pPr>
            <a:r>
              <a:rPr lang="en-US" sz="5333" b="1" dirty="0">
                <a:solidFill>
                  <a:srgbClr val="C00000"/>
                </a:solidFill>
              </a:rPr>
              <a:t>Eyes</a:t>
            </a:r>
          </a:p>
          <a:p>
            <a:pPr>
              <a:lnSpc>
                <a:spcPct val="120000"/>
              </a:lnSpc>
            </a:pPr>
            <a:r>
              <a:rPr lang="en-US" b="1" u="sng" dirty="0"/>
              <a:t>Hazards</a:t>
            </a:r>
          </a:p>
          <a:p>
            <a:pPr>
              <a:lnSpc>
                <a:spcPct val="120000"/>
              </a:lnSpc>
            </a:pPr>
            <a:r>
              <a:rPr lang="en-US" dirty="0"/>
              <a:t>Chemical or metal splash, dust, projectiles, gas, welding light, </a:t>
            </a:r>
            <a:r>
              <a:rPr lang="en-US" dirty="0" err="1"/>
              <a:t>vapour</a:t>
            </a:r>
            <a:r>
              <a:rPr lang="en-US" dirty="0"/>
              <a:t>, radiation, sparks</a:t>
            </a:r>
          </a:p>
          <a:p>
            <a:pPr>
              <a:lnSpc>
                <a:spcPct val="120000"/>
              </a:lnSpc>
            </a:pPr>
            <a:r>
              <a:rPr lang="en-US" b="1" u="sng" dirty="0"/>
              <a:t>Options</a:t>
            </a:r>
          </a:p>
          <a:p>
            <a:pPr>
              <a:lnSpc>
                <a:spcPct val="120000"/>
              </a:lnSpc>
            </a:pPr>
            <a:r>
              <a:rPr lang="en-US" dirty="0"/>
              <a:t>Safety spectacles, goggles, face screens, face shields, and visors</a:t>
            </a:r>
          </a:p>
          <a:p>
            <a:pPr>
              <a:lnSpc>
                <a:spcPct val="120000"/>
              </a:lnSpc>
            </a:pPr>
            <a:r>
              <a:rPr lang="en-US" dirty="0"/>
              <a:t>Make sure the eye protection chosen has the right combination of impact/dust/ splash/molten metal eye protection for the task and fits the user properly.</a:t>
            </a:r>
            <a:endParaRPr lang="en-IN" dirty="0"/>
          </a:p>
        </p:txBody>
      </p:sp>
      <p:pic>
        <p:nvPicPr>
          <p:cNvPr id="6" name="Picture 5">
            <a:extLst>
              <a:ext uri="{FF2B5EF4-FFF2-40B4-BE49-F238E27FC236}">
                <a16:creationId xmlns:a16="http://schemas.microsoft.com/office/drawing/2014/main" id="{E5881E50-9AC6-B72E-9A3C-D4285A0A94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491283" y="1409657"/>
            <a:ext cx="3016047" cy="1625649"/>
          </a:xfrm>
          <a:prstGeom prst="rect">
            <a:avLst/>
          </a:prstGeom>
        </p:spPr>
      </p:pic>
      <p:pic>
        <p:nvPicPr>
          <p:cNvPr id="10" name="Picture 9">
            <a:extLst>
              <a:ext uri="{FF2B5EF4-FFF2-40B4-BE49-F238E27FC236}">
                <a16:creationId xmlns:a16="http://schemas.microsoft.com/office/drawing/2014/main" id="{7FE1AAD2-36F7-2734-343E-CCDA0A32AC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95760" y="3429001"/>
            <a:ext cx="2135784" cy="2517500"/>
          </a:xfrm>
          <a:prstGeom prst="rect">
            <a:avLst/>
          </a:prstGeom>
        </p:spPr>
      </p:pic>
      <p:pic>
        <p:nvPicPr>
          <p:cNvPr id="12" name="Picture 11">
            <a:extLst>
              <a:ext uri="{FF2B5EF4-FFF2-40B4-BE49-F238E27FC236}">
                <a16:creationId xmlns:a16="http://schemas.microsoft.com/office/drawing/2014/main" id="{31429826-78F1-26D7-F356-468C277531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98561" y="1409657"/>
            <a:ext cx="3905863" cy="2929396"/>
          </a:xfrm>
          <a:prstGeom prst="rect">
            <a:avLst/>
          </a:prstGeom>
        </p:spPr>
      </p:pic>
      <p:pic>
        <p:nvPicPr>
          <p:cNvPr id="14" name="Picture 13">
            <a:extLst>
              <a:ext uri="{FF2B5EF4-FFF2-40B4-BE49-F238E27FC236}">
                <a16:creationId xmlns:a16="http://schemas.microsoft.com/office/drawing/2014/main" id="{F3343994-DF41-2BF7-C2D1-DFC599A36C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8652655" y="4081313"/>
            <a:ext cx="3535679" cy="3594059"/>
          </a:xfrm>
          <a:prstGeom prst="rect">
            <a:avLst/>
          </a:prstGeom>
        </p:spPr>
      </p:pic>
    </p:spTree>
    <p:extLst>
      <p:ext uri="{BB962C8B-B14F-4D97-AF65-F5344CB8AC3E}">
        <p14:creationId xmlns:p14="http://schemas.microsoft.com/office/powerpoint/2010/main" val="4254634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6A687-F952-B74C-A9B3-5F9B1861CBA3}"/>
              </a:ext>
            </a:extLst>
          </p:cNvPr>
          <p:cNvSpPr>
            <a:spLocks noGrp="1"/>
          </p:cNvSpPr>
          <p:nvPr>
            <p:ph type="title"/>
          </p:nvPr>
        </p:nvSpPr>
        <p:spPr>
          <a:xfrm>
            <a:off x="445246" y="2103437"/>
            <a:ext cx="10515600" cy="1325563"/>
          </a:xfrm>
        </p:spPr>
        <p:txBody>
          <a:bodyPr>
            <a:normAutofit/>
          </a:bodyPr>
          <a:lstStyle/>
          <a:p>
            <a:r>
              <a:rPr lang="en-US" sz="2400" b="1" dirty="0"/>
              <a:t>TO BE PROTECTED FROM</a:t>
            </a:r>
          </a:p>
        </p:txBody>
      </p:sp>
      <p:pic>
        <p:nvPicPr>
          <p:cNvPr id="5" name="Picture 5">
            <a:extLst>
              <a:ext uri="{FF2B5EF4-FFF2-40B4-BE49-F238E27FC236}">
                <a16:creationId xmlns:a16="http://schemas.microsoft.com/office/drawing/2014/main" id="{5D58D844-2D98-4743-A342-7C89E4F554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328" y="3381233"/>
            <a:ext cx="5053760" cy="3420533"/>
          </a:xfrm>
        </p:spPr>
      </p:pic>
      <p:pic>
        <p:nvPicPr>
          <p:cNvPr id="6" name="Picture 6">
            <a:extLst>
              <a:ext uri="{FF2B5EF4-FFF2-40B4-BE49-F238E27FC236}">
                <a16:creationId xmlns:a16="http://schemas.microsoft.com/office/drawing/2014/main" id="{E553B364-9246-6947-9B6E-AC7AA533F8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9006" y="2466643"/>
            <a:ext cx="6410281" cy="4391357"/>
          </a:xfrm>
          <a:prstGeom prst="rect">
            <a:avLst/>
          </a:prstGeom>
        </p:spPr>
      </p:pic>
      <p:pic>
        <p:nvPicPr>
          <p:cNvPr id="7" name="Picture 6" descr="A person wearing a mask and goggles&#10;&#10;Description automatically generated">
            <a:extLst>
              <a:ext uri="{FF2B5EF4-FFF2-40B4-BE49-F238E27FC236}">
                <a16:creationId xmlns:a16="http://schemas.microsoft.com/office/drawing/2014/main" id="{EB42503C-AA43-F24B-DBBD-A2690F5892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48" y="0"/>
            <a:ext cx="12096351" cy="2360649"/>
          </a:xfrm>
          <a:prstGeom prst="rect">
            <a:avLst/>
          </a:prstGeom>
        </p:spPr>
      </p:pic>
      <p:sp>
        <p:nvSpPr>
          <p:cNvPr id="8" name="Title 1">
            <a:extLst>
              <a:ext uri="{FF2B5EF4-FFF2-40B4-BE49-F238E27FC236}">
                <a16:creationId xmlns:a16="http://schemas.microsoft.com/office/drawing/2014/main" id="{E8A3C38B-BA17-E56B-75CA-531E9FFD2B4C}"/>
              </a:ext>
            </a:extLst>
          </p:cNvPr>
          <p:cNvSpPr txBox="1">
            <a:spLocks/>
          </p:cNvSpPr>
          <p:nvPr/>
        </p:nvSpPr>
        <p:spPr>
          <a:xfrm>
            <a:off x="599606" y="10278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t>EYE AND FACE PROTECTION</a:t>
            </a:r>
          </a:p>
        </p:txBody>
      </p:sp>
    </p:spTree>
    <p:extLst>
      <p:ext uri="{BB962C8B-B14F-4D97-AF65-F5344CB8AC3E}">
        <p14:creationId xmlns:p14="http://schemas.microsoft.com/office/powerpoint/2010/main" val="812660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air of safety glasses&#10;&#10;Description automatically generated">
            <a:extLst>
              <a:ext uri="{FF2B5EF4-FFF2-40B4-BE49-F238E27FC236}">
                <a16:creationId xmlns:a16="http://schemas.microsoft.com/office/drawing/2014/main" id="{245B45C2-0515-D1C2-AF9A-60130F315D69}"/>
              </a:ext>
            </a:extLst>
          </p:cNvPr>
          <p:cNvPicPr>
            <a:picLocks noChangeAspect="1"/>
          </p:cNvPicPr>
          <p:nvPr/>
        </p:nvPicPr>
        <p:blipFill>
          <a:blip r:embed="rId2">
            <a:alphaModFix/>
            <a:extLst>
              <a:ext uri="{28A0092B-C50C-407E-A947-70E740481C1C}">
                <a14:useLocalDpi xmlns:a14="http://schemas.microsoft.com/office/drawing/2010/main" val="0"/>
              </a:ext>
            </a:extLst>
          </a:blip>
          <a:srcRect t="2024" r="-1" b="11975"/>
          <a:stretch/>
        </p:blipFill>
        <p:spPr>
          <a:xfrm>
            <a:off x="4547937" y="-5"/>
            <a:ext cx="7644062" cy="3681406"/>
          </a:xfrm>
          <a:prstGeom prst="rect">
            <a:avLst/>
          </a:prstGeom>
        </p:spPr>
      </p:pic>
      <p:sp>
        <p:nvSpPr>
          <p:cNvPr id="16" name="Rectangle 15">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a:extLst>
              <a:ext uri="{FF2B5EF4-FFF2-40B4-BE49-F238E27FC236}">
                <a16:creationId xmlns:a16="http://schemas.microsoft.com/office/drawing/2014/main" id="{9DBD55AF-5BEF-B642-9D9E-76B515C43F1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880" r="468" b="2"/>
          <a:stretch/>
        </p:blipFill>
        <p:spPr>
          <a:xfrm>
            <a:off x="4547938" y="3681409"/>
            <a:ext cx="7644062" cy="3176595"/>
          </a:xfrm>
          <a:prstGeom prst="rect">
            <a:avLst/>
          </a:prstGeom>
        </p:spPr>
      </p:pic>
      <p:sp>
        <p:nvSpPr>
          <p:cNvPr id="2" name="Title 1">
            <a:extLst>
              <a:ext uri="{FF2B5EF4-FFF2-40B4-BE49-F238E27FC236}">
                <a16:creationId xmlns:a16="http://schemas.microsoft.com/office/drawing/2014/main" id="{9C574605-931E-E84C-B278-DA6B3DFE6A93}"/>
              </a:ext>
            </a:extLst>
          </p:cNvPr>
          <p:cNvSpPr>
            <a:spLocks noGrp="1"/>
          </p:cNvSpPr>
          <p:nvPr>
            <p:ph type="title"/>
          </p:nvPr>
        </p:nvSpPr>
        <p:spPr>
          <a:xfrm>
            <a:off x="838200" y="1115219"/>
            <a:ext cx="5395912" cy="2387600"/>
          </a:xfrm>
        </p:spPr>
        <p:txBody>
          <a:bodyPr vert="horz" lIns="91440" tIns="45720" rIns="91440" bIns="45720" rtlCol="0" anchor="b">
            <a:normAutofit/>
          </a:bodyPr>
          <a:lstStyle/>
          <a:p>
            <a:endParaRPr lang="en-US" sz="5000" kern="1200">
              <a:solidFill>
                <a:schemeClr val="bg1"/>
              </a:solidFill>
              <a:latin typeface="+mj-lt"/>
              <a:ea typeface="+mj-ea"/>
              <a:cs typeface="+mj-cs"/>
            </a:endParaRPr>
          </a:p>
        </p:txBody>
      </p:sp>
      <p:cxnSp>
        <p:nvCxnSpPr>
          <p:cNvPr id="15" name="Straight Connector 14">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369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a:extLst>
              <a:ext uri="{FF2B5EF4-FFF2-40B4-BE49-F238E27FC236}">
                <a16:creationId xmlns:a16="http://schemas.microsoft.com/office/drawing/2014/main" id="{9525ED0E-6ABF-CA40-AB62-D53D18FD978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861"/>
          <a:stretch/>
        </p:blipFill>
        <p:spPr>
          <a:xfrm>
            <a:off x="259370" y="3228990"/>
            <a:ext cx="8509876" cy="3556652"/>
          </a:xfrm>
          <a:prstGeom prst="rect">
            <a:avLst/>
          </a:prstGeom>
        </p:spPr>
      </p:pic>
      <p:pic>
        <p:nvPicPr>
          <p:cNvPr id="8" name="Picture 7" descr="A yellow hard hat and glasses&#10;&#10;Description automatically generated">
            <a:extLst>
              <a:ext uri="{FF2B5EF4-FFF2-40B4-BE49-F238E27FC236}">
                <a16:creationId xmlns:a16="http://schemas.microsoft.com/office/drawing/2014/main" id="{30E3D473-B9AC-4AF7-7F25-C94FFD5F9D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6512" y="72358"/>
            <a:ext cx="5614416" cy="3593226"/>
          </a:xfrm>
          <a:prstGeom prst="rect">
            <a:avLst/>
          </a:prstGeom>
        </p:spPr>
      </p:pic>
    </p:spTree>
    <p:extLst>
      <p:ext uri="{BB962C8B-B14F-4D97-AF65-F5344CB8AC3E}">
        <p14:creationId xmlns:p14="http://schemas.microsoft.com/office/powerpoint/2010/main" val="3195156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5">
            <a:extLst>
              <a:ext uri="{FF2B5EF4-FFF2-40B4-BE49-F238E27FC236}">
                <a16:creationId xmlns:a16="http://schemas.microsoft.com/office/drawing/2014/main" id="{410CE843-C489-5E4F-809A-3CA7F0FDEC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598" y="228600"/>
            <a:ext cx="11518604" cy="4953000"/>
          </a:xfrm>
          <a:prstGeom prst="rect">
            <a:avLst/>
          </a:prstGeom>
        </p:spPr>
      </p:pic>
    </p:spTree>
    <p:extLst>
      <p:ext uri="{BB962C8B-B14F-4D97-AF65-F5344CB8AC3E}">
        <p14:creationId xmlns:p14="http://schemas.microsoft.com/office/powerpoint/2010/main" val="3467774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yellow safety glasses with clear lenses&#10;&#10;Description automatically generated">
            <a:extLst>
              <a:ext uri="{FF2B5EF4-FFF2-40B4-BE49-F238E27FC236}">
                <a16:creationId xmlns:a16="http://schemas.microsoft.com/office/drawing/2014/main" id="{BF80BF0D-2317-958F-F776-5A279F9E6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0406" y="194372"/>
            <a:ext cx="5408676" cy="2635434"/>
          </a:xfrm>
          <a:prstGeom prst="rect">
            <a:avLst/>
          </a:prstGeom>
        </p:spPr>
      </p:pic>
      <p:pic>
        <p:nvPicPr>
          <p:cNvPr id="5" name="Picture 5">
            <a:extLst>
              <a:ext uri="{FF2B5EF4-FFF2-40B4-BE49-F238E27FC236}">
                <a16:creationId xmlns:a16="http://schemas.microsoft.com/office/drawing/2014/main" id="{9B5D41B2-718D-5444-9C7E-5F1F68FCD7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8881" y="2492869"/>
            <a:ext cx="11082097" cy="4309969"/>
          </a:xfrm>
          <a:prstGeom prst="rect">
            <a:avLst/>
          </a:prstGeom>
        </p:spPr>
      </p:pic>
    </p:spTree>
    <p:extLst>
      <p:ext uri="{BB962C8B-B14F-4D97-AF65-F5344CB8AC3E}">
        <p14:creationId xmlns:p14="http://schemas.microsoft.com/office/powerpoint/2010/main" val="947939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106FB5-A37A-5C47-8173-A75F8550C15B}"/>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b="1" dirty="0">
                <a:solidFill>
                  <a:srgbClr val="FFFFFF"/>
                </a:solidFill>
              </a:rPr>
              <a:t>PROTECTION FOR FACE</a:t>
            </a:r>
          </a:p>
        </p:txBody>
      </p:sp>
      <p:pic>
        <p:nvPicPr>
          <p:cNvPr id="5" name="Picture 5">
            <a:extLst>
              <a:ext uri="{FF2B5EF4-FFF2-40B4-BE49-F238E27FC236}">
                <a16:creationId xmlns:a16="http://schemas.microsoft.com/office/drawing/2014/main" id="{74580D4C-1BC7-264A-A237-B60171EE44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714" y="2917717"/>
            <a:ext cx="7543832" cy="3354496"/>
          </a:xfrm>
          <a:prstGeom prst="rect">
            <a:avLst/>
          </a:prstGeom>
        </p:spPr>
      </p:pic>
      <p:pic>
        <p:nvPicPr>
          <p:cNvPr id="6" name="Picture 5" descr="A clear face shield with a clear visor&#10;&#10;Description automatically generated">
            <a:extLst>
              <a:ext uri="{FF2B5EF4-FFF2-40B4-BE49-F238E27FC236}">
                <a16:creationId xmlns:a16="http://schemas.microsoft.com/office/drawing/2014/main" id="{A268F26E-7902-56E5-B4A1-1FD9CA682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0911" y="0"/>
            <a:ext cx="5131087" cy="2565543"/>
          </a:xfrm>
          <a:prstGeom prst="rect">
            <a:avLst/>
          </a:prstGeom>
        </p:spPr>
      </p:pic>
    </p:spTree>
    <p:extLst>
      <p:ext uri="{BB962C8B-B14F-4D97-AF65-F5344CB8AC3E}">
        <p14:creationId xmlns:p14="http://schemas.microsoft.com/office/powerpoint/2010/main" val="1336685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a:extLst>
              <a:ext uri="{FF2B5EF4-FFF2-40B4-BE49-F238E27FC236}">
                <a16:creationId xmlns:a16="http://schemas.microsoft.com/office/drawing/2014/main" id="{51D545A4-B07C-9645-B5A7-74A47B83F5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5083" y="457200"/>
            <a:ext cx="10381834" cy="5943600"/>
          </a:xfrm>
          <a:prstGeom prst="rect">
            <a:avLst/>
          </a:prstGeom>
        </p:spPr>
      </p:pic>
    </p:spTree>
    <p:extLst>
      <p:ext uri="{BB962C8B-B14F-4D97-AF65-F5344CB8AC3E}">
        <p14:creationId xmlns:p14="http://schemas.microsoft.com/office/powerpoint/2010/main" val="1240956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 up of a helmet and goggles&#10;&#10;Description automatically generated">
            <a:extLst>
              <a:ext uri="{FF2B5EF4-FFF2-40B4-BE49-F238E27FC236}">
                <a16:creationId xmlns:a16="http://schemas.microsoft.com/office/drawing/2014/main" id="{8DBE6BE4-BC84-D3A0-131F-A777E726898E}"/>
              </a:ext>
            </a:extLst>
          </p:cNvPr>
          <p:cNvPicPr>
            <a:picLocks noChangeAspect="1"/>
          </p:cNvPicPr>
          <p:nvPr/>
        </p:nvPicPr>
        <p:blipFill>
          <a:blip r:embed="rId2">
            <a:extLst>
              <a:ext uri="{28A0092B-C50C-407E-A947-70E740481C1C}">
                <a14:useLocalDpi xmlns:a14="http://schemas.microsoft.com/office/drawing/2010/main" val="0"/>
              </a:ext>
            </a:extLst>
          </a:blip>
          <a:srcRect t="16994" b="6441"/>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CEDC1795-59AB-3F2D-91A1-42EF769A28C9}"/>
              </a:ext>
            </a:extLst>
          </p:cNvPr>
          <p:cNvSpPr>
            <a:spLocks noGrp="1"/>
          </p:cNvSpPr>
          <p:nvPr>
            <p:ph idx="1"/>
          </p:nvPr>
        </p:nvSpPr>
        <p:spPr>
          <a:xfrm>
            <a:off x="436175" y="3873059"/>
            <a:ext cx="11630907" cy="2452687"/>
          </a:xfrm>
        </p:spPr>
        <p:txBody>
          <a:bodyPr anchor="ctr">
            <a:noAutofit/>
          </a:bodyPr>
          <a:lstStyle/>
          <a:p>
            <a:pPr marL="12700">
              <a:lnSpc>
                <a:spcPts val="2880"/>
              </a:lnSpc>
              <a:spcBef>
                <a:spcPts val="130"/>
              </a:spcBef>
            </a:pPr>
            <a:r>
              <a:rPr lang="en-GB" sz="2200" b="1" dirty="0">
                <a:solidFill>
                  <a:schemeClr val="bg1"/>
                </a:solidFill>
                <a:latin typeface="Times New Roman" panose="02020603050405020304" pitchFamily="18" charset="0"/>
                <a:cs typeface="Times New Roman" panose="02020603050405020304" pitchFamily="18" charset="0"/>
              </a:rPr>
              <a:t>Head</a:t>
            </a:r>
            <a:r>
              <a:rPr lang="en-GB" sz="2200" b="1" spc="10" dirty="0">
                <a:solidFill>
                  <a:schemeClr val="bg1"/>
                </a:solidFill>
                <a:latin typeface="Times New Roman" panose="02020603050405020304" pitchFamily="18" charset="0"/>
                <a:cs typeface="Times New Roman" panose="02020603050405020304" pitchFamily="18" charset="0"/>
              </a:rPr>
              <a:t> </a:t>
            </a:r>
            <a:r>
              <a:rPr lang="en-GB" sz="2200" b="1" dirty="0">
                <a:solidFill>
                  <a:schemeClr val="bg1"/>
                </a:solidFill>
                <a:latin typeface="Times New Roman" panose="02020603050405020304" pitchFamily="18" charset="0"/>
                <a:cs typeface="Times New Roman" panose="02020603050405020304" pitchFamily="18" charset="0"/>
              </a:rPr>
              <a:t>is</a:t>
            </a:r>
            <a:r>
              <a:rPr lang="en-GB" sz="2200" b="1" spc="15" dirty="0">
                <a:solidFill>
                  <a:schemeClr val="bg1"/>
                </a:solidFill>
                <a:latin typeface="Times New Roman" panose="02020603050405020304" pitchFamily="18" charset="0"/>
                <a:cs typeface="Times New Roman" panose="02020603050405020304" pitchFamily="18" charset="0"/>
              </a:rPr>
              <a:t> </a:t>
            </a:r>
            <a:r>
              <a:rPr lang="en-GB" sz="2200" b="1" dirty="0">
                <a:solidFill>
                  <a:schemeClr val="bg1"/>
                </a:solidFill>
                <a:latin typeface="Times New Roman" panose="02020603050405020304" pitchFamily="18" charset="0"/>
                <a:cs typeface="Times New Roman" panose="02020603050405020304" pitchFamily="18" charset="0"/>
              </a:rPr>
              <a:t>to</a:t>
            </a:r>
            <a:r>
              <a:rPr lang="en-GB" sz="2200" b="1" spc="15" dirty="0">
                <a:solidFill>
                  <a:schemeClr val="bg1"/>
                </a:solidFill>
                <a:latin typeface="Times New Roman" panose="02020603050405020304" pitchFamily="18" charset="0"/>
                <a:cs typeface="Times New Roman" panose="02020603050405020304" pitchFamily="18" charset="0"/>
              </a:rPr>
              <a:t> </a:t>
            </a:r>
            <a:r>
              <a:rPr lang="en-GB" sz="2200" b="1" dirty="0">
                <a:solidFill>
                  <a:schemeClr val="bg1"/>
                </a:solidFill>
                <a:latin typeface="Times New Roman" panose="02020603050405020304" pitchFamily="18" charset="0"/>
                <a:cs typeface="Times New Roman" panose="02020603050405020304" pitchFamily="18" charset="0"/>
              </a:rPr>
              <a:t>be</a:t>
            </a:r>
            <a:r>
              <a:rPr lang="en-GB" sz="2200" b="1" spc="15" dirty="0">
                <a:solidFill>
                  <a:schemeClr val="bg1"/>
                </a:solidFill>
                <a:latin typeface="Times New Roman" panose="02020603050405020304" pitchFamily="18" charset="0"/>
                <a:cs typeface="Times New Roman" panose="02020603050405020304" pitchFamily="18" charset="0"/>
              </a:rPr>
              <a:t> </a:t>
            </a:r>
            <a:r>
              <a:rPr lang="en-GB" sz="2200" b="1" spc="-25" dirty="0">
                <a:solidFill>
                  <a:schemeClr val="bg1"/>
                </a:solidFill>
                <a:latin typeface="Times New Roman" panose="02020603050405020304" pitchFamily="18" charset="0"/>
                <a:cs typeface="Times New Roman" panose="02020603050405020304" pitchFamily="18" charset="0"/>
              </a:rPr>
              <a:t>protected</a:t>
            </a:r>
            <a:r>
              <a:rPr lang="en-GB" sz="2200" b="1" spc="30" dirty="0">
                <a:solidFill>
                  <a:schemeClr val="bg1"/>
                </a:solidFill>
                <a:latin typeface="Times New Roman" panose="02020603050405020304" pitchFamily="18" charset="0"/>
                <a:cs typeface="Times New Roman" panose="02020603050405020304" pitchFamily="18" charset="0"/>
              </a:rPr>
              <a:t> </a:t>
            </a:r>
            <a:r>
              <a:rPr lang="en-GB" sz="2200" b="1" dirty="0">
                <a:solidFill>
                  <a:schemeClr val="bg1"/>
                </a:solidFill>
                <a:latin typeface="Times New Roman" panose="02020603050405020304" pitchFamily="18" charset="0"/>
                <a:cs typeface="Times New Roman" panose="02020603050405020304" pitchFamily="18" charset="0"/>
              </a:rPr>
              <a:t>against</a:t>
            </a:r>
            <a:r>
              <a:rPr lang="en-GB" sz="2200" b="1" spc="15" dirty="0">
                <a:solidFill>
                  <a:schemeClr val="bg1"/>
                </a:solidFill>
                <a:latin typeface="Times New Roman" panose="02020603050405020304" pitchFamily="18" charset="0"/>
                <a:cs typeface="Times New Roman" panose="02020603050405020304" pitchFamily="18" charset="0"/>
              </a:rPr>
              <a:t> </a:t>
            </a:r>
            <a:r>
              <a:rPr lang="en-GB" sz="2200" b="1" spc="-50" dirty="0">
                <a:solidFill>
                  <a:schemeClr val="bg1"/>
                </a:solidFill>
                <a:latin typeface="Times New Roman" panose="02020603050405020304" pitchFamily="18" charset="0"/>
                <a:cs typeface="Times New Roman" panose="02020603050405020304" pitchFamily="18" charset="0"/>
              </a:rPr>
              <a:t>-</a:t>
            </a:r>
            <a:endParaRPr lang="en-GB" sz="2200" b="1" dirty="0">
              <a:solidFill>
                <a:schemeClr val="bg1"/>
              </a:solidFill>
              <a:latin typeface="Times New Roman" panose="02020603050405020304" pitchFamily="18" charset="0"/>
              <a:cs typeface="Times New Roman" panose="02020603050405020304" pitchFamily="18" charset="0"/>
            </a:endParaRPr>
          </a:p>
          <a:p>
            <a:pPr marL="173990" indent="-161290">
              <a:lnSpc>
                <a:spcPts val="2880"/>
              </a:lnSpc>
              <a:spcBef>
                <a:spcPts val="1145"/>
              </a:spcBef>
              <a:buAutoNum type="romanLcParenR"/>
              <a:tabLst>
                <a:tab pos="173990" algn="l"/>
              </a:tabLst>
            </a:pPr>
            <a:r>
              <a:rPr lang="en-GB" sz="2200" u="heavy" dirty="0">
                <a:uFill>
                  <a:solidFill>
                    <a:srgbClr val="222222"/>
                  </a:solidFill>
                </a:uFill>
                <a:latin typeface="Times New Roman" panose="02020603050405020304" pitchFamily="18" charset="0"/>
                <a:cs typeface="Times New Roman" panose="02020603050405020304" pitchFamily="18" charset="0"/>
              </a:rPr>
              <a:t>Objects</a:t>
            </a:r>
            <a:r>
              <a:rPr lang="en-GB" sz="2200" u="heavy" spc="30" dirty="0">
                <a:uFill>
                  <a:solidFill>
                    <a:srgbClr val="222222"/>
                  </a:solidFill>
                </a:uFill>
                <a:latin typeface="Times New Roman" panose="02020603050405020304" pitchFamily="18" charset="0"/>
                <a:cs typeface="Times New Roman" panose="02020603050405020304" pitchFamily="18" charset="0"/>
              </a:rPr>
              <a:t> </a:t>
            </a:r>
            <a:r>
              <a:rPr lang="en-GB" sz="2200" u="heavy" dirty="0">
                <a:uFill>
                  <a:solidFill>
                    <a:srgbClr val="222222"/>
                  </a:solidFill>
                </a:uFill>
                <a:latin typeface="Times New Roman" panose="02020603050405020304" pitchFamily="18" charset="0"/>
                <a:cs typeface="Times New Roman" panose="02020603050405020304" pitchFamily="18" charset="0"/>
              </a:rPr>
              <a:t>falling</a:t>
            </a:r>
            <a:r>
              <a:rPr lang="en-GB" sz="2200" spc="3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from</a:t>
            </a:r>
            <a:r>
              <a:rPr lang="en-GB" sz="2200" spc="3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a</a:t>
            </a:r>
            <a:r>
              <a:rPr lang="en-GB" sz="2200" spc="3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height</a:t>
            </a:r>
            <a:r>
              <a:rPr lang="en-GB" sz="2200" spc="3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particularly</a:t>
            </a:r>
            <a:r>
              <a:rPr lang="en-GB" sz="2200" spc="3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in</a:t>
            </a:r>
            <a:r>
              <a:rPr lang="en-GB" sz="2200" spc="50"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construction</a:t>
            </a:r>
            <a:r>
              <a:rPr lang="en-GB" sz="2200" spc="40"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sites;</a:t>
            </a:r>
            <a:endParaRPr lang="en-GB" sz="2200" dirty="0">
              <a:latin typeface="Times New Roman" panose="02020603050405020304" pitchFamily="18" charset="0"/>
              <a:cs typeface="Times New Roman" panose="02020603050405020304" pitchFamily="18" charset="0"/>
            </a:endParaRPr>
          </a:p>
          <a:p>
            <a:pPr marL="226060" indent="-213360">
              <a:lnSpc>
                <a:spcPts val="2880"/>
              </a:lnSpc>
              <a:spcBef>
                <a:spcPts val="1145"/>
              </a:spcBef>
              <a:buAutoNum type="romanLcParenR"/>
              <a:tabLst>
                <a:tab pos="226060" algn="l"/>
              </a:tabLst>
            </a:pPr>
            <a:r>
              <a:rPr lang="en-GB" sz="2200" u="heavy" dirty="0">
                <a:uFill>
                  <a:solidFill>
                    <a:srgbClr val="222222"/>
                  </a:solidFill>
                </a:uFill>
                <a:latin typeface="Times New Roman" panose="02020603050405020304" pitchFamily="18" charset="0"/>
                <a:cs typeface="Times New Roman" panose="02020603050405020304" pitchFamily="18" charset="0"/>
              </a:rPr>
              <a:t>Heat</a:t>
            </a:r>
            <a:r>
              <a:rPr lang="en-GB" sz="2200" spc="20"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near</a:t>
            </a:r>
            <a:r>
              <a:rPr lang="en-GB" sz="2200" spc="2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the</a:t>
            </a:r>
            <a:r>
              <a:rPr lang="en-GB" sz="2200" spc="20" dirty="0">
                <a:latin typeface="Times New Roman" panose="02020603050405020304" pitchFamily="18" charset="0"/>
                <a:cs typeface="Times New Roman" panose="02020603050405020304" pitchFamily="18" charset="0"/>
              </a:rPr>
              <a:t> </a:t>
            </a:r>
            <a:r>
              <a:rPr lang="en-GB" sz="2200" spc="-25" dirty="0">
                <a:latin typeface="Times New Roman" panose="02020603050405020304" pitchFamily="18" charset="0"/>
                <a:cs typeface="Times New Roman" panose="02020603050405020304" pitchFamily="18" charset="0"/>
              </a:rPr>
              <a:t>boilers</a:t>
            </a:r>
            <a:r>
              <a:rPr lang="en-GB" sz="2200" spc="2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and</a:t>
            </a:r>
            <a:r>
              <a:rPr lang="en-GB" sz="2200" spc="25"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furnaces;</a:t>
            </a:r>
            <a:endParaRPr lang="en-GB" sz="2200" dirty="0">
              <a:latin typeface="Times New Roman" panose="02020603050405020304" pitchFamily="18" charset="0"/>
              <a:cs typeface="Times New Roman" panose="02020603050405020304" pitchFamily="18" charset="0"/>
            </a:endParaRPr>
          </a:p>
          <a:p>
            <a:pPr marL="12700">
              <a:lnSpc>
                <a:spcPts val="2880"/>
              </a:lnSpc>
              <a:spcBef>
                <a:spcPts val="1145"/>
              </a:spcBef>
            </a:pPr>
            <a:r>
              <a:rPr lang="en-GB" sz="2200" dirty="0">
                <a:latin typeface="Times New Roman" panose="02020603050405020304" pitchFamily="18" charset="0"/>
                <a:cs typeface="Times New Roman" panose="02020603050405020304" pitchFamily="18" charset="0"/>
              </a:rPr>
              <a:t>ii)</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Splashing of</a:t>
            </a:r>
            <a:r>
              <a:rPr lang="en-GB" sz="2200" spc="204" dirty="0">
                <a:latin typeface="Times New Roman" panose="02020603050405020304" pitchFamily="18" charset="0"/>
                <a:cs typeface="Times New Roman" panose="02020603050405020304" pitchFamily="18" charset="0"/>
              </a:rPr>
              <a:t> </a:t>
            </a:r>
            <a:r>
              <a:rPr lang="en-GB" sz="2200" u="heavy" spc="-10" dirty="0">
                <a:uFill>
                  <a:solidFill>
                    <a:srgbClr val="222222"/>
                  </a:solidFill>
                </a:uFill>
                <a:latin typeface="Times New Roman" panose="02020603050405020304" pitchFamily="18" charset="0"/>
                <a:cs typeface="Times New Roman" panose="02020603050405020304" pitchFamily="18" charset="0"/>
              </a:rPr>
              <a:t>chemicals</a:t>
            </a:r>
            <a:r>
              <a:rPr lang="en-GB" sz="2200" spc="-10" dirty="0">
                <a:latin typeface="Times New Roman" panose="02020603050405020304" pitchFamily="18" charset="0"/>
                <a:cs typeface="Times New Roman" panose="02020603050405020304" pitchFamily="18" charset="0"/>
              </a:rPr>
              <a:t>.</a:t>
            </a:r>
            <a:endParaRPr lang="en-GB" sz="2200" dirty="0">
              <a:latin typeface="Times New Roman" panose="02020603050405020304" pitchFamily="18" charset="0"/>
              <a:cs typeface="Times New Roman" panose="02020603050405020304" pitchFamily="18" charset="0"/>
            </a:endParaRPr>
          </a:p>
          <a:p>
            <a:pPr marL="12700" marR="5715">
              <a:lnSpc>
                <a:spcPts val="2880"/>
              </a:lnSpc>
              <a:spcBef>
                <a:spcPts val="1250"/>
              </a:spcBef>
            </a:pPr>
            <a:r>
              <a:rPr lang="en-GB" sz="2200" spc="-10" dirty="0">
                <a:latin typeface="Times New Roman" panose="02020603050405020304" pitchFamily="18" charset="0"/>
                <a:cs typeface="Times New Roman" panose="02020603050405020304" pitchFamily="18" charset="0"/>
              </a:rPr>
              <a:t>Various </a:t>
            </a:r>
            <a:r>
              <a:rPr lang="en-GB" sz="2200" dirty="0">
                <a:latin typeface="Times New Roman" panose="02020603050405020304" pitchFamily="18" charset="0"/>
                <a:cs typeface="Times New Roman" panose="02020603050405020304" pitchFamily="18" charset="0"/>
              </a:rPr>
              <a:t>types</a:t>
            </a:r>
            <a:r>
              <a:rPr lang="en-GB" sz="2200" spc="-1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of</a:t>
            </a:r>
            <a:r>
              <a:rPr lang="en-GB" sz="2200" spc="190"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industrial</a:t>
            </a:r>
            <a:r>
              <a:rPr lang="en-GB" sz="2200" spc="-5" dirty="0">
                <a:latin typeface="Times New Roman" panose="02020603050405020304" pitchFamily="18" charset="0"/>
                <a:cs typeface="Times New Roman" panose="02020603050405020304" pitchFamily="18" charset="0"/>
              </a:rPr>
              <a:t> </a:t>
            </a:r>
            <a:r>
              <a:rPr lang="en-GB" sz="2200" spc="-20" dirty="0">
                <a:latin typeface="Times New Roman" panose="02020603050405020304" pitchFamily="18" charset="0"/>
                <a:cs typeface="Times New Roman" panose="02020603050405020304" pitchFamily="18" charset="0"/>
              </a:rPr>
              <a:t>helmets</a:t>
            </a:r>
            <a:r>
              <a:rPr lang="en-GB" sz="2200" spc="-10" dirty="0">
                <a:latin typeface="Times New Roman" panose="02020603050405020304" pitchFamily="18" charset="0"/>
                <a:cs typeface="Times New Roman" panose="02020603050405020304" pitchFamily="18" charset="0"/>
              </a:rPr>
              <a:t> are available</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and</a:t>
            </a:r>
            <a:r>
              <a:rPr lang="en-GB" sz="2200" spc="-1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they</a:t>
            </a:r>
            <a:r>
              <a:rPr lang="en-GB" sz="2200" spc="-10" dirty="0">
                <a:latin typeface="Times New Roman" panose="02020603050405020304" pitchFamily="18" charset="0"/>
                <a:cs typeface="Times New Roman" panose="02020603050405020304" pitchFamily="18" charset="0"/>
              </a:rPr>
              <a:t> are </a:t>
            </a:r>
            <a:r>
              <a:rPr lang="en-GB" sz="2200" spc="-35" dirty="0">
                <a:latin typeface="Times New Roman" panose="02020603050405020304" pitchFamily="18" charset="0"/>
                <a:cs typeface="Times New Roman" panose="02020603050405020304" pitchFamily="18" charset="0"/>
              </a:rPr>
              <a:t>selected</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and</a:t>
            </a:r>
            <a:r>
              <a:rPr lang="en-GB" sz="2200" spc="-10" dirty="0">
                <a:latin typeface="Times New Roman" panose="02020603050405020304" pitchFamily="18" charset="0"/>
                <a:cs typeface="Times New Roman" panose="02020603050405020304" pitchFamily="18" charset="0"/>
              </a:rPr>
              <a:t> </a:t>
            </a:r>
            <a:r>
              <a:rPr lang="en-GB" sz="2200" spc="-35" dirty="0">
                <a:latin typeface="Times New Roman" panose="02020603050405020304" pitchFamily="18" charset="0"/>
                <a:cs typeface="Times New Roman" panose="02020603050405020304" pitchFamily="18" charset="0"/>
              </a:rPr>
              <a:t>used</a:t>
            </a:r>
            <a:r>
              <a:rPr lang="en-GB" sz="2200" spc="-1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by</a:t>
            </a:r>
            <a:r>
              <a:rPr lang="en-GB" sz="2200" spc="-5" dirty="0">
                <a:latin typeface="Times New Roman" panose="02020603050405020304" pitchFamily="18" charset="0"/>
                <a:cs typeface="Times New Roman" panose="02020603050405020304" pitchFamily="18" charset="0"/>
              </a:rPr>
              <a:t> </a:t>
            </a:r>
            <a:r>
              <a:rPr lang="en-GB" sz="2200" spc="-25" dirty="0">
                <a:latin typeface="Times New Roman" panose="02020603050405020304" pitchFamily="18" charset="0"/>
                <a:cs typeface="Times New Roman" panose="02020603050405020304" pitchFamily="18" charset="0"/>
              </a:rPr>
              <a:t>the </a:t>
            </a:r>
            <a:r>
              <a:rPr lang="en-GB" sz="2200" spc="-45" dirty="0">
                <a:latin typeface="Times New Roman" panose="02020603050405020304" pitchFamily="18" charset="0"/>
                <a:cs typeface="Times New Roman" panose="02020603050405020304" pitchFamily="18" charset="0"/>
              </a:rPr>
              <a:t>employees</a:t>
            </a:r>
            <a:r>
              <a:rPr lang="en-GB" sz="2200"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according</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to</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the</a:t>
            </a:r>
            <a:r>
              <a:rPr lang="en-GB" sz="2200" spc="5"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requirements.</a:t>
            </a:r>
            <a:endParaRPr lang="en-GB" sz="2200" dirty="0">
              <a:latin typeface="Times New Roman" panose="02020603050405020304" pitchFamily="18" charset="0"/>
              <a:cs typeface="Times New Roman" panose="02020603050405020304" pitchFamily="18" charset="0"/>
            </a:endParaRPr>
          </a:p>
          <a:p>
            <a:pPr marL="12700" marR="5080">
              <a:lnSpc>
                <a:spcPts val="2880"/>
              </a:lnSpc>
              <a:spcBef>
                <a:spcPts val="1210"/>
              </a:spcBef>
            </a:pPr>
            <a:r>
              <a:rPr lang="en-GB" sz="2200" spc="-50" dirty="0">
                <a:latin typeface="Times New Roman" panose="02020603050405020304" pitchFamily="18" charset="0"/>
                <a:cs typeface="Times New Roman" panose="02020603050405020304" pitchFamily="18" charset="0"/>
              </a:rPr>
              <a:t>Women</a:t>
            </a:r>
            <a:r>
              <a:rPr lang="en-GB" sz="2200" spc="-5" dirty="0">
                <a:latin typeface="Times New Roman" panose="02020603050405020304" pitchFamily="18" charset="0"/>
                <a:cs typeface="Times New Roman" panose="02020603050405020304" pitchFamily="18" charset="0"/>
              </a:rPr>
              <a:t> </a:t>
            </a:r>
            <a:r>
              <a:rPr lang="en-GB" sz="2200" spc="-50" dirty="0">
                <a:latin typeface="Times New Roman" panose="02020603050405020304" pitchFamily="18" charset="0"/>
                <a:cs typeface="Times New Roman" panose="02020603050405020304" pitchFamily="18" charset="0"/>
              </a:rPr>
              <a:t>worker</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have to</a:t>
            </a:r>
            <a:r>
              <a:rPr lang="en-GB" sz="2200" spc="-5" dirty="0">
                <a:latin typeface="Times New Roman" panose="02020603050405020304" pitchFamily="18" charset="0"/>
                <a:cs typeface="Times New Roman" panose="02020603050405020304" pitchFamily="18" charset="0"/>
              </a:rPr>
              <a:t> </a:t>
            </a:r>
            <a:r>
              <a:rPr lang="en-GB" sz="2200" spc="-40" dirty="0">
                <a:latin typeface="Times New Roman" panose="02020603050405020304" pitchFamily="18" charset="0"/>
                <a:cs typeface="Times New Roman" panose="02020603050405020304" pitchFamily="18" charset="0"/>
              </a:rPr>
              <a:t>use</a:t>
            </a:r>
            <a:r>
              <a:rPr lang="en-GB" sz="2200" dirty="0">
                <a:latin typeface="Times New Roman" panose="02020603050405020304" pitchFamily="18" charset="0"/>
                <a:cs typeface="Times New Roman" panose="02020603050405020304" pitchFamily="18" charset="0"/>
              </a:rPr>
              <a:t> hair</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nets and</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safety caps</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if</a:t>
            </a:r>
            <a:r>
              <a:rPr lang="en-GB" sz="2200" spc="200" dirty="0">
                <a:latin typeface="Times New Roman" panose="02020603050405020304" pitchFamily="18" charset="0"/>
                <a:cs typeface="Times New Roman" panose="02020603050405020304" pitchFamily="18" charset="0"/>
              </a:rPr>
              <a:t> </a:t>
            </a:r>
            <a:r>
              <a:rPr lang="en-GB" sz="2200" spc="-20" dirty="0">
                <a:latin typeface="Times New Roman" panose="02020603050405020304" pitchFamily="18" charset="0"/>
                <a:cs typeface="Times New Roman" panose="02020603050405020304" pitchFamily="18" charset="0"/>
              </a:rPr>
              <a:t>there</a:t>
            </a:r>
            <a:r>
              <a:rPr lang="en-GB" sz="2200" dirty="0">
                <a:latin typeface="Times New Roman" panose="02020603050405020304" pitchFamily="18" charset="0"/>
                <a:cs typeface="Times New Roman" panose="02020603050405020304" pitchFamily="18" charset="0"/>
              </a:rPr>
              <a:t> is</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a </a:t>
            </a:r>
            <a:r>
              <a:rPr lang="en-GB" sz="2200" spc="-10" dirty="0">
                <a:latin typeface="Times New Roman" panose="02020603050405020304" pitchFamily="18" charset="0"/>
                <a:cs typeface="Times New Roman" panose="02020603050405020304" pitchFamily="18" charset="0"/>
              </a:rPr>
              <a:t>risk</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of</a:t>
            </a:r>
            <a:r>
              <a:rPr lang="en-GB" sz="2200" spc="20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hair </a:t>
            </a:r>
            <a:r>
              <a:rPr lang="en-GB" sz="2200" spc="-10" dirty="0">
                <a:latin typeface="Times New Roman" panose="02020603050405020304" pitchFamily="18" charset="0"/>
                <a:cs typeface="Times New Roman" panose="02020603050405020304" pitchFamily="18" charset="0"/>
              </a:rPr>
              <a:t>becoming </a:t>
            </a:r>
            <a:r>
              <a:rPr lang="en-GB" sz="2200" dirty="0">
                <a:latin typeface="Times New Roman" panose="02020603050405020304" pitchFamily="18" charset="0"/>
                <a:cs typeface="Times New Roman" panose="02020603050405020304" pitchFamily="18" charset="0"/>
              </a:rPr>
              <a:t>caught</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in</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gears,</a:t>
            </a:r>
            <a:r>
              <a:rPr lang="en-GB" sz="2200" spc="-5"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drills</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or</a:t>
            </a:r>
            <a:r>
              <a:rPr lang="en-GB" sz="2200" spc="-5"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spinning</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shafts</a:t>
            </a:r>
            <a:r>
              <a:rPr lang="en-GB" sz="2200" spc="-5"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of</a:t>
            </a:r>
            <a:r>
              <a:rPr lang="en-GB" sz="2200" spc="200" dirty="0">
                <a:latin typeface="Times New Roman" panose="02020603050405020304" pitchFamily="18" charset="0"/>
                <a:cs typeface="Times New Roman" panose="02020603050405020304" pitchFamily="18" charset="0"/>
              </a:rPr>
              <a:t> </a:t>
            </a:r>
            <a:r>
              <a:rPr lang="en-GB" sz="2200" spc="-10" dirty="0">
                <a:latin typeface="Times New Roman" panose="02020603050405020304" pitchFamily="18" charset="0"/>
                <a:cs typeface="Times New Roman" panose="02020603050405020304" pitchFamily="18" charset="0"/>
              </a:rPr>
              <a:t>machine.</a:t>
            </a:r>
            <a:endParaRPr lang="en-GB" sz="2200" dirty="0">
              <a:latin typeface="Times New Roman" panose="02020603050405020304" pitchFamily="18" charset="0"/>
              <a:cs typeface="Times New Roman" panose="02020603050405020304" pitchFamily="18" charset="0"/>
            </a:endParaRPr>
          </a:p>
          <a:p>
            <a:pPr>
              <a:lnSpc>
                <a:spcPts val="2880"/>
              </a:lnSpc>
            </a:pPr>
            <a:endParaRPr lang="en-GB" sz="2200" dirty="0"/>
          </a:p>
        </p:txBody>
      </p:sp>
      <p:sp>
        <p:nvSpPr>
          <p:cNvPr id="6" name="Title 1">
            <a:extLst>
              <a:ext uri="{FF2B5EF4-FFF2-40B4-BE49-F238E27FC236}">
                <a16:creationId xmlns:a16="http://schemas.microsoft.com/office/drawing/2014/main" id="{DC8D8E58-1594-611B-0B61-17B2C2664386}"/>
              </a:ext>
            </a:extLst>
          </p:cNvPr>
          <p:cNvSpPr txBox="1">
            <a:spLocks/>
          </p:cNvSpPr>
          <p:nvPr/>
        </p:nvSpPr>
        <p:spPr>
          <a:xfrm>
            <a:off x="633413" y="202679"/>
            <a:ext cx="3290887" cy="24526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FFF00"/>
                </a:solidFill>
              </a:rPr>
              <a:t>PPE FOR HEAD</a:t>
            </a:r>
          </a:p>
        </p:txBody>
      </p:sp>
    </p:spTree>
    <p:extLst>
      <p:ext uri="{BB962C8B-B14F-4D97-AF65-F5344CB8AC3E}">
        <p14:creationId xmlns:p14="http://schemas.microsoft.com/office/powerpoint/2010/main" val="4046352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817EB35-4D5C-493B-8459-98C99FD16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c 24">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640269" flipV="1">
            <a:off x="5586861" y="-553943"/>
            <a:ext cx="3944178" cy="3944178"/>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2FDADC69-7E74-FC4F-7C17-2C5E51AAB76C}"/>
              </a:ext>
            </a:extLst>
          </p:cNvPr>
          <p:cNvSpPr>
            <a:spLocks noGrp="1"/>
          </p:cNvSpPr>
          <p:nvPr>
            <p:ph type="title"/>
          </p:nvPr>
        </p:nvSpPr>
        <p:spPr>
          <a:xfrm>
            <a:off x="838201" y="345810"/>
            <a:ext cx="4795164" cy="1325563"/>
          </a:xfrm>
        </p:spPr>
        <p:txBody>
          <a:bodyPr>
            <a:normAutofit/>
          </a:bodyPr>
          <a:lstStyle/>
          <a:p>
            <a:r>
              <a:rPr lang="en-US" b="1" dirty="0"/>
              <a:t>PPE FOR HEAD AND NECK</a:t>
            </a:r>
            <a:endParaRPr lang="en-IN" b="1" dirty="0"/>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838201" y="1825624"/>
            <a:ext cx="5132650" cy="4686565"/>
          </a:xfrm>
        </p:spPr>
        <p:txBody>
          <a:bodyPr>
            <a:noAutofit/>
          </a:bodyPr>
          <a:lstStyle/>
          <a:p>
            <a:pPr marL="0" indent="0" algn="just">
              <a:buNone/>
            </a:pPr>
            <a:r>
              <a:rPr lang="en-US" sz="2000" b="1" dirty="0"/>
              <a:t>Head and neck</a:t>
            </a:r>
          </a:p>
          <a:p>
            <a:pPr algn="just"/>
            <a:r>
              <a:rPr lang="en-US" sz="2000" b="1" u="sng" dirty="0"/>
              <a:t>Hazards</a:t>
            </a:r>
          </a:p>
          <a:p>
            <a:pPr algn="just"/>
            <a:r>
              <a:rPr lang="en-US" sz="2000" dirty="0"/>
              <a:t>Impact from falling or flying objects, risk of head bumping, hair getting tangled in machinery, chemical drips or splash, climate or temperature</a:t>
            </a:r>
          </a:p>
          <a:p>
            <a:pPr algn="just"/>
            <a:r>
              <a:rPr lang="en-US" sz="2000" b="1" u="sng" dirty="0"/>
              <a:t>Options</a:t>
            </a:r>
          </a:p>
          <a:p>
            <a:pPr algn="just"/>
            <a:r>
              <a:rPr lang="en-US" sz="2000" dirty="0"/>
              <a:t>Industrial safety helmets, bump caps, hairnets and firefighters’ helmets</a:t>
            </a:r>
          </a:p>
          <a:p>
            <a:pPr algn="just"/>
            <a:r>
              <a:rPr lang="en-US" sz="2000" dirty="0"/>
              <a:t>Some safety helmets incorporate or can be fitted with specially-designed eye or hearing protection.</a:t>
            </a:r>
          </a:p>
          <a:p>
            <a:pPr algn="just"/>
            <a:r>
              <a:rPr lang="en-US" sz="2000" dirty="0"/>
              <a:t>Don’t forget neck protection, e.g. scarves for use during welding.</a:t>
            </a:r>
          </a:p>
          <a:p>
            <a:pPr algn="just"/>
            <a:endParaRPr lang="en-US" sz="2000" dirty="0"/>
          </a:p>
        </p:txBody>
      </p:sp>
      <p:pic>
        <p:nvPicPr>
          <p:cNvPr id="18" name="Picture 17">
            <a:extLst>
              <a:ext uri="{FF2B5EF4-FFF2-40B4-BE49-F238E27FC236}">
                <a16:creationId xmlns:a16="http://schemas.microsoft.com/office/drawing/2014/main" id="{170B3385-1C11-DB77-C7A9-B78C37CD5380}"/>
              </a:ext>
            </a:extLst>
          </p:cNvPr>
          <p:cNvPicPr>
            <a:picLocks noChangeAspect="1"/>
          </p:cNvPicPr>
          <p:nvPr/>
        </p:nvPicPr>
        <p:blipFill>
          <a:blip r:embed="rId2" cstate="print">
            <a:extLst>
              <a:ext uri="{28A0092B-C50C-407E-A947-70E740481C1C}">
                <a14:useLocalDpi xmlns:a14="http://schemas.microsoft.com/office/drawing/2010/main" val="0"/>
              </a:ext>
            </a:extLst>
          </a:blip>
          <a:srcRect t="7603" b="5487"/>
          <a:stretch/>
        </p:blipFill>
        <p:spPr>
          <a:xfrm flipH="1">
            <a:off x="6045200" y="10"/>
            <a:ext cx="3343282" cy="2905636"/>
          </a:xfrm>
          <a:custGeom>
            <a:avLst/>
            <a:gdLst/>
            <a:ahLst/>
            <a:cxnLst/>
            <a:rect l="l" t="t" r="r" b="b"/>
            <a:pathLst>
              <a:path w="3343282" h="2905646">
                <a:moveTo>
                  <a:pt x="546801" y="0"/>
                </a:moveTo>
                <a:lnTo>
                  <a:pt x="2796481" y="0"/>
                </a:lnTo>
                <a:lnTo>
                  <a:pt x="2853670" y="51976"/>
                </a:lnTo>
                <a:cubicBezTo>
                  <a:pt x="3156177" y="354484"/>
                  <a:pt x="3343282" y="772394"/>
                  <a:pt x="3343282" y="1234005"/>
                </a:cubicBezTo>
                <a:cubicBezTo>
                  <a:pt x="3343282" y="2157227"/>
                  <a:pt x="2594863" y="2905646"/>
                  <a:pt x="1671641" y="2905646"/>
                </a:cubicBezTo>
                <a:cubicBezTo>
                  <a:pt x="748420" y="2905646"/>
                  <a:pt x="0" y="2157227"/>
                  <a:pt x="0" y="1234005"/>
                </a:cubicBezTo>
                <a:cubicBezTo>
                  <a:pt x="0" y="772394"/>
                  <a:pt x="187105" y="354484"/>
                  <a:pt x="489613" y="51976"/>
                </a:cubicBezTo>
                <a:close/>
              </a:path>
            </a:pathLst>
          </a:custGeom>
        </p:spPr>
      </p:pic>
      <p:pic>
        <p:nvPicPr>
          <p:cNvPr id="14" name="Picture 13">
            <a:extLst>
              <a:ext uri="{FF2B5EF4-FFF2-40B4-BE49-F238E27FC236}">
                <a16:creationId xmlns:a16="http://schemas.microsoft.com/office/drawing/2014/main" id="{9FB9E553-F7A8-C6E8-9AE7-11BA306317B2}"/>
              </a:ext>
            </a:extLst>
          </p:cNvPr>
          <p:cNvPicPr>
            <a:picLocks noChangeAspect="1"/>
          </p:cNvPicPr>
          <p:nvPr/>
        </p:nvPicPr>
        <p:blipFill>
          <a:blip r:embed="rId3" cstate="print">
            <a:extLst>
              <a:ext uri="{28A0092B-C50C-407E-A947-70E740481C1C}">
                <a14:useLocalDpi xmlns:a14="http://schemas.microsoft.com/office/drawing/2010/main" val="0"/>
              </a:ext>
            </a:extLst>
          </a:blip>
          <a:srcRect t="3168" b="4955"/>
          <a:stretch/>
        </p:blipFill>
        <p:spPr>
          <a:xfrm>
            <a:off x="6172241" y="3154859"/>
            <a:ext cx="4030579" cy="3703141"/>
          </a:xfrm>
          <a:custGeom>
            <a:avLst/>
            <a:gdLst/>
            <a:ahLst/>
            <a:cxnLst/>
            <a:rect l="l" t="t" r="r" b="b"/>
            <a:pathLst>
              <a:path w="4030579" h="3703141">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p:spPr>
      </p:pic>
      <p:pic>
        <p:nvPicPr>
          <p:cNvPr id="12" name="Picture 11">
            <a:extLst>
              <a:ext uri="{FF2B5EF4-FFF2-40B4-BE49-F238E27FC236}">
                <a16:creationId xmlns:a16="http://schemas.microsoft.com/office/drawing/2014/main" id="{C0088083-B4E8-0B8E-A6F5-506B31105547}"/>
              </a:ext>
            </a:extLst>
          </p:cNvPr>
          <p:cNvPicPr>
            <a:picLocks noChangeAspect="1"/>
          </p:cNvPicPr>
          <p:nvPr/>
        </p:nvPicPr>
        <p:blipFill>
          <a:blip r:embed="rId4" cstate="print">
            <a:extLst>
              <a:ext uri="{28A0092B-C50C-407E-A947-70E740481C1C}">
                <a14:useLocalDpi xmlns:a14="http://schemas.microsoft.com/office/drawing/2010/main" val="0"/>
              </a:ext>
            </a:extLst>
          </a:blip>
          <a:srcRect l="15693" r="15248" b="1"/>
          <a:stretch/>
        </p:blipFill>
        <p:spPr>
          <a:xfrm>
            <a:off x="9523005" y="10"/>
            <a:ext cx="2668994" cy="3864758"/>
          </a:xfrm>
          <a:custGeom>
            <a:avLst/>
            <a:gdLst/>
            <a:ahLst/>
            <a:cxnLst/>
            <a:rect l="l" t="t" r="r" b="b"/>
            <a:pathLst>
              <a:path w="2668994" h="3864768">
                <a:moveTo>
                  <a:pt x="1215406" y="0"/>
                </a:moveTo>
                <a:lnTo>
                  <a:pt x="2668994" y="0"/>
                </a:lnTo>
                <a:lnTo>
                  <a:pt x="2668994" y="3754247"/>
                </a:lnTo>
                <a:lnTo>
                  <a:pt x="2614574" y="3774165"/>
                </a:lnTo>
                <a:cubicBezTo>
                  <a:pt x="2425260" y="3833048"/>
                  <a:pt x="2223979" y="3864768"/>
                  <a:pt x="2015289" y="3864768"/>
                </a:cubicBezTo>
                <a:cubicBezTo>
                  <a:pt x="902276" y="3864768"/>
                  <a:pt x="0" y="2962492"/>
                  <a:pt x="0" y="1849479"/>
                </a:cubicBezTo>
                <a:cubicBezTo>
                  <a:pt x="0" y="1084283"/>
                  <a:pt x="426467" y="418692"/>
                  <a:pt x="1054683" y="77425"/>
                </a:cubicBezTo>
                <a:close/>
              </a:path>
            </a:pathLst>
          </a:custGeom>
        </p:spPr>
      </p:pic>
      <p:pic>
        <p:nvPicPr>
          <p:cNvPr id="7" name="Picture 6">
            <a:extLst>
              <a:ext uri="{FF2B5EF4-FFF2-40B4-BE49-F238E27FC236}">
                <a16:creationId xmlns:a16="http://schemas.microsoft.com/office/drawing/2014/main" id="{C3E8F063-6728-3389-B835-F93880D9518F}"/>
              </a:ext>
            </a:extLst>
          </p:cNvPr>
          <p:cNvPicPr>
            <a:picLocks noChangeAspect="1"/>
          </p:cNvPicPr>
          <p:nvPr/>
        </p:nvPicPr>
        <p:blipFill>
          <a:blip r:embed="rId5" cstate="print">
            <a:extLst>
              <a:ext uri="{28A0092B-C50C-407E-A947-70E740481C1C}">
                <a14:useLocalDpi xmlns:a14="http://schemas.microsoft.com/office/drawing/2010/main" val="0"/>
              </a:ext>
            </a:extLst>
          </a:blip>
          <a:srcRect l="17921" r="19499" b="3"/>
          <a:stretch/>
        </p:blipFill>
        <p:spPr>
          <a:xfrm>
            <a:off x="10404210" y="4001294"/>
            <a:ext cx="1787791" cy="2856706"/>
          </a:xfrm>
          <a:custGeom>
            <a:avLst/>
            <a:gdLst/>
            <a:ahLst/>
            <a:cxnLst/>
            <a:rect l="l" t="t" r="r" b="b"/>
            <a:pathLst>
              <a:path w="1787791" h="2856706">
                <a:moveTo>
                  <a:pt x="1531941" y="0"/>
                </a:moveTo>
                <a:cubicBezTo>
                  <a:pt x="1584820" y="0"/>
                  <a:pt x="1637074" y="2679"/>
                  <a:pt x="1688573" y="7909"/>
                </a:cubicBezTo>
                <a:lnTo>
                  <a:pt x="1787791" y="23052"/>
                </a:lnTo>
                <a:lnTo>
                  <a:pt x="1787791" y="2856706"/>
                </a:lnTo>
                <a:lnTo>
                  <a:pt x="765053" y="2856706"/>
                </a:lnTo>
                <a:lnTo>
                  <a:pt x="675418" y="2802252"/>
                </a:lnTo>
                <a:cubicBezTo>
                  <a:pt x="267919" y="2526951"/>
                  <a:pt x="0" y="2060735"/>
                  <a:pt x="0" y="1531942"/>
                </a:cubicBezTo>
                <a:cubicBezTo>
                  <a:pt x="0" y="685873"/>
                  <a:pt x="685873" y="0"/>
                  <a:pt x="1531941" y="0"/>
                </a:cubicBezTo>
                <a:close/>
              </a:path>
            </a:pathLst>
          </a:custGeom>
        </p:spPr>
      </p:pic>
    </p:spTree>
    <p:extLst>
      <p:ext uri="{BB962C8B-B14F-4D97-AF65-F5344CB8AC3E}">
        <p14:creationId xmlns:p14="http://schemas.microsoft.com/office/powerpoint/2010/main" val="311428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72B02AB-2308-F34B-809D-1B2F957C63D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 r="3652" b="63925"/>
          <a:stretch/>
        </p:blipFill>
        <p:spPr>
          <a:xfrm>
            <a:off x="121490" y="1502230"/>
            <a:ext cx="4994797" cy="1569961"/>
          </a:xfrm>
        </p:spPr>
      </p:pic>
      <p:sp>
        <p:nvSpPr>
          <p:cNvPr id="4" name="Date Placeholder 3">
            <a:extLst>
              <a:ext uri="{FF2B5EF4-FFF2-40B4-BE49-F238E27FC236}">
                <a16:creationId xmlns:a16="http://schemas.microsoft.com/office/drawing/2014/main" id="{F92219FB-CE1C-BF4E-ACB8-B9C36BEC4ADF}"/>
              </a:ext>
            </a:extLst>
          </p:cNvPr>
          <p:cNvSpPr>
            <a:spLocks noGrp="1"/>
          </p:cNvSpPr>
          <p:nvPr>
            <p:ph type="dt" sz="half" idx="10"/>
          </p:nvPr>
        </p:nvSpPr>
        <p:spPr/>
        <p:txBody>
          <a:bodyPr/>
          <a:lstStyle/>
          <a:p>
            <a:endParaRPr lang="en-US" dirty="0"/>
          </a:p>
        </p:txBody>
      </p:sp>
      <p:pic>
        <p:nvPicPr>
          <p:cNvPr id="7" name="Picture 5">
            <a:extLst>
              <a:ext uri="{FF2B5EF4-FFF2-40B4-BE49-F238E27FC236}">
                <a16:creationId xmlns:a16="http://schemas.microsoft.com/office/drawing/2014/main" id="{BC141CE9-216E-5B41-AD87-1425ABFB3CD2}"/>
              </a:ext>
            </a:extLst>
          </p:cNvPr>
          <p:cNvPicPr>
            <a:picLocks noChangeAspect="1"/>
          </p:cNvPicPr>
          <p:nvPr/>
        </p:nvPicPr>
        <p:blipFill rotWithShape="1">
          <a:blip r:embed="rId2">
            <a:extLst>
              <a:ext uri="{28A0092B-C50C-407E-A947-70E740481C1C}">
                <a14:useLocalDpi xmlns:a14="http://schemas.microsoft.com/office/drawing/2010/main" val="0"/>
              </a:ext>
            </a:extLst>
          </a:blip>
          <a:srcRect l="30601" t="44747" r="11070" b="1891"/>
          <a:stretch/>
        </p:blipFill>
        <p:spPr>
          <a:xfrm>
            <a:off x="639094" y="3524638"/>
            <a:ext cx="3023809" cy="2322287"/>
          </a:xfrm>
          <a:prstGeom prst="rect">
            <a:avLst/>
          </a:prstGeom>
        </p:spPr>
      </p:pic>
      <p:pic>
        <p:nvPicPr>
          <p:cNvPr id="8" name="Picture 8">
            <a:extLst>
              <a:ext uri="{FF2B5EF4-FFF2-40B4-BE49-F238E27FC236}">
                <a16:creationId xmlns:a16="http://schemas.microsoft.com/office/drawing/2014/main" id="{22428DA7-0A73-8544-BCEC-04DCCAD76022}"/>
              </a:ext>
            </a:extLst>
          </p:cNvPr>
          <p:cNvPicPr>
            <a:picLocks noChangeAspect="1"/>
          </p:cNvPicPr>
          <p:nvPr/>
        </p:nvPicPr>
        <p:blipFill rotWithShape="1">
          <a:blip r:embed="rId3">
            <a:extLst>
              <a:ext uri="{28A0092B-C50C-407E-A947-70E740481C1C}">
                <a14:useLocalDpi xmlns:a14="http://schemas.microsoft.com/office/drawing/2010/main" val="0"/>
              </a:ext>
            </a:extLst>
          </a:blip>
          <a:srcRect b="63281"/>
          <a:stretch/>
        </p:blipFill>
        <p:spPr>
          <a:xfrm>
            <a:off x="5313716" y="1369181"/>
            <a:ext cx="7031616" cy="1989667"/>
          </a:xfrm>
          <a:prstGeom prst="rect">
            <a:avLst/>
          </a:prstGeom>
        </p:spPr>
      </p:pic>
      <p:pic>
        <p:nvPicPr>
          <p:cNvPr id="10" name="Picture 8">
            <a:extLst>
              <a:ext uri="{FF2B5EF4-FFF2-40B4-BE49-F238E27FC236}">
                <a16:creationId xmlns:a16="http://schemas.microsoft.com/office/drawing/2014/main" id="{EFE51063-2157-DC4B-B773-DA78E0F02614}"/>
              </a:ext>
            </a:extLst>
          </p:cNvPr>
          <p:cNvPicPr>
            <a:picLocks noChangeAspect="1"/>
          </p:cNvPicPr>
          <p:nvPr/>
        </p:nvPicPr>
        <p:blipFill rotWithShape="1">
          <a:blip r:embed="rId3">
            <a:extLst>
              <a:ext uri="{28A0092B-C50C-407E-A947-70E740481C1C}">
                <a14:useLocalDpi xmlns:a14="http://schemas.microsoft.com/office/drawing/2010/main" val="0"/>
              </a:ext>
            </a:extLst>
          </a:blip>
          <a:srcRect l="25780" t="49709" r="21068" b="960"/>
          <a:stretch/>
        </p:blipFill>
        <p:spPr>
          <a:xfrm>
            <a:off x="6660386" y="3640667"/>
            <a:ext cx="3737429" cy="2673048"/>
          </a:xfrm>
          <a:prstGeom prst="rect">
            <a:avLst/>
          </a:prstGeom>
        </p:spPr>
      </p:pic>
    </p:spTree>
    <p:extLst>
      <p:ext uri="{BB962C8B-B14F-4D97-AF65-F5344CB8AC3E}">
        <p14:creationId xmlns:p14="http://schemas.microsoft.com/office/powerpoint/2010/main" val="2834054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17E84EBD-EA3C-BF4B-8801-09CBFE4D038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0900"/>
          <a:stretch/>
        </p:blipFill>
        <p:spPr>
          <a:xfrm>
            <a:off x="596344" y="1487416"/>
            <a:ext cx="7289871" cy="1941584"/>
          </a:xfrm>
        </p:spPr>
      </p:pic>
      <p:sp>
        <p:nvSpPr>
          <p:cNvPr id="4" name="Date Placeholder 3">
            <a:extLst>
              <a:ext uri="{FF2B5EF4-FFF2-40B4-BE49-F238E27FC236}">
                <a16:creationId xmlns:a16="http://schemas.microsoft.com/office/drawing/2014/main" id="{6B66CBC3-1402-B346-A1FF-12FA9CAFFEE2}"/>
              </a:ext>
            </a:extLst>
          </p:cNvPr>
          <p:cNvSpPr>
            <a:spLocks noGrp="1"/>
          </p:cNvSpPr>
          <p:nvPr>
            <p:ph type="dt" sz="half" idx="10"/>
          </p:nvPr>
        </p:nvSpPr>
        <p:spPr/>
        <p:txBody>
          <a:bodyPr/>
          <a:lstStyle/>
          <a:p>
            <a:r>
              <a:rPr lang="en-US"/>
              <a:t>ARJUN P K</a:t>
            </a:r>
            <a:endParaRPr lang="en-US" dirty="0"/>
          </a:p>
        </p:txBody>
      </p:sp>
      <p:pic>
        <p:nvPicPr>
          <p:cNvPr id="7" name="Picture 5">
            <a:extLst>
              <a:ext uri="{FF2B5EF4-FFF2-40B4-BE49-F238E27FC236}">
                <a16:creationId xmlns:a16="http://schemas.microsoft.com/office/drawing/2014/main" id="{3E4EE046-ADBA-4A48-A7B5-95B68C1C1FB7}"/>
              </a:ext>
            </a:extLst>
          </p:cNvPr>
          <p:cNvPicPr>
            <a:picLocks noChangeAspect="1"/>
          </p:cNvPicPr>
          <p:nvPr/>
        </p:nvPicPr>
        <p:blipFill rotWithShape="1">
          <a:blip r:embed="rId2">
            <a:extLst>
              <a:ext uri="{28A0092B-C50C-407E-A947-70E740481C1C}">
                <a14:useLocalDpi xmlns:a14="http://schemas.microsoft.com/office/drawing/2010/main" val="0"/>
              </a:ext>
            </a:extLst>
          </a:blip>
          <a:srcRect t="41651"/>
          <a:stretch/>
        </p:blipFill>
        <p:spPr>
          <a:xfrm>
            <a:off x="2673315" y="3676953"/>
            <a:ext cx="7289871" cy="2897415"/>
          </a:xfrm>
          <a:prstGeom prst="rect">
            <a:avLst/>
          </a:prstGeom>
        </p:spPr>
      </p:pic>
    </p:spTree>
    <p:extLst>
      <p:ext uri="{BB962C8B-B14F-4D97-AF65-F5344CB8AC3E}">
        <p14:creationId xmlns:p14="http://schemas.microsoft.com/office/powerpoint/2010/main" val="4246787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ADC69-7E74-FC4F-7C17-2C5E51AAB76C}"/>
              </a:ext>
            </a:extLst>
          </p:cNvPr>
          <p:cNvSpPr>
            <a:spLocks noGrp="1"/>
          </p:cNvSpPr>
          <p:nvPr>
            <p:ph type="title"/>
          </p:nvPr>
        </p:nvSpPr>
        <p:spPr>
          <a:xfrm>
            <a:off x="630918" y="643465"/>
            <a:ext cx="3895359" cy="1846615"/>
          </a:xfrm>
        </p:spPr>
        <p:txBody>
          <a:bodyPr anchor="b">
            <a:normAutofit/>
          </a:bodyPr>
          <a:lstStyle/>
          <a:p>
            <a:r>
              <a:rPr lang="en-US" sz="5400" b="1"/>
              <a:t>PPE FOR EARS</a:t>
            </a:r>
            <a:endParaRPr lang="en-IN" sz="5400" b="1"/>
          </a:p>
        </p:txBody>
      </p:sp>
      <p:sp>
        <p:nvSpPr>
          <p:cNvPr id="22"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onnsiteX0" fmla="*/ 0 w 3566160"/>
              <a:gd name="connsiteY0" fmla="*/ 0 h 18288"/>
              <a:gd name="connsiteX1" fmla="*/ 665683 w 3566160"/>
              <a:gd name="connsiteY1" fmla="*/ 0 h 18288"/>
              <a:gd name="connsiteX2" fmla="*/ 1331366 w 3566160"/>
              <a:gd name="connsiteY2" fmla="*/ 0 h 18288"/>
              <a:gd name="connsiteX3" fmla="*/ 1818742 w 3566160"/>
              <a:gd name="connsiteY3" fmla="*/ 0 h 18288"/>
              <a:gd name="connsiteX4" fmla="*/ 2413102 w 3566160"/>
              <a:gd name="connsiteY4" fmla="*/ 0 h 18288"/>
              <a:gd name="connsiteX5" fmla="*/ 2936138 w 3566160"/>
              <a:gd name="connsiteY5" fmla="*/ 0 h 18288"/>
              <a:gd name="connsiteX6" fmla="*/ 3566160 w 3566160"/>
              <a:gd name="connsiteY6" fmla="*/ 0 h 18288"/>
              <a:gd name="connsiteX7" fmla="*/ 3566160 w 3566160"/>
              <a:gd name="connsiteY7" fmla="*/ 18288 h 18288"/>
              <a:gd name="connsiteX8" fmla="*/ 2971800 w 3566160"/>
              <a:gd name="connsiteY8" fmla="*/ 18288 h 18288"/>
              <a:gd name="connsiteX9" fmla="*/ 2448763 w 3566160"/>
              <a:gd name="connsiteY9" fmla="*/ 18288 h 18288"/>
              <a:gd name="connsiteX10" fmla="*/ 1854403 w 3566160"/>
              <a:gd name="connsiteY10" fmla="*/ 18288 h 18288"/>
              <a:gd name="connsiteX11" fmla="*/ 1295705 w 3566160"/>
              <a:gd name="connsiteY11" fmla="*/ 18288 h 18288"/>
              <a:gd name="connsiteX12" fmla="*/ 772668 w 3566160"/>
              <a:gd name="connsiteY12" fmla="*/ 18288 h 18288"/>
              <a:gd name="connsiteX13" fmla="*/ 0 w 3566160"/>
              <a:gd name="connsiteY13" fmla="*/ 18288 h 18288"/>
              <a:gd name="connsiteX14" fmla="*/ 0 w 356616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630936" y="2807167"/>
            <a:ext cx="6699254" cy="3386399"/>
          </a:xfrm>
        </p:spPr>
        <p:txBody>
          <a:bodyPr>
            <a:noAutofit/>
          </a:bodyPr>
          <a:lstStyle/>
          <a:p>
            <a:pPr marL="0" indent="0" algn="just">
              <a:buNone/>
            </a:pPr>
            <a:r>
              <a:rPr lang="en-US" sz="2000" b="1" dirty="0"/>
              <a:t>Ears</a:t>
            </a:r>
          </a:p>
          <a:p>
            <a:pPr algn="just"/>
            <a:r>
              <a:rPr lang="en-US" sz="2000" b="1" u="sng" dirty="0"/>
              <a:t>Hazards</a:t>
            </a:r>
          </a:p>
          <a:p>
            <a:pPr algn="just"/>
            <a:r>
              <a:rPr lang="en-US" sz="2000" dirty="0"/>
              <a:t>Noise – a combination of sound level and duration of exposure, very high-level sounds are a hazard even with short duration</a:t>
            </a:r>
          </a:p>
          <a:p>
            <a:pPr algn="just"/>
            <a:r>
              <a:rPr lang="en-US" sz="2000" b="1" u="sng" dirty="0"/>
              <a:t>Options</a:t>
            </a:r>
          </a:p>
          <a:p>
            <a:pPr algn="just"/>
            <a:r>
              <a:rPr lang="en-US" sz="2000" dirty="0"/>
              <a:t>Earplugs, earmuffs, semi-insert/canal caps</a:t>
            </a:r>
          </a:p>
          <a:p>
            <a:pPr algn="just"/>
            <a:r>
              <a:rPr lang="en-US" sz="2000" dirty="0"/>
              <a:t>Provide the right hearing protectors for the type of work, and make sure workers know how to fit them.</a:t>
            </a:r>
          </a:p>
          <a:p>
            <a:pPr algn="just"/>
            <a:r>
              <a:rPr lang="en-US" sz="2000" dirty="0"/>
              <a:t>Choose protectors that reduce noise to an acceptable level, while allowing for safety and communication.</a:t>
            </a:r>
          </a:p>
        </p:txBody>
      </p:sp>
      <p:pic>
        <p:nvPicPr>
          <p:cNvPr id="15" name="Picture 14">
            <a:extLst>
              <a:ext uri="{FF2B5EF4-FFF2-40B4-BE49-F238E27FC236}">
                <a16:creationId xmlns:a16="http://schemas.microsoft.com/office/drawing/2014/main" id="{AD5FCC2B-6D40-35A3-597F-B592F63E42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2624" y="339800"/>
            <a:ext cx="3099816" cy="3106015"/>
          </a:xfrm>
          <a:prstGeom prst="rect">
            <a:avLst/>
          </a:prstGeom>
        </p:spPr>
      </p:pic>
      <p:pic>
        <p:nvPicPr>
          <p:cNvPr id="11" name="Picture 10">
            <a:extLst>
              <a:ext uri="{FF2B5EF4-FFF2-40B4-BE49-F238E27FC236}">
                <a16:creationId xmlns:a16="http://schemas.microsoft.com/office/drawing/2014/main" id="{F8A67B42-DDA4-81C1-1EB1-2514C99EB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47888" y="302874"/>
            <a:ext cx="3785616" cy="2366010"/>
          </a:xfrm>
          <a:prstGeom prst="rect">
            <a:avLst/>
          </a:prstGeom>
        </p:spPr>
      </p:pic>
      <p:pic>
        <p:nvPicPr>
          <p:cNvPr id="7" name="Picture 6" descr="Close-up of a pair of orange earphones&#10;&#10;Description automatically generated">
            <a:extLst>
              <a:ext uri="{FF2B5EF4-FFF2-40B4-BE49-F238E27FC236}">
                <a16:creationId xmlns:a16="http://schemas.microsoft.com/office/drawing/2014/main" id="{0BF5493B-87AE-6966-A683-A6ED81D1A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10862" y="5224743"/>
            <a:ext cx="2242978" cy="1682234"/>
          </a:xfrm>
          <a:prstGeom prst="rect">
            <a:avLst/>
          </a:prstGeom>
        </p:spPr>
      </p:pic>
      <p:pic>
        <p:nvPicPr>
          <p:cNvPr id="6" name="Picture 5">
            <a:extLst>
              <a:ext uri="{FF2B5EF4-FFF2-40B4-BE49-F238E27FC236}">
                <a16:creationId xmlns:a16="http://schemas.microsoft.com/office/drawing/2014/main" id="{AE86150E-3F98-968B-B235-CAD5C34E54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9792" y="2971759"/>
            <a:ext cx="3221807" cy="3221807"/>
          </a:xfrm>
          <a:prstGeom prst="rect">
            <a:avLst/>
          </a:prstGeom>
        </p:spPr>
      </p:pic>
      <p:sp>
        <p:nvSpPr>
          <p:cNvPr id="4" name="Date Placeholder 3">
            <a:extLst>
              <a:ext uri="{FF2B5EF4-FFF2-40B4-BE49-F238E27FC236}">
                <a16:creationId xmlns:a16="http://schemas.microsoft.com/office/drawing/2014/main" id="{9A2D3325-9093-7B0F-D194-5C212D6E7BAC}"/>
              </a:ext>
            </a:extLst>
          </p:cNvPr>
          <p:cNvSpPr>
            <a:spLocks noGrp="1"/>
          </p:cNvSpPr>
          <p:nvPr>
            <p:ph type="dt" sz="half" idx="10"/>
          </p:nvPr>
        </p:nvSpPr>
        <p:spPr>
          <a:xfrm>
            <a:off x="838200" y="6356350"/>
            <a:ext cx="2743200" cy="365125"/>
          </a:xfrm>
        </p:spPr>
        <p:txBody>
          <a:bodyPr>
            <a:normAutofit/>
          </a:bodyPr>
          <a:lstStyle/>
          <a:p>
            <a:pPr>
              <a:spcAft>
                <a:spcPts val="600"/>
              </a:spcAft>
            </a:pPr>
            <a:r>
              <a:rPr lang="en-US"/>
              <a:t>ARJUN P K</a:t>
            </a:r>
          </a:p>
        </p:txBody>
      </p:sp>
    </p:spTree>
    <p:extLst>
      <p:ext uri="{BB962C8B-B14F-4D97-AF65-F5344CB8AC3E}">
        <p14:creationId xmlns:p14="http://schemas.microsoft.com/office/powerpoint/2010/main" val="4068736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C3E5D51-F8E7-4DCA-AAE7-E43895B7D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F68A29E-13B9-5D14-B56F-D43D8D54A5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8778" y="532876"/>
            <a:ext cx="2507107" cy="2507107"/>
          </a:xfrm>
          <a:prstGeom prst="rect">
            <a:avLst/>
          </a:prstGeom>
        </p:spPr>
      </p:pic>
      <p:pic>
        <p:nvPicPr>
          <p:cNvPr id="14" name="Picture 13">
            <a:extLst>
              <a:ext uri="{FF2B5EF4-FFF2-40B4-BE49-F238E27FC236}">
                <a16:creationId xmlns:a16="http://schemas.microsoft.com/office/drawing/2014/main" id="{7567AF07-6521-1014-8F27-7DBB46327A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775" y="384481"/>
            <a:ext cx="2507982" cy="2507982"/>
          </a:xfrm>
          <a:prstGeom prst="rect">
            <a:avLst/>
          </a:prstGeom>
        </p:spPr>
      </p:pic>
      <p:pic>
        <p:nvPicPr>
          <p:cNvPr id="9" name="Picture 8">
            <a:extLst>
              <a:ext uri="{FF2B5EF4-FFF2-40B4-BE49-F238E27FC236}">
                <a16:creationId xmlns:a16="http://schemas.microsoft.com/office/drawing/2014/main" id="{E325D35C-352B-F37E-41D2-FEAA5E5338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81254" y="844036"/>
            <a:ext cx="2507982" cy="1671570"/>
          </a:xfrm>
          <a:prstGeom prst="rect">
            <a:avLst/>
          </a:prstGeom>
        </p:spPr>
      </p:pic>
      <p:pic>
        <p:nvPicPr>
          <p:cNvPr id="6" name="Picture 5" descr="A person wearing pink gloves&#10;&#10;Description automatically generated">
            <a:extLst>
              <a:ext uri="{FF2B5EF4-FFF2-40B4-BE49-F238E27FC236}">
                <a16:creationId xmlns:a16="http://schemas.microsoft.com/office/drawing/2014/main" id="{7125070D-B49A-A8A9-465D-68CDDBB730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9142276" y="3776271"/>
            <a:ext cx="4108972" cy="2054486"/>
          </a:xfrm>
          <a:prstGeom prst="rect">
            <a:avLst/>
          </a:prstGeom>
        </p:spPr>
      </p:pic>
      <p:sp>
        <p:nvSpPr>
          <p:cNvPr id="25" name="Rectangle 24">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838201" y="3387661"/>
            <a:ext cx="9175229" cy="2979888"/>
          </a:xfrm>
        </p:spPr>
        <p:txBody>
          <a:bodyPr anchor="ctr">
            <a:noAutofit/>
          </a:bodyPr>
          <a:lstStyle/>
          <a:p>
            <a:pPr algn="just"/>
            <a:r>
              <a:rPr lang="en-US" sz="2000" b="1" u="sng" dirty="0"/>
              <a:t>Hazards</a:t>
            </a:r>
          </a:p>
          <a:p>
            <a:pPr algn="just"/>
            <a:r>
              <a:rPr lang="en-US" sz="2000" dirty="0"/>
              <a:t>Abrasion, temperature extremes, cuts and punctures, impact, chemicals, electric shock, radiation, biological agents and prolonged immersion in water</a:t>
            </a:r>
          </a:p>
          <a:p>
            <a:pPr algn="just"/>
            <a:r>
              <a:rPr lang="en-US" sz="2000" b="1" u="sng" dirty="0"/>
              <a:t>Options</a:t>
            </a:r>
          </a:p>
          <a:p>
            <a:pPr algn="just"/>
            <a:r>
              <a:rPr lang="en-US" sz="2000" dirty="0"/>
              <a:t>Gloves, gloves with a cuff, gauntlets and sleeving that covers part or all of the arm</a:t>
            </a:r>
          </a:p>
          <a:p>
            <a:pPr algn="just"/>
            <a:r>
              <a:rPr lang="en-US" sz="2000" dirty="0"/>
              <a:t>Some materials are quickly penetrated by chemicals – take care in selection</a:t>
            </a:r>
          </a:p>
          <a:p>
            <a:pPr algn="just"/>
            <a:r>
              <a:rPr lang="en-US" sz="2000" dirty="0"/>
              <a:t>Wearing gloves for long periods can make the skin hot and sweaty, leading to skin problems. Using separate cotton inner gloves can help prevent this</a:t>
            </a:r>
          </a:p>
        </p:txBody>
      </p:sp>
      <p:sp>
        <p:nvSpPr>
          <p:cNvPr id="8" name="Title 1">
            <a:extLst>
              <a:ext uri="{FF2B5EF4-FFF2-40B4-BE49-F238E27FC236}">
                <a16:creationId xmlns:a16="http://schemas.microsoft.com/office/drawing/2014/main" id="{E3E2F39D-0520-9529-EF4C-4D4AAC189352}"/>
              </a:ext>
            </a:extLst>
          </p:cNvPr>
          <p:cNvSpPr txBox="1">
            <a:spLocks/>
          </p:cNvSpPr>
          <p:nvPr/>
        </p:nvSpPr>
        <p:spPr>
          <a:xfrm>
            <a:off x="7652126" y="712803"/>
            <a:ext cx="4754743" cy="24372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Types of PPE that can be used FOR Hands and Arms</a:t>
            </a:r>
            <a:br>
              <a:rPr lang="en-US" b="1" dirty="0"/>
            </a:br>
            <a:endParaRPr lang="en-IN" b="1" dirty="0"/>
          </a:p>
        </p:txBody>
      </p:sp>
    </p:spTree>
    <p:extLst>
      <p:ext uri="{BB962C8B-B14F-4D97-AF65-F5344CB8AC3E}">
        <p14:creationId xmlns:p14="http://schemas.microsoft.com/office/powerpoint/2010/main" val="2939156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8828223-5E93-46C5-ACCD-F95D7163F9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ADC69-7E74-FC4F-7C17-2C5E51AAB76C}"/>
              </a:ext>
            </a:extLst>
          </p:cNvPr>
          <p:cNvSpPr>
            <a:spLocks noGrp="1"/>
          </p:cNvSpPr>
          <p:nvPr>
            <p:ph type="title"/>
          </p:nvPr>
        </p:nvSpPr>
        <p:spPr>
          <a:xfrm>
            <a:off x="1137034" y="603623"/>
            <a:ext cx="7236653" cy="1330841"/>
          </a:xfrm>
        </p:spPr>
        <p:txBody>
          <a:bodyPr>
            <a:normAutofit/>
          </a:bodyPr>
          <a:lstStyle/>
          <a:p>
            <a:r>
              <a:rPr lang="en-US" dirty="0"/>
              <a:t>Types of PPE that can be used FOR FEET &amp; LEGS</a:t>
            </a:r>
            <a:endParaRPr lang="en-IN" dirty="0"/>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382524" y="1729752"/>
            <a:ext cx="7273751" cy="4161382"/>
          </a:xfrm>
        </p:spPr>
        <p:txBody>
          <a:bodyPr>
            <a:noAutofit/>
          </a:bodyPr>
          <a:lstStyle/>
          <a:p>
            <a:pPr marL="0" indent="0" algn="just">
              <a:buNone/>
            </a:pPr>
            <a:endParaRPr lang="en-US" sz="2000" b="1" dirty="0"/>
          </a:p>
          <a:p>
            <a:pPr algn="just"/>
            <a:r>
              <a:rPr lang="en-US" sz="2000" b="1" u="sng" dirty="0"/>
              <a:t>Hazards</a:t>
            </a:r>
          </a:p>
          <a:p>
            <a:pPr algn="just"/>
            <a:r>
              <a:rPr lang="en-US" sz="2000" dirty="0"/>
              <a:t>Wet, hot and cold conditions, electrostatic build-up, slipping, cuts and punctures, falling objects, heavy loads, metal and chemical splash, vehicles</a:t>
            </a:r>
          </a:p>
          <a:p>
            <a:pPr algn="just"/>
            <a:r>
              <a:rPr lang="en-US" sz="2000" b="1" u="sng" dirty="0"/>
              <a:t>Options</a:t>
            </a:r>
          </a:p>
          <a:p>
            <a:pPr algn="just"/>
            <a:r>
              <a:rPr lang="en-US" sz="2000" dirty="0"/>
              <a:t>Safety boots and shoes with protective toecaps and penetration-resistant, mid-sole wellington boots and specific footwear, e.g. foundry boots and chainsaw boots</a:t>
            </a:r>
          </a:p>
          <a:p>
            <a:pPr algn="just"/>
            <a:r>
              <a:rPr lang="en-US" sz="2000" dirty="0"/>
              <a:t>Footwear can have a variety of sole patterns and materials to help prevent slips in different conditions, including oil- or chemical-resistant soles. </a:t>
            </a:r>
          </a:p>
          <a:p>
            <a:pPr algn="just"/>
            <a:r>
              <a:rPr lang="en-US" sz="2000" dirty="0"/>
              <a:t>It can also be anti-static, electrically or thermally non-conductive.</a:t>
            </a:r>
          </a:p>
        </p:txBody>
      </p:sp>
      <p:sp>
        <p:nvSpPr>
          <p:cNvPr id="35" name="Freeform: Shape 34">
            <a:extLst>
              <a:ext uri="{FF2B5EF4-FFF2-40B4-BE49-F238E27FC236}">
                <a16:creationId xmlns:a16="http://schemas.microsoft.com/office/drawing/2014/main" id="{48C1AA47-524D-4A9F-B867-9E9AF98C1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731434"/>
            <a:ext cx="12192000" cy="1126566"/>
          </a:xfrm>
          <a:custGeom>
            <a:avLst/>
            <a:gdLst>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396234 w 12192000"/>
              <a:gd name="connsiteY27" fmla="*/ 176379 h 1126566"/>
              <a:gd name="connsiteX28" fmla="*/ 2406730 w 12192000"/>
              <a:gd name="connsiteY28" fmla="*/ 184179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62814 w 12192000"/>
              <a:gd name="connsiteY88" fmla="*/ 645618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25811 w 12192000"/>
              <a:gd name="connsiteY106" fmla="*/ 452486 h 1126566"/>
              <a:gd name="connsiteX107" fmla="*/ 9933026 w 12192000"/>
              <a:gd name="connsiteY107" fmla="*/ 457540 h 1126566"/>
              <a:gd name="connsiteX108" fmla="*/ 9988183 w 12192000"/>
              <a:gd name="connsiteY108" fmla="*/ 448079 h 1126566"/>
              <a:gd name="connsiteX109" fmla="*/ 9991965 w 12192000"/>
              <a:gd name="connsiteY109" fmla="*/ 435969 h 1126566"/>
              <a:gd name="connsiteX110" fmla="*/ 9986932 w 12192000"/>
              <a:gd name="connsiteY110" fmla="*/ 431168 h 1126566"/>
              <a:gd name="connsiteX111" fmla="*/ 9996190 w 12192000"/>
              <a:gd name="connsiteY111" fmla="*/ 429066 h 1126566"/>
              <a:gd name="connsiteX112" fmla="*/ 9999786 w 12192000"/>
              <a:gd name="connsiteY112" fmla="*/ 427758 h 1126566"/>
              <a:gd name="connsiteX113" fmla="*/ 10012936 w 12192000"/>
              <a:gd name="connsiteY113" fmla="*/ 428884 h 1126566"/>
              <a:gd name="connsiteX114" fmla="*/ 10038815 w 12192000"/>
              <a:gd name="connsiteY114" fmla="*/ 419316 h 1126566"/>
              <a:gd name="connsiteX115" fmla="*/ 10057432 w 12192000"/>
              <a:gd name="connsiteY115" fmla="*/ 421938 h 1126566"/>
              <a:gd name="connsiteX116" fmla="*/ 10121534 w 12192000"/>
              <a:gd name="connsiteY116" fmla="*/ 437514 h 1126566"/>
              <a:gd name="connsiteX117" fmla="*/ 10199200 w 12192000"/>
              <a:gd name="connsiteY117" fmla="*/ 438197 h 1126566"/>
              <a:gd name="connsiteX118" fmla="*/ 10245648 w 12192000"/>
              <a:gd name="connsiteY118" fmla="*/ 438831 h 1126566"/>
              <a:gd name="connsiteX119" fmla="*/ 10369590 w 12192000"/>
              <a:gd name="connsiteY119" fmla="*/ 423377 h 1126566"/>
              <a:gd name="connsiteX120" fmla="*/ 10575777 w 12192000"/>
              <a:gd name="connsiteY120" fmla="*/ 355859 h 1126566"/>
              <a:gd name="connsiteX121" fmla="*/ 10638984 w 12192000"/>
              <a:gd name="connsiteY121" fmla="*/ 347416 h 1126566"/>
              <a:gd name="connsiteX122" fmla="*/ 10649306 w 12192000"/>
              <a:gd name="connsiteY122" fmla="*/ 352042 h 1126566"/>
              <a:gd name="connsiteX123" fmla="*/ 10732175 w 12192000"/>
              <a:gd name="connsiteY123" fmla="*/ 317549 h 1126566"/>
              <a:gd name="connsiteX124" fmla="*/ 10862886 w 12192000"/>
              <a:gd name="connsiteY124" fmla="*/ 313438 h 1126566"/>
              <a:gd name="connsiteX125" fmla="*/ 10963063 w 12192000"/>
              <a:gd name="connsiteY125" fmla="*/ 317771 h 1126566"/>
              <a:gd name="connsiteX126" fmla="*/ 11018562 w 12192000"/>
              <a:gd name="connsiteY126" fmla="*/ 316991 h 1126566"/>
              <a:gd name="connsiteX127" fmla="*/ 11059692 w 12192000"/>
              <a:gd name="connsiteY127" fmla="*/ 319983 h 1126566"/>
              <a:gd name="connsiteX128" fmla="*/ 11160371 w 12192000"/>
              <a:gd name="connsiteY128" fmla="*/ 308440 h 1126566"/>
              <a:gd name="connsiteX129" fmla="*/ 11178386 w 12192000"/>
              <a:gd name="connsiteY129" fmla="*/ 299490 h 1126566"/>
              <a:gd name="connsiteX130" fmla="*/ 11192494 w 12192000"/>
              <a:gd name="connsiteY130" fmla="*/ 296221 h 1126566"/>
              <a:gd name="connsiteX131" fmla="*/ 11199770 w 12192000"/>
              <a:gd name="connsiteY131" fmla="*/ 299772 h 1126566"/>
              <a:gd name="connsiteX132" fmla="*/ 11217258 w 12192000"/>
              <a:gd name="connsiteY132" fmla="*/ 293681 h 1126566"/>
              <a:gd name="connsiteX133" fmla="*/ 11245798 w 12192000"/>
              <a:gd name="connsiteY133" fmla="*/ 292170 h 1126566"/>
              <a:gd name="connsiteX134" fmla="*/ 11255992 w 12192000"/>
              <a:gd name="connsiteY134" fmla="*/ 291919 h 1126566"/>
              <a:gd name="connsiteX135" fmla="*/ 11264859 w 12192000"/>
              <a:gd name="connsiteY135" fmla="*/ 293937 h 1126566"/>
              <a:gd name="connsiteX136" fmla="*/ 11276151 w 12192000"/>
              <a:gd name="connsiteY136" fmla="*/ 293070 h 1126566"/>
              <a:gd name="connsiteX137" fmla="*/ 11279850 w 12192000"/>
              <a:gd name="connsiteY137" fmla="*/ 291330 h 1126566"/>
              <a:gd name="connsiteX138" fmla="*/ 11290818 w 12192000"/>
              <a:gd name="connsiteY138" fmla="*/ 291060 h 1126566"/>
              <a:gd name="connsiteX139" fmla="*/ 11296248 w 12192000"/>
              <a:gd name="connsiteY139" fmla="*/ 290163 h 1126566"/>
              <a:gd name="connsiteX140" fmla="*/ 11301652 w 12192000"/>
              <a:gd name="connsiteY140" fmla="*/ 290324 h 1126566"/>
              <a:gd name="connsiteX141" fmla="*/ 11339114 w 12192000"/>
              <a:gd name="connsiteY141" fmla="*/ 288153 h 1126566"/>
              <a:gd name="connsiteX142" fmla="*/ 11345146 w 12192000"/>
              <a:gd name="connsiteY142" fmla="*/ 290802 h 1126566"/>
              <a:gd name="connsiteX143" fmla="*/ 11400126 w 12192000"/>
              <a:gd name="connsiteY143" fmla="*/ 292287 h 1126566"/>
              <a:gd name="connsiteX144" fmla="*/ 11400420 w 12192000"/>
              <a:gd name="connsiteY144" fmla="*/ 293758 h 1126566"/>
              <a:gd name="connsiteX145" fmla="*/ 11413889 w 12192000"/>
              <a:gd name="connsiteY145" fmla="*/ 300516 h 1126566"/>
              <a:gd name="connsiteX146" fmla="*/ 11440688 w 12192000"/>
              <a:gd name="connsiteY146" fmla="*/ 310121 h 1126566"/>
              <a:gd name="connsiteX147" fmla="*/ 11496733 w 12192000"/>
              <a:gd name="connsiteY147" fmla="*/ 350225 h 1126566"/>
              <a:gd name="connsiteX148" fmla="*/ 11554005 w 12192000"/>
              <a:gd name="connsiteY148" fmla="*/ 351933 h 1126566"/>
              <a:gd name="connsiteX149" fmla="*/ 11565304 w 12192000"/>
              <a:gd name="connsiteY149" fmla="*/ 353069 h 1126566"/>
              <a:gd name="connsiteX150" fmla="*/ 11565435 w 12192000"/>
              <a:gd name="connsiteY150" fmla="*/ 353419 h 1126566"/>
              <a:gd name="connsiteX151" fmla="*/ 11577168 w 12192000"/>
              <a:gd name="connsiteY151" fmla="*/ 355270 h 1126566"/>
              <a:gd name="connsiteX152" fmla="*/ 11585904 w 12192000"/>
              <a:gd name="connsiteY152" fmla="*/ 355142 h 1126566"/>
              <a:gd name="connsiteX153" fmla="*/ 11607823 w 12192000"/>
              <a:gd name="connsiteY153" fmla="*/ 357347 h 1126566"/>
              <a:gd name="connsiteX154" fmla="*/ 11614746 w 12192000"/>
              <a:gd name="connsiteY154" fmla="*/ 360281 h 1126566"/>
              <a:gd name="connsiteX155" fmla="*/ 11658031 w 12192000"/>
              <a:gd name="connsiteY155" fmla="*/ 406970 h 1126566"/>
              <a:gd name="connsiteX156" fmla="*/ 11779739 w 12192000"/>
              <a:gd name="connsiteY156" fmla="*/ 457323 h 1126566"/>
              <a:gd name="connsiteX157" fmla="*/ 11828107 w 12192000"/>
              <a:gd name="connsiteY157" fmla="*/ 477948 h 1126566"/>
              <a:gd name="connsiteX158" fmla="*/ 11866598 w 12192000"/>
              <a:gd name="connsiteY158" fmla="*/ 486803 h 1126566"/>
              <a:gd name="connsiteX159" fmla="*/ 11916744 w 12192000"/>
              <a:gd name="connsiteY159" fmla="*/ 502917 h 1126566"/>
              <a:gd name="connsiteX160" fmla="*/ 11949248 w 12192000"/>
              <a:gd name="connsiteY160" fmla="*/ 518881 h 1126566"/>
              <a:gd name="connsiteX161" fmla="*/ 11951002 w 12192000"/>
              <a:gd name="connsiteY161" fmla="*/ 518735 h 1126566"/>
              <a:gd name="connsiteX162" fmla="*/ 11957283 w 12192000"/>
              <a:gd name="connsiteY162" fmla="*/ 522828 h 1126566"/>
              <a:gd name="connsiteX163" fmla="*/ 11966535 w 12192000"/>
              <a:gd name="connsiteY163" fmla="*/ 527372 h 1126566"/>
              <a:gd name="connsiteX164" fmla="*/ 12026007 w 12192000"/>
              <a:gd name="connsiteY164" fmla="*/ 534384 h 1126566"/>
              <a:gd name="connsiteX165" fmla="*/ 12035188 w 12192000"/>
              <a:gd name="connsiteY165" fmla="*/ 529609 h 1126566"/>
              <a:gd name="connsiteX166" fmla="*/ 12115225 w 12192000"/>
              <a:gd name="connsiteY166" fmla="*/ 561895 h 1126566"/>
              <a:gd name="connsiteX167" fmla="*/ 12191636 w 12192000"/>
              <a:gd name="connsiteY167" fmla="*/ 558318 h 1126566"/>
              <a:gd name="connsiteX168" fmla="*/ 12192000 w 12192000"/>
              <a:gd name="connsiteY168" fmla="*/ 558295 h 1126566"/>
              <a:gd name="connsiteX169" fmla="*/ 12192000 w 12192000"/>
              <a:gd name="connsiteY169" fmla="*/ 1126566 h 1126566"/>
              <a:gd name="connsiteX170" fmla="*/ 0 w 12192000"/>
              <a:gd name="connsiteY170" fmla="*/ 1126566 h 1126566"/>
              <a:gd name="connsiteX171" fmla="*/ 0 w 12192000"/>
              <a:gd name="connsiteY171" fmla="*/ 401922 h 1126566"/>
              <a:gd name="connsiteX172" fmla="*/ 25242 w 12192000"/>
              <a:gd name="connsiteY172" fmla="*/ 388862 h 1126566"/>
              <a:gd name="connsiteX173" fmla="*/ 96922 w 12192000"/>
              <a:gd name="connsiteY173" fmla="*/ 357381 h 1126566"/>
              <a:gd name="connsiteX174" fmla="*/ 137910 w 12192000"/>
              <a:gd name="connsiteY174" fmla="*/ 314823 h 1126566"/>
              <a:gd name="connsiteX175" fmla="*/ 258712 w 12192000"/>
              <a:gd name="connsiteY175" fmla="*/ 286531 h 1126566"/>
              <a:gd name="connsiteX176" fmla="*/ 316354 w 12192000"/>
              <a:gd name="connsiteY176" fmla="*/ 238529 h 1126566"/>
              <a:gd name="connsiteX177" fmla="*/ 328834 w 12192000"/>
              <a:gd name="connsiteY177" fmla="*/ 240963 h 1126566"/>
              <a:gd name="connsiteX178" fmla="*/ 383414 w 12192000"/>
              <a:gd name="connsiteY178" fmla="*/ 221196 h 1126566"/>
              <a:gd name="connsiteX179" fmla="*/ 537708 w 12192000"/>
              <a:gd name="connsiteY179" fmla="*/ 119020 h 1126566"/>
              <a:gd name="connsiteX180" fmla="*/ 645390 w 12192000"/>
              <a:gd name="connsiteY180" fmla="*/ 81299 h 1126566"/>
              <a:gd name="connsiteX181" fmla="*/ 689561 w 12192000"/>
              <a:gd name="connsiteY181" fmla="*/ 73220 h 1126566"/>
              <a:gd name="connsiteX182" fmla="*/ 763197 w 12192000"/>
              <a:gd name="connsiteY182" fmla="*/ 59356 h 1126566"/>
              <a:gd name="connsiteX183" fmla="*/ 778208 w 12192000"/>
              <a:gd name="connsiteY183" fmla="*/ 63801 h 1126566"/>
              <a:gd name="connsiteX184" fmla="*/ 784725 w 12192000"/>
              <a:gd name="connsiteY184" fmla="*/ 62505 h 1126566"/>
              <a:gd name="connsiteX185" fmla="*/ 785400 w 12192000"/>
              <a:gd name="connsiteY185" fmla="*/ 62796 h 1126566"/>
              <a:gd name="connsiteX186" fmla="*/ 786774 w 12192000"/>
              <a:gd name="connsiteY186" fmla="*/ 62098 h 1126566"/>
              <a:gd name="connsiteX187" fmla="*/ 801216 w 12192000"/>
              <a:gd name="connsiteY187" fmla="*/ 59226 h 1126566"/>
              <a:gd name="connsiteX188" fmla="*/ 832892 w 12192000"/>
              <a:gd name="connsiteY188" fmla="*/ 62069 h 1126566"/>
              <a:gd name="connsiteX189" fmla="*/ 852003 w 12192000"/>
              <a:gd name="connsiteY189" fmla="*/ 61064 h 1126566"/>
              <a:gd name="connsiteX190" fmla="*/ 870719 w 12192000"/>
              <a:gd name="connsiteY190" fmla="*/ 47209 h 1126566"/>
              <a:gd name="connsiteX191" fmla="*/ 883786 w 12192000"/>
              <a:gd name="connsiteY191" fmla="*/ 45814 h 1126566"/>
              <a:gd name="connsiteX192" fmla="*/ 886400 w 12192000"/>
              <a:gd name="connsiteY192" fmla="*/ 43909 h 1126566"/>
              <a:gd name="connsiteX193" fmla="*/ 893881 w 12192000"/>
              <a:gd name="connsiteY193" fmla="*/ 40197 h 1126566"/>
              <a:gd name="connsiteX194" fmla="*/ 886282 w 12192000"/>
              <a:gd name="connsiteY194" fmla="*/ 36610 h 1126566"/>
              <a:gd name="connsiteX195" fmla="*/ 882653 w 12192000"/>
              <a:gd name="connsiteY195" fmla="*/ 24486 h 1126566"/>
              <a:gd name="connsiteX196" fmla="*/ 898087 w 12192000"/>
              <a:gd name="connsiteY196" fmla="*/ 11454 h 1126566"/>
              <a:gd name="connsiteX197" fmla="*/ 914199 w 12192000"/>
              <a:gd name="connsiteY197" fmla="*/ 6975 h 1126566"/>
              <a:gd name="connsiteX198" fmla="*/ 929751 w 12192000"/>
              <a:gd name="connsiteY198" fmla="*/ 5510 h 1126566"/>
              <a:gd name="connsiteX199" fmla="*/ 938844 w 12192000"/>
              <a:gd name="connsiteY199" fmla="*/ 8681 h 1126566"/>
              <a:gd name="connsiteX200" fmla="*/ 944941 w 12192000"/>
              <a:gd name="connsiteY200" fmla="*/ 6855 h 1126566"/>
              <a:gd name="connsiteX201" fmla="*/ 954142 w 12192000"/>
              <a:gd name="connsiteY201" fmla="*/ 8799 h 1126566"/>
              <a:gd name="connsiteX202" fmla="*/ 968213 w 12192000"/>
              <a:gd name="connsiteY202" fmla="*/ 19791 h 1126566"/>
              <a:gd name="connsiteX203" fmla="*/ 1177886 w 12192000"/>
              <a:gd name="connsiteY203" fmla="*/ 30728 h 1126566"/>
              <a:gd name="connsiteX204" fmla="*/ 1305018 w 12192000"/>
              <a:gd name="connsiteY204"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396234 w 12192000"/>
              <a:gd name="connsiteY27" fmla="*/ 176379 h 1126566"/>
              <a:gd name="connsiteX28" fmla="*/ 2406730 w 12192000"/>
              <a:gd name="connsiteY28" fmla="*/ 184179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62814 w 12192000"/>
              <a:gd name="connsiteY88" fmla="*/ 645618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25811 w 12192000"/>
              <a:gd name="connsiteY106" fmla="*/ 452486 h 1126566"/>
              <a:gd name="connsiteX107" fmla="*/ 9933026 w 12192000"/>
              <a:gd name="connsiteY107" fmla="*/ 457540 h 1126566"/>
              <a:gd name="connsiteX108" fmla="*/ 9988183 w 12192000"/>
              <a:gd name="connsiteY108" fmla="*/ 448079 h 1126566"/>
              <a:gd name="connsiteX109" fmla="*/ 9991965 w 12192000"/>
              <a:gd name="connsiteY109" fmla="*/ 435969 h 1126566"/>
              <a:gd name="connsiteX110" fmla="*/ 9986932 w 12192000"/>
              <a:gd name="connsiteY110" fmla="*/ 431168 h 1126566"/>
              <a:gd name="connsiteX111" fmla="*/ 9996190 w 12192000"/>
              <a:gd name="connsiteY111" fmla="*/ 429066 h 1126566"/>
              <a:gd name="connsiteX112" fmla="*/ 9999786 w 12192000"/>
              <a:gd name="connsiteY112" fmla="*/ 427758 h 1126566"/>
              <a:gd name="connsiteX113" fmla="*/ 10012936 w 12192000"/>
              <a:gd name="connsiteY113" fmla="*/ 428884 h 1126566"/>
              <a:gd name="connsiteX114" fmla="*/ 10038815 w 12192000"/>
              <a:gd name="connsiteY114" fmla="*/ 419316 h 1126566"/>
              <a:gd name="connsiteX115" fmla="*/ 10057432 w 12192000"/>
              <a:gd name="connsiteY115" fmla="*/ 421938 h 1126566"/>
              <a:gd name="connsiteX116" fmla="*/ 10121534 w 12192000"/>
              <a:gd name="connsiteY116" fmla="*/ 437514 h 1126566"/>
              <a:gd name="connsiteX117" fmla="*/ 10199200 w 12192000"/>
              <a:gd name="connsiteY117" fmla="*/ 438197 h 1126566"/>
              <a:gd name="connsiteX118" fmla="*/ 10245648 w 12192000"/>
              <a:gd name="connsiteY118" fmla="*/ 438831 h 1126566"/>
              <a:gd name="connsiteX119" fmla="*/ 10369590 w 12192000"/>
              <a:gd name="connsiteY119" fmla="*/ 423377 h 1126566"/>
              <a:gd name="connsiteX120" fmla="*/ 10575777 w 12192000"/>
              <a:gd name="connsiteY120" fmla="*/ 355859 h 1126566"/>
              <a:gd name="connsiteX121" fmla="*/ 10638984 w 12192000"/>
              <a:gd name="connsiteY121" fmla="*/ 347416 h 1126566"/>
              <a:gd name="connsiteX122" fmla="*/ 10649306 w 12192000"/>
              <a:gd name="connsiteY122" fmla="*/ 352042 h 1126566"/>
              <a:gd name="connsiteX123" fmla="*/ 10732175 w 12192000"/>
              <a:gd name="connsiteY123" fmla="*/ 317549 h 1126566"/>
              <a:gd name="connsiteX124" fmla="*/ 10862886 w 12192000"/>
              <a:gd name="connsiteY124" fmla="*/ 313438 h 1126566"/>
              <a:gd name="connsiteX125" fmla="*/ 10963063 w 12192000"/>
              <a:gd name="connsiteY125" fmla="*/ 317771 h 1126566"/>
              <a:gd name="connsiteX126" fmla="*/ 11018562 w 12192000"/>
              <a:gd name="connsiteY126" fmla="*/ 316991 h 1126566"/>
              <a:gd name="connsiteX127" fmla="*/ 11059692 w 12192000"/>
              <a:gd name="connsiteY127" fmla="*/ 319983 h 1126566"/>
              <a:gd name="connsiteX128" fmla="*/ 11160371 w 12192000"/>
              <a:gd name="connsiteY128" fmla="*/ 308440 h 1126566"/>
              <a:gd name="connsiteX129" fmla="*/ 11178386 w 12192000"/>
              <a:gd name="connsiteY129" fmla="*/ 299490 h 1126566"/>
              <a:gd name="connsiteX130" fmla="*/ 11192494 w 12192000"/>
              <a:gd name="connsiteY130" fmla="*/ 296221 h 1126566"/>
              <a:gd name="connsiteX131" fmla="*/ 11199770 w 12192000"/>
              <a:gd name="connsiteY131" fmla="*/ 299772 h 1126566"/>
              <a:gd name="connsiteX132" fmla="*/ 11217258 w 12192000"/>
              <a:gd name="connsiteY132" fmla="*/ 293681 h 1126566"/>
              <a:gd name="connsiteX133" fmla="*/ 11245798 w 12192000"/>
              <a:gd name="connsiteY133" fmla="*/ 292170 h 1126566"/>
              <a:gd name="connsiteX134" fmla="*/ 11255992 w 12192000"/>
              <a:gd name="connsiteY134" fmla="*/ 291919 h 1126566"/>
              <a:gd name="connsiteX135" fmla="*/ 11264859 w 12192000"/>
              <a:gd name="connsiteY135" fmla="*/ 293937 h 1126566"/>
              <a:gd name="connsiteX136" fmla="*/ 11276151 w 12192000"/>
              <a:gd name="connsiteY136" fmla="*/ 293070 h 1126566"/>
              <a:gd name="connsiteX137" fmla="*/ 11279850 w 12192000"/>
              <a:gd name="connsiteY137" fmla="*/ 291330 h 1126566"/>
              <a:gd name="connsiteX138" fmla="*/ 11290818 w 12192000"/>
              <a:gd name="connsiteY138" fmla="*/ 291060 h 1126566"/>
              <a:gd name="connsiteX139" fmla="*/ 11296248 w 12192000"/>
              <a:gd name="connsiteY139" fmla="*/ 290163 h 1126566"/>
              <a:gd name="connsiteX140" fmla="*/ 11301652 w 12192000"/>
              <a:gd name="connsiteY140" fmla="*/ 290324 h 1126566"/>
              <a:gd name="connsiteX141" fmla="*/ 11339114 w 12192000"/>
              <a:gd name="connsiteY141" fmla="*/ 288153 h 1126566"/>
              <a:gd name="connsiteX142" fmla="*/ 11345146 w 12192000"/>
              <a:gd name="connsiteY142" fmla="*/ 290802 h 1126566"/>
              <a:gd name="connsiteX143" fmla="*/ 11400126 w 12192000"/>
              <a:gd name="connsiteY143" fmla="*/ 292287 h 1126566"/>
              <a:gd name="connsiteX144" fmla="*/ 11400420 w 12192000"/>
              <a:gd name="connsiteY144" fmla="*/ 293758 h 1126566"/>
              <a:gd name="connsiteX145" fmla="*/ 11413889 w 12192000"/>
              <a:gd name="connsiteY145" fmla="*/ 300516 h 1126566"/>
              <a:gd name="connsiteX146" fmla="*/ 11440688 w 12192000"/>
              <a:gd name="connsiteY146" fmla="*/ 310121 h 1126566"/>
              <a:gd name="connsiteX147" fmla="*/ 11496733 w 12192000"/>
              <a:gd name="connsiteY147" fmla="*/ 350225 h 1126566"/>
              <a:gd name="connsiteX148" fmla="*/ 11554005 w 12192000"/>
              <a:gd name="connsiteY148" fmla="*/ 351933 h 1126566"/>
              <a:gd name="connsiteX149" fmla="*/ 11565304 w 12192000"/>
              <a:gd name="connsiteY149" fmla="*/ 353069 h 1126566"/>
              <a:gd name="connsiteX150" fmla="*/ 11565435 w 12192000"/>
              <a:gd name="connsiteY150" fmla="*/ 353419 h 1126566"/>
              <a:gd name="connsiteX151" fmla="*/ 11577168 w 12192000"/>
              <a:gd name="connsiteY151" fmla="*/ 355270 h 1126566"/>
              <a:gd name="connsiteX152" fmla="*/ 11585904 w 12192000"/>
              <a:gd name="connsiteY152" fmla="*/ 355142 h 1126566"/>
              <a:gd name="connsiteX153" fmla="*/ 11607823 w 12192000"/>
              <a:gd name="connsiteY153" fmla="*/ 357347 h 1126566"/>
              <a:gd name="connsiteX154" fmla="*/ 11614746 w 12192000"/>
              <a:gd name="connsiteY154" fmla="*/ 360281 h 1126566"/>
              <a:gd name="connsiteX155" fmla="*/ 11698873 w 12192000"/>
              <a:gd name="connsiteY155" fmla="*/ 397894 h 1126566"/>
              <a:gd name="connsiteX156" fmla="*/ 11779739 w 12192000"/>
              <a:gd name="connsiteY156" fmla="*/ 457323 h 1126566"/>
              <a:gd name="connsiteX157" fmla="*/ 11828107 w 12192000"/>
              <a:gd name="connsiteY157" fmla="*/ 477948 h 1126566"/>
              <a:gd name="connsiteX158" fmla="*/ 11866598 w 12192000"/>
              <a:gd name="connsiteY158" fmla="*/ 486803 h 1126566"/>
              <a:gd name="connsiteX159" fmla="*/ 11916744 w 12192000"/>
              <a:gd name="connsiteY159" fmla="*/ 502917 h 1126566"/>
              <a:gd name="connsiteX160" fmla="*/ 11949248 w 12192000"/>
              <a:gd name="connsiteY160" fmla="*/ 518881 h 1126566"/>
              <a:gd name="connsiteX161" fmla="*/ 11951002 w 12192000"/>
              <a:gd name="connsiteY161" fmla="*/ 518735 h 1126566"/>
              <a:gd name="connsiteX162" fmla="*/ 11957283 w 12192000"/>
              <a:gd name="connsiteY162" fmla="*/ 522828 h 1126566"/>
              <a:gd name="connsiteX163" fmla="*/ 11966535 w 12192000"/>
              <a:gd name="connsiteY163" fmla="*/ 527372 h 1126566"/>
              <a:gd name="connsiteX164" fmla="*/ 12026007 w 12192000"/>
              <a:gd name="connsiteY164" fmla="*/ 534384 h 1126566"/>
              <a:gd name="connsiteX165" fmla="*/ 12035188 w 12192000"/>
              <a:gd name="connsiteY165" fmla="*/ 529609 h 1126566"/>
              <a:gd name="connsiteX166" fmla="*/ 12115225 w 12192000"/>
              <a:gd name="connsiteY166" fmla="*/ 561895 h 1126566"/>
              <a:gd name="connsiteX167" fmla="*/ 12191636 w 12192000"/>
              <a:gd name="connsiteY167" fmla="*/ 558318 h 1126566"/>
              <a:gd name="connsiteX168" fmla="*/ 12192000 w 12192000"/>
              <a:gd name="connsiteY168" fmla="*/ 558295 h 1126566"/>
              <a:gd name="connsiteX169" fmla="*/ 12192000 w 12192000"/>
              <a:gd name="connsiteY169" fmla="*/ 1126566 h 1126566"/>
              <a:gd name="connsiteX170" fmla="*/ 0 w 12192000"/>
              <a:gd name="connsiteY170" fmla="*/ 1126566 h 1126566"/>
              <a:gd name="connsiteX171" fmla="*/ 0 w 12192000"/>
              <a:gd name="connsiteY171" fmla="*/ 401922 h 1126566"/>
              <a:gd name="connsiteX172" fmla="*/ 25242 w 12192000"/>
              <a:gd name="connsiteY172" fmla="*/ 388862 h 1126566"/>
              <a:gd name="connsiteX173" fmla="*/ 96922 w 12192000"/>
              <a:gd name="connsiteY173" fmla="*/ 357381 h 1126566"/>
              <a:gd name="connsiteX174" fmla="*/ 137910 w 12192000"/>
              <a:gd name="connsiteY174" fmla="*/ 314823 h 1126566"/>
              <a:gd name="connsiteX175" fmla="*/ 258712 w 12192000"/>
              <a:gd name="connsiteY175" fmla="*/ 286531 h 1126566"/>
              <a:gd name="connsiteX176" fmla="*/ 316354 w 12192000"/>
              <a:gd name="connsiteY176" fmla="*/ 238529 h 1126566"/>
              <a:gd name="connsiteX177" fmla="*/ 328834 w 12192000"/>
              <a:gd name="connsiteY177" fmla="*/ 240963 h 1126566"/>
              <a:gd name="connsiteX178" fmla="*/ 383414 w 12192000"/>
              <a:gd name="connsiteY178" fmla="*/ 221196 h 1126566"/>
              <a:gd name="connsiteX179" fmla="*/ 537708 w 12192000"/>
              <a:gd name="connsiteY179" fmla="*/ 119020 h 1126566"/>
              <a:gd name="connsiteX180" fmla="*/ 645390 w 12192000"/>
              <a:gd name="connsiteY180" fmla="*/ 81299 h 1126566"/>
              <a:gd name="connsiteX181" fmla="*/ 689561 w 12192000"/>
              <a:gd name="connsiteY181" fmla="*/ 73220 h 1126566"/>
              <a:gd name="connsiteX182" fmla="*/ 763197 w 12192000"/>
              <a:gd name="connsiteY182" fmla="*/ 59356 h 1126566"/>
              <a:gd name="connsiteX183" fmla="*/ 778208 w 12192000"/>
              <a:gd name="connsiteY183" fmla="*/ 63801 h 1126566"/>
              <a:gd name="connsiteX184" fmla="*/ 784725 w 12192000"/>
              <a:gd name="connsiteY184" fmla="*/ 62505 h 1126566"/>
              <a:gd name="connsiteX185" fmla="*/ 785400 w 12192000"/>
              <a:gd name="connsiteY185" fmla="*/ 62796 h 1126566"/>
              <a:gd name="connsiteX186" fmla="*/ 786774 w 12192000"/>
              <a:gd name="connsiteY186" fmla="*/ 62098 h 1126566"/>
              <a:gd name="connsiteX187" fmla="*/ 801216 w 12192000"/>
              <a:gd name="connsiteY187" fmla="*/ 59226 h 1126566"/>
              <a:gd name="connsiteX188" fmla="*/ 832892 w 12192000"/>
              <a:gd name="connsiteY188" fmla="*/ 62069 h 1126566"/>
              <a:gd name="connsiteX189" fmla="*/ 852003 w 12192000"/>
              <a:gd name="connsiteY189" fmla="*/ 61064 h 1126566"/>
              <a:gd name="connsiteX190" fmla="*/ 870719 w 12192000"/>
              <a:gd name="connsiteY190" fmla="*/ 47209 h 1126566"/>
              <a:gd name="connsiteX191" fmla="*/ 883786 w 12192000"/>
              <a:gd name="connsiteY191" fmla="*/ 45814 h 1126566"/>
              <a:gd name="connsiteX192" fmla="*/ 886400 w 12192000"/>
              <a:gd name="connsiteY192" fmla="*/ 43909 h 1126566"/>
              <a:gd name="connsiteX193" fmla="*/ 893881 w 12192000"/>
              <a:gd name="connsiteY193" fmla="*/ 40197 h 1126566"/>
              <a:gd name="connsiteX194" fmla="*/ 886282 w 12192000"/>
              <a:gd name="connsiteY194" fmla="*/ 36610 h 1126566"/>
              <a:gd name="connsiteX195" fmla="*/ 882653 w 12192000"/>
              <a:gd name="connsiteY195" fmla="*/ 24486 h 1126566"/>
              <a:gd name="connsiteX196" fmla="*/ 898087 w 12192000"/>
              <a:gd name="connsiteY196" fmla="*/ 11454 h 1126566"/>
              <a:gd name="connsiteX197" fmla="*/ 914199 w 12192000"/>
              <a:gd name="connsiteY197" fmla="*/ 6975 h 1126566"/>
              <a:gd name="connsiteX198" fmla="*/ 929751 w 12192000"/>
              <a:gd name="connsiteY198" fmla="*/ 5510 h 1126566"/>
              <a:gd name="connsiteX199" fmla="*/ 938844 w 12192000"/>
              <a:gd name="connsiteY199" fmla="*/ 8681 h 1126566"/>
              <a:gd name="connsiteX200" fmla="*/ 944941 w 12192000"/>
              <a:gd name="connsiteY200" fmla="*/ 6855 h 1126566"/>
              <a:gd name="connsiteX201" fmla="*/ 954142 w 12192000"/>
              <a:gd name="connsiteY201" fmla="*/ 8799 h 1126566"/>
              <a:gd name="connsiteX202" fmla="*/ 968213 w 12192000"/>
              <a:gd name="connsiteY202" fmla="*/ 19791 h 1126566"/>
              <a:gd name="connsiteX203" fmla="*/ 1177886 w 12192000"/>
              <a:gd name="connsiteY203" fmla="*/ 30728 h 1126566"/>
              <a:gd name="connsiteX204" fmla="*/ 1305018 w 12192000"/>
              <a:gd name="connsiteY204"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396234 w 12192000"/>
              <a:gd name="connsiteY27" fmla="*/ 176379 h 1126566"/>
              <a:gd name="connsiteX28" fmla="*/ 2406730 w 12192000"/>
              <a:gd name="connsiteY28" fmla="*/ 184179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08358 w 12192000"/>
              <a:gd name="connsiteY88" fmla="*/ 654694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25811 w 12192000"/>
              <a:gd name="connsiteY106" fmla="*/ 452486 h 1126566"/>
              <a:gd name="connsiteX107" fmla="*/ 9933026 w 12192000"/>
              <a:gd name="connsiteY107" fmla="*/ 457540 h 1126566"/>
              <a:gd name="connsiteX108" fmla="*/ 9988183 w 12192000"/>
              <a:gd name="connsiteY108" fmla="*/ 448079 h 1126566"/>
              <a:gd name="connsiteX109" fmla="*/ 9991965 w 12192000"/>
              <a:gd name="connsiteY109" fmla="*/ 435969 h 1126566"/>
              <a:gd name="connsiteX110" fmla="*/ 9986932 w 12192000"/>
              <a:gd name="connsiteY110" fmla="*/ 431168 h 1126566"/>
              <a:gd name="connsiteX111" fmla="*/ 9996190 w 12192000"/>
              <a:gd name="connsiteY111" fmla="*/ 429066 h 1126566"/>
              <a:gd name="connsiteX112" fmla="*/ 9999786 w 12192000"/>
              <a:gd name="connsiteY112" fmla="*/ 427758 h 1126566"/>
              <a:gd name="connsiteX113" fmla="*/ 10012936 w 12192000"/>
              <a:gd name="connsiteY113" fmla="*/ 428884 h 1126566"/>
              <a:gd name="connsiteX114" fmla="*/ 10038815 w 12192000"/>
              <a:gd name="connsiteY114" fmla="*/ 419316 h 1126566"/>
              <a:gd name="connsiteX115" fmla="*/ 10057432 w 12192000"/>
              <a:gd name="connsiteY115" fmla="*/ 421938 h 1126566"/>
              <a:gd name="connsiteX116" fmla="*/ 10121534 w 12192000"/>
              <a:gd name="connsiteY116" fmla="*/ 437514 h 1126566"/>
              <a:gd name="connsiteX117" fmla="*/ 10199200 w 12192000"/>
              <a:gd name="connsiteY117" fmla="*/ 438197 h 1126566"/>
              <a:gd name="connsiteX118" fmla="*/ 10245648 w 12192000"/>
              <a:gd name="connsiteY118" fmla="*/ 438831 h 1126566"/>
              <a:gd name="connsiteX119" fmla="*/ 10369590 w 12192000"/>
              <a:gd name="connsiteY119" fmla="*/ 423377 h 1126566"/>
              <a:gd name="connsiteX120" fmla="*/ 10575777 w 12192000"/>
              <a:gd name="connsiteY120" fmla="*/ 355859 h 1126566"/>
              <a:gd name="connsiteX121" fmla="*/ 10638984 w 12192000"/>
              <a:gd name="connsiteY121" fmla="*/ 347416 h 1126566"/>
              <a:gd name="connsiteX122" fmla="*/ 10649306 w 12192000"/>
              <a:gd name="connsiteY122" fmla="*/ 352042 h 1126566"/>
              <a:gd name="connsiteX123" fmla="*/ 10732175 w 12192000"/>
              <a:gd name="connsiteY123" fmla="*/ 317549 h 1126566"/>
              <a:gd name="connsiteX124" fmla="*/ 10862886 w 12192000"/>
              <a:gd name="connsiteY124" fmla="*/ 313438 h 1126566"/>
              <a:gd name="connsiteX125" fmla="*/ 10963063 w 12192000"/>
              <a:gd name="connsiteY125" fmla="*/ 317771 h 1126566"/>
              <a:gd name="connsiteX126" fmla="*/ 11018562 w 12192000"/>
              <a:gd name="connsiteY126" fmla="*/ 316991 h 1126566"/>
              <a:gd name="connsiteX127" fmla="*/ 11059692 w 12192000"/>
              <a:gd name="connsiteY127" fmla="*/ 319983 h 1126566"/>
              <a:gd name="connsiteX128" fmla="*/ 11160371 w 12192000"/>
              <a:gd name="connsiteY128" fmla="*/ 308440 h 1126566"/>
              <a:gd name="connsiteX129" fmla="*/ 11178386 w 12192000"/>
              <a:gd name="connsiteY129" fmla="*/ 299490 h 1126566"/>
              <a:gd name="connsiteX130" fmla="*/ 11192494 w 12192000"/>
              <a:gd name="connsiteY130" fmla="*/ 296221 h 1126566"/>
              <a:gd name="connsiteX131" fmla="*/ 11199770 w 12192000"/>
              <a:gd name="connsiteY131" fmla="*/ 299772 h 1126566"/>
              <a:gd name="connsiteX132" fmla="*/ 11217258 w 12192000"/>
              <a:gd name="connsiteY132" fmla="*/ 293681 h 1126566"/>
              <a:gd name="connsiteX133" fmla="*/ 11245798 w 12192000"/>
              <a:gd name="connsiteY133" fmla="*/ 292170 h 1126566"/>
              <a:gd name="connsiteX134" fmla="*/ 11255992 w 12192000"/>
              <a:gd name="connsiteY134" fmla="*/ 291919 h 1126566"/>
              <a:gd name="connsiteX135" fmla="*/ 11264859 w 12192000"/>
              <a:gd name="connsiteY135" fmla="*/ 293937 h 1126566"/>
              <a:gd name="connsiteX136" fmla="*/ 11276151 w 12192000"/>
              <a:gd name="connsiteY136" fmla="*/ 293070 h 1126566"/>
              <a:gd name="connsiteX137" fmla="*/ 11279850 w 12192000"/>
              <a:gd name="connsiteY137" fmla="*/ 291330 h 1126566"/>
              <a:gd name="connsiteX138" fmla="*/ 11290818 w 12192000"/>
              <a:gd name="connsiteY138" fmla="*/ 291060 h 1126566"/>
              <a:gd name="connsiteX139" fmla="*/ 11296248 w 12192000"/>
              <a:gd name="connsiteY139" fmla="*/ 290163 h 1126566"/>
              <a:gd name="connsiteX140" fmla="*/ 11301652 w 12192000"/>
              <a:gd name="connsiteY140" fmla="*/ 290324 h 1126566"/>
              <a:gd name="connsiteX141" fmla="*/ 11339114 w 12192000"/>
              <a:gd name="connsiteY141" fmla="*/ 288153 h 1126566"/>
              <a:gd name="connsiteX142" fmla="*/ 11345146 w 12192000"/>
              <a:gd name="connsiteY142" fmla="*/ 290802 h 1126566"/>
              <a:gd name="connsiteX143" fmla="*/ 11400126 w 12192000"/>
              <a:gd name="connsiteY143" fmla="*/ 292287 h 1126566"/>
              <a:gd name="connsiteX144" fmla="*/ 11400420 w 12192000"/>
              <a:gd name="connsiteY144" fmla="*/ 293758 h 1126566"/>
              <a:gd name="connsiteX145" fmla="*/ 11413889 w 12192000"/>
              <a:gd name="connsiteY145" fmla="*/ 300516 h 1126566"/>
              <a:gd name="connsiteX146" fmla="*/ 11440688 w 12192000"/>
              <a:gd name="connsiteY146" fmla="*/ 310121 h 1126566"/>
              <a:gd name="connsiteX147" fmla="*/ 11496733 w 12192000"/>
              <a:gd name="connsiteY147" fmla="*/ 350225 h 1126566"/>
              <a:gd name="connsiteX148" fmla="*/ 11554005 w 12192000"/>
              <a:gd name="connsiteY148" fmla="*/ 351933 h 1126566"/>
              <a:gd name="connsiteX149" fmla="*/ 11565304 w 12192000"/>
              <a:gd name="connsiteY149" fmla="*/ 353069 h 1126566"/>
              <a:gd name="connsiteX150" fmla="*/ 11565435 w 12192000"/>
              <a:gd name="connsiteY150" fmla="*/ 353419 h 1126566"/>
              <a:gd name="connsiteX151" fmla="*/ 11577168 w 12192000"/>
              <a:gd name="connsiteY151" fmla="*/ 355270 h 1126566"/>
              <a:gd name="connsiteX152" fmla="*/ 11585904 w 12192000"/>
              <a:gd name="connsiteY152" fmla="*/ 355142 h 1126566"/>
              <a:gd name="connsiteX153" fmla="*/ 11607823 w 12192000"/>
              <a:gd name="connsiteY153" fmla="*/ 357347 h 1126566"/>
              <a:gd name="connsiteX154" fmla="*/ 11614746 w 12192000"/>
              <a:gd name="connsiteY154" fmla="*/ 360281 h 1126566"/>
              <a:gd name="connsiteX155" fmla="*/ 11698873 w 12192000"/>
              <a:gd name="connsiteY155" fmla="*/ 397894 h 1126566"/>
              <a:gd name="connsiteX156" fmla="*/ 11779739 w 12192000"/>
              <a:gd name="connsiteY156" fmla="*/ 457323 h 1126566"/>
              <a:gd name="connsiteX157" fmla="*/ 11828107 w 12192000"/>
              <a:gd name="connsiteY157" fmla="*/ 477948 h 1126566"/>
              <a:gd name="connsiteX158" fmla="*/ 11866598 w 12192000"/>
              <a:gd name="connsiteY158" fmla="*/ 486803 h 1126566"/>
              <a:gd name="connsiteX159" fmla="*/ 11916744 w 12192000"/>
              <a:gd name="connsiteY159" fmla="*/ 502917 h 1126566"/>
              <a:gd name="connsiteX160" fmla="*/ 11949248 w 12192000"/>
              <a:gd name="connsiteY160" fmla="*/ 518881 h 1126566"/>
              <a:gd name="connsiteX161" fmla="*/ 11951002 w 12192000"/>
              <a:gd name="connsiteY161" fmla="*/ 518735 h 1126566"/>
              <a:gd name="connsiteX162" fmla="*/ 11957283 w 12192000"/>
              <a:gd name="connsiteY162" fmla="*/ 522828 h 1126566"/>
              <a:gd name="connsiteX163" fmla="*/ 11966535 w 12192000"/>
              <a:gd name="connsiteY163" fmla="*/ 527372 h 1126566"/>
              <a:gd name="connsiteX164" fmla="*/ 12026007 w 12192000"/>
              <a:gd name="connsiteY164" fmla="*/ 534384 h 1126566"/>
              <a:gd name="connsiteX165" fmla="*/ 12035188 w 12192000"/>
              <a:gd name="connsiteY165" fmla="*/ 529609 h 1126566"/>
              <a:gd name="connsiteX166" fmla="*/ 12115225 w 12192000"/>
              <a:gd name="connsiteY166" fmla="*/ 561895 h 1126566"/>
              <a:gd name="connsiteX167" fmla="*/ 12191636 w 12192000"/>
              <a:gd name="connsiteY167" fmla="*/ 558318 h 1126566"/>
              <a:gd name="connsiteX168" fmla="*/ 12192000 w 12192000"/>
              <a:gd name="connsiteY168" fmla="*/ 558295 h 1126566"/>
              <a:gd name="connsiteX169" fmla="*/ 12192000 w 12192000"/>
              <a:gd name="connsiteY169" fmla="*/ 1126566 h 1126566"/>
              <a:gd name="connsiteX170" fmla="*/ 0 w 12192000"/>
              <a:gd name="connsiteY170" fmla="*/ 1126566 h 1126566"/>
              <a:gd name="connsiteX171" fmla="*/ 0 w 12192000"/>
              <a:gd name="connsiteY171" fmla="*/ 401922 h 1126566"/>
              <a:gd name="connsiteX172" fmla="*/ 25242 w 12192000"/>
              <a:gd name="connsiteY172" fmla="*/ 388862 h 1126566"/>
              <a:gd name="connsiteX173" fmla="*/ 96922 w 12192000"/>
              <a:gd name="connsiteY173" fmla="*/ 357381 h 1126566"/>
              <a:gd name="connsiteX174" fmla="*/ 137910 w 12192000"/>
              <a:gd name="connsiteY174" fmla="*/ 314823 h 1126566"/>
              <a:gd name="connsiteX175" fmla="*/ 258712 w 12192000"/>
              <a:gd name="connsiteY175" fmla="*/ 286531 h 1126566"/>
              <a:gd name="connsiteX176" fmla="*/ 316354 w 12192000"/>
              <a:gd name="connsiteY176" fmla="*/ 238529 h 1126566"/>
              <a:gd name="connsiteX177" fmla="*/ 328834 w 12192000"/>
              <a:gd name="connsiteY177" fmla="*/ 240963 h 1126566"/>
              <a:gd name="connsiteX178" fmla="*/ 383414 w 12192000"/>
              <a:gd name="connsiteY178" fmla="*/ 221196 h 1126566"/>
              <a:gd name="connsiteX179" fmla="*/ 537708 w 12192000"/>
              <a:gd name="connsiteY179" fmla="*/ 119020 h 1126566"/>
              <a:gd name="connsiteX180" fmla="*/ 645390 w 12192000"/>
              <a:gd name="connsiteY180" fmla="*/ 81299 h 1126566"/>
              <a:gd name="connsiteX181" fmla="*/ 689561 w 12192000"/>
              <a:gd name="connsiteY181" fmla="*/ 73220 h 1126566"/>
              <a:gd name="connsiteX182" fmla="*/ 763197 w 12192000"/>
              <a:gd name="connsiteY182" fmla="*/ 59356 h 1126566"/>
              <a:gd name="connsiteX183" fmla="*/ 778208 w 12192000"/>
              <a:gd name="connsiteY183" fmla="*/ 63801 h 1126566"/>
              <a:gd name="connsiteX184" fmla="*/ 784725 w 12192000"/>
              <a:gd name="connsiteY184" fmla="*/ 62505 h 1126566"/>
              <a:gd name="connsiteX185" fmla="*/ 785400 w 12192000"/>
              <a:gd name="connsiteY185" fmla="*/ 62796 h 1126566"/>
              <a:gd name="connsiteX186" fmla="*/ 786774 w 12192000"/>
              <a:gd name="connsiteY186" fmla="*/ 62098 h 1126566"/>
              <a:gd name="connsiteX187" fmla="*/ 801216 w 12192000"/>
              <a:gd name="connsiteY187" fmla="*/ 59226 h 1126566"/>
              <a:gd name="connsiteX188" fmla="*/ 832892 w 12192000"/>
              <a:gd name="connsiteY188" fmla="*/ 62069 h 1126566"/>
              <a:gd name="connsiteX189" fmla="*/ 852003 w 12192000"/>
              <a:gd name="connsiteY189" fmla="*/ 61064 h 1126566"/>
              <a:gd name="connsiteX190" fmla="*/ 870719 w 12192000"/>
              <a:gd name="connsiteY190" fmla="*/ 47209 h 1126566"/>
              <a:gd name="connsiteX191" fmla="*/ 883786 w 12192000"/>
              <a:gd name="connsiteY191" fmla="*/ 45814 h 1126566"/>
              <a:gd name="connsiteX192" fmla="*/ 886400 w 12192000"/>
              <a:gd name="connsiteY192" fmla="*/ 43909 h 1126566"/>
              <a:gd name="connsiteX193" fmla="*/ 893881 w 12192000"/>
              <a:gd name="connsiteY193" fmla="*/ 40197 h 1126566"/>
              <a:gd name="connsiteX194" fmla="*/ 886282 w 12192000"/>
              <a:gd name="connsiteY194" fmla="*/ 36610 h 1126566"/>
              <a:gd name="connsiteX195" fmla="*/ 882653 w 12192000"/>
              <a:gd name="connsiteY195" fmla="*/ 24486 h 1126566"/>
              <a:gd name="connsiteX196" fmla="*/ 898087 w 12192000"/>
              <a:gd name="connsiteY196" fmla="*/ 11454 h 1126566"/>
              <a:gd name="connsiteX197" fmla="*/ 914199 w 12192000"/>
              <a:gd name="connsiteY197" fmla="*/ 6975 h 1126566"/>
              <a:gd name="connsiteX198" fmla="*/ 929751 w 12192000"/>
              <a:gd name="connsiteY198" fmla="*/ 5510 h 1126566"/>
              <a:gd name="connsiteX199" fmla="*/ 938844 w 12192000"/>
              <a:gd name="connsiteY199" fmla="*/ 8681 h 1126566"/>
              <a:gd name="connsiteX200" fmla="*/ 944941 w 12192000"/>
              <a:gd name="connsiteY200" fmla="*/ 6855 h 1126566"/>
              <a:gd name="connsiteX201" fmla="*/ 954142 w 12192000"/>
              <a:gd name="connsiteY201" fmla="*/ 8799 h 1126566"/>
              <a:gd name="connsiteX202" fmla="*/ 968213 w 12192000"/>
              <a:gd name="connsiteY202" fmla="*/ 19791 h 1126566"/>
              <a:gd name="connsiteX203" fmla="*/ 1177886 w 12192000"/>
              <a:gd name="connsiteY203" fmla="*/ 30728 h 1126566"/>
              <a:gd name="connsiteX204" fmla="*/ 1305018 w 12192000"/>
              <a:gd name="connsiteY204"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396234 w 12192000"/>
              <a:gd name="connsiteY27" fmla="*/ 176379 h 1126566"/>
              <a:gd name="connsiteX28" fmla="*/ 2406730 w 12192000"/>
              <a:gd name="connsiteY28" fmla="*/ 184179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08358 w 12192000"/>
              <a:gd name="connsiteY88" fmla="*/ 654694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25811 w 12192000"/>
              <a:gd name="connsiteY106" fmla="*/ 452486 h 1126566"/>
              <a:gd name="connsiteX107" fmla="*/ 9988183 w 12192000"/>
              <a:gd name="connsiteY107" fmla="*/ 448079 h 1126566"/>
              <a:gd name="connsiteX108" fmla="*/ 9991965 w 12192000"/>
              <a:gd name="connsiteY108" fmla="*/ 435969 h 1126566"/>
              <a:gd name="connsiteX109" fmla="*/ 9986932 w 12192000"/>
              <a:gd name="connsiteY109" fmla="*/ 431168 h 1126566"/>
              <a:gd name="connsiteX110" fmla="*/ 9996190 w 12192000"/>
              <a:gd name="connsiteY110" fmla="*/ 429066 h 1126566"/>
              <a:gd name="connsiteX111" fmla="*/ 9999786 w 12192000"/>
              <a:gd name="connsiteY111" fmla="*/ 427758 h 1126566"/>
              <a:gd name="connsiteX112" fmla="*/ 10012936 w 12192000"/>
              <a:gd name="connsiteY112" fmla="*/ 428884 h 1126566"/>
              <a:gd name="connsiteX113" fmla="*/ 10038815 w 12192000"/>
              <a:gd name="connsiteY113" fmla="*/ 419316 h 1126566"/>
              <a:gd name="connsiteX114" fmla="*/ 10057432 w 12192000"/>
              <a:gd name="connsiteY114" fmla="*/ 421938 h 1126566"/>
              <a:gd name="connsiteX115" fmla="*/ 10121534 w 12192000"/>
              <a:gd name="connsiteY115" fmla="*/ 437514 h 1126566"/>
              <a:gd name="connsiteX116" fmla="*/ 10199200 w 12192000"/>
              <a:gd name="connsiteY116" fmla="*/ 438197 h 1126566"/>
              <a:gd name="connsiteX117" fmla="*/ 10245648 w 12192000"/>
              <a:gd name="connsiteY117" fmla="*/ 438831 h 1126566"/>
              <a:gd name="connsiteX118" fmla="*/ 10369590 w 12192000"/>
              <a:gd name="connsiteY118" fmla="*/ 423377 h 1126566"/>
              <a:gd name="connsiteX119" fmla="*/ 10575777 w 12192000"/>
              <a:gd name="connsiteY119" fmla="*/ 355859 h 1126566"/>
              <a:gd name="connsiteX120" fmla="*/ 10638984 w 12192000"/>
              <a:gd name="connsiteY120" fmla="*/ 347416 h 1126566"/>
              <a:gd name="connsiteX121" fmla="*/ 10649306 w 12192000"/>
              <a:gd name="connsiteY121" fmla="*/ 352042 h 1126566"/>
              <a:gd name="connsiteX122" fmla="*/ 10732175 w 12192000"/>
              <a:gd name="connsiteY122" fmla="*/ 317549 h 1126566"/>
              <a:gd name="connsiteX123" fmla="*/ 10862886 w 12192000"/>
              <a:gd name="connsiteY123" fmla="*/ 313438 h 1126566"/>
              <a:gd name="connsiteX124" fmla="*/ 10963063 w 12192000"/>
              <a:gd name="connsiteY124" fmla="*/ 317771 h 1126566"/>
              <a:gd name="connsiteX125" fmla="*/ 11018562 w 12192000"/>
              <a:gd name="connsiteY125" fmla="*/ 316991 h 1126566"/>
              <a:gd name="connsiteX126" fmla="*/ 11059692 w 12192000"/>
              <a:gd name="connsiteY126" fmla="*/ 319983 h 1126566"/>
              <a:gd name="connsiteX127" fmla="*/ 11160371 w 12192000"/>
              <a:gd name="connsiteY127" fmla="*/ 308440 h 1126566"/>
              <a:gd name="connsiteX128" fmla="*/ 11178386 w 12192000"/>
              <a:gd name="connsiteY128" fmla="*/ 299490 h 1126566"/>
              <a:gd name="connsiteX129" fmla="*/ 11192494 w 12192000"/>
              <a:gd name="connsiteY129" fmla="*/ 296221 h 1126566"/>
              <a:gd name="connsiteX130" fmla="*/ 11199770 w 12192000"/>
              <a:gd name="connsiteY130" fmla="*/ 299772 h 1126566"/>
              <a:gd name="connsiteX131" fmla="*/ 11217258 w 12192000"/>
              <a:gd name="connsiteY131" fmla="*/ 293681 h 1126566"/>
              <a:gd name="connsiteX132" fmla="*/ 11245798 w 12192000"/>
              <a:gd name="connsiteY132" fmla="*/ 292170 h 1126566"/>
              <a:gd name="connsiteX133" fmla="*/ 11255992 w 12192000"/>
              <a:gd name="connsiteY133" fmla="*/ 291919 h 1126566"/>
              <a:gd name="connsiteX134" fmla="*/ 11264859 w 12192000"/>
              <a:gd name="connsiteY134" fmla="*/ 293937 h 1126566"/>
              <a:gd name="connsiteX135" fmla="*/ 11276151 w 12192000"/>
              <a:gd name="connsiteY135" fmla="*/ 293070 h 1126566"/>
              <a:gd name="connsiteX136" fmla="*/ 11279850 w 12192000"/>
              <a:gd name="connsiteY136" fmla="*/ 291330 h 1126566"/>
              <a:gd name="connsiteX137" fmla="*/ 11290818 w 12192000"/>
              <a:gd name="connsiteY137" fmla="*/ 291060 h 1126566"/>
              <a:gd name="connsiteX138" fmla="*/ 11296248 w 12192000"/>
              <a:gd name="connsiteY138" fmla="*/ 290163 h 1126566"/>
              <a:gd name="connsiteX139" fmla="*/ 11301652 w 12192000"/>
              <a:gd name="connsiteY139" fmla="*/ 290324 h 1126566"/>
              <a:gd name="connsiteX140" fmla="*/ 11339114 w 12192000"/>
              <a:gd name="connsiteY140" fmla="*/ 288153 h 1126566"/>
              <a:gd name="connsiteX141" fmla="*/ 11345146 w 12192000"/>
              <a:gd name="connsiteY141" fmla="*/ 290802 h 1126566"/>
              <a:gd name="connsiteX142" fmla="*/ 11400126 w 12192000"/>
              <a:gd name="connsiteY142" fmla="*/ 292287 h 1126566"/>
              <a:gd name="connsiteX143" fmla="*/ 11400420 w 12192000"/>
              <a:gd name="connsiteY143" fmla="*/ 293758 h 1126566"/>
              <a:gd name="connsiteX144" fmla="*/ 11413889 w 12192000"/>
              <a:gd name="connsiteY144" fmla="*/ 300516 h 1126566"/>
              <a:gd name="connsiteX145" fmla="*/ 11440688 w 12192000"/>
              <a:gd name="connsiteY145" fmla="*/ 310121 h 1126566"/>
              <a:gd name="connsiteX146" fmla="*/ 11496733 w 12192000"/>
              <a:gd name="connsiteY146" fmla="*/ 350225 h 1126566"/>
              <a:gd name="connsiteX147" fmla="*/ 11554005 w 12192000"/>
              <a:gd name="connsiteY147" fmla="*/ 351933 h 1126566"/>
              <a:gd name="connsiteX148" fmla="*/ 11565304 w 12192000"/>
              <a:gd name="connsiteY148" fmla="*/ 353069 h 1126566"/>
              <a:gd name="connsiteX149" fmla="*/ 11565435 w 12192000"/>
              <a:gd name="connsiteY149" fmla="*/ 353419 h 1126566"/>
              <a:gd name="connsiteX150" fmla="*/ 11577168 w 12192000"/>
              <a:gd name="connsiteY150" fmla="*/ 355270 h 1126566"/>
              <a:gd name="connsiteX151" fmla="*/ 11585904 w 12192000"/>
              <a:gd name="connsiteY151" fmla="*/ 355142 h 1126566"/>
              <a:gd name="connsiteX152" fmla="*/ 11607823 w 12192000"/>
              <a:gd name="connsiteY152" fmla="*/ 357347 h 1126566"/>
              <a:gd name="connsiteX153" fmla="*/ 11614746 w 12192000"/>
              <a:gd name="connsiteY153" fmla="*/ 360281 h 1126566"/>
              <a:gd name="connsiteX154" fmla="*/ 11698873 w 12192000"/>
              <a:gd name="connsiteY154" fmla="*/ 397894 h 1126566"/>
              <a:gd name="connsiteX155" fmla="*/ 11779739 w 12192000"/>
              <a:gd name="connsiteY155" fmla="*/ 457323 h 1126566"/>
              <a:gd name="connsiteX156" fmla="*/ 11828107 w 12192000"/>
              <a:gd name="connsiteY156" fmla="*/ 477948 h 1126566"/>
              <a:gd name="connsiteX157" fmla="*/ 11866598 w 12192000"/>
              <a:gd name="connsiteY157" fmla="*/ 486803 h 1126566"/>
              <a:gd name="connsiteX158" fmla="*/ 11916744 w 12192000"/>
              <a:gd name="connsiteY158" fmla="*/ 502917 h 1126566"/>
              <a:gd name="connsiteX159" fmla="*/ 11949248 w 12192000"/>
              <a:gd name="connsiteY159" fmla="*/ 518881 h 1126566"/>
              <a:gd name="connsiteX160" fmla="*/ 11951002 w 12192000"/>
              <a:gd name="connsiteY160" fmla="*/ 518735 h 1126566"/>
              <a:gd name="connsiteX161" fmla="*/ 11957283 w 12192000"/>
              <a:gd name="connsiteY161" fmla="*/ 522828 h 1126566"/>
              <a:gd name="connsiteX162" fmla="*/ 11966535 w 12192000"/>
              <a:gd name="connsiteY162" fmla="*/ 527372 h 1126566"/>
              <a:gd name="connsiteX163" fmla="*/ 12026007 w 12192000"/>
              <a:gd name="connsiteY163" fmla="*/ 534384 h 1126566"/>
              <a:gd name="connsiteX164" fmla="*/ 12035188 w 12192000"/>
              <a:gd name="connsiteY164" fmla="*/ 529609 h 1126566"/>
              <a:gd name="connsiteX165" fmla="*/ 12115225 w 12192000"/>
              <a:gd name="connsiteY165" fmla="*/ 561895 h 1126566"/>
              <a:gd name="connsiteX166" fmla="*/ 12191636 w 12192000"/>
              <a:gd name="connsiteY166" fmla="*/ 558318 h 1126566"/>
              <a:gd name="connsiteX167" fmla="*/ 12192000 w 12192000"/>
              <a:gd name="connsiteY167" fmla="*/ 558295 h 1126566"/>
              <a:gd name="connsiteX168" fmla="*/ 12192000 w 12192000"/>
              <a:gd name="connsiteY168" fmla="*/ 1126566 h 1126566"/>
              <a:gd name="connsiteX169" fmla="*/ 0 w 12192000"/>
              <a:gd name="connsiteY169" fmla="*/ 1126566 h 1126566"/>
              <a:gd name="connsiteX170" fmla="*/ 0 w 12192000"/>
              <a:gd name="connsiteY170" fmla="*/ 401922 h 1126566"/>
              <a:gd name="connsiteX171" fmla="*/ 25242 w 12192000"/>
              <a:gd name="connsiteY171" fmla="*/ 388862 h 1126566"/>
              <a:gd name="connsiteX172" fmla="*/ 96922 w 12192000"/>
              <a:gd name="connsiteY172" fmla="*/ 357381 h 1126566"/>
              <a:gd name="connsiteX173" fmla="*/ 137910 w 12192000"/>
              <a:gd name="connsiteY173" fmla="*/ 314823 h 1126566"/>
              <a:gd name="connsiteX174" fmla="*/ 258712 w 12192000"/>
              <a:gd name="connsiteY174" fmla="*/ 286531 h 1126566"/>
              <a:gd name="connsiteX175" fmla="*/ 316354 w 12192000"/>
              <a:gd name="connsiteY175" fmla="*/ 238529 h 1126566"/>
              <a:gd name="connsiteX176" fmla="*/ 328834 w 12192000"/>
              <a:gd name="connsiteY176" fmla="*/ 240963 h 1126566"/>
              <a:gd name="connsiteX177" fmla="*/ 383414 w 12192000"/>
              <a:gd name="connsiteY177" fmla="*/ 221196 h 1126566"/>
              <a:gd name="connsiteX178" fmla="*/ 537708 w 12192000"/>
              <a:gd name="connsiteY178" fmla="*/ 119020 h 1126566"/>
              <a:gd name="connsiteX179" fmla="*/ 645390 w 12192000"/>
              <a:gd name="connsiteY179" fmla="*/ 81299 h 1126566"/>
              <a:gd name="connsiteX180" fmla="*/ 689561 w 12192000"/>
              <a:gd name="connsiteY180" fmla="*/ 73220 h 1126566"/>
              <a:gd name="connsiteX181" fmla="*/ 763197 w 12192000"/>
              <a:gd name="connsiteY181" fmla="*/ 59356 h 1126566"/>
              <a:gd name="connsiteX182" fmla="*/ 778208 w 12192000"/>
              <a:gd name="connsiteY182" fmla="*/ 63801 h 1126566"/>
              <a:gd name="connsiteX183" fmla="*/ 784725 w 12192000"/>
              <a:gd name="connsiteY183" fmla="*/ 62505 h 1126566"/>
              <a:gd name="connsiteX184" fmla="*/ 785400 w 12192000"/>
              <a:gd name="connsiteY184" fmla="*/ 62796 h 1126566"/>
              <a:gd name="connsiteX185" fmla="*/ 786774 w 12192000"/>
              <a:gd name="connsiteY185" fmla="*/ 62098 h 1126566"/>
              <a:gd name="connsiteX186" fmla="*/ 801216 w 12192000"/>
              <a:gd name="connsiteY186" fmla="*/ 59226 h 1126566"/>
              <a:gd name="connsiteX187" fmla="*/ 832892 w 12192000"/>
              <a:gd name="connsiteY187" fmla="*/ 62069 h 1126566"/>
              <a:gd name="connsiteX188" fmla="*/ 852003 w 12192000"/>
              <a:gd name="connsiteY188" fmla="*/ 61064 h 1126566"/>
              <a:gd name="connsiteX189" fmla="*/ 870719 w 12192000"/>
              <a:gd name="connsiteY189" fmla="*/ 47209 h 1126566"/>
              <a:gd name="connsiteX190" fmla="*/ 883786 w 12192000"/>
              <a:gd name="connsiteY190" fmla="*/ 45814 h 1126566"/>
              <a:gd name="connsiteX191" fmla="*/ 886400 w 12192000"/>
              <a:gd name="connsiteY191" fmla="*/ 43909 h 1126566"/>
              <a:gd name="connsiteX192" fmla="*/ 893881 w 12192000"/>
              <a:gd name="connsiteY192" fmla="*/ 40197 h 1126566"/>
              <a:gd name="connsiteX193" fmla="*/ 886282 w 12192000"/>
              <a:gd name="connsiteY193" fmla="*/ 36610 h 1126566"/>
              <a:gd name="connsiteX194" fmla="*/ 882653 w 12192000"/>
              <a:gd name="connsiteY194" fmla="*/ 24486 h 1126566"/>
              <a:gd name="connsiteX195" fmla="*/ 898087 w 12192000"/>
              <a:gd name="connsiteY195" fmla="*/ 11454 h 1126566"/>
              <a:gd name="connsiteX196" fmla="*/ 914199 w 12192000"/>
              <a:gd name="connsiteY196" fmla="*/ 6975 h 1126566"/>
              <a:gd name="connsiteX197" fmla="*/ 929751 w 12192000"/>
              <a:gd name="connsiteY197" fmla="*/ 5510 h 1126566"/>
              <a:gd name="connsiteX198" fmla="*/ 938844 w 12192000"/>
              <a:gd name="connsiteY198" fmla="*/ 8681 h 1126566"/>
              <a:gd name="connsiteX199" fmla="*/ 944941 w 12192000"/>
              <a:gd name="connsiteY199" fmla="*/ 6855 h 1126566"/>
              <a:gd name="connsiteX200" fmla="*/ 954142 w 12192000"/>
              <a:gd name="connsiteY200" fmla="*/ 8799 h 1126566"/>
              <a:gd name="connsiteX201" fmla="*/ 968213 w 12192000"/>
              <a:gd name="connsiteY201" fmla="*/ 19791 h 1126566"/>
              <a:gd name="connsiteX202" fmla="*/ 1177886 w 12192000"/>
              <a:gd name="connsiteY202" fmla="*/ 30728 h 1126566"/>
              <a:gd name="connsiteX203" fmla="*/ 1305018 w 12192000"/>
              <a:gd name="connsiteY20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396234 w 12192000"/>
              <a:gd name="connsiteY27" fmla="*/ 176379 h 1126566"/>
              <a:gd name="connsiteX28" fmla="*/ 2406730 w 12192000"/>
              <a:gd name="connsiteY28" fmla="*/ 184179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08358 w 12192000"/>
              <a:gd name="connsiteY88" fmla="*/ 654694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53039 w 12192000"/>
              <a:gd name="connsiteY106" fmla="*/ 452486 h 1126566"/>
              <a:gd name="connsiteX107" fmla="*/ 9988183 w 12192000"/>
              <a:gd name="connsiteY107" fmla="*/ 448079 h 1126566"/>
              <a:gd name="connsiteX108" fmla="*/ 9991965 w 12192000"/>
              <a:gd name="connsiteY108" fmla="*/ 435969 h 1126566"/>
              <a:gd name="connsiteX109" fmla="*/ 9986932 w 12192000"/>
              <a:gd name="connsiteY109" fmla="*/ 431168 h 1126566"/>
              <a:gd name="connsiteX110" fmla="*/ 9996190 w 12192000"/>
              <a:gd name="connsiteY110" fmla="*/ 429066 h 1126566"/>
              <a:gd name="connsiteX111" fmla="*/ 9999786 w 12192000"/>
              <a:gd name="connsiteY111" fmla="*/ 427758 h 1126566"/>
              <a:gd name="connsiteX112" fmla="*/ 10012936 w 12192000"/>
              <a:gd name="connsiteY112" fmla="*/ 428884 h 1126566"/>
              <a:gd name="connsiteX113" fmla="*/ 10038815 w 12192000"/>
              <a:gd name="connsiteY113" fmla="*/ 419316 h 1126566"/>
              <a:gd name="connsiteX114" fmla="*/ 10057432 w 12192000"/>
              <a:gd name="connsiteY114" fmla="*/ 421938 h 1126566"/>
              <a:gd name="connsiteX115" fmla="*/ 10121534 w 12192000"/>
              <a:gd name="connsiteY115" fmla="*/ 437514 h 1126566"/>
              <a:gd name="connsiteX116" fmla="*/ 10199200 w 12192000"/>
              <a:gd name="connsiteY116" fmla="*/ 438197 h 1126566"/>
              <a:gd name="connsiteX117" fmla="*/ 10245648 w 12192000"/>
              <a:gd name="connsiteY117" fmla="*/ 438831 h 1126566"/>
              <a:gd name="connsiteX118" fmla="*/ 10369590 w 12192000"/>
              <a:gd name="connsiteY118" fmla="*/ 423377 h 1126566"/>
              <a:gd name="connsiteX119" fmla="*/ 10575777 w 12192000"/>
              <a:gd name="connsiteY119" fmla="*/ 355859 h 1126566"/>
              <a:gd name="connsiteX120" fmla="*/ 10638984 w 12192000"/>
              <a:gd name="connsiteY120" fmla="*/ 347416 h 1126566"/>
              <a:gd name="connsiteX121" fmla="*/ 10649306 w 12192000"/>
              <a:gd name="connsiteY121" fmla="*/ 352042 h 1126566"/>
              <a:gd name="connsiteX122" fmla="*/ 10732175 w 12192000"/>
              <a:gd name="connsiteY122" fmla="*/ 317549 h 1126566"/>
              <a:gd name="connsiteX123" fmla="*/ 10862886 w 12192000"/>
              <a:gd name="connsiteY123" fmla="*/ 313438 h 1126566"/>
              <a:gd name="connsiteX124" fmla="*/ 10963063 w 12192000"/>
              <a:gd name="connsiteY124" fmla="*/ 317771 h 1126566"/>
              <a:gd name="connsiteX125" fmla="*/ 11018562 w 12192000"/>
              <a:gd name="connsiteY125" fmla="*/ 316991 h 1126566"/>
              <a:gd name="connsiteX126" fmla="*/ 11059692 w 12192000"/>
              <a:gd name="connsiteY126" fmla="*/ 319983 h 1126566"/>
              <a:gd name="connsiteX127" fmla="*/ 11160371 w 12192000"/>
              <a:gd name="connsiteY127" fmla="*/ 308440 h 1126566"/>
              <a:gd name="connsiteX128" fmla="*/ 11178386 w 12192000"/>
              <a:gd name="connsiteY128" fmla="*/ 299490 h 1126566"/>
              <a:gd name="connsiteX129" fmla="*/ 11192494 w 12192000"/>
              <a:gd name="connsiteY129" fmla="*/ 296221 h 1126566"/>
              <a:gd name="connsiteX130" fmla="*/ 11199770 w 12192000"/>
              <a:gd name="connsiteY130" fmla="*/ 299772 h 1126566"/>
              <a:gd name="connsiteX131" fmla="*/ 11217258 w 12192000"/>
              <a:gd name="connsiteY131" fmla="*/ 293681 h 1126566"/>
              <a:gd name="connsiteX132" fmla="*/ 11245798 w 12192000"/>
              <a:gd name="connsiteY132" fmla="*/ 292170 h 1126566"/>
              <a:gd name="connsiteX133" fmla="*/ 11255992 w 12192000"/>
              <a:gd name="connsiteY133" fmla="*/ 291919 h 1126566"/>
              <a:gd name="connsiteX134" fmla="*/ 11264859 w 12192000"/>
              <a:gd name="connsiteY134" fmla="*/ 293937 h 1126566"/>
              <a:gd name="connsiteX135" fmla="*/ 11276151 w 12192000"/>
              <a:gd name="connsiteY135" fmla="*/ 293070 h 1126566"/>
              <a:gd name="connsiteX136" fmla="*/ 11279850 w 12192000"/>
              <a:gd name="connsiteY136" fmla="*/ 291330 h 1126566"/>
              <a:gd name="connsiteX137" fmla="*/ 11290818 w 12192000"/>
              <a:gd name="connsiteY137" fmla="*/ 291060 h 1126566"/>
              <a:gd name="connsiteX138" fmla="*/ 11296248 w 12192000"/>
              <a:gd name="connsiteY138" fmla="*/ 290163 h 1126566"/>
              <a:gd name="connsiteX139" fmla="*/ 11301652 w 12192000"/>
              <a:gd name="connsiteY139" fmla="*/ 290324 h 1126566"/>
              <a:gd name="connsiteX140" fmla="*/ 11339114 w 12192000"/>
              <a:gd name="connsiteY140" fmla="*/ 288153 h 1126566"/>
              <a:gd name="connsiteX141" fmla="*/ 11345146 w 12192000"/>
              <a:gd name="connsiteY141" fmla="*/ 290802 h 1126566"/>
              <a:gd name="connsiteX142" fmla="*/ 11400126 w 12192000"/>
              <a:gd name="connsiteY142" fmla="*/ 292287 h 1126566"/>
              <a:gd name="connsiteX143" fmla="*/ 11400420 w 12192000"/>
              <a:gd name="connsiteY143" fmla="*/ 293758 h 1126566"/>
              <a:gd name="connsiteX144" fmla="*/ 11413889 w 12192000"/>
              <a:gd name="connsiteY144" fmla="*/ 300516 h 1126566"/>
              <a:gd name="connsiteX145" fmla="*/ 11440688 w 12192000"/>
              <a:gd name="connsiteY145" fmla="*/ 310121 h 1126566"/>
              <a:gd name="connsiteX146" fmla="*/ 11496733 w 12192000"/>
              <a:gd name="connsiteY146" fmla="*/ 350225 h 1126566"/>
              <a:gd name="connsiteX147" fmla="*/ 11554005 w 12192000"/>
              <a:gd name="connsiteY147" fmla="*/ 351933 h 1126566"/>
              <a:gd name="connsiteX148" fmla="*/ 11565304 w 12192000"/>
              <a:gd name="connsiteY148" fmla="*/ 353069 h 1126566"/>
              <a:gd name="connsiteX149" fmla="*/ 11565435 w 12192000"/>
              <a:gd name="connsiteY149" fmla="*/ 353419 h 1126566"/>
              <a:gd name="connsiteX150" fmla="*/ 11577168 w 12192000"/>
              <a:gd name="connsiteY150" fmla="*/ 355270 h 1126566"/>
              <a:gd name="connsiteX151" fmla="*/ 11585904 w 12192000"/>
              <a:gd name="connsiteY151" fmla="*/ 355142 h 1126566"/>
              <a:gd name="connsiteX152" fmla="*/ 11607823 w 12192000"/>
              <a:gd name="connsiteY152" fmla="*/ 357347 h 1126566"/>
              <a:gd name="connsiteX153" fmla="*/ 11614746 w 12192000"/>
              <a:gd name="connsiteY153" fmla="*/ 360281 h 1126566"/>
              <a:gd name="connsiteX154" fmla="*/ 11698873 w 12192000"/>
              <a:gd name="connsiteY154" fmla="*/ 397894 h 1126566"/>
              <a:gd name="connsiteX155" fmla="*/ 11779739 w 12192000"/>
              <a:gd name="connsiteY155" fmla="*/ 457323 h 1126566"/>
              <a:gd name="connsiteX156" fmla="*/ 11828107 w 12192000"/>
              <a:gd name="connsiteY156" fmla="*/ 477948 h 1126566"/>
              <a:gd name="connsiteX157" fmla="*/ 11866598 w 12192000"/>
              <a:gd name="connsiteY157" fmla="*/ 486803 h 1126566"/>
              <a:gd name="connsiteX158" fmla="*/ 11916744 w 12192000"/>
              <a:gd name="connsiteY158" fmla="*/ 502917 h 1126566"/>
              <a:gd name="connsiteX159" fmla="*/ 11949248 w 12192000"/>
              <a:gd name="connsiteY159" fmla="*/ 518881 h 1126566"/>
              <a:gd name="connsiteX160" fmla="*/ 11951002 w 12192000"/>
              <a:gd name="connsiteY160" fmla="*/ 518735 h 1126566"/>
              <a:gd name="connsiteX161" fmla="*/ 11957283 w 12192000"/>
              <a:gd name="connsiteY161" fmla="*/ 522828 h 1126566"/>
              <a:gd name="connsiteX162" fmla="*/ 11966535 w 12192000"/>
              <a:gd name="connsiteY162" fmla="*/ 527372 h 1126566"/>
              <a:gd name="connsiteX163" fmla="*/ 12026007 w 12192000"/>
              <a:gd name="connsiteY163" fmla="*/ 534384 h 1126566"/>
              <a:gd name="connsiteX164" fmla="*/ 12035188 w 12192000"/>
              <a:gd name="connsiteY164" fmla="*/ 529609 h 1126566"/>
              <a:gd name="connsiteX165" fmla="*/ 12115225 w 12192000"/>
              <a:gd name="connsiteY165" fmla="*/ 561895 h 1126566"/>
              <a:gd name="connsiteX166" fmla="*/ 12191636 w 12192000"/>
              <a:gd name="connsiteY166" fmla="*/ 558318 h 1126566"/>
              <a:gd name="connsiteX167" fmla="*/ 12192000 w 12192000"/>
              <a:gd name="connsiteY167" fmla="*/ 558295 h 1126566"/>
              <a:gd name="connsiteX168" fmla="*/ 12192000 w 12192000"/>
              <a:gd name="connsiteY168" fmla="*/ 1126566 h 1126566"/>
              <a:gd name="connsiteX169" fmla="*/ 0 w 12192000"/>
              <a:gd name="connsiteY169" fmla="*/ 1126566 h 1126566"/>
              <a:gd name="connsiteX170" fmla="*/ 0 w 12192000"/>
              <a:gd name="connsiteY170" fmla="*/ 401922 h 1126566"/>
              <a:gd name="connsiteX171" fmla="*/ 25242 w 12192000"/>
              <a:gd name="connsiteY171" fmla="*/ 388862 h 1126566"/>
              <a:gd name="connsiteX172" fmla="*/ 96922 w 12192000"/>
              <a:gd name="connsiteY172" fmla="*/ 357381 h 1126566"/>
              <a:gd name="connsiteX173" fmla="*/ 137910 w 12192000"/>
              <a:gd name="connsiteY173" fmla="*/ 314823 h 1126566"/>
              <a:gd name="connsiteX174" fmla="*/ 258712 w 12192000"/>
              <a:gd name="connsiteY174" fmla="*/ 286531 h 1126566"/>
              <a:gd name="connsiteX175" fmla="*/ 316354 w 12192000"/>
              <a:gd name="connsiteY175" fmla="*/ 238529 h 1126566"/>
              <a:gd name="connsiteX176" fmla="*/ 328834 w 12192000"/>
              <a:gd name="connsiteY176" fmla="*/ 240963 h 1126566"/>
              <a:gd name="connsiteX177" fmla="*/ 383414 w 12192000"/>
              <a:gd name="connsiteY177" fmla="*/ 221196 h 1126566"/>
              <a:gd name="connsiteX178" fmla="*/ 537708 w 12192000"/>
              <a:gd name="connsiteY178" fmla="*/ 119020 h 1126566"/>
              <a:gd name="connsiteX179" fmla="*/ 645390 w 12192000"/>
              <a:gd name="connsiteY179" fmla="*/ 81299 h 1126566"/>
              <a:gd name="connsiteX180" fmla="*/ 689561 w 12192000"/>
              <a:gd name="connsiteY180" fmla="*/ 73220 h 1126566"/>
              <a:gd name="connsiteX181" fmla="*/ 763197 w 12192000"/>
              <a:gd name="connsiteY181" fmla="*/ 59356 h 1126566"/>
              <a:gd name="connsiteX182" fmla="*/ 778208 w 12192000"/>
              <a:gd name="connsiteY182" fmla="*/ 63801 h 1126566"/>
              <a:gd name="connsiteX183" fmla="*/ 784725 w 12192000"/>
              <a:gd name="connsiteY183" fmla="*/ 62505 h 1126566"/>
              <a:gd name="connsiteX184" fmla="*/ 785400 w 12192000"/>
              <a:gd name="connsiteY184" fmla="*/ 62796 h 1126566"/>
              <a:gd name="connsiteX185" fmla="*/ 786774 w 12192000"/>
              <a:gd name="connsiteY185" fmla="*/ 62098 h 1126566"/>
              <a:gd name="connsiteX186" fmla="*/ 801216 w 12192000"/>
              <a:gd name="connsiteY186" fmla="*/ 59226 h 1126566"/>
              <a:gd name="connsiteX187" fmla="*/ 832892 w 12192000"/>
              <a:gd name="connsiteY187" fmla="*/ 62069 h 1126566"/>
              <a:gd name="connsiteX188" fmla="*/ 852003 w 12192000"/>
              <a:gd name="connsiteY188" fmla="*/ 61064 h 1126566"/>
              <a:gd name="connsiteX189" fmla="*/ 870719 w 12192000"/>
              <a:gd name="connsiteY189" fmla="*/ 47209 h 1126566"/>
              <a:gd name="connsiteX190" fmla="*/ 883786 w 12192000"/>
              <a:gd name="connsiteY190" fmla="*/ 45814 h 1126566"/>
              <a:gd name="connsiteX191" fmla="*/ 886400 w 12192000"/>
              <a:gd name="connsiteY191" fmla="*/ 43909 h 1126566"/>
              <a:gd name="connsiteX192" fmla="*/ 893881 w 12192000"/>
              <a:gd name="connsiteY192" fmla="*/ 40197 h 1126566"/>
              <a:gd name="connsiteX193" fmla="*/ 886282 w 12192000"/>
              <a:gd name="connsiteY193" fmla="*/ 36610 h 1126566"/>
              <a:gd name="connsiteX194" fmla="*/ 882653 w 12192000"/>
              <a:gd name="connsiteY194" fmla="*/ 24486 h 1126566"/>
              <a:gd name="connsiteX195" fmla="*/ 898087 w 12192000"/>
              <a:gd name="connsiteY195" fmla="*/ 11454 h 1126566"/>
              <a:gd name="connsiteX196" fmla="*/ 914199 w 12192000"/>
              <a:gd name="connsiteY196" fmla="*/ 6975 h 1126566"/>
              <a:gd name="connsiteX197" fmla="*/ 929751 w 12192000"/>
              <a:gd name="connsiteY197" fmla="*/ 5510 h 1126566"/>
              <a:gd name="connsiteX198" fmla="*/ 938844 w 12192000"/>
              <a:gd name="connsiteY198" fmla="*/ 8681 h 1126566"/>
              <a:gd name="connsiteX199" fmla="*/ 944941 w 12192000"/>
              <a:gd name="connsiteY199" fmla="*/ 6855 h 1126566"/>
              <a:gd name="connsiteX200" fmla="*/ 954142 w 12192000"/>
              <a:gd name="connsiteY200" fmla="*/ 8799 h 1126566"/>
              <a:gd name="connsiteX201" fmla="*/ 968213 w 12192000"/>
              <a:gd name="connsiteY201" fmla="*/ 19791 h 1126566"/>
              <a:gd name="connsiteX202" fmla="*/ 1177886 w 12192000"/>
              <a:gd name="connsiteY202" fmla="*/ 30728 h 1126566"/>
              <a:gd name="connsiteX203" fmla="*/ 1305018 w 12192000"/>
              <a:gd name="connsiteY20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396234 w 12192000"/>
              <a:gd name="connsiteY27" fmla="*/ 176379 h 1126566"/>
              <a:gd name="connsiteX28" fmla="*/ 2542869 w 12192000"/>
              <a:gd name="connsiteY28" fmla="*/ 188717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08358 w 12192000"/>
              <a:gd name="connsiteY88" fmla="*/ 654694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53039 w 12192000"/>
              <a:gd name="connsiteY106" fmla="*/ 452486 h 1126566"/>
              <a:gd name="connsiteX107" fmla="*/ 9988183 w 12192000"/>
              <a:gd name="connsiteY107" fmla="*/ 448079 h 1126566"/>
              <a:gd name="connsiteX108" fmla="*/ 9991965 w 12192000"/>
              <a:gd name="connsiteY108" fmla="*/ 435969 h 1126566"/>
              <a:gd name="connsiteX109" fmla="*/ 9986932 w 12192000"/>
              <a:gd name="connsiteY109" fmla="*/ 431168 h 1126566"/>
              <a:gd name="connsiteX110" fmla="*/ 9996190 w 12192000"/>
              <a:gd name="connsiteY110" fmla="*/ 429066 h 1126566"/>
              <a:gd name="connsiteX111" fmla="*/ 9999786 w 12192000"/>
              <a:gd name="connsiteY111" fmla="*/ 427758 h 1126566"/>
              <a:gd name="connsiteX112" fmla="*/ 10012936 w 12192000"/>
              <a:gd name="connsiteY112" fmla="*/ 428884 h 1126566"/>
              <a:gd name="connsiteX113" fmla="*/ 10038815 w 12192000"/>
              <a:gd name="connsiteY113" fmla="*/ 419316 h 1126566"/>
              <a:gd name="connsiteX114" fmla="*/ 10057432 w 12192000"/>
              <a:gd name="connsiteY114" fmla="*/ 421938 h 1126566"/>
              <a:gd name="connsiteX115" fmla="*/ 10121534 w 12192000"/>
              <a:gd name="connsiteY115" fmla="*/ 437514 h 1126566"/>
              <a:gd name="connsiteX116" fmla="*/ 10199200 w 12192000"/>
              <a:gd name="connsiteY116" fmla="*/ 438197 h 1126566"/>
              <a:gd name="connsiteX117" fmla="*/ 10245648 w 12192000"/>
              <a:gd name="connsiteY117" fmla="*/ 438831 h 1126566"/>
              <a:gd name="connsiteX118" fmla="*/ 10369590 w 12192000"/>
              <a:gd name="connsiteY118" fmla="*/ 423377 h 1126566"/>
              <a:gd name="connsiteX119" fmla="*/ 10575777 w 12192000"/>
              <a:gd name="connsiteY119" fmla="*/ 355859 h 1126566"/>
              <a:gd name="connsiteX120" fmla="*/ 10638984 w 12192000"/>
              <a:gd name="connsiteY120" fmla="*/ 347416 h 1126566"/>
              <a:gd name="connsiteX121" fmla="*/ 10649306 w 12192000"/>
              <a:gd name="connsiteY121" fmla="*/ 352042 h 1126566"/>
              <a:gd name="connsiteX122" fmla="*/ 10732175 w 12192000"/>
              <a:gd name="connsiteY122" fmla="*/ 317549 h 1126566"/>
              <a:gd name="connsiteX123" fmla="*/ 10862886 w 12192000"/>
              <a:gd name="connsiteY123" fmla="*/ 313438 h 1126566"/>
              <a:gd name="connsiteX124" fmla="*/ 10963063 w 12192000"/>
              <a:gd name="connsiteY124" fmla="*/ 317771 h 1126566"/>
              <a:gd name="connsiteX125" fmla="*/ 11018562 w 12192000"/>
              <a:gd name="connsiteY125" fmla="*/ 316991 h 1126566"/>
              <a:gd name="connsiteX126" fmla="*/ 11059692 w 12192000"/>
              <a:gd name="connsiteY126" fmla="*/ 319983 h 1126566"/>
              <a:gd name="connsiteX127" fmla="*/ 11160371 w 12192000"/>
              <a:gd name="connsiteY127" fmla="*/ 308440 h 1126566"/>
              <a:gd name="connsiteX128" fmla="*/ 11178386 w 12192000"/>
              <a:gd name="connsiteY128" fmla="*/ 299490 h 1126566"/>
              <a:gd name="connsiteX129" fmla="*/ 11192494 w 12192000"/>
              <a:gd name="connsiteY129" fmla="*/ 296221 h 1126566"/>
              <a:gd name="connsiteX130" fmla="*/ 11199770 w 12192000"/>
              <a:gd name="connsiteY130" fmla="*/ 299772 h 1126566"/>
              <a:gd name="connsiteX131" fmla="*/ 11217258 w 12192000"/>
              <a:gd name="connsiteY131" fmla="*/ 293681 h 1126566"/>
              <a:gd name="connsiteX132" fmla="*/ 11245798 w 12192000"/>
              <a:gd name="connsiteY132" fmla="*/ 292170 h 1126566"/>
              <a:gd name="connsiteX133" fmla="*/ 11255992 w 12192000"/>
              <a:gd name="connsiteY133" fmla="*/ 291919 h 1126566"/>
              <a:gd name="connsiteX134" fmla="*/ 11264859 w 12192000"/>
              <a:gd name="connsiteY134" fmla="*/ 293937 h 1126566"/>
              <a:gd name="connsiteX135" fmla="*/ 11276151 w 12192000"/>
              <a:gd name="connsiteY135" fmla="*/ 293070 h 1126566"/>
              <a:gd name="connsiteX136" fmla="*/ 11279850 w 12192000"/>
              <a:gd name="connsiteY136" fmla="*/ 291330 h 1126566"/>
              <a:gd name="connsiteX137" fmla="*/ 11290818 w 12192000"/>
              <a:gd name="connsiteY137" fmla="*/ 291060 h 1126566"/>
              <a:gd name="connsiteX138" fmla="*/ 11296248 w 12192000"/>
              <a:gd name="connsiteY138" fmla="*/ 290163 h 1126566"/>
              <a:gd name="connsiteX139" fmla="*/ 11301652 w 12192000"/>
              <a:gd name="connsiteY139" fmla="*/ 290324 h 1126566"/>
              <a:gd name="connsiteX140" fmla="*/ 11339114 w 12192000"/>
              <a:gd name="connsiteY140" fmla="*/ 288153 h 1126566"/>
              <a:gd name="connsiteX141" fmla="*/ 11345146 w 12192000"/>
              <a:gd name="connsiteY141" fmla="*/ 290802 h 1126566"/>
              <a:gd name="connsiteX142" fmla="*/ 11400126 w 12192000"/>
              <a:gd name="connsiteY142" fmla="*/ 292287 h 1126566"/>
              <a:gd name="connsiteX143" fmla="*/ 11400420 w 12192000"/>
              <a:gd name="connsiteY143" fmla="*/ 293758 h 1126566"/>
              <a:gd name="connsiteX144" fmla="*/ 11413889 w 12192000"/>
              <a:gd name="connsiteY144" fmla="*/ 300516 h 1126566"/>
              <a:gd name="connsiteX145" fmla="*/ 11440688 w 12192000"/>
              <a:gd name="connsiteY145" fmla="*/ 310121 h 1126566"/>
              <a:gd name="connsiteX146" fmla="*/ 11496733 w 12192000"/>
              <a:gd name="connsiteY146" fmla="*/ 350225 h 1126566"/>
              <a:gd name="connsiteX147" fmla="*/ 11554005 w 12192000"/>
              <a:gd name="connsiteY147" fmla="*/ 351933 h 1126566"/>
              <a:gd name="connsiteX148" fmla="*/ 11565304 w 12192000"/>
              <a:gd name="connsiteY148" fmla="*/ 353069 h 1126566"/>
              <a:gd name="connsiteX149" fmla="*/ 11565435 w 12192000"/>
              <a:gd name="connsiteY149" fmla="*/ 353419 h 1126566"/>
              <a:gd name="connsiteX150" fmla="*/ 11577168 w 12192000"/>
              <a:gd name="connsiteY150" fmla="*/ 355270 h 1126566"/>
              <a:gd name="connsiteX151" fmla="*/ 11585904 w 12192000"/>
              <a:gd name="connsiteY151" fmla="*/ 355142 h 1126566"/>
              <a:gd name="connsiteX152" fmla="*/ 11607823 w 12192000"/>
              <a:gd name="connsiteY152" fmla="*/ 357347 h 1126566"/>
              <a:gd name="connsiteX153" fmla="*/ 11614746 w 12192000"/>
              <a:gd name="connsiteY153" fmla="*/ 360281 h 1126566"/>
              <a:gd name="connsiteX154" fmla="*/ 11698873 w 12192000"/>
              <a:gd name="connsiteY154" fmla="*/ 397894 h 1126566"/>
              <a:gd name="connsiteX155" fmla="*/ 11779739 w 12192000"/>
              <a:gd name="connsiteY155" fmla="*/ 457323 h 1126566"/>
              <a:gd name="connsiteX156" fmla="*/ 11828107 w 12192000"/>
              <a:gd name="connsiteY156" fmla="*/ 477948 h 1126566"/>
              <a:gd name="connsiteX157" fmla="*/ 11866598 w 12192000"/>
              <a:gd name="connsiteY157" fmla="*/ 486803 h 1126566"/>
              <a:gd name="connsiteX158" fmla="*/ 11916744 w 12192000"/>
              <a:gd name="connsiteY158" fmla="*/ 502917 h 1126566"/>
              <a:gd name="connsiteX159" fmla="*/ 11949248 w 12192000"/>
              <a:gd name="connsiteY159" fmla="*/ 518881 h 1126566"/>
              <a:gd name="connsiteX160" fmla="*/ 11951002 w 12192000"/>
              <a:gd name="connsiteY160" fmla="*/ 518735 h 1126566"/>
              <a:gd name="connsiteX161" fmla="*/ 11957283 w 12192000"/>
              <a:gd name="connsiteY161" fmla="*/ 522828 h 1126566"/>
              <a:gd name="connsiteX162" fmla="*/ 11966535 w 12192000"/>
              <a:gd name="connsiteY162" fmla="*/ 527372 h 1126566"/>
              <a:gd name="connsiteX163" fmla="*/ 12026007 w 12192000"/>
              <a:gd name="connsiteY163" fmla="*/ 534384 h 1126566"/>
              <a:gd name="connsiteX164" fmla="*/ 12035188 w 12192000"/>
              <a:gd name="connsiteY164" fmla="*/ 529609 h 1126566"/>
              <a:gd name="connsiteX165" fmla="*/ 12115225 w 12192000"/>
              <a:gd name="connsiteY165" fmla="*/ 561895 h 1126566"/>
              <a:gd name="connsiteX166" fmla="*/ 12191636 w 12192000"/>
              <a:gd name="connsiteY166" fmla="*/ 558318 h 1126566"/>
              <a:gd name="connsiteX167" fmla="*/ 12192000 w 12192000"/>
              <a:gd name="connsiteY167" fmla="*/ 558295 h 1126566"/>
              <a:gd name="connsiteX168" fmla="*/ 12192000 w 12192000"/>
              <a:gd name="connsiteY168" fmla="*/ 1126566 h 1126566"/>
              <a:gd name="connsiteX169" fmla="*/ 0 w 12192000"/>
              <a:gd name="connsiteY169" fmla="*/ 1126566 h 1126566"/>
              <a:gd name="connsiteX170" fmla="*/ 0 w 12192000"/>
              <a:gd name="connsiteY170" fmla="*/ 401922 h 1126566"/>
              <a:gd name="connsiteX171" fmla="*/ 25242 w 12192000"/>
              <a:gd name="connsiteY171" fmla="*/ 388862 h 1126566"/>
              <a:gd name="connsiteX172" fmla="*/ 96922 w 12192000"/>
              <a:gd name="connsiteY172" fmla="*/ 357381 h 1126566"/>
              <a:gd name="connsiteX173" fmla="*/ 137910 w 12192000"/>
              <a:gd name="connsiteY173" fmla="*/ 314823 h 1126566"/>
              <a:gd name="connsiteX174" fmla="*/ 258712 w 12192000"/>
              <a:gd name="connsiteY174" fmla="*/ 286531 h 1126566"/>
              <a:gd name="connsiteX175" fmla="*/ 316354 w 12192000"/>
              <a:gd name="connsiteY175" fmla="*/ 238529 h 1126566"/>
              <a:gd name="connsiteX176" fmla="*/ 328834 w 12192000"/>
              <a:gd name="connsiteY176" fmla="*/ 240963 h 1126566"/>
              <a:gd name="connsiteX177" fmla="*/ 383414 w 12192000"/>
              <a:gd name="connsiteY177" fmla="*/ 221196 h 1126566"/>
              <a:gd name="connsiteX178" fmla="*/ 537708 w 12192000"/>
              <a:gd name="connsiteY178" fmla="*/ 119020 h 1126566"/>
              <a:gd name="connsiteX179" fmla="*/ 645390 w 12192000"/>
              <a:gd name="connsiteY179" fmla="*/ 81299 h 1126566"/>
              <a:gd name="connsiteX180" fmla="*/ 689561 w 12192000"/>
              <a:gd name="connsiteY180" fmla="*/ 73220 h 1126566"/>
              <a:gd name="connsiteX181" fmla="*/ 763197 w 12192000"/>
              <a:gd name="connsiteY181" fmla="*/ 59356 h 1126566"/>
              <a:gd name="connsiteX182" fmla="*/ 778208 w 12192000"/>
              <a:gd name="connsiteY182" fmla="*/ 63801 h 1126566"/>
              <a:gd name="connsiteX183" fmla="*/ 784725 w 12192000"/>
              <a:gd name="connsiteY183" fmla="*/ 62505 h 1126566"/>
              <a:gd name="connsiteX184" fmla="*/ 785400 w 12192000"/>
              <a:gd name="connsiteY184" fmla="*/ 62796 h 1126566"/>
              <a:gd name="connsiteX185" fmla="*/ 786774 w 12192000"/>
              <a:gd name="connsiteY185" fmla="*/ 62098 h 1126566"/>
              <a:gd name="connsiteX186" fmla="*/ 801216 w 12192000"/>
              <a:gd name="connsiteY186" fmla="*/ 59226 h 1126566"/>
              <a:gd name="connsiteX187" fmla="*/ 832892 w 12192000"/>
              <a:gd name="connsiteY187" fmla="*/ 62069 h 1126566"/>
              <a:gd name="connsiteX188" fmla="*/ 852003 w 12192000"/>
              <a:gd name="connsiteY188" fmla="*/ 61064 h 1126566"/>
              <a:gd name="connsiteX189" fmla="*/ 870719 w 12192000"/>
              <a:gd name="connsiteY189" fmla="*/ 47209 h 1126566"/>
              <a:gd name="connsiteX190" fmla="*/ 883786 w 12192000"/>
              <a:gd name="connsiteY190" fmla="*/ 45814 h 1126566"/>
              <a:gd name="connsiteX191" fmla="*/ 886400 w 12192000"/>
              <a:gd name="connsiteY191" fmla="*/ 43909 h 1126566"/>
              <a:gd name="connsiteX192" fmla="*/ 893881 w 12192000"/>
              <a:gd name="connsiteY192" fmla="*/ 40197 h 1126566"/>
              <a:gd name="connsiteX193" fmla="*/ 886282 w 12192000"/>
              <a:gd name="connsiteY193" fmla="*/ 36610 h 1126566"/>
              <a:gd name="connsiteX194" fmla="*/ 882653 w 12192000"/>
              <a:gd name="connsiteY194" fmla="*/ 24486 h 1126566"/>
              <a:gd name="connsiteX195" fmla="*/ 898087 w 12192000"/>
              <a:gd name="connsiteY195" fmla="*/ 11454 h 1126566"/>
              <a:gd name="connsiteX196" fmla="*/ 914199 w 12192000"/>
              <a:gd name="connsiteY196" fmla="*/ 6975 h 1126566"/>
              <a:gd name="connsiteX197" fmla="*/ 929751 w 12192000"/>
              <a:gd name="connsiteY197" fmla="*/ 5510 h 1126566"/>
              <a:gd name="connsiteX198" fmla="*/ 938844 w 12192000"/>
              <a:gd name="connsiteY198" fmla="*/ 8681 h 1126566"/>
              <a:gd name="connsiteX199" fmla="*/ 944941 w 12192000"/>
              <a:gd name="connsiteY199" fmla="*/ 6855 h 1126566"/>
              <a:gd name="connsiteX200" fmla="*/ 954142 w 12192000"/>
              <a:gd name="connsiteY200" fmla="*/ 8799 h 1126566"/>
              <a:gd name="connsiteX201" fmla="*/ 968213 w 12192000"/>
              <a:gd name="connsiteY201" fmla="*/ 19791 h 1126566"/>
              <a:gd name="connsiteX202" fmla="*/ 1177886 w 12192000"/>
              <a:gd name="connsiteY202" fmla="*/ 30728 h 1126566"/>
              <a:gd name="connsiteX203" fmla="*/ 1305018 w 12192000"/>
              <a:gd name="connsiteY20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384334 w 12192000"/>
              <a:gd name="connsiteY26" fmla="*/ 173113 h 1126566"/>
              <a:gd name="connsiteX27" fmla="*/ 2500607 w 12192000"/>
              <a:gd name="connsiteY27" fmla="*/ 180917 h 1126566"/>
              <a:gd name="connsiteX28" fmla="*/ 2542869 w 12192000"/>
              <a:gd name="connsiteY28" fmla="*/ 188717 h 1126566"/>
              <a:gd name="connsiteX29" fmla="*/ 2829718 w 12192000"/>
              <a:gd name="connsiteY29" fmla="*/ 242215 h 1126566"/>
              <a:gd name="connsiteX30" fmla="*/ 3028662 w 12192000"/>
              <a:gd name="connsiteY30" fmla="*/ 219550 h 1126566"/>
              <a:gd name="connsiteX31" fmla="*/ 3107019 w 12192000"/>
              <a:gd name="connsiteY31" fmla="*/ 220240 h 1126566"/>
              <a:gd name="connsiteX32" fmla="*/ 3116698 w 12192000"/>
              <a:gd name="connsiteY32" fmla="*/ 226983 h 1126566"/>
              <a:gd name="connsiteX33" fmla="*/ 3231577 w 12192000"/>
              <a:gd name="connsiteY33" fmla="*/ 202023 h 1126566"/>
              <a:gd name="connsiteX34" fmla="*/ 3386687 w 12192000"/>
              <a:gd name="connsiteY34" fmla="*/ 218190 h 1126566"/>
              <a:gd name="connsiteX35" fmla="*/ 3501680 w 12192000"/>
              <a:gd name="connsiteY35" fmla="*/ 238841 h 1126566"/>
              <a:gd name="connsiteX36" fmla="*/ 3567038 w 12192000"/>
              <a:gd name="connsiteY36" fmla="*/ 246771 h 1126566"/>
              <a:gd name="connsiteX37" fmla="*/ 3613626 w 12192000"/>
              <a:gd name="connsiteY37" fmla="*/ 256591 h 1126566"/>
              <a:gd name="connsiteX38" fmla="*/ 3737444 w 12192000"/>
              <a:gd name="connsiteY38" fmla="*/ 259793 h 1126566"/>
              <a:gd name="connsiteX39" fmla="*/ 3944870 w 12192000"/>
              <a:gd name="connsiteY39" fmla="*/ 255991 h 1126566"/>
              <a:gd name="connsiteX40" fmla="*/ 4092172 w 12192000"/>
              <a:gd name="connsiteY40" fmla="*/ 290617 h 1126566"/>
              <a:gd name="connsiteX41" fmla="*/ 4176434 w 12192000"/>
              <a:gd name="connsiteY41" fmla="*/ 272187 h 1126566"/>
              <a:gd name="connsiteX42" fmla="*/ 4269617 w 12192000"/>
              <a:gd name="connsiteY42" fmla="*/ 283947 h 1126566"/>
              <a:gd name="connsiteX43" fmla="*/ 4638729 w 12192000"/>
              <a:gd name="connsiteY43" fmla="*/ 274806 h 1126566"/>
              <a:gd name="connsiteX44" fmla="*/ 4877121 w 12192000"/>
              <a:gd name="connsiteY44" fmla="*/ 263049 h 1126566"/>
              <a:gd name="connsiteX45" fmla="*/ 4910175 w 12192000"/>
              <a:gd name="connsiteY45" fmla="*/ 258887 h 1126566"/>
              <a:gd name="connsiteX46" fmla="*/ 4910653 w 12192000"/>
              <a:gd name="connsiteY46" fmla="*/ 256337 h 1126566"/>
              <a:gd name="connsiteX47" fmla="*/ 4915901 w 12192000"/>
              <a:gd name="connsiteY47" fmla="*/ 255646 h 1126566"/>
              <a:gd name="connsiteX48" fmla="*/ 4919888 w 12192000"/>
              <a:gd name="connsiteY48" fmla="*/ 257665 h 1126566"/>
              <a:gd name="connsiteX49" fmla="*/ 4926150 w 12192000"/>
              <a:gd name="connsiteY49" fmla="*/ 256877 h 1126566"/>
              <a:gd name="connsiteX50" fmla="*/ 4943081 w 12192000"/>
              <a:gd name="connsiteY50" fmla="*/ 255402 h 1126566"/>
              <a:gd name="connsiteX51" fmla="*/ 4949875 w 12192000"/>
              <a:gd name="connsiteY51" fmla="*/ 250755 h 1126566"/>
              <a:gd name="connsiteX52" fmla="*/ 5034125 w 12192000"/>
              <a:gd name="connsiteY52" fmla="*/ 251561 h 1126566"/>
              <a:gd name="connsiteX53" fmla="*/ 5058873 w 12192000"/>
              <a:gd name="connsiteY53" fmla="*/ 245283 h 1126566"/>
              <a:gd name="connsiteX54" fmla="*/ 5123651 w 12192000"/>
              <a:gd name="connsiteY54" fmla="*/ 248360 h 1126566"/>
              <a:gd name="connsiteX55" fmla="*/ 5197539 w 12192000"/>
              <a:gd name="connsiteY55" fmla="*/ 245352 h 1126566"/>
              <a:gd name="connsiteX56" fmla="*/ 5250946 w 12192000"/>
              <a:gd name="connsiteY56" fmla="*/ 239095 h 1126566"/>
              <a:gd name="connsiteX57" fmla="*/ 5388817 w 12192000"/>
              <a:gd name="connsiteY57" fmla="*/ 245059 h 1126566"/>
              <a:gd name="connsiteX58" fmla="*/ 5618162 w 12192000"/>
              <a:gd name="connsiteY58" fmla="*/ 264094 h 1126566"/>
              <a:gd name="connsiteX59" fmla="*/ 5666664 w 12192000"/>
              <a:gd name="connsiteY59" fmla="*/ 266098 h 1126566"/>
              <a:gd name="connsiteX60" fmla="*/ 5715324 w 12192000"/>
              <a:gd name="connsiteY60" fmla="*/ 251101 h 1126566"/>
              <a:gd name="connsiteX61" fmla="*/ 5741796 w 12192000"/>
              <a:gd name="connsiteY61" fmla="*/ 250897 h 1126566"/>
              <a:gd name="connsiteX62" fmla="*/ 5748565 w 12192000"/>
              <a:gd name="connsiteY62" fmla="*/ 249142 h 1126566"/>
              <a:gd name="connsiteX63" fmla="*/ 5787667 w 12192000"/>
              <a:gd name="connsiteY63" fmla="*/ 240782 h 1126566"/>
              <a:gd name="connsiteX64" fmla="*/ 5877829 w 12192000"/>
              <a:gd name="connsiteY64" fmla="*/ 265178 h 1126566"/>
              <a:gd name="connsiteX65" fmla="*/ 5946099 w 12192000"/>
              <a:gd name="connsiteY65" fmla="*/ 275229 h 1126566"/>
              <a:gd name="connsiteX66" fmla="*/ 5951885 w 12192000"/>
              <a:gd name="connsiteY66" fmla="*/ 273306 h 1126566"/>
              <a:gd name="connsiteX67" fmla="*/ 5957187 w 12192000"/>
              <a:gd name="connsiteY67" fmla="*/ 267506 h 1126566"/>
              <a:gd name="connsiteX68" fmla="*/ 5969996 w 12192000"/>
              <a:gd name="connsiteY68" fmla="*/ 266279 h 1126566"/>
              <a:gd name="connsiteX69" fmla="*/ 5983257 w 12192000"/>
              <a:gd name="connsiteY69" fmla="*/ 260438 h 1126566"/>
              <a:gd name="connsiteX70" fmla="*/ 6390944 w 12192000"/>
              <a:gd name="connsiteY70" fmla="*/ 296657 h 1126566"/>
              <a:gd name="connsiteX71" fmla="*/ 6472553 w 12192000"/>
              <a:gd name="connsiteY71" fmla="*/ 327261 h 1126566"/>
              <a:gd name="connsiteX72" fmla="*/ 6598839 w 12192000"/>
              <a:gd name="connsiteY72" fmla="*/ 327138 h 1126566"/>
              <a:gd name="connsiteX73" fmla="*/ 6674894 w 12192000"/>
              <a:gd name="connsiteY73" fmla="*/ 339184 h 1126566"/>
              <a:gd name="connsiteX74" fmla="*/ 6686944 w 12192000"/>
              <a:gd name="connsiteY74" fmla="*/ 334233 h 1126566"/>
              <a:gd name="connsiteX75" fmla="*/ 6788093 w 12192000"/>
              <a:gd name="connsiteY75" fmla="*/ 377012 h 1126566"/>
              <a:gd name="connsiteX76" fmla="*/ 6944546 w 12192000"/>
              <a:gd name="connsiteY76" fmla="*/ 386543 h 1126566"/>
              <a:gd name="connsiteX77" fmla="*/ 7063994 w 12192000"/>
              <a:gd name="connsiteY77" fmla="*/ 385228 h 1126566"/>
              <a:gd name="connsiteX78" fmla="*/ 7130364 w 12192000"/>
              <a:gd name="connsiteY78" fmla="*/ 388164 h 1126566"/>
              <a:gd name="connsiteX79" fmla="*/ 7179335 w 12192000"/>
              <a:gd name="connsiteY79" fmla="*/ 386225 h 1126566"/>
              <a:gd name="connsiteX80" fmla="*/ 7300357 w 12192000"/>
              <a:gd name="connsiteY80" fmla="*/ 403218 h 1126566"/>
              <a:gd name="connsiteX81" fmla="*/ 7499445 w 12192000"/>
              <a:gd name="connsiteY81" fmla="*/ 440549 h 1126566"/>
              <a:gd name="connsiteX82" fmla="*/ 7655710 w 12192000"/>
              <a:gd name="connsiteY82" fmla="*/ 430962 h 1126566"/>
              <a:gd name="connsiteX83" fmla="*/ 7729851 w 12192000"/>
              <a:gd name="connsiteY83" fmla="*/ 462457 h 1126566"/>
              <a:gd name="connsiteX84" fmla="*/ 7824660 w 12192000"/>
              <a:gd name="connsiteY84" fmla="*/ 466203 h 1126566"/>
              <a:gd name="connsiteX85" fmla="*/ 8277851 w 12192000"/>
              <a:gd name="connsiteY85" fmla="*/ 502630 h 1126566"/>
              <a:gd name="connsiteX86" fmla="*/ 8382461 w 12192000"/>
              <a:gd name="connsiteY86" fmla="*/ 526824 h 1126566"/>
              <a:gd name="connsiteX87" fmla="*/ 8594502 w 12192000"/>
              <a:gd name="connsiteY87" fmla="*/ 613607 h 1126566"/>
              <a:gd name="connsiteX88" fmla="*/ 8808358 w 12192000"/>
              <a:gd name="connsiteY88" fmla="*/ 654694 h 1126566"/>
              <a:gd name="connsiteX89" fmla="*/ 8880244 w 12192000"/>
              <a:gd name="connsiteY89" fmla="*/ 661466 h 1126566"/>
              <a:gd name="connsiteX90" fmla="*/ 8885004 w 12192000"/>
              <a:gd name="connsiteY90" fmla="*/ 663655 h 1126566"/>
              <a:gd name="connsiteX91" fmla="*/ 8886720 w 12192000"/>
              <a:gd name="connsiteY91" fmla="*/ 662879 h 1126566"/>
              <a:gd name="connsiteX92" fmla="*/ 8912175 w 12192000"/>
              <a:gd name="connsiteY92" fmla="*/ 660908 h 1126566"/>
              <a:gd name="connsiteX93" fmla="*/ 8969814 w 12192000"/>
              <a:gd name="connsiteY93" fmla="*/ 639833 h 1126566"/>
              <a:gd name="connsiteX94" fmla="*/ 8996241 w 12192000"/>
              <a:gd name="connsiteY94" fmla="*/ 655221 h 1126566"/>
              <a:gd name="connsiteX95" fmla="*/ 9092152 w 12192000"/>
              <a:gd name="connsiteY95" fmla="*/ 609097 h 1126566"/>
              <a:gd name="connsiteX96" fmla="*/ 9156546 w 12192000"/>
              <a:gd name="connsiteY96" fmla="*/ 585468 h 1126566"/>
              <a:gd name="connsiteX97" fmla="*/ 9194830 w 12192000"/>
              <a:gd name="connsiteY97" fmla="*/ 571148 h 1126566"/>
              <a:gd name="connsiteX98" fmla="*/ 9314188 w 12192000"/>
              <a:gd name="connsiteY98" fmla="*/ 547301 h 1126566"/>
              <a:gd name="connsiteX99" fmla="*/ 9554706 w 12192000"/>
              <a:gd name="connsiteY99" fmla="*/ 542666 h 1126566"/>
              <a:gd name="connsiteX100" fmla="*/ 9616141 w 12192000"/>
              <a:gd name="connsiteY100" fmla="*/ 530976 h 1126566"/>
              <a:gd name="connsiteX101" fmla="*/ 9620146 w 12192000"/>
              <a:gd name="connsiteY101" fmla="*/ 524035 h 1126566"/>
              <a:gd name="connsiteX102" fmla="*/ 9724197 w 12192000"/>
              <a:gd name="connsiteY102" fmla="*/ 528337 h 1126566"/>
              <a:gd name="connsiteX103" fmla="*/ 9837846 w 12192000"/>
              <a:gd name="connsiteY103" fmla="*/ 492977 h 1126566"/>
              <a:gd name="connsiteX104" fmla="*/ 9917440 w 12192000"/>
              <a:gd name="connsiteY104" fmla="*/ 459605 h 1126566"/>
              <a:gd name="connsiteX105" fmla="*/ 9918439 w 12192000"/>
              <a:gd name="connsiteY105" fmla="*/ 453114 h 1126566"/>
              <a:gd name="connsiteX106" fmla="*/ 9953039 w 12192000"/>
              <a:gd name="connsiteY106" fmla="*/ 452486 h 1126566"/>
              <a:gd name="connsiteX107" fmla="*/ 9988183 w 12192000"/>
              <a:gd name="connsiteY107" fmla="*/ 448079 h 1126566"/>
              <a:gd name="connsiteX108" fmla="*/ 9991965 w 12192000"/>
              <a:gd name="connsiteY108" fmla="*/ 435969 h 1126566"/>
              <a:gd name="connsiteX109" fmla="*/ 9986932 w 12192000"/>
              <a:gd name="connsiteY109" fmla="*/ 431168 h 1126566"/>
              <a:gd name="connsiteX110" fmla="*/ 9996190 w 12192000"/>
              <a:gd name="connsiteY110" fmla="*/ 429066 h 1126566"/>
              <a:gd name="connsiteX111" fmla="*/ 9999786 w 12192000"/>
              <a:gd name="connsiteY111" fmla="*/ 427758 h 1126566"/>
              <a:gd name="connsiteX112" fmla="*/ 10012936 w 12192000"/>
              <a:gd name="connsiteY112" fmla="*/ 428884 h 1126566"/>
              <a:gd name="connsiteX113" fmla="*/ 10038815 w 12192000"/>
              <a:gd name="connsiteY113" fmla="*/ 419316 h 1126566"/>
              <a:gd name="connsiteX114" fmla="*/ 10057432 w 12192000"/>
              <a:gd name="connsiteY114" fmla="*/ 421938 h 1126566"/>
              <a:gd name="connsiteX115" fmla="*/ 10121534 w 12192000"/>
              <a:gd name="connsiteY115" fmla="*/ 437514 h 1126566"/>
              <a:gd name="connsiteX116" fmla="*/ 10199200 w 12192000"/>
              <a:gd name="connsiteY116" fmla="*/ 438197 h 1126566"/>
              <a:gd name="connsiteX117" fmla="*/ 10245648 w 12192000"/>
              <a:gd name="connsiteY117" fmla="*/ 438831 h 1126566"/>
              <a:gd name="connsiteX118" fmla="*/ 10369590 w 12192000"/>
              <a:gd name="connsiteY118" fmla="*/ 423377 h 1126566"/>
              <a:gd name="connsiteX119" fmla="*/ 10575777 w 12192000"/>
              <a:gd name="connsiteY119" fmla="*/ 355859 h 1126566"/>
              <a:gd name="connsiteX120" fmla="*/ 10638984 w 12192000"/>
              <a:gd name="connsiteY120" fmla="*/ 347416 h 1126566"/>
              <a:gd name="connsiteX121" fmla="*/ 10649306 w 12192000"/>
              <a:gd name="connsiteY121" fmla="*/ 352042 h 1126566"/>
              <a:gd name="connsiteX122" fmla="*/ 10732175 w 12192000"/>
              <a:gd name="connsiteY122" fmla="*/ 317549 h 1126566"/>
              <a:gd name="connsiteX123" fmla="*/ 10862886 w 12192000"/>
              <a:gd name="connsiteY123" fmla="*/ 313438 h 1126566"/>
              <a:gd name="connsiteX124" fmla="*/ 10963063 w 12192000"/>
              <a:gd name="connsiteY124" fmla="*/ 317771 h 1126566"/>
              <a:gd name="connsiteX125" fmla="*/ 11018562 w 12192000"/>
              <a:gd name="connsiteY125" fmla="*/ 316991 h 1126566"/>
              <a:gd name="connsiteX126" fmla="*/ 11059692 w 12192000"/>
              <a:gd name="connsiteY126" fmla="*/ 319983 h 1126566"/>
              <a:gd name="connsiteX127" fmla="*/ 11160371 w 12192000"/>
              <a:gd name="connsiteY127" fmla="*/ 308440 h 1126566"/>
              <a:gd name="connsiteX128" fmla="*/ 11178386 w 12192000"/>
              <a:gd name="connsiteY128" fmla="*/ 299490 h 1126566"/>
              <a:gd name="connsiteX129" fmla="*/ 11192494 w 12192000"/>
              <a:gd name="connsiteY129" fmla="*/ 296221 h 1126566"/>
              <a:gd name="connsiteX130" fmla="*/ 11199770 w 12192000"/>
              <a:gd name="connsiteY130" fmla="*/ 299772 h 1126566"/>
              <a:gd name="connsiteX131" fmla="*/ 11217258 w 12192000"/>
              <a:gd name="connsiteY131" fmla="*/ 293681 h 1126566"/>
              <a:gd name="connsiteX132" fmla="*/ 11245798 w 12192000"/>
              <a:gd name="connsiteY132" fmla="*/ 292170 h 1126566"/>
              <a:gd name="connsiteX133" fmla="*/ 11255992 w 12192000"/>
              <a:gd name="connsiteY133" fmla="*/ 291919 h 1126566"/>
              <a:gd name="connsiteX134" fmla="*/ 11264859 w 12192000"/>
              <a:gd name="connsiteY134" fmla="*/ 293937 h 1126566"/>
              <a:gd name="connsiteX135" fmla="*/ 11276151 w 12192000"/>
              <a:gd name="connsiteY135" fmla="*/ 293070 h 1126566"/>
              <a:gd name="connsiteX136" fmla="*/ 11279850 w 12192000"/>
              <a:gd name="connsiteY136" fmla="*/ 291330 h 1126566"/>
              <a:gd name="connsiteX137" fmla="*/ 11290818 w 12192000"/>
              <a:gd name="connsiteY137" fmla="*/ 291060 h 1126566"/>
              <a:gd name="connsiteX138" fmla="*/ 11296248 w 12192000"/>
              <a:gd name="connsiteY138" fmla="*/ 290163 h 1126566"/>
              <a:gd name="connsiteX139" fmla="*/ 11301652 w 12192000"/>
              <a:gd name="connsiteY139" fmla="*/ 290324 h 1126566"/>
              <a:gd name="connsiteX140" fmla="*/ 11339114 w 12192000"/>
              <a:gd name="connsiteY140" fmla="*/ 288153 h 1126566"/>
              <a:gd name="connsiteX141" fmla="*/ 11345146 w 12192000"/>
              <a:gd name="connsiteY141" fmla="*/ 290802 h 1126566"/>
              <a:gd name="connsiteX142" fmla="*/ 11400126 w 12192000"/>
              <a:gd name="connsiteY142" fmla="*/ 292287 h 1126566"/>
              <a:gd name="connsiteX143" fmla="*/ 11400420 w 12192000"/>
              <a:gd name="connsiteY143" fmla="*/ 293758 h 1126566"/>
              <a:gd name="connsiteX144" fmla="*/ 11413889 w 12192000"/>
              <a:gd name="connsiteY144" fmla="*/ 300516 h 1126566"/>
              <a:gd name="connsiteX145" fmla="*/ 11440688 w 12192000"/>
              <a:gd name="connsiteY145" fmla="*/ 310121 h 1126566"/>
              <a:gd name="connsiteX146" fmla="*/ 11496733 w 12192000"/>
              <a:gd name="connsiteY146" fmla="*/ 350225 h 1126566"/>
              <a:gd name="connsiteX147" fmla="*/ 11554005 w 12192000"/>
              <a:gd name="connsiteY147" fmla="*/ 351933 h 1126566"/>
              <a:gd name="connsiteX148" fmla="*/ 11565304 w 12192000"/>
              <a:gd name="connsiteY148" fmla="*/ 353069 h 1126566"/>
              <a:gd name="connsiteX149" fmla="*/ 11565435 w 12192000"/>
              <a:gd name="connsiteY149" fmla="*/ 353419 h 1126566"/>
              <a:gd name="connsiteX150" fmla="*/ 11577168 w 12192000"/>
              <a:gd name="connsiteY150" fmla="*/ 355270 h 1126566"/>
              <a:gd name="connsiteX151" fmla="*/ 11585904 w 12192000"/>
              <a:gd name="connsiteY151" fmla="*/ 355142 h 1126566"/>
              <a:gd name="connsiteX152" fmla="*/ 11607823 w 12192000"/>
              <a:gd name="connsiteY152" fmla="*/ 357347 h 1126566"/>
              <a:gd name="connsiteX153" fmla="*/ 11614746 w 12192000"/>
              <a:gd name="connsiteY153" fmla="*/ 360281 h 1126566"/>
              <a:gd name="connsiteX154" fmla="*/ 11698873 w 12192000"/>
              <a:gd name="connsiteY154" fmla="*/ 397894 h 1126566"/>
              <a:gd name="connsiteX155" fmla="*/ 11779739 w 12192000"/>
              <a:gd name="connsiteY155" fmla="*/ 457323 h 1126566"/>
              <a:gd name="connsiteX156" fmla="*/ 11828107 w 12192000"/>
              <a:gd name="connsiteY156" fmla="*/ 477948 h 1126566"/>
              <a:gd name="connsiteX157" fmla="*/ 11866598 w 12192000"/>
              <a:gd name="connsiteY157" fmla="*/ 486803 h 1126566"/>
              <a:gd name="connsiteX158" fmla="*/ 11916744 w 12192000"/>
              <a:gd name="connsiteY158" fmla="*/ 502917 h 1126566"/>
              <a:gd name="connsiteX159" fmla="*/ 11949248 w 12192000"/>
              <a:gd name="connsiteY159" fmla="*/ 518881 h 1126566"/>
              <a:gd name="connsiteX160" fmla="*/ 11951002 w 12192000"/>
              <a:gd name="connsiteY160" fmla="*/ 518735 h 1126566"/>
              <a:gd name="connsiteX161" fmla="*/ 11957283 w 12192000"/>
              <a:gd name="connsiteY161" fmla="*/ 522828 h 1126566"/>
              <a:gd name="connsiteX162" fmla="*/ 11966535 w 12192000"/>
              <a:gd name="connsiteY162" fmla="*/ 527372 h 1126566"/>
              <a:gd name="connsiteX163" fmla="*/ 12026007 w 12192000"/>
              <a:gd name="connsiteY163" fmla="*/ 534384 h 1126566"/>
              <a:gd name="connsiteX164" fmla="*/ 12035188 w 12192000"/>
              <a:gd name="connsiteY164" fmla="*/ 529609 h 1126566"/>
              <a:gd name="connsiteX165" fmla="*/ 12115225 w 12192000"/>
              <a:gd name="connsiteY165" fmla="*/ 561895 h 1126566"/>
              <a:gd name="connsiteX166" fmla="*/ 12191636 w 12192000"/>
              <a:gd name="connsiteY166" fmla="*/ 558318 h 1126566"/>
              <a:gd name="connsiteX167" fmla="*/ 12192000 w 12192000"/>
              <a:gd name="connsiteY167" fmla="*/ 558295 h 1126566"/>
              <a:gd name="connsiteX168" fmla="*/ 12192000 w 12192000"/>
              <a:gd name="connsiteY168" fmla="*/ 1126566 h 1126566"/>
              <a:gd name="connsiteX169" fmla="*/ 0 w 12192000"/>
              <a:gd name="connsiteY169" fmla="*/ 1126566 h 1126566"/>
              <a:gd name="connsiteX170" fmla="*/ 0 w 12192000"/>
              <a:gd name="connsiteY170" fmla="*/ 401922 h 1126566"/>
              <a:gd name="connsiteX171" fmla="*/ 25242 w 12192000"/>
              <a:gd name="connsiteY171" fmla="*/ 388862 h 1126566"/>
              <a:gd name="connsiteX172" fmla="*/ 96922 w 12192000"/>
              <a:gd name="connsiteY172" fmla="*/ 357381 h 1126566"/>
              <a:gd name="connsiteX173" fmla="*/ 137910 w 12192000"/>
              <a:gd name="connsiteY173" fmla="*/ 314823 h 1126566"/>
              <a:gd name="connsiteX174" fmla="*/ 258712 w 12192000"/>
              <a:gd name="connsiteY174" fmla="*/ 286531 h 1126566"/>
              <a:gd name="connsiteX175" fmla="*/ 316354 w 12192000"/>
              <a:gd name="connsiteY175" fmla="*/ 238529 h 1126566"/>
              <a:gd name="connsiteX176" fmla="*/ 328834 w 12192000"/>
              <a:gd name="connsiteY176" fmla="*/ 240963 h 1126566"/>
              <a:gd name="connsiteX177" fmla="*/ 383414 w 12192000"/>
              <a:gd name="connsiteY177" fmla="*/ 221196 h 1126566"/>
              <a:gd name="connsiteX178" fmla="*/ 537708 w 12192000"/>
              <a:gd name="connsiteY178" fmla="*/ 119020 h 1126566"/>
              <a:gd name="connsiteX179" fmla="*/ 645390 w 12192000"/>
              <a:gd name="connsiteY179" fmla="*/ 81299 h 1126566"/>
              <a:gd name="connsiteX180" fmla="*/ 689561 w 12192000"/>
              <a:gd name="connsiteY180" fmla="*/ 73220 h 1126566"/>
              <a:gd name="connsiteX181" fmla="*/ 763197 w 12192000"/>
              <a:gd name="connsiteY181" fmla="*/ 59356 h 1126566"/>
              <a:gd name="connsiteX182" fmla="*/ 778208 w 12192000"/>
              <a:gd name="connsiteY182" fmla="*/ 63801 h 1126566"/>
              <a:gd name="connsiteX183" fmla="*/ 784725 w 12192000"/>
              <a:gd name="connsiteY183" fmla="*/ 62505 h 1126566"/>
              <a:gd name="connsiteX184" fmla="*/ 785400 w 12192000"/>
              <a:gd name="connsiteY184" fmla="*/ 62796 h 1126566"/>
              <a:gd name="connsiteX185" fmla="*/ 786774 w 12192000"/>
              <a:gd name="connsiteY185" fmla="*/ 62098 h 1126566"/>
              <a:gd name="connsiteX186" fmla="*/ 801216 w 12192000"/>
              <a:gd name="connsiteY186" fmla="*/ 59226 h 1126566"/>
              <a:gd name="connsiteX187" fmla="*/ 832892 w 12192000"/>
              <a:gd name="connsiteY187" fmla="*/ 62069 h 1126566"/>
              <a:gd name="connsiteX188" fmla="*/ 852003 w 12192000"/>
              <a:gd name="connsiteY188" fmla="*/ 61064 h 1126566"/>
              <a:gd name="connsiteX189" fmla="*/ 870719 w 12192000"/>
              <a:gd name="connsiteY189" fmla="*/ 47209 h 1126566"/>
              <a:gd name="connsiteX190" fmla="*/ 883786 w 12192000"/>
              <a:gd name="connsiteY190" fmla="*/ 45814 h 1126566"/>
              <a:gd name="connsiteX191" fmla="*/ 886400 w 12192000"/>
              <a:gd name="connsiteY191" fmla="*/ 43909 h 1126566"/>
              <a:gd name="connsiteX192" fmla="*/ 893881 w 12192000"/>
              <a:gd name="connsiteY192" fmla="*/ 40197 h 1126566"/>
              <a:gd name="connsiteX193" fmla="*/ 886282 w 12192000"/>
              <a:gd name="connsiteY193" fmla="*/ 36610 h 1126566"/>
              <a:gd name="connsiteX194" fmla="*/ 882653 w 12192000"/>
              <a:gd name="connsiteY194" fmla="*/ 24486 h 1126566"/>
              <a:gd name="connsiteX195" fmla="*/ 898087 w 12192000"/>
              <a:gd name="connsiteY195" fmla="*/ 11454 h 1126566"/>
              <a:gd name="connsiteX196" fmla="*/ 914199 w 12192000"/>
              <a:gd name="connsiteY196" fmla="*/ 6975 h 1126566"/>
              <a:gd name="connsiteX197" fmla="*/ 929751 w 12192000"/>
              <a:gd name="connsiteY197" fmla="*/ 5510 h 1126566"/>
              <a:gd name="connsiteX198" fmla="*/ 938844 w 12192000"/>
              <a:gd name="connsiteY198" fmla="*/ 8681 h 1126566"/>
              <a:gd name="connsiteX199" fmla="*/ 944941 w 12192000"/>
              <a:gd name="connsiteY199" fmla="*/ 6855 h 1126566"/>
              <a:gd name="connsiteX200" fmla="*/ 954142 w 12192000"/>
              <a:gd name="connsiteY200" fmla="*/ 8799 h 1126566"/>
              <a:gd name="connsiteX201" fmla="*/ 968213 w 12192000"/>
              <a:gd name="connsiteY201" fmla="*/ 19791 h 1126566"/>
              <a:gd name="connsiteX202" fmla="*/ 1177886 w 12192000"/>
              <a:gd name="connsiteY202" fmla="*/ 30728 h 1126566"/>
              <a:gd name="connsiteX203" fmla="*/ 1305018 w 12192000"/>
              <a:gd name="connsiteY20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877121 w 12192000"/>
              <a:gd name="connsiteY43" fmla="*/ 263049 h 1126566"/>
              <a:gd name="connsiteX44" fmla="*/ 4910175 w 12192000"/>
              <a:gd name="connsiteY44" fmla="*/ 258887 h 1126566"/>
              <a:gd name="connsiteX45" fmla="*/ 4910653 w 12192000"/>
              <a:gd name="connsiteY45" fmla="*/ 256337 h 1126566"/>
              <a:gd name="connsiteX46" fmla="*/ 4915901 w 12192000"/>
              <a:gd name="connsiteY46" fmla="*/ 255646 h 1126566"/>
              <a:gd name="connsiteX47" fmla="*/ 4919888 w 12192000"/>
              <a:gd name="connsiteY47" fmla="*/ 257665 h 1126566"/>
              <a:gd name="connsiteX48" fmla="*/ 4926150 w 12192000"/>
              <a:gd name="connsiteY48" fmla="*/ 256877 h 1126566"/>
              <a:gd name="connsiteX49" fmla="*/ 4943081 w 12192000"/>
              <a:gd name="connsiteY49" fmla="*/ 255402 h 1126566"/>
              <a:gd name="connsiteX50" fmla="*/ 4949875 w 12192000"/>
              <a:gd name="connsiteY50" fmla="*/ 250755 h 1126566"/>
              <a:gd name="connsiteX51" fmla="*/ 5034125 w 12192000"/>
              <a:gd name="connsiteY51" fmla="*/ 251561 h 1126566"/>
              <a:gd name="connsiteX52" fmla="*/ 5058873 w 12192000"/>
              <a:gd name="connsiteY52" fmla="*/ 245283 h 1126566"/>
              <a:gd name="connsiteX53" fmla="*/ 5123651 w 12192000"/>
              <a:gd name="connsiteY53" fmla="*/ 248360 h 1126566"/>
              <a:gd name="connsiteX54" fmla="*/ 5197539 w 12192000"/>
              <a:gd name="connsiteY54" fmla="*/ 245352 h 1126566"/>
              <a:gd name="connsiteX55" fmla="*/ 5250946 w 12192000"/>
              <a:gd name="connsiteY55" fmla="*/ 239095 h 1126566"/>
              <a:gd name="connsiteX56" fmla="*/ 5388817 w 12192000"/>
              <a:gd name="connsiteY56" fmla="*/ 245059 h 1126566"/>
              <a:gd name="connsiteX57" fmla="*/ 5618162 w 12192000"/>
              <a:gd name="connsiteY57" fmla="*/ 264094 h 1126566"/>
              <a:gd name="connsiteX58" fmla="*/ 5666664 w 12192000"/>
              <a:gd name="connsiteY58" fmla="*/ 266098 h 1126566"/>
              <a:gd name="connsiteX59" fmla="*/ 5715324 w 12192000"/>
              <a:gd name="connsiteY59" fmla="*/ 251101 h 1126566"/>
              <a:gd name="connsiteX60" fmla="*/ 5741796 w 12192000"/>
              <a:gd name="connsiteY60" fmla="*/ 250897 h 1126566"/>
              <a:gd name="connsiteX61" fmla="*/ 5748565 w 12192000"/>
              <a:gd name="connsiteY61" fmla="*/ 249142 h 1126566"/>
              <a:gd name="connsiteX62" fmla="*/ 5787667 w 12192000"/>
              <a:gd name="connsiteY62" fmla="*/ 240782 h 1126566"/>
              <a:gd name="connsiteX63" fmla="*/ 5877829 w 12192000"/>
              <a:gd name="connsiteY63" fmla="*/ 265178 h 1126566"/>
              <a:gd name="connsiteX64" fmla="*/ 5946099 w 12192000"/>
              <a:gd name="connsiteY64" fmla="*/ 275229 h 1126566"/>
              <a:gd name="connsiteX65" fmla="*/ 5951885 w 12192000"/>
              <a:gd name="connsiteY65" fmla="*/ 273306 h 1126566"/>
              <a:gd name="connsiteX66" fmla="*/ 5957187 w 12192000"/>
              <a:gd name="connsiteY66" fmla="*/ 267506 h 1126566"/>
              <a:gd name="connsiteX67" fmla="*/ 5969996 w 12192000"/>
              <a:gd name="connsiteY67" fmla="*/ 266279 h 1126566"/>
              <a:gd name="connsiteX68" fmla="*/ 5983257 w 12192000"/>
              <a:gd name="connsiteY68" fmla="*/ 260438 h 1126566"/>
              <a:gd name="connsiteX69" fmla="*/ 6390944 w 12192000"/>
              <a:gd name="connsiteY69" fmla="*/ 296657 h 1126566"/>
              <a:gd name="connsiteX70" fmla="*/ 6472553 w 12192000"/>
              <a:gd name="connsiteY70" fmla="*/ 327261 h 1126566"/>
              <a:gd name="connsiteX71" fmla="*/ 6598839 w 12192000"/>
              <a:gd name="connsiteY71" fmla="*/ 327138 h 1126566"/>
              <a:gd name="connsiteX72" fmla="*/ 6674894 w 12192000"/>
              <a:gd name="connsiteY72" fmla="*/ 339184 h 1126566"/>
              <a:gd name="connsiteX73" fmla="*/ 6686944 w 12192000"/>
              <a:gd name="connsiteY73" fmla="*/ 334233 h 1126566"/>
              <a:gd name="connsiteX74" fmla="*/ 6788093 w 12192000"/>
              <a:gd name="connsiteY74" fmla="*/ 377012 h 1126566"/>
              <a:gd name="connsiteX75" fmla="*/ 6944546 w 12192000"/>
              <a:gd name="connsiteY75" fmla="*/ 386543 h 1126566"/>
              <a:gd name="connsiteX76" fmla="*/ 7063994 w 12192000"/>
              <a:gd name="connsiteY76" fmla="*/ 385228 h 1126566"/>
              <a:gd name="connsiteX77" fmla="*/ 7130364 w 12192000"/>
              <a:gd name="connsiteY77" fmla="*/ 388164 h 1126566"/>
              <a:gd name="connsiteX78" fmla="*/ 7179335 w 12192000"/>
              <a:gd name="connsiteY78" fmla="*/ 386225 h 1126566"/>
              <a:gd name="connsiteX79" fmla="*/ 7300357 w 12192000"/>
              <a:gd name="connsiteY79" fmla="*/ 403218 h 1126566"/>
              <a:gd name="connsiteX80" fmla="*/ 7499445 w 12192000"/>
              <a:gd name="connsiteY80" fmla="*/ 440549 h 1126566"/>
              <a:gd name="connsiteX81" fmla="*/ 7655710 w 12192000"/>
              <a:gd name="connsiteY81" fmla="*/ 430962 h 1126566"/>
              <a:gd name="connsiteX82" fmla="*/ 7729851 w 12192000"/>
              <a:gd name="connsiteY82" fmla="*/ 462457 h 1126566"/>
              <a:gd name="connsiteX83" fmla="*/ 7824660 w 12192000"/>
              <a:gd name="connsiteY83" fmla="*/ 466203 h 1126566"/>
              <a:gd name="connsiteX84" fmla="*/ 8277851 w 12192000"/>
              <a:gd name="connsiteY84" fmla="*/ 502630 h 1126566"/>
              <a:gd name="connsiteX85" fmla="*/ 8382461 w 12192000"/>
              <a:gd name="connsiteY85" fmla="*/ 526824 h 1126566"/>
              <a:gd name="connsiteX86" fmla="*/ 8594502 w 12192000"/>
              <a:gd name="connsiteY86" fmla="*/ 613607 h 1126566"/>
              <a:gd name="connsiteX87" fmla="*/ 8808358 w 12192000"/>
              <a:gd name="connsiteY87" fmla="*/ 654694 h 1126566"/>
              <a:gd name="connsiteX88" fmla="*/ 8880244 w 12192000"/>
              <a:gd name="connsiteY88" fmla="*/ 661466 h 1126566"/>
              <a:gd name="connsiteX89" fmla="*/ 8885004 w 12192000"/>
              <a:gd name="connsiteY89" fmla="*/ 663655 h 1126566"/>
              <a:gd name="connsiteX90" fmla="*/ 8886720 w 12192000"/>
              <a:gd name="connsiteY90" fmla="*/ 662879 h 1126566"/>
              <a:gd name="connsiteX91" fmla="*/ 8912175 w 12192000"/>
              <a:gd name="connsiteY91" fmla="*/ 660908 h 1126566"/>
              <a:gd name="connsiteX92" fmla="*/ 8969814 w 12192000"/>
              <a:gd name="connsiteY92" fmla="*/ 639833 h 1126566"/>
              <a:gd name="connsiteX93" fmla="*/ 8996241 w 12192000"/>
              <a:gd name="connsiteY93" fmla="*/ 655221 h 1126566"/>
              <a:gd name="connsiteX94" fmla="*/ 9092152 w 12192000"/>
              <a:gd name="connsiteY94" fmla="*/ 609097 h 1126566"/>
              <a:gd name="connsiteX95" fmla="*/ 9156546 w 12192000"/>
              <a:gd name="connsiteY95" fmla="*/ 585468 h 1126566"/>
              <a:gd name="connsiteX96" fmla="*/ 9194830 w 12192000"/>
              <a:gd name="connsiteY96" fmla="*/ 571148 h 1126566"/>
              <a:gd name="connsiteX97" fmla="*/ 9314188 w 12192000"/>
              <a:gd name="connsiteY97" fmla="*/ 547301 h 1126566"/>
              <a:gd name="connsiteX98" fmla="*/ 9554706 w 12192000"/>
              <a:gd name="connsiteY98" fmla="*/ 542666 h 1126566"/>
              <a:gd name="connsiteX99" fmla="*/ 9616141 w 12192000"/>
              <a:gd name="connsiteY99" fmla="*/ 530976 h 1126566"/>
              <a:gd name="connsiteX100" fmla="*/ 9620146 w 12192000"/>
              <a:gd name="connsiteY100" fmla="*/ 524035 h 1126566"/>
              <a:gd name="connsiteX101" fmla="*/ 9724197 w 12192000"/>
              <a:gd name="connsiteY101" fmla="*/ 528337 h 1126566"/>
              <a:gd name="connsiteX102" fmla="*/ 9837846 w 12192000"/>
              <a:gd name="connsiteY102" fmla="*/ 492977 h 1126566"/>
              <a:gd name="connsiteX103" fmla="*/ 9917440 w 12192000"/>
              <a:gd name="connsiteY103" fmla="*/ 459605 h 1126566"/>
              <a:gd name="connsiteX104" fmla="*/ 9918439 w 12192000"/>
              <a:gd name="connsiteY104" fmla="*/ 453114 h 1126566"/>
              <a:gd name="connsiteX105" fmla="*/ 9953039 w 12192000"/>
              <a:gd name="connsiteY105" fmla="*/ 452486 h 1126566"/>
              <a:gd name="connsiteX106" fmla="*/ 9988183 w 12192000"/>
              <a:gd name="connsiteY106" fmla="*/ 448079 h 1126566"/>
              <a:gd name="connsiteX107" fmla="*/ 9991965 w 12192000"/>
              <a:gd name="connsiteY107" fmla="*/ 435969 h 1126566"/>
              <a:gd name="connsiteX108" fmla="*/ 9986932 w 12192000"/>
              <a:gd name="connsiteY108" fmla="*/ 431168 h 1126566"/>
              <a:gd name="connsiteX109" fmla="*/ 9996190 w 12192000"/>
              <a:gd name="connsiteY109" fmla="*/ 429066 h 1126566"/>
              <a:gd name="connsiteX110" fmla="*/ 9999786 w 12192000"/>
              <a:gd name="connsiteY110" fmla="*/ 427758 h 1126566"/>
              <a:gd name="connsiteX111" fmla="*/ 10012936 w 12192000"/>
              <a:gd name="connsiteY111" fmla="*/ 428884 h 1126566"/>
              <a:gd name="connsiteX112" fmla="*/ 10038815 w 12192000"/>
              <a:gd name="connsiteY112" fmla="*/ 419316 h 1126566"/>
              <a:gd name="connsiteX113" fmla="*/ 10057432 w 12192000"/>
              <a:gd name="connsiteY113" fmla="*/ 421938 h 1126566"/>
              <a:gd name="connsiteX114" fmla="*/ 10121534 w 12192000"/>
              <a:gd name="connsiteY114" fmla="*/ 437514 h 1126566"/>
              <a:gd name="connsiteX115" fmla="*/ 10199200 w 12192000"/>
              <a:gd name="connsiteY115" fmla="*/ 438197 h 1126566"/>
              <a:gd name="connsiteX116" fmla="*/ 10245648 w 12192000"/>
              <a:gd name="connsiteY116" fmla="*/ 438831 h 1126566"/>
              <a:gd name="connsiteX117" fmla="*/ 10369590 w 12192000"/>
              <a:gd name="connsiteY117" fmla="*/ 423377 h 1126566"/>
              <a:gd name="connsiteX118" fmla="*/ 10575777 w 12192000"/>
              <a:gd name="connsiteY118" fmla="*/ 355859 h 1126566"/>
              <a:gd name="connsiteX119" fmla="*/ 10638984 w 12192000"/>
              <a:gd name="connsiteY119" fmla="*/ 347416 h 1126566"/>
              <a:gd name="connsiteX120" fmla="*/ 10649306 w 12192000"/>
              <a:gd name="connsiteY120" fmla="*/ 352042 h 1126566"/>
              <a:gd name="connsiteX121" fmla="*/ 10732175 w 12192000"/>
              <a:gd name="connsiteY121" fmla="*/ 317549 h 1126566"/>
              <a:gd name="connsiteX122" fmla="*/ 10862886 w 12192000"/>
              <a:gd name="connsiteY122" fmla="*/ 313438 h 1126566"/>
              <a:gd name="connsiteX123" fmla="*/ 10963063 w 12192000"/>
              <a:gd name="connsiteY123" fmla="*/ 317771 h 1126566"/>
              <a:gd name="connsiteX124" fmla="*/ 11018562 w 12192000"/>
              <a:gd name="connsiteY124" fmla="*/ 316991 h 1126566"/>
              <a:gd name="connsiteX125" fmla="*/ 11059692 w 12192000"/>
              <a:gd name="connsiteY125" fmla="*/ 319983 h 1126566"/>
              <a:gd name="connsiteX126" fmla="*/ 11160371 w 12192000"/>
              <a:gd name="connsiteY126" fmla="*/ 308440 h 1126566"/>
              <a:gd name="connsiteX127" fmla="*/ 11178386 w 12192000"/>
              <a:gd name="connsiteY127" fmla="*/ 299490 h 1126566"/>
              <a:gd name="connsiteX128" fmla="*/ 11192494 w 12192000"/>
              <a:gd name="connsiteY128" fmla="*/ 296221 h 1126566"/>
              <a:gd name="connsiteX129" fmla="*/ 11199770 w 12192000"/>
              <a:gd name="connsiteY129" fmla="*/ 299772 h 1126566"/>
              <a:gd name="connsiteX130" fmla="*/ 11217258 w 12192000"/>
              <a:gd name="connsiteY130" fmla="*/ 293681 h 1126566"/>
              <a:gd name="connsiteX131" fmla="*/ 11245798 w 12192000"/>
              <a:gd name="connsiteY131" fmla="*/ 292170 h 1126566"/>
              <a:gd name="connsiteX132" fmla="*/ 11255992 w 12192000"/>
              <a:gd name="connsiteY132" fmla="*/ 291919 h 1126566"/>
              <a:gd name="connsiteX133" fmla="*/ 11264859 w 12192000"/>
              <a:gd name="connsiteY133" fmla="*/ 293937 h 1126566"/>
              <a:gd name="connsiteX134" fmla="*/ 11276151 w 12192000"/>
              <a:gd name="connsiteY134" fmla="*/ 293070 h 1126566"/>
              <a:gd name="connsiteX135" fmla="*/ 11279850 w 12192000"/>
              <a:gd name="connsiteY135" fmla="*/ 291330 h 1126566"/>
              <a:gd name="connsiteX136" fmla="*/ 11290818 w 12192000"/>
              <a:gd name="connsiteY136" fmla="*/ 291060 h 1126566"/>
              <a:gd name="connsiteX137" fmla="*/ 11296248 w 12192000"/>
              <a:gd name="connsiteY137" fmla="*/ 290163 h 1126566"/>
              <a:gd name="connsiteX138" fmla="*/ 11301652 w 12192000"/>
              <a:gd name="connsiteY138" fmla="*/ 290324 h 1126566"/>
              <a:gd name="connsiteX139" fmla="*/ 11339114 w 12192000"/>
              <a:gd name="connsiteY139" fmla="*/ 288153 h 1126566"/>
              <a:gd name="connsiteX140" fmla="*/ 11345146 w 12192000"/>
              <a:gd name="connsiteY140" fmla="*/ 290802 h 1126566"/>
              <a:gd name="connsiteX141" fmla="*/ 11400126 w 12192000"/>
              <a:gd name="connsiteY141" fmla="*/ 292287 h 1126566"/>
              <a:gd name="connsiteX142" fmla="*/ 11400420 w 12192000"/>
              <a:gd name="connsiteY142" fmla="*/ 293758 h 1126566"/>
              <a:gd name="connsiteX143" fmla="*/ 11413889 w 12192000"/>
              <a:gd name="connsiteY143" fmla="*/ 300516 h 1126566"/>
              <a:gd name="connsiteX144" fmla="*/ 11440688 w 12192000"/>
              <a:gd name="connsiteY144" fmla="*/ 310121 h 1126566"/>
              <a:gd name="connsiteX145" fmla="*/ 11496733 w 12192000"/>
              <a:gd name="connsiteY145" fmla="*/ 350225 h 1126566"/>
              <a:gd name="connsiteX146" fmla="*/ 11554005 w 12192000"/>
              <a:gd name="connsiteY146" fmla="*/ 351933 h 1126566"/>
              <a:gd name="connsiteX147" fmla="*/ 11565304 w 12192000"/>
              <a:gd name="connsiteY147" fmla="*/ 353069 h 1126566"/>
              <a:gd name="connsiteX148" fmla="*/ 11565435 w 12192000"/>
              <a:gd name="connsiteY148" fmla="*/ 353419 h 1126566"/>
              <a:gd name="connsiteX149" fmla="*/ 11577168 w 12192000"/>
              <a:gd name="connsiteY149" fmla="*/ 355270 h 1126566"/>
              <a:gd name="connsiteX150" fmla="*/ 11585904 w 12192000"/>
              <a:gd name="connsiteY150" fmla="*/ 355142 h 1126566"/>
              <a:gd name="connsiteX151" fmla="*/ 11607823 w 12192000"/>
              <a:gd name="connsiteY151" fmla="*/ 357347 h 1126566"/>
              <a:gd name="connsiteX152" fmla="*/ 11614746 w 12192000"/>
              <a:gd name="connsiteY152" fmla="*/ 360281 h 1126566"/>
              <a:gd name="connsiteX153" fmla="*/ 11698873 w 12192000"/>
              <a:gd name="connsiteY153" fmla="*/ 397894 h 1126566"/>
              <a:gd name="connsiteX154" fmla="*/ 11779739 w 12192000"/>
              <a:gd name="connsiteY154" fmla="*/ 457323 h 1126566"/>
              <a:gd name="connsiteX155" fmla="*/ 11828107 w 12192000"/>
              <a:gd name="connsiteY155" fmla="*/ 477948 h 1126566"/>
              <a:gd name="connsiteX156" fmla="*/ 11866598 w 12192000"/>
              <a:gd name="connsiteY156" fmla="*/ 486803 h 1126566"/>
              <a:gd name="connsiteX157" fmla="*/ 11916744 w 12192000"/>
              <a:gd name="connsiteY157" fmla="*/ 502917 h 1126566"/>
              <a:gd name="connsiteX158" fmla="*/ 11949248 w 12192000"/>
              <a:gd name="connsiteY158" fmla="*/ 518881 h 1126566"/>
              <a:gd name="connsiteX159" fmla="*/ 11951002 w 12192000"/>
              <a:gd name="connsiteY159" fmla="*/ 518735 h 1126566"/>
              <a:gd name="connsiteX160" fmla="*/ 11957283 w 12192000"/>
              <a:gd name="connsiteY160" fmla="*/ 522828 h 1126566"/>
              <a:gd name="connsiteX161" fmla="*/ 11966535 w 12192000"/>
              <a:gd name="connsiteY161" fmla="*/ 527372 h 1126566"/>
              <a:gd name="connsiteX162" fmla="*/ 12026007 w 12192000"/>
              <a:gd name="connsiteY162" fmla="*/ 534384 h 1126566"/>
              <a:gd name="connsiteX163" fmla="*/ 12035188 w 12192000"/>
              <a:gd name="connsiteY163" fmla="*/ 529609 h 1126566"/>
              <a:gd name="connsiteX164" fmla="*/ 12115225 w 12192000"/>
              <a:gd name="connsiteY164" fmla="*/ 561895 h 1126566"/>
              <a:gd name="connsiteX165" fmla="*/ 12191636 w 12192000"/>
              <a:gd name="connsiteY165" fmla="*/ 558318 h 1126566"/>
              <a:gd name="connsiteX166" fmla="*/ 12192000 w 12192000"/>
              <a:gd name="connsiteY166" fmla="*/ 558295 h 1126566"/>
              <a:gd name="connsiteX167" fmla="*/ 12192000 w 12192000"/>
              <a:gd name="connsiteY167" fmla="*/ 1126566 h 1126566"/>
              <a:gd name="connsiteX168" fmla="*/ 0 w 12192000"/>
              <a:gd name="connsiteY168" fmla="*/ 1126566 h 1126566"/>
              <a:gd name="connsiteX169" fmla="*/ 0 w 12192000"/>
              <a:gd name="connsiteY169" fmla="*/ 401922 h 1126566"/>
              <a:gd name="connsiteX170" fmla="*/ 25242 w 12192000"/>
              <a:gd name="connsiteY170" fmla="*/ 388862 h 1126566"/>
              <a:gd name="connsiteX171" fmla="*/ 96922 w 12192000"/>
              <a:gd name="connsiteY171" fmla="*/ 357381 h 1126566"/>
              <a:gd name="connsiteX172" fmla="*/ 137910 w 12192000"/>
              <a:gd name="connsiteY172" fmla="*/ 314823 h 1126566"/>
              <a:gd name="connsiteX173" fmla="*/ 258712 w 12192000"/>
              <a:gd name="connsiteY173" fmla="*/ 286531 h 1126566"/>
              <a:gd name="connsiteX174" fmla="*/ 316354 w 12192000"/>
              <a:gd name="connsiteY174" fmla="*/ 238529 h 1126566"/>
              <a:gd name="connsiteX175" fmla="*/ 328834 w 12192000"/>
              <a:gd name="connsiteY175" fmla="*/ 240963 h 1126566"/>
              <a:gd name="connsiteX176" fmla="*/ 383414 w 12192000"/>
              <a:gd name="connsiteY176" fmla="*/ 221196 h 1126566"/>
              <a:gd name="connsiteX177" fmla="*/ 537708 w 12192000"/>
              <a:gd name="connsiteY177" fmla="*/ 119020 h 1126566"/>
              <a:gd name="connsiteX178" fmla="*/ 645390 w 12192000"/>
              <a:gd name="connsiteY178" fmla="*/ 81299 h 1126566"/>
              <a:gd name="connsiteX179" fmla="*/ 689561 w 12192000"/>
              <a:gd name="connsiteY179" fmla="*/ 73220 h 1126566"/>
              <a:gd name="connsiteX180" fmla="*/ 763197 w 12192000"/>
              <a:gd name="connsiteY180" fmla="*/ 59356 h 1126566"/>
              <a:gd name="connsiteX181" fmla="*/ 778208 w 12192000"/>
              <a:gd name="connsiteY181" fmla="*/ 63801 h 1126566"/>
              <a:gd name="connsiteX182" fmla="*/ 784725 w 12192000"/>
              <a:gd name="connsiteY182" fmla="*/ 62505 h 1126566"/>
              <a:gd name="connsiteX183" fmla="*/ 785400 w 12192000"/>
              <a:gd name="connsiteY183" fmla="*/ 62796 h 1126566"/>
              <a:gd name="connsiteX184" fmla="*/ 786774 w 12192000"/>
              <a:gd name="connsiteY184" fmla="*/ 62098 h 1126566"/>
              <a:gd name="connsiteX185" fmla="*/ 801216 w 12192000"/>
              <a:gd name="connsiteY185" fmla="*/ 59226 h 1126566"/>
              <a:gd name="connsiteX186" fmla="*/ 832892 w 12192000"/>
              <a:gd name="connsiteY186" fmla="*/ 62069 h 1126566"/>
              <a:gd name="connsiteX187" fmla="*/ 852003 w 12192000"/>
              <a:gd name="connsiteY187" fmla="*/ 61064 h 1126566"/>
              <a:gd name="connsiteX188" fmla="*/ 870719 w 12192000"/>
              <a:gd name="connsiteY188" fmla="*/ 47209 h 1126566"/>
              <a:gd name="connsiteX189" fmla="*/ 883786 w 12192000"/>
              <a:gd name="connsiteY189" fmla="*/ 45814 h 1126566"/>
              <a:gd name="connsiteX190" fmla="*/ 886400 w 12192000"/>
              <a:gd name="connsiteY190" fmla="*/ 43909 h 1126566"/>
              <a:gd name="connsiteX191" fmla="*/ 893881 w 12192000"/>
              <a:gd name="connsiteY191" fmla="*/ 40197 h 1126566"/>
              <a:gd name="connsiteX192" fmla="*/ 886282 w 12192000"/>
              <a:gd name="connsiteY192" fmla="*/ 36610 h 1126566"/>
              <a:gd name="connsiteX193" fmla="*/ 882653 w 12192000"/>
              <a:gd name="connsiteY193" fmla="*/ 24486 h 1126566"/>
              <a:gd name="connsiteX194" fmla="*/ 898087 w 12192000"/>
              <a:gd name="connsiteY194" fmla="*/ 11454 h 1126566"/>
              <a:gd name="connsiteX195" fmla="*/ 914199 w 12192000"/>
              <a:gd name="connsiteY195" fmla="*/ 6975 h 1126566"/>
              <a:gd name="connsiteX196" fmla="*/ 929751 w 12192000"/>
              <a:gd name="connsiteY196" fmla="*/ 5510 h 1126566"/>
              <a:gd name="connsiteX197" fmla="*/ 938844 w 12192000"/>
              <a:gd name="connsiteY197" fmla="*/ 8681 h 1126566"/>
              <a:gd name="connsiteX198" fmla="*/ 944941 w 12192000"/>
              <a:gd name="connsiteY198" fmla="*/ 6855 h 1126566"/>
              <a:gd name="connsiteX199" fmla="*/ 954142 w 12192000"/>
              <a:gd name="connsiteY199" fmla="*/ 8799 h 1126566"/>
              <a:gd name="connsiteX200" fmla="*/ 968213 w 12192000"/>
              <a:gd name="connsiteY200" fmla="*/ 19791 h 1126566"/>
              <a:gd name="connsiteX201" fmla="*/ 1177886 w 12192000"/>
              <a:gd name="connsiteY201" fmla="*/ 30728 h 1126566"/>
              <a:gd name="connsiteX202" fmla="*/ 1305018 w 12192000"/>
              <a:gd name="connsiteY202"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45390 w 12192000"/>
              <a:gd name="connsiteY177" fmla="*/ 81299 h 1126566"/>
              <a:gd name="connsiteX178" fmla="*/ 689561 w 12192000"/>
              <a:gd name="connsiteY178" fmla="*/ 73220 h 1126566"/>
              <a:gd name="connsiteX179" fmla="*/ 763197 w 12192000"/>
              <a:gd name="connsiteY179" fmla="*/ 59356 h 1126566"/>
              <a:gd name="connsiteX180" fmla="*/ 778208 w 12192000"/>
              <a:gd name="connsiteY180" fmla="*/ 63801 h 1126566"/>
              <a:gd name="connsiteX181" fmla="*/ 784725 w 12192000"/>
              <a:gd name="connsiteY181" fmla="*/ 62505 h 1126566"/>
              <a:gd name="connsiteX182" fmla="*/ 785400 w 12192000"/>
              <a:gd name="connsiteY182" fmla="*/ 62796 h 1126566"/>
              <a:gd name="connsiteX183" fmla="*/ 786774 w 12192000"/>
              <a:gd name="connsiteY183" fmla="*/ 62098 h 1126566"/>
              <a:gd name="connsiteX184" fmla="*/ 801216 w 12192000"/>
              <a:gd name="connsiteY184" fmla="*/ 59226 h 1126566"/>
              <a:gd name="connsiteX185" fmla="*/ 832892 w 12192000"/>
              <a:gd name="connsiteY185" fmla="*/ 62069 h 1126566"/>
              <a:gd name="connsiteX186" fmla="*/ 852003 w 12192000"/>
              <a:gd name="connsiteY186" fmla="*/ 61064 h 1126566"/>
              <a:gd name="connsiteX187" fmla="*/ 870719 w 12192000"/>
              <a:gd name="connsiteY187" fmla="*/ 47209 h 1126566"/>
              <a:gd name="connsiteX188" fmla="*/ 883786 w 12192000"/>
              <a:gd name="connsiteY188" fmla="*/ 45814 h 1126566"/>
              <a:gd name="connsiteX189" fmla="*/ 886400 w 12192000"/>
              <a:gd name="connsiteY189" fmla="*/ 43909 h 1126566"/>
              <a:gd name="connsiteX190" fmla="*/ 893881 w 12192000"/>
              <a:gd name="connsiteY190" fmla="*/ 40197 h 1126566"/>
              <a:gd name="connsiteX191" fmla="*/ 886282 w 12192000"/>
              <a:gd name="connsiteY191" fmla="*/ 36610 h 1126566"/>
              <a:gd name="connsiteX192" fmla="*/ 882653 w 12192000"/>
              <a:gd name="connsiteY192" fmla="*/ 24486 h 1126566"/>
              <a:gd name="connsiteX193" fmla="*/ 898087 w 12192000"/>
              <a:gd name="connsiteY193" fmla="*/ 11454 h 1126566"/>
              <a:gd name="connsiteX194" fmla="*/ 914199 w 12192000"/>
              <a:gd name="connsiteY194" fmla="*/ 6975 h 1126566"/>
              <a:gd name="connsiteX195" fmla="*/ 929751 w 12192000"/>
              <a:gd name="connsiteY195" fmla="*/ 5510 h 1126566"/>
              <a:gd name="connsiteX196" fmla="*/ 938844 w 12192000"/>
              <a:gd name="connsiteY196" fmla="*/ 8681 h 1126566"/>
              <a:gd name="connsiteX197" fmla="*/ 944941 w 12192000"/>
              <a:gd name="connsiteY197" fmla="*/ 6855 h 1126566"/>
              <a:gd name="connsiteX198" fmla="*/ 954142 w 12192000"/>
              <a:gd name="connsiteY198" fmla="*/ 8799 h 1126566"/>
              <a:gd name="connsiteX199" fmla="*/ 968213 w 12192000"/>
              <a:gd name="connsiteY199" fmla="*/ 19791 h 1126566"/>
              <a:gd name="connsiteX200" fmla="*/ 1177886 w 12192000"/>
              <a:gd name="connsiteY200" fmla="*/ 30728 h 1126566"/>
              <a:gd name="connsiteX201" fmla="*/ 1305018 w 12192000"/>
              <a:gd name="connsiteY201"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45390 w 12192000"/>
              <a:gd name="connsiteY177" fmla="*/ 81299 h 1126566"/>
              <a:gd name="connsiteX178" fmla="*/ 689561 w 12192000"/>
              <a:gd name="connsiteY178" fmla="*/ 73220 h 1126566"/>
              <a:gd name="connsiteX179" fmla="*/ 763197 w 12192000"/>
              <a:gd name="connsiteY179" fmla="*/ 59356 h 1126566"/>
              <a:gd name="connsiteX180" fmla="*/ 778208 w 12192000"/>
              <a:gd name="connsiteY180" fmla="*/ 63801 h 1126566"/>
              <a:gd name="connsiteX181" fmla="*/ 784725 w 12192000"/>
              <a:gd name="connsiteY181" fmla="*/ 62505 h 1126566"/>
              <a:gd name="connsiteX182" fmla="*/ 785400 w 12192000"/>
              <a:gd name="connsiteY182" fmla="*/ 62796 h 1126566"/>
              <a:gd name="connsiteX183" fmla="*/ 786774 w 12192000"/>
              <a:gd name="connsiteY183" fmla="*/ 62098 h 1126566"/>
              <a:gd name="connsiteX184" fmla="*/ 801216 w 12192000"/>
              <a:gd name="connsiteY184" fmla="*/ 59226 h 1126566"/>
              <a:gd name="connsiteX185" fmla="*/ 832892 w 12192000"/>
              <a:gd name="connsiteY185" fmla="*/ 62069 h 1126566"/>
              <a:gd name="connsiteX186" fmla="*/ 852003 w 12192000"/>
              <a:gd name="connsiteY186" fmla="*/ 61064 h 1126566"/>
              <a:gd name="connsiteX187" fmla="*/ 870719 w 12192000"/>
              <a:gd name="connsiteY187" fmla="*/ 47209 h 1126566"/>
              <a:gd name="connsiteX188" fmla="*/ 883786 w 12192000"/>
              <a:gd name="connsiteY188" fmla="*/ 45814 h 1126566"/>
              <a:gd name="connsiteX189" fmla="*/ 886400 w 12192000"/>
              <a:gd name="connsiteY189" fmla="*/ 43909 h 1126566"/>
              <a:gd name="connsiteX190" fmla="*/ 893881 w 12192000"/>
              <a:gd name="connsiteY190" fmla="*/ 40197 h 1126566"/>
              <a:gd name="connsiteX191" fmla="*/ 886282 w 12192000"/>
              <a:gd name="connsiteY191" fmla="*/ 36610 h 1126566"/>
              <a:gd name="connsiteX192" fmla="*/ 882653 w 12192000"/>
              <a:gd name="connsiteY192" fmla="*/ 24486 h 1126566"/>
              <a:gd name="connsiteX193" fmla="*/ 914199 w 12192000"/>
              <a:gd name="connsiteY193" fmla="*/ 6975 h 1126566"/>
              <a:gd name="connsiteX194" fmla="*/ 929751 w 12192000"/>
              <a:gd name="connsiteY194" fmla="*/ 5510 h 1126566"/>
              <a:gd name="connsiteX195" fmla="*/ 938844 w 12192000"/>
              <a:gd name="connsiteY195" fmla="*/ 8681 h 1126566"/>
              <a:gd name="connsiteX196" fmla="*/ 944941 w 12192000"/>
              <a:gd name="connsiteY196" fmla="*/ 6855 h 1126566"/>
              <a:gd name="connsiteX197" fmla="*/ 954142 w 12192000"/>
              <a:gd name="connsiteY197" fmla="*/ 8799 h 1126566"/>
              <a:gd name="connsiteX198" fmla="*/ 968213 w 12192000"/>
              <a:gd name="connsiteY198" fmla="*/ 19791 h 1126566"/>
              <a:gd name="connsiteX199" fmla="*/ 1177886 w 12192000"/>
              <a:gd name="connsiteY199" fmla="*/ 30728 h 1126566"/>
              <a:gd name="connsiteX200" fmla="*/ 1305018 w 12192000"/>
              <a:gd name="connsiteY200"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45390 w 12192000"/>
              <a:gd name="connsiteY177" fmla="*/ 81299 h 1126566"/>
              <a:gd name="connsiteX178" fmla="*/ 689561 w 12192000"/>
              <a:gd name="connsiteY178" fmla="*/ 73220 h 1126566"/>
              <a:gd name="connsiteX179" fmla="*/ 763197 w 12192000"/>
              <a:gd name="connsiteY179" fmla="*/ 59356 h 1126566"/>
              <a:gd name="connsiteX180" fmla="*/ 778208 w 12192000"/>
              <a:gd name="connsiteY180" fmla="*/ 63801 h 1126566"/>
              <a:gd name="connsiteX181" fmla="*/ 784725 w 12192000"/>
              <a:gd name="connsiteY181" fmla="*/ 62505 h 1126566"/>
              <a:gd name="connsiteX182" fmla="*/ 785400 w 12192000"/>
              <a:gd name="connsiteY182" fmla="*/ 62796 h 1126566"/>
              <a:gd name="connsiteX183" fmla="*/ 786774 w 12192000"/>
              <a:gd name="connsiteY183" fmla="*/ 62098 h 1126566"/>
              <a:gd name="connsiteX184" fmla="*/ 801216 w 12192000"/>
              <a:gd name="connsiteY184" fmla="*/ 59226 h 1126566"/>
              <a:gd name="connsiteX185" fmla="*/ 832892 w 12192000"/>
              <a:gd name="connsiteY185" fmla="*/ 62069 h 1126566"/>
              <a:gd name="connsiteX186" fmla="*/ 852003 w 12192000"/>
              <a:gd name="connsiteY186" fmla="*/ 61064 h 1126566"/>
              <a:gd name="connsiteX187" fmla="*/ 870719 w 12192000"/>
              <a:gd name="connsiteY187" fmla="*/ 47209 h 1126566"/>
              <a:gd name="connsiteX188" fmla="*/ 883786 w 12192000"/>
              <a:gd name="connsiteY188" fmla="*/ 45814 h 1126566"/>
              <a:gd name="connsiteX189" fmla="*/ 886400 w 12192000"/>
              <a:gd name="connsiteY189" fmla="*/ 43909 h 1126566"/>
              <a:gd name="connsiteX190" fmla="*/ 893881 w 12192000"/>
              <a:gd name="connsiteY190" fmla="*/ 40197 h 1126566"/>
              <a:gd name="connsiteX191" fmla="*/ 886282 w 12192000"/>
              <a:gd name="connsiteY191" fmla="*/ 36610 h 1126566"/>
              <a:gd name="connsiteX192" fmla="*/ 882653 w 12192000"/>
              <a:gd name="connsiteY192" fmla="*/ 24486 h 1126566"/>
              <a:gd name="connsiteX193" fmla="*/ 914199 w 12192000"/>
              <a:gd name="connsiteY193" fmla="*/ 6975 h 1126566"/>
              <a:gd name="connsiteX194" fmla="*/ 929751 w 12192000"/>
              <a:gd name="connsiteY194" fmla="*/ 5510 h 1126566"/>
              <a:gd name="connsiteX195" fmla="*/ 938844 w 12192000"/>
              <a:gd name="connsiteY195" fmla="*/ 8681 h 1126566"/>
              <a:gd name="connsiteX196" fmla="*/ 954142 w 12192000"/>
              <a:gd name="connsiteY196" fmla="*/ 8799 h 1126566"/>
              <a:gd name="connsiteX197" fmla="*/ 968213 w 12192000"/>
              <a:gd name="connsiteY197" fmla="*/ 19791 h 1126566"/>
              <a:gd name="connsiteX198" fmla="*/ 1177886 w 12192000"/>
              <a:gd name="connsiteY198" fmla="*/ 30728 h 1126566"/>
              <a:gd name="connsiteX199" fmla="*/ 1305018 w 12192000"/>
              <a:gd name="connsiteY199"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45390 w 12192000"/>
              <a:gd name="connsiteY177" fmla="*/ 81299 h 1126566"/>
              <a:gd name="connsiteX178" fmla="*/ 689561 w 12192000"/>
              <a:gd name="connsiteY178" fmla="*/ 73220 h 1126566"/>
              <a:gd name="connsiteX179" fmla="*/ 763197 w 12192000"/>
              <a:gd name="connsiteY179" fmla="*/ 59356 h 1126566"/>
              <a:gd name="connsiteX180" fmla="*/ 778208 w 12192000"/>
              <a:gd name="connsiteY180" fmla="*/ 63801 h 1126566"/>
              <a:gd name="connsiteX181" fmla="*/ 784725 w 12192000"/>
              <a:gd name="connsiteY181" fmla="*/ 62505 h 1126566"/>
              <a:gd name="connsiteX182" fmla="*/ 785400 w 12192000"/>
              <a:gd name="connsiteY182" fmla="*/ 62796 h 1126566"/>
              <a:gd name="connsiteX183" fmla="*/ 786774 w 12192000"/>
              <a:gd name="connsiteY183" fmla="*/ 62098 h 1126566"/>
              <a:gd name="connsiteX184" fmla="*/ 832892 w 12192000"/>
              <a:gd name="connsiteY184" fmla="*/ 62069 h 1126566"/>
              <a:gd name="connsiteX185" fmla="*/ 852003 w 12192000"/>
              <a:gd name="connsiteY185" fmla="*/ 61064 h 1126566"/>
              <a:gd name="connsiteX186" fmla="*/ 870719 w 12192000"/>
              <a:gd name="connsiteY186" fmla="*/ 47209 h 1126566"/>
              <a:gd name="connsiteX187" fmla="*/ 883786 w 12192000"/>
              <a:gd name="connsiteY187" fmla="*/ 45814 h 1126566"/>
              <a:gd name="connsiteX188" fmla="*/ 886400 w 12192000"/>
              <a:gd name="connsiteY188" fmla="*/ 43909 h 1126566"/>
              <a:gd name="connsiteX189" fmla="*/ 893881 w 12192000"/>
              <a:gd name="connsiteY189" fmla="*/ 40197 h 1126566"/>
              <a:gd name="connsiteX190" fmla="*/ 886282 w 12192000"/>
              <a:gd name="connsiteY190" fmla="*/ 36610 h 1126566"/>
              <a:gd name="connsiteX191" fmla="*/ 882653 w 12192000"/>
              <a:gd name="connsiteY191" fmla="*/ 24486 h 1126566"/>
              <a:gd name="connsiteX192" fmla="*/ 914199 w 12192000"/>
              <a:gd name="connsiteY192" fmla="*/ 6975 h 1126566"/>
              <a:gd name="connsiteX193" fmla="*/ 929751 w 12192000"/>
              <a:gd name="connsiteY193" fmla="*/ 5510 h 1126566"/>
              <a:gd name="connsiteX194" fmla="*/ 938844 w 12192000"/>
              <a:gd name="connsiteY194" fmla="*/ 8681 h 1126566"/>
              <a:gd name="connsiteX195" fmla="*/ 954142 w 12192000"/>
              <a:gd name="connsiteY195" fmla="*/ 8799 h 1126566"/>
              <a:gd name="connsiteX196" fmla="*/ 968213 w 12192000"/>
              <a:gd name="connsiteY196" fmla="*/ 19791 h 1126566"/>
              <a:gd name="connsiteX197" fmla="*/ 1177886 w 12192000"/>
              <a:gd name="connsiteY197" fmla="*/ 30728 h 1126566"/>
              <a:gd name="connsiteX198" fmla="*/ 1305018 w 12192000"/>
              <a:gd name="connsiteY198"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89561 w 12192000"/>
              <a:gd name="connsiteY177" fmla="*/ 73220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32892 w 12192000"/>
              <a:gd name="connsiteY183" fmla="*/ 62069 h 1126566"/>
              <a:gd name="connsiteX184" fmla="*/ 852003 w 12192000"/>
              <a:gd name="connsiteY184" fmla="*/ 61064 h 1126566"/>
              <a:gd name="connsiteX185" fmla="*/ 870719 w 12192000"/>
              <a:gd name="connsiteY185" fmla="*/ 47209 h 1126566"/>
              <a:gd name="connsiteX186" fmla="*/ 883786 w 12192000"/>
              <a:gd name="connsiteY186" fmla="*/ 45814 h 1126566"/>
              <a:gd name="connsiteX187" fmla="*/ 886400 w 12192000"/>
              <a:gd name="connsiteY187" fmla="*/ 43909 h 1126566"/>
              <a:gd name="connsiteX188" fmla="*/ 893881 w 12192000"/>
              <a:gd name="connsiteY188" fmla="*/ 40197 h 1126566"/>
              <a:gd name="connsiteX189" fmla="*/ 886282 w 12192000"/>
              <a:gd name="connsiteY189" fmla="*/ 36610 h 1126566"/>
              <a:gd name="connsiteX190" fmla="*/ 882653 w 12192000"/>
              <a:gd name="connsiteY190" fmla="*/ 24486 h 1126566"/>
              <a:gd name="connsiteX191" fmla="*/ 914199 w 12192000"/>
              <a:gd name="connsiteY191" fmla="*/ 6975 h 1126566"/>
              <a:gd name="connsiteX192" fmla="*/ 929751 w 12192000"/>
              <a:gd name="connsiteY192" fmla="*/ 5510 h 1126566"/>
              <a:gd name="connsiteX193" fmla="*/ 938844 w 12192000"/>
              <a:gd name="connsiteY193" fmla="*/ 8681 h 1126566"/>
              <a:gd name="connsiteX194" fmla="*/ 954142 w 12192000"/>
              <a:gd name="connsiteY194" fmla="*/ 8799 h 1126566"/>
              <a:gd name="connsiteX195" fmla="*/ 968213 w 12192000"/>
              <a:gd name="connsiteY195" fmla="*/ 19791 h 1126566"/>
              <a:gd name="connsiteX196" fmla="*/ 1177886 w 12192000"/>
              <a:gd name="connsiteY196" fmla="*/ 30728 h 1126566"/>
              <a:gd name="connsiteX197" fmla="*/ 1305018 w 12192000"/>
              <a:gd name="connsiteY197"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32892 w 12192000"/>
              <a:gd name="connsiteY183" fmla="*/ 62069 h 1126566"/>
              <a:gd name="connsiteX184" fmla="*/ 852003 w 12192000"/>
              <a:gd name="connsiteY184" fmla="*/ 61064 h 1126566"/>
              <a:gd name="connsiteX185" fmla="*/ 870719 w 12192000"/>
              <a:gd name="connsiteY185" fmla="*/ 47209 h 1126566"/>
              <a:gd name="connsiteX186" fmla="*/ 883786 w 12192000"/>
              <a:gd name="connsiteY186" fmla="*/ 45814 h 1126566"/>
              <a:gd name="connsiteX187" fmla="*/ 886400 w 12192000"/>
              <a:gd name="connsiteY187" fmla="*/ 43909 h 1126566"/>
              <a:gd name="connsiteX188" fmla="*/ 893881 w 12192000"/>
              <a:gd name="connsiteY188" fmla="*/ 40197 h 1126566"/>
              <a:gd name="connsiteX189" fmla="*/ 886282 w 12192000"/>
              <a:gd name="connsiteY189" fmla="*/ 36610 h 1126566"/>
              <a:gd name="connsiteX190" fmla="*/ 882653 w 12192000"/>
              <a:gd name="connsiteY190" fmla="*/ 24486 h 1126566"/>
              <a:gd name="connsiteX191" fmla="*/ 914199 w 12192000"/>
              <a:gd name="connsiteY191" fmla="*/ 6975 h 1126566"/>
              <a:gd name="connsiteX192" fmla="*/ 929751 w 12192000"/>
              <a:gd name="connsiteY192" fmla="*/ 5510 h 1126566"/>
              <a:gd name="connsiteX193" fmla="*/ 938844 w 12192000"/>
              <a:gd name="connsiteY193" fmla="*/ 8681 h 1126566"/>
              <a:gd name="connsiteX194" fmla="*/ 954142 w 12192000"/>
              <a:gd name="connsiteY194" fmla="*/ 8799 h 1126566"/>
              <a:gd name="connsiteX195" fmla="*/ 968213 w 12192000"/>
              <a:gd name="connsiteY195" fmla="*/ 19791 h 1126566"/>
              <a:gd name="connsiteX196" fmla="*/ 1177886 w 12192000"/>
              <a:gd name="connsiteY196" fmla="*/ 30728 h 1126566"/>
              <a:gd name="connsiteX197" fmla="*/ 1305018 w 12192000"/>
              <a:gd name="connsiteY197"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882653 w 12192000"/>
              <a:gd name="connsiteY189" fmla="*/ 24486 h 1126566"/>
              <a:gd name="connsiteX190" fmla="*/ 914199 w 12192000"/>
              <a:gd name="connsiteY190" fmla="*/ 6975 h 1126566"/>
              <a:gd name="connsiteX191" fmla="*/ 929751 w 12192000"/>
              <a:gd name="connsiteY191" fmla="*/ 5510 h 1126566"/>
              <a:gd name="connsiteX192" fmla="*/ 938844 w 12192000"/>
              <a:gd name="connsiteY192" fmla="*/ 8681 h 1126566"/>
              <a:gd name="connsiteX193" fmla="*/ 954142 w 12192000"/>
              <a:gd name="connsiteY193" fmla="*/ 8799 h 1126566"/>
              <a:gd name="connsiteX194" fmla="*/ 968213 w 12192000"/>
              <a:gd name="connsiteY194" fmla="*/ 19791 h 1126566"/>
              <a:gd name="connsiteX195" fmla="*/ 1177886 w 12192000"/>
              <a:gd name="connsiteY195" fmla="*/ 30728 h 1126566"/>
              <a:gd name="connsiteX196" fmla="*/ 1305018 w 12192000"/>
              <a:gd name="connsiteY19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14199 w 12192000"/>
              <a:gd name="connsiteY189" fmla="*/ 6975 h 1126566"/>
              <a:gd name="connsiteX190" fmla="*/ 929751 w 12192000"/>
              <a:gd name="connsiteY190" fmla="*/ 5510 h 1126566"/>
              <a:gd name="connsiteX191" fmla="*/ 938844 w 12192000"/>
              <a:gd name="connsiteY191" fmla="*/ 8681 h 1126566"/>
              <a:gd name="connsiteX192" fmla="*/ 954142 w 12192000"/>
              <a:gd name="connsiteY192" fmla="*/ 8799 h 1126566"/>
              <a:gd name="connsiteX193" fmla="*/ 968213 w 12192000"/>
              <a:gd name="connsiteY193" fmla="*/ 19791 h 1126566"/>
              <a:gd name="connsiteX194" fmla="*/ 1177886 w 12192000"/>
              <a:gd name="connsiteY194" fmla="*/ 30728 h 1126566"/>
              <a:gd name="connsiteX195" fmla="*/ 1305018 w 12192000"/>
              <a:gd name="connsiteY19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14199 w 12192000"/>
              <a:gd name="connsiteY189" fmla="*/ 6975 h 1126566"/>
              <a:gd name="connsiteX190" fmla="*/ 929751 w 12192000"/>
              <a:gd name="connsiteY190" fmla="*/ 5510 h 1126566"/>
              <a:gd name="connsiteX191" fmla="*/ 938844 w 12192000"/>
              <a:gd name="connsiteY191" fmla="*/ 8681 h 1126566"/>
              <a:gd name="connsiteX192" fmla="*/ 954142 w 12192000"/>
              <a:gd name="connsiteY192" fmla="*/ 8799 h 1126566"/>
              <a:gd name="connsiteX193" fmla="*/ 1048223 w 12192000"/>
              <a:gd name="connsiteY193" fmla="*/ 19791 h 1126566"/>
              <a:gd name="connsiteX194" fmla="*/ 1177886 w 12192000"/>
              <a:gd name="connsiteY194" fmla="*/ 30728 h 1126566"/>
              <a:gd name="connsiteX195" fmla="*/ 1305018 w 12192000"/>
              <a:gd name="connsiteY19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14199 w 12192000"/>
              <a:gd name="connsiteY189" fmla="*/ 6975 h 1126566"/>
              <a:gd name="connsiteX190" fmla="*/ 929751 w 12192000"/>
              <a:gd name="connsiteY190" fmla="*/ 5510 h 1126566"/>
              <a:gd name="connsiteX191" fmla="*/ 938844 w 12192000"/>
              <a:gd name="connsiteY191" fmla="*/ 8681 h 1126566"/>
              <a:gd name="connsiteX192" fmla="*/ 988432 w 12192000"/>
              <a:gd name="connsiteY192" fmla="*/ 24039 h 1126566"/>
              <a:gd name="connsiteX193" fmla="*/ 1048223 w 12192000"/>
              <a:gd name="connsiteY193" fmla="*/ 19791 h 1126566"/>
              <a:gd name="connsiteX194" fmla="*/ 1177886 w 12192000"/>
              <a:gd name="connsiteY194" fmla="*/ 30728 h 1126566"/>
              <a:gd name="connsiteX195" fmla="*/ 1305018 w 12192000"/>
              <a:gd name="connsiteY19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14199 w 12192000"/>
              <a:gd name="connsiteY189" fmla="*/ 6975 h 1126566"/>
              <a:gd name="connsiteX190" fmla="*/ 929751 w 12192000"/>
              <a:gd name="connsiteY190" fmla="*/ 5510 h 1126566"/>
              <a:gd name="connsiteX191" fmla="*/ 950274 w 12192000"/>
              <a:gd name="connsiteY191" fmla="*/ 20111 h 1126566"/>
              <a:gd name="connsiteX192" fmla="*/ 988432 w 12192000"/>
              <a:gd name="connsiteY192" fmla="*/ 24039 h 1126566"/>
              <a:gd name="connsiteX193" fmla="*/ 1048223 w 12192000"/>
              <a:gd name="connsiteY193" fmla="*/ 19791 h 1126566"/>
              <a:gd name="connsiteX194" fmla="*/ 1177886 w 12192000"/>
              <a:gd name="connsiteY194" fmla="*/ 30728 h 1126566"/>
              <a:gd name="connsiteX195" fmla="*/ 1305018 w 12192000"/>
              <a:gd name="connsiteY19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14199 w 12192000"/>
              <a:gd name="connsiteY189" fmla="*/ 6975 h 1126566"/>
              <a:gd name="connsiteX190" fmla="*/ 950274 w 12192000"/>
              <a:gd name="connsiteY190" fmla="*/ 20111 h 1126566"/>
              <a:gd name="connsiteX191" fmla="*/ 988432 w 12192000"/>
              <a:gd name="connsiteY191" fmla="*/ 24039 h 1126566"/>
              <a:gd name="connsiteX192" fmla="*/ 1048223 w 12192000"/>
              <a:gd name="connsiteY192" fmla="*/ 19791 h 1126566"/>
              <a:gd name="connsiteX193" fmla="*/ 1177886 w 12192000"/>
              <a:gd name="connsiteY193" fmla="*/ 30728 h 1126566"/>
              <a:gd name="connsiteX194" fmla="*/ 1305018 w 12192000"/>
              <a:gd name="connsiteY194"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37910 w 12192000"/>
              <a:gd name="connsiteY171" fmla="*/ 31482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5983257 w 12192000"/>
              <a:gd name="connsiteY67" fmla="*/ 26043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5969996 w 12192000"/>
              <a:gd name="connsiteY66" fmla="*/ 26627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787667 w 12192000"/>
              <a:gd name="connsiteY61" fmla="*/ 24078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63994 w 12192000"/>
              <a:gd name="connsiteY75" fmla="*/ 38522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686944 w 12192000"/>
              <a:gd name="connsiteY72" fmla="*/ 33423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698873 w 12192000"/>
              <a:gd name="connsiteY152" fmla="*/ 397894 h 1126566"/>
              <a:gd name="connsiteX153" fmla="*/ 11779739 w 12192000"/>
              <a:gd name="connsiteY153" fmla="*/ 457323 h 1126566"/>
              <a:gd name="connsiteX154" fmla="*/ 11828107 w 12192000"/>
              <a:gd name="connsiteY154" fmla="*/ 477948 h 1126566"/>
              <a:gd name="connsiteX155" fmla="*/ 11866598 w 12192000"/>
              <a:gd name="connsiteY155" fmla="*/ 486803 h 1126566"/>
              <a:gd name="connsiteX156" fmla="*/ 11916744 w 12192000"/>
              <a:gd name="connsiteY156" fmla="*/ 502917 h 1126566"/>
              <a:gd name="connsiteX157" fmla="*/ 11949248 w 12192000"/>
              <a:gd name="connsiteY157" fmla="*/ 518881 h 1126566"/>
              <a:gd name="connsiteX158" fmla="*/ 11951002 w 12192000"/>
              <a:gd name="connsiteY158" fmla="*/ 518735 h 1126566"/>
              <a:gd name="connsiteX159" fmla="*/ 11957283 w 12192000"/>
              <a:gd name="connsiteY159" fmla="*/ 522828 h 1126566"/>
              <a:gd name="connsiteX160" fmla="*/ 11966535 w 12192000"/>
              <a:gd name="connsiteY160" fmla="*/ 527372 h 1126566"/>
              <a:gd name="connsiteX161" fmla="*/ 12026007 w 12192000"/>
              <a:gd name="connsiteY161" fmla="*/ 534384 h 1126566"/>
              <a:gd name="connsiteX162" fmla="*/ 12035188 w 12192000"/>
              <a:gd name="connsiteY162" fmla="*/ 529609 h 1126566"/>
              <a:gd name="connsiteX163" fmla="*/ 12115225 w 12192000"/>
              <a:gd name="connsiteY163" fmla="*/ 561895 h 1126566"/>
              <a:gd name="connsiteX164" fmla="*/ 12191636 w 12192000"/>
              <a:gd name="connsiteY164" fmla="*/ 558318 h 1126566"/>
              <a:gd name="connsiteX165" fmla="*/ 12192000 w 12192000"/>
              <a:gd name="connsiteY165" fmla="*/ 558295 h 1126566"/>
              <a:gd name="connsiteX166" fmla="*/ 12192000 w 12192000"/>
              <a:gd name="connsiteY166" fmla="*/ 1126566 h 1126566"/>
              <a:gd name="connsiteX167" fmla="*/ 0 w 12192000"/>
              <a:gd name="connsiteY167" fmla="*/ 1126566 h 1126566"/>
              <a:gd name="connsiteX168" fmla="*/ 0 w 12192000"/>
              <a:gd name="connsiteY168" fmla="*/ 401922 h 1126566"/>
              <a:gd name="connsiteX169" fmla="*/ 25242 w 12192000"/>
              <a:gd name="connsiteY169" fmla="*/ 388862 h 1126566"/>
              <a:gd name="connsiteX170" fmla="*/ 96922 w 12192000"/>
              <a:gd name="connsiteY170" fmla="*/ 357381 h 1126566"/>
              <a:gd name="connsiteX171" fmla="*/ 164580 w 12192000"/>
              <a:gd name="connsiteY171" fmla="*/ 322443 h 1126566"/>
              <a:gd name="connsiteX172" fmla="*/ 258712 w 12192000"/>
              <a:gd name="connsiteY172" fmla="*/ 286531 h 1126566"/>
              <a:gd name="connsiteX173" fmla="*/ 316354 w 12192000"/>
              <a:gd name="connsiteY173" fmla="*/ 238529 h 1126566"/>
              <a:gd name="connsiteX174" fmla="*/ 328834 w 12192000"/>
              <a:gd name="connsiteY174" fmla="*/ 240963 h 1126566"/>
              <a:gd name="connsiteX175" fmla="*/ 383414 w 12192000"/>
              <a:gd name="connsiteY175" fmla="*/ 221196 h 1126566"/>
              <a:gd name="connsiteX176" fmla="*/ 537708 w 12192000"/>
              <a:gd name="connsiteY176" fmla="*/ 119020 h 1126566"/>
              <a:gd name="connsiteX177" fmla="*/ 653257 w 12192000"/>
              <a:gd name="connsiteY177" fmla="*/ 91372 h 1126566"/>
              <a:gd name="connsiteX178" fmla="*/ 763197 w 12192000"/>
              <a:gd name="connsiteY178" fmla="*/ 59356 h 1126566"/>
              <a:gd name="connsiteX179" fmla="*/ 778208 w 12192000"/>
              <a:gd name="connsiteY179" fmla="*/ 63801 h 1126566"/>
              <a:gd name="connsiteX180" fmla="*/ 784725 w 12192000"/>
              <a:gd name="connsiteY180" fmla="*/ 62505 h 1126566"/>
              <a:gd name="connsiteX181" fmla="*/ 785400 w 12192000"/>
              <a:gd name="connsiteY181" fmla="*/ 62796 h 1126566"/>
              <a:gd name="connsiteX182" fmla="*/ 786774 w 12192000"/>
              <a:gd name="connsiteY182" fmla="*/ 62098 h 1126566"/>
              <a:gd name="connsiteX183" fmla="*/ 852003 w 12192000"/>
              <a:gd name="connsiteY183" fmla="*/ 61064 h 1126566"/>
              <a:gd name="connsiteX184" fmla="*/ 870719 w 12192000"/>
              <a:gd name="connsiteY184" fmla="*/ 47209 h 1126566"/>
              <a:gd name="connsiteX185" fmla="*/ 883786 w 12192000"/>
              <a:gd name="connsiteY185" fmla="*/ 45814 h 1126566"/>
              <a:gd name="connsiteX186" fmla="*/ 886400 w 12192000"/>
              <a:gd name="connsiteY186" fmla="*/ 43909 h 1126566"/>
              <a:gd name="connsiteX187" fmla="*/ 893881 w 12192000"/>
              <a:gd name="connsiteY187" fmla="*/ 40197 h 1126566"/>
              <a:gd name="connsiteX188" fmla="*/ 886282 w 12192000"/>
              <a:gd name="connsiteY188" fmla="*/ 36610 h 1126566"/>
              <a:gd name="connsiteX189" fmla="*/ 950274 w 12192000"/>
              <a:gd name="connsiteY189" fmla="*/ 20111 h 1126566"/>
              <a:gd name="connsiteX190" fmla="*/ 988432 w 12192000"/>
              <a:gd name="connsiteY190" fmla="*/ 24039 h 1126566"/>
              <a:gd name="connsiteX191" fmla="*/ 1048223 w 12192000"/>
              <a:gd name="connsiteY191" fmla="*/ 19791 h 1126566"/>
              <a:gd name="connsiteX192" fmla="*/ 1177886 w 12192000"/>
              <a:gd name="connsiteY192" fmla="*/ 30728 h 1126566"/>
              <a:gd name="connsiteX193" fmla="*/ 1305018 w 12192000"/>
              <a:gd name="connsiteY19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779739 w 12192000"/>
              <a:gd name="connsiteY152" fmla="*/ 457323 h 1126566"/>
              <a:gd name="connsiteX153" fmla="*/ 11828107 w 12192000"/>
              <a:gd name="connsiteY153" fmla="*/ 477948 h 1126566"/>
              <a:gd name="connsiteX154" fmla="*/ 11866598 w 12192000"/>
              <a:gd name="connsiteY154" fmla="*/ 486803 h 1126566"/>
              <a:gd name="connsiteX155" fmla="*/ 11916744 w 12192000"/>
              <a:gd name="connsiteY155" fmla="*/ 502917 h 1126566"/>
              <a:gd name="connsiteX156" fmla="*/ 11949248 w 12192000"/>
              <a:gd name="connsiteY156" fmla="*/ 518881 h 1126566"/>
              <a:gd name="connsiteX157" fmla="*/ 11951002 w 12192000"/>
              <a:gd name="connsiteY157" fmla="*/ 518735 h 1126566"/>
              <a:gd name="connsiteX158" fmla="*/ 11957283 w 12192000"/>
              <a:gd name="connsiteY158" fmla="*/ 522828 h 1126566"/>
              <a:gd name="connsiteX159" fmla="*/ 11966535 w 12192000"/>
              <a:gd name="connsiteY159" fmla="*/ 527372 h 1126566"/>
              <a:gd name="connsiteX160" fmla="*/ 12026007 w 12192000"/>
              <a:gd name="connsiteY160" fmla="*/ 534384 h 1126566"/>
              <a:gd name="connsiteX161" fmla="*/ 12035188 w 12192000"/>
              <a:gd name="connsiteY161" fmla="*/ 529609 h 1126566"/>
              <a:gd name="connsiteX162" fmla="*/ 12115225 w 12192000"/>
              <a:gd name="connsiteY162" fmla="*/ 561895 h 1126566"/>
              <a:gd name="connsiteX163" fmla="*/ 12191636 w 12192000"/>
              <a:gd name="connsiteY163" fmla="*/ 558318 h 1126566"/>
              <a:gd name="connsiteX164" fmla="*/ 12192000 w 12192000"/>
              <a:gd name="connsiteY164" fmla="*/ 558295 h 1126566"/>
              <a:gd name="connsiteX165" fmla="*/ 12192000 w 12192000"/>
              <a:gd name="connsiteY165" fmla="*/ 1126566 h 1126566"/>
              <a:gd name="connsiteX166" fmla="*/ 0 w 12192000"/>
              <a:gd name="connsiteY166" fmla="*/ 1126566 h 1126566"/>
              <a:gd name="connsiteX167" fmla="*/ 0 w 12192000"/>
              <a:gd name="connsiteY167" fmla="*/ 401922 h 1126566"/>
              <a:gd name="connsiteX168" fmla="*/ 25242 w 12192000"/>
              <a:gd name="connsiteY168" fmla="*/ 388862 h 1126566"/>
              <a:gd name="connsiteX169" fmla="*/ 96922 w 12192000"/>
              <a:gd name="connsiteY169" fmla="*/ 357381 h 1126566"/>
              <a:gd name="connsiteX170" fmla="*/ 164580 w 12192000"/>
              <a:gd name="connsiteY170" fmla="*/ 322443 h 1126566"/>
              <a:gd name="connsiteX171" fmla="*/ 258712 w 12192000"/>
              <a:gd name="connsiteY171" fmla="*/ 286531 h 1126566"/>
              <a:gd name="connsiteX172" fmla="*/ 316354 w 12192000"/>
              <a:gd name="connsiteY172" fmla="*/ 238529 h 1126566"/>
              <a:gd name="connsiteX173" fmla="*/ 328834 w 12192000"/>
              <a:gd name="connsiteY173" fmla="*/ 240963 h 1126566"/>
              <a:gd name="connsiteX174" fmla="*/ 383414 w 12192000"/>
              <a:gd name="connsiteY174" fmla="*/ 221196 h 1126566"/>
              <a:gd name="connsiteX175" fmla="*/ 537708 w 12192000"/>
              <a:gd name="connsiteY175" fmla="*/ 119020 h 1126566"/>
              <a:gd name="connsiteX176" fmla="*/ 653257 w 12192000"/>
              <a:gd name="connsiteY176" fmla="*/ 91372 h 1126566"/>
              <a:gd name="connsiteX177" fmla="*/ 763197 w 12192000"/>
              <a:gd name="connsiteY177" fmla="*/ 59356 h 1126566"/>
              <a:gd name="connsiteX178" fmla="*/ 778208 w 12192000"/>
              <a:gd name="connsiteY178" fmla="*/ 63801 h 1126566"/>
              <a:gd name="connsiteX179" fmla="*/ 784725 w 12192000"/>
              <a:gd name="connsiteY179" fmla="*/ 62505 h 1126566"/>
              <a:gd name="connsiteX180" fmla="*/ 785400 w 12192000"/>
              <a:gd name="connsiteY180" fmla="*/ 62796 h 1126566"/>
              <a:gd name="connsiteX181" fmla="*/ 786774 w 12192000"/>
              <a:gd name="connsiteY181" fmla="*/ 62098 h 1126566"/>
              <a:gd name="connsiteX182" fmla="*/ 852003 w 12192000"/>
              <a:gd name="connsiteY182" fmla="*/ 61064 h 1126566"/>
              <a:gd name="connsiteX183" fmla="*/ 870719 w 12192000"/>
              <a:gd name="connsiteY183" fmla="*/ 47209 h 1126566"/>
              <a:gd name="connsiteX184" fmla="*/ 883786 w 12192000"/>
              <a:gd name="connsiteY184" fmla="*/ 45814 h 1126566"/>
              <a:gd name="connsiteX185" fmla="*/ 886400 w 12192000"/>
              <a:gd name="connsiteY185" fmla="*/ 43909 h 1126566"/>
              <a:gd name="connsiteX186" fmla="*/ 893881 w 12192000"/>
              <a:gd name="connsiteY186" fmla="*/ 40197 h 1126566"/>
              <a:gd name="connsiteX187" fmla="*/ 886282 w 12192000"/>
              <a:gd name="connsiteY187" fmla="*/ 36610 h 1126566"/>
              <a:gd name="connsiteX188" fmla="*/ 950274 w 12192000"/>
              <a:gd name="connsiteY188" fmla="*/ 20111 h 1126566"/>
              <a:gd name="connsiteX189" fmla="*/ 988432 w 12192000"/>
              <a:gd name="connsiteY189" fmla="*/ 24039 h 1126566"/>
              <a:gd name="connsiteX190" fmla="*/ 1048223 w 12192000"/>
              <a:gd name="connsiteY190" fmla="*/ 19791 h 1126566"/>
              <a:gd name="connsiteX191" fmla="*/ 1177886 w 12192000"/>
              <a:gd name="connsiteY191" fmla="*/ 30728 h 1126566"/>
              <a:gd name="connsiteX192" fmla="*/ 1305018 w 12192000"/>
              <a:gd name="connsiteY192"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828107 w 12192000"/>
              <a:gd name="connsiteY152" fmla="*/ 477948 h 1126566"/>
              <a:gd name="connsiteX153" fmla="*/ 11866598 w 12192000"/>
              <a:gd name="connsiteY153" fmla="*/ 486803 h 1126566"/>
              <a:gd name="connsiteX154" fmla="*/ 11916744 w 12192000"/>
              <a:gd name="connsiteY154" fmla="*/ 502917 h 1126566"/>
              <a:gd name="connsiteX155" fmla="*/ 11949248 w 12192000"/>
              <a:gd name="connsiteY155" fmla="*/ 518881 h 1126566"/>
              <a:gd name="connsiteX156" fmla="*/ 11951002 w 12192000"/>
              <a:gd name="connsiteY156" fmla="*/ 518735 h 1126566"/>
              <a:gd name="connsiteX157" fmla="*/ 11957283 w 12192000"/>
              <a:gd name="connsiteY157" fmla="*/ 522828 h 1126566"/>
              <a:gd name="connsiteX158" fmla="*/ 11966535 w 12192000"/>
              <a:gd name="connsiteY158" fmla="*/ 527372 h 1126566"/>
              <a:gd name="connsiteX159" fmla="*/ 12026007 w 12192000"/>
              <a:gd name="connsiteY159" fmla="*/ 534384 h 1126566"/>
              <a:gd name="connsiteX160" fmla="*/ 12035188 w 12192000"/>
              <a:gd name="connsiteY160" fmla="*/ 529609 h 1126566"/>
              <a:gd name="connsiteX161" fmla="*/ 12115225 w 12192000"/>
              <a:gd name="connsiteY161" fmla="*/ 561895 h 1126566"/>
              <a:gd name="connsiteX162" fmla="*/ 12191636 w 12192000"/>
              <a:gd name="connsiteY162" fmla="*/ 558318 h 1126566"/>
              <a:gd name="connsiteX163" fmla="*/ 12192000 w 12192000"/>
              <a:gd name="connsiteY163" fmla="*/ 558295 h 1126566"/>
              <a:gd name="connsiteX164" fmla="*/ 12192000 w 12192000"/>
              <a:gd name="connsiteY164" fmla="*/ 1126566 h 1126566"/>
              <a:gd name="connsiteX165" fmla="*/ 0 w 12192000"/>
              <a:gd name="connsiteY165" fmla="*/ 1126566 h 1126566"/>
              <a:gd name="connsiteX166" fmla="*/ 0 w 12192000"/>
              <a:gd name="connsiteY166" fmla="*/ 401922 h 1126566"/>
              <a:gd name="connsiteX167" fmla="*/ 25242 w 12192000"/>
              <a:gd name="connsiteY167" fmla="*/ 388862 h 1126566"/>
              <a:gd name="connsiteX168" fmla="*/ 96922 w 12192000"/>
              <a:gd name="connsiteY168" fmla="*/ 357381 h 1126566"/>
              <a:gd name="connsiteX169" fmla="*/ 164580 w 12192000"/>
              <a:gd name="connsiteY169" fmla="*/ 322443 h 1126566"/>
              <a:gd name="connsiteX170" fmla="*/ 258712 w 12192000"/>
              <a:gd name="connsiteY170" fmla="*/ 286531 h 1126566"/>
              <a:gd name="connsiteX171" fmla="*/ 316354 w 12192000"/>
              <a:gd name="connsiteY171" fmla="*/ 238529 h 1126566"/>
              <a:gd name="connsiteX172" fmla="*/ 328834 w 12192000"/>
              <a:gd name="connsiteY172" fmla="*/ 240963 h 1126566"/>
              <a:gd name="connsiteX173" fmla="*/ 383414 w 12192000"/>
              <a:gd name="connsiteY173" fmla="*/ 221196 h 1126566"/>
              <a:gd name="connsiteX174" fmla="*/ 537708 w 12192000"/>
              <a:gd name="connsiteY174" fmla="*/ 119020 h 1126566"/>
              <a:gd name="connsiteX175" fmla="*/ 653257 w 12192000"/>
              <a:gd name="connsiteY175" fmla="*/ 91372 h 1126566"/>
              <a:gd name="connsiteX176" fmla="*/ 763197 w 12192000"/>
              <a:gd name="connsiteY176" fmla="*/ 59356 h 1126566"/>
              <a:gd name="connsiteX177" fmla="*/ 778208 w 12192000"/>
              <a:gd name="connsiteY177" fmla="*/ 63801 h 1126566"/>
              <a:gd name="connsiteX178" fmla="*/ 784725 w 12192000"/>
              <a:gd name="connsiteY178" fmla="*/ 62505 h 1126566"/>
              <a:gd name="connsiteX179" fmla="*/ 785400 w 12192000"/>
              <a:gd name="connsiteY179" fmla="*/ 62796 h 1126566"/>
              <a:gd name="connsiteX180" fmla="*/ 786774 w 12192000"/>
              <a:gd name="connsiteY180" fmla="*/ 62098 h 1126566"/>
              <a:gd name="connsiteX181" fmla="*/ 852003 w 12192000"/>
              <a:gd name="connsiteY181" fmla="*/ 61064 h 1126566"/>
              <a:gd name="connsiteX182" fmla="*/ 870719 w 12192000"/>
              <a:gd name="connsiteY182" fmla="*/ 47209 h 1126566"/>
              <a:gd name="connsiteX183" fmla="*/ 883786 w 12192000"/>
              <a:gd name="connsiteY183" fmla="*/ 45814 h 1126566"/>
              <a:gd name="connsiteX184" fmla="*/ 886400 w 12192000"/>
              <a:gd name="connsiteY184" fmla="*/ 43909 h 1126566"/>
              <a:gd name="connsiteX185" fmla="*/ 893881 w 12192000"/>
              <a:gd name="connsiteY185" fmla="*/ 40197 h 1126566"/>
              <a:gd name="connsiteX186" fmla="*/ 886282 w 12192000"/>
              <a:gd name="connsiteY186" fmla="*/ 36610 h 1126566"/>
              <a:gd name="connsiteX187" fmla="*/ 950274 w 12192000"/>
              <a:gd name="connsiteY187" fmla="*/ 20111 h 1126566"/>
              <a:gd name="connsiteX188" fmla="*/ 988432 w 12192000"/>
              <a:gd name="connsiteY188" fmla="*/ 24039 h 1126566"/>
              <a:gd name="connsiteX189" fmla="*/ 1048223 w 12192000"/>
              <a:gd name="connsiteY189" fmla="*/ 19791 h 1126566"/>
              <a:gd name="connsiteX190" fmla="*/ 1177886 w 12192000"/>
              <a:gd name="connsiteY190" fmla="*/ 30728 h 1126566"/>
              <a:gd name="connsiteX191" fmla="*/ 1305018 w 12192000"/>
              <a:gd name="connsiteY191"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14746 w 12192000"/>
              <a:gd name="connsiteY151" fmla="*/ 360281 h 1126566"/>
              <a:gd name="connsiteX152" fmla="*/ 11786197 w 12192000"/>
              <a:gd name="connsiteY152" fmla="*/ 477948 h 1126566"/>
              <a:gd name="connsiteX153" fmla="*/ 11866598 w 12192000"/>
              <a:gd name="connsiteY153" fmla="*/ 486803 h 1126566"/>
              <a:gd name="connsiteX154" fmla="*/ 11916744 w 12192000"/>
              <a:gd name="connsiteY154" fmla="*/ 502917 h 1126566"/>
              <a:gd name="connsiteX155" fmla="*/ 11949248 w 12192000"/>
              <a:gd name="connsiteY155" fmla="*/ 518881 h 1126566"/>
              <a:gd name="connsiteX156" fmla="*/ 11951002 w 12192000"/>
              <a:gd name="connsiteY156" fmla="*/ 518735 h 1126566"/>
              <a:gd name="connsiteX157" fmla="*/ 11957283 w 12192000"/>
              <a:gd name="connsiteY157" fmla="*/ 522828 h 1126566"/>
              <a:gd name="connsiteX158" fmla="*/ 11966535 w 12192000"/>
              <a:gd name="connsiteY158" fmla="*/ 527372 h 1126566"/>
              <a:gd name="connsiteX159" fmla="*/ 12026007 w 12192000"/>
              <a:gd name="connsiteY159" fmla="*/ 534384 h 1126566"/>
              <a:gd name="connsiteX160" fmla="*/ 12035188 w 12192000"/>
              <a:gd name="connsiteY160" fmla="*/ 529609 h 1126566"/>
              <a:gd name="connsiteX161" fmla="*/ 12115225 w 12192000"/>
              <a:gd name="connsiteY161" fmla="*/ 561895 h 1126566"/>
              <a:gd name="connsiteX162" fmla="*/ 12191636 w 12192000"/>
              <a:gd name="connsiteY162" fmla="*/ 558318 h 1126566"/>
              <a:gd name="connsiteX163" fmla="*/ 12192000 w 12192000"/>
              <a:gd name="connsiteY163" fmla="*/ 558295 h 1126566"/>
              <a:gd name="connsiteX164" fmla="*/ 12192000 w 12192000"/>
              <a:gd name="connsiteY164" fmla="*/ 1126566 h 1126566"/>
              <a:gd name="connsiteX165" fmla="*/ 0 w 12192000"/>
              <a:gd name="connsiteY165" fmla="*/ 1126566 h 1126566"/>
              <a:gd name="connsiteX166" fmla="*/ 0 w 12192000"/>
              <a:gd name="connsiteY166" fmla="*/ 401922 h 1126566"/>
              <a:gd name="connsiteX167" fmla="*/ 25242 w 12192000"/>
              <a:gd name="connsiteY167" fmla="*/ 388862 h 1126566"/>
              <a:gd name="connsiteX168" fmla="*/ 96922 w 12192000"/>
              <a:gd name="connsiteY168" fmla="*/ 357381 h 1126566"/>
              <a:gd name="connsiteX169" fmla="*/ 164580 w 12192000"/>
              <a:gd name="connsiteY169" fmla="*/ 322443 h 1126566"/>
              <a:gd name="connsiteX170" fmla="*/ 258712 w 12192000"/>
              <a:gd name="connsiteY170" fmla="*/ 286531 h 1126566"/>
              <a:gd name="connsiteX171" fmla="*/ 316354 w 12192000"/>
              <a:gd name="connsiteY171" fmla="*/ 238529 h 1126566"/>
              <a:gd name="connsiteX172" fmla="*/ 328834 w 12192000"/>
              <a:gd name="connsiteY172" fmla="*/ 240963 h 1126566"/>
              <a:gd name="connsiteX173" fmla="*/ 383414 w 12192000"/>
              <a:gd name="connsiteY173" fmla="*/ 221196 h 1126566"/>
              <a:gd name="connsiteX174" fmla="*/ 537708 w 12192000"/>
              <a:gd name="connsiteY174" fmla="*/ 119020 h 1126566"/>
              <a:gd name="connsiteX175" fmla="*/ 653257 w 12192000"/>
              <a:gd name="connsiteY175" fmla="*/ 91372 h 1126566"/>
              <a:gd name="connsiteX176" fmla="*/ 763197 w 12192000"/>
              <a:gd name="connsiteY176" fmla="*/ 59356 h 1126566"/>
              <a:gd name="connsiteX177" fmla="*/ 778208 w 12192000"/>
              <a:gd name="connsiteY177" fmla="*/ 63801 h 1126566"/>
              <a:gd name="connsiteX178" fmla="*/ 784725 w 12192000"/>
              <a:gd name="connsiteY178" fmla="*/ 62505 h 1126566"/>
              <a:gd name="connsiteX179" fmla="*/ 785400 w 12192000"/>
              <a:gd name="connsiteY179" fmla="*/ 62796 h 1126566"/>
              <a:gd name="connsiteX180" fmla="*/ 786774 w 12192000"/>
              <a:gd name="connsiteY180" fmla="*/ 62098 h 1126566"/>
              <a:gd name="connsiteX181" fmla="*/ 852003 w 12192000"/>
              <a:gd name="connsiteY181" fmla="*/ 61064 h 1126566"/>
              <a:gd name="connsiteX182" fmla="*/ 870719 w 12192000"/>
              <a:gd name="connsiteY182" fmla="*/ 47209 h 1126566"/>
              <a:gd name="connsiteX183" fmla="*/ 883786 w 12192000"/>
              <a:gd name="connsiteY183" fmla="*/ 45814 h 1126566"/>
              <a:gd name="connsiteX184" fmla="*/ 886400 w 12192000"/>
              <a:gd name="connsiteY184" fmla="*/ 43909 h 1126566"/>
              <a:gd name="connsiteX185" fmla="*/ 893881 w 12192000"/>
              <a:gd name="connsiteY185" fmla="*/ 40197 h 1126566"/>
              <a:gd name="connsiteX186" fmla="*/ 886282 w 12192000"/>
              <a:gd name="connsiteY186" fmla="*/ 36610 h 1126566"/>
              <a:gd name="connsiteX187" fmla="*/ 950274 w 12192000"/>
              <a:gd name="connsiteY187" fmla="*/ 20111 h 1126566"/>
              <a:gd name="connsiteX188" fmla="*/ 988432 w 12192000"/>
              <a:gd name="connsiteY188" fmla="*/ 24039 h 1126566"/>
              <a:gd name="connsiteX189" fmla="*/ 1048223 w 12192000"/>
              <a:gd name="connsiteY189" fmla="*/ 19791 h 1126566"/>
              <a:gd name="connsiteX190" fmla="*/ 1177886 w 12192000"/>
              <a:gd name="connsiteY190" fmla="*/ 30728 h 1126566"/>
              <a:gd name="connsiteX191" fmla="*/ 1305018 w 12192000"/>
              <a:gd name="connsiteY191"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585904 w 12192000"/>
              <a:gd name="connsiteY149" fmla="*/ 355142 h 1126566"/>
              <a:gd name="connsiteX150" fmla="*/ 11607823 w 12192000"/>
              <a:gd name="connsiteY150" fmla="*/ 357347 h 1126566"/>
              <a:gd name="connsiteX151" fmla="*/ 11664276 w 12192000"/>
              <a:gd name="connsiteY151" fmla="*/ 386951 h 1126566"/>
              <a:gd name="connsiteX152" fmla="*/ 11786197 w 12192000"/>
              <a:gd name="connsiteY152" fmla="*/ 477948 h 1126566"/>
              <a:gd name="connsiteX153" fmla="*/ 11866598 w 12192000"/>
              <a:gd name="connsiteY153" fmla="*/ 486803 h 1126566"/>
              <a:gd name="connsiteX154" fmla="*/ 11916744 w 12192000"/>
              <a:gd name="connsiteY154" fmla="*/ 502917 h 1126566"/>
              <a:gd name="connsiteX155" fmla="*/ 11949248 w 12192000"/>
              <a:gd name="connsiteY155" fmla="*/ 518881 h 1126566"/>
              <a:gd name="connsiteX156" fmla="*/ 11951002 w 12192000"/>
              <a:gd name="connsiteY156" fmla="*/ 518735 h 1126566"/>
              <a:gd name="connsiteX157" fmla="*/ 11957283 w 12192000"/>
              <a:gd name="connsiteY157" fmla="*/ 522828 h 1126566"/>
              <a:gd name="connsiteX158" fmla="*/ 11966535 w 12192000"/>
              <a:gd name="connsiteY158" fmla="*/ 527372 h 1126566"/>
              <a:gd name="connsiteX159" fmla="*/ 12026007 w 12192000"/>
              <a:gd name="connsiteY159" fmla="*/ 534384 h 1126566"/>
              <a:gd name="connsiteX160" fmla="*/ 12035188 w 12192000"/>
              <a:gd name="connsiteY160" fmla="*/ 529609 h 1126566"/>
              <a:gd name="connsiteX161" fmla="*/ 12115225 w 12192000"/>
              <a:gd name="connsiteY161" fmla="*/ 561895 h 1126566"/>
              <a:gd name="connsiteX162" fmla="*/ 12191636 w 12192000"/>
              <a:gd name="connsiteY162" fmla="*/ 558318 h 1126566"/>
              <a:gd name="connsiteX163" fmla="*/ 12192000 w 12192000"/>
              <a:gd name="connsiteY163" fmla="*/ 558295 h 1126566"/>
              <a:gd name="connsiteX164" fmla="*/ 12192000 w 12192000"/>
              <a:gd name="connsiteY164" fmla="*/ 1126566 h 1126566"/>
              <a:gd name="connsiteX165" fmla="*/ 0 w 12192000"/>
              <a:gd name="connsiteY165" fmla="*/ 1126566 h 1126566"/>
              <a:gd name="connsiteX166" fmla="*/ 0 w 12192000"/>
              <a:gd name="connsiteY166" fmla="*/ 401922 h 1126566"/>
              <a:gd name="connsiteX167" fmla="*/ 25242 w 12192000"/>
              <a:gd name="connsiteY167" fmla="*/ 388862 h 1126566"/>
              <a:gd name="connsiteX168" fmla="*/ 96922 w 12192000"/>
              <a:gd name="connsiteY168" fmla="*/ 357381 h 1126566"/>
              <a:gd name="connsiteX169" fmla="*/ 164580 w 12192000"/>
              <a:gd name="connsiteY169" fmla="*/ 322443 h 1126566"/>
              <a:gd name="connsiteX170" fmla="*/ 258712 w 12192000"/>
              <a:gd name="connsiteY170" fmla="*/ 286531 h 1126566"/>
              <a:gd name="connsiteX171" fmla="*/ 316354 w 12192000"/>
              <a:gd name="connsiteY171" fmla="*/ 238529 h 1126566"/>
              <a:gd name="connsiteX172" fmla="*/ 328834 w 12192000"/>
              <a:gd name="connsiteY172" fmla="*/ 240963 h 1126566"/>
              <a:gd name="connsiteX173" fmla="*/ 383414 w 12192000"/>
              <a:gd name="connsiteY173" fmla="*/ 221196 h 1126566"/>
              <a:gd name="connsiteX174" fmla="*/ 537708 w 12192000"/>
              <a:gd name="connsiteY174" fmla="*/ 119020 h 1126566"/>
              <a:gd name="connsiteX175" fmla="*/ 653257 w 12192000"/>
              <a:gd name="connsiteY175" fmla="*/ 91372 h 1126566"/>
              <a:gd name="connsiteX176" fmla="*/ 763197 w 12192000"/>
              <a:gd name="connsiteY176" fmla="*/ 59356 h 1126566"/>
              <a:gd name="connsiteX177" fmla="*/ 778208 w 12192000"/>
              <a:gd name="connsiteY177" fmla="*/ 63801 h 1126566"/>
              <a:gd name="connsiteX178" fmla="*/ 784725 w 12192000"/>
              <a:gd name="connsiteY178" fmla="*/ 62505 h 1126566"/>
              <a:gd name="connsiteX179" fmla="*/ 785400 w 12192000"/>
              <a:gd name="connsiteY179" fmla="*/ 62796 h 1126566"/>
              <a:gd name="connsiteX180" fmla="*/ 786774 w 12192000"/>
              <a:gd name="connsiteY180" fmla="*/ 62098 h 1126566"/>
              <a:gd name="connsiteX181" fmla="*/ 852003 w 12192000"/>
              <a:gd name="connsiteY181" fmla="*/ 61064 h 1126566"/>
              <a:gd name="connsiteX182" fmla="*/ 870719 w 12192000"/>
              <a:gd name="connsiteY182" fmla="*/ 47209 h 1126566"/>
              <a:gd name="connsiteX183" fmla="*/ 883786 w 12192000"/>
              <a:gd name="connsiteY183" fmla="*/ 45814 h 1126566"/>
              <a:gd name="connsiteX184" fmla="*/ 886400 w 12192000"/>
              <a:gd name="connsiteY184" fmla="*/ 43909 h 1126566"/>
              <a:gd name="connsiteX185" fmla="*/ 893881 w 12192000"/>
              <a:gd name="connsiteY185" fmla="*/ 40197 h 1126566"/>
              <a:gd name="connsiteX186" fmla="*/ 886282 w 12192000"/>
              <a:gd name="connsiteY186" fmla="*/ 36610 h 1126566"/>
              <a:gd name="connsiteX187" fmla="*/ 950274 w 12192000"/>
              <a:gd name="connsiteY187" fmla="*/ 20111 h 1126566"/>
              <a:gd name="connsiteX188" fmla="*/ 988432 w 12192000"/>
              <a:gd name="connsiteY188" fmla="*/ 24039 h 1126566"/>
              <a:gd name="connsiteX189" fmla="*/ 1048223 w 12192000"/>
              <a:gd name="connsiteY189" fmla="*/ 19791 h 1126566"/>
              <a:gd name="connsiteX190" fmla="*/ 1177886 w 12192000"/>
              <a:gd name="connsiteY190" fmla="*/ 30728 h 1126566"/>
              <a:gd name="connsiteX191" fmla="*/ 1305018 w 12192000"/>
              <a:gd name="connsiteY191"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607823 w 12192000"/>
              <a:gd name="connsiteY149" fmla="*/ 357347 h 1126566"/>
              <a:gd name="connsiteX150" fmla="*/ 11664276 w 12192000"/>
              <a:gd name="connsiteY150" fmla="*/ 386951 h 1126566"/>
              <a:gd name="connsiteX151" fmla="*/ 11786197 w 12192000"/>
              <a:gd name="connsiteY151" fmla="*/ 477948 h 1126566"/>
              <a:gd name="connsiteX152" fmla="*/ 11866598 w 12192000"/>
              <a:gd name="connsiteY152" fmla="*/ 486803 h 1126566"/>
              <a:gd name="connsiteX153" fmla="*/ 11916744 w 12192000"/>
              <a:gd name="connsiteY153" fmla="*/ 502917 h 1126566"/>
              <a:gd name="connsiteX154" fmla="*/ 11949248 w 12192000"/>
              <a:gd name="connsiteY154" fmla="*/ 518881 h 1126566"/>
              <a:gd name="connsiteX155" fmla="*/ 11951002 w 12192000"/>
              <a:gd name="connsiteY155" fmla="*/ 518735 h 1126566"/>
              <a:gd name="connsiteX156" fmla="*/ 11957283 w 12192000"/>
              <a:gd name="connsiteY156" fmla="*/ 522828 h 1126566"/>
              <a:gd name="connsiteX157" fmla="*/ 11966535 w 12192000"/>
              <a:gd name="connsiteY157" fmla="*/ 527372 h 1126566"/>
              <a:gd name="connsiteX158" fmla="*/ 12026007 w 12192000"/>
              <a:gd name="connsiteY158" fmla="*/ 534384 h 1126566"/>
              <a:gd name="connsiteX159" fmla="*/ 12035188 w 12192000"/>
              <a:gd name="connsiteY159" fmla="*/ 529609 h 1126566"/>
              <a:gd name="connsiteX160" fmla="*/ 12115225 w 12192000"/>
              <a:gd name="connsiteY160" fmla="*/ 561895 h 1126566"/>
              <a:gd name="connsiteX161" fmla="*/ 12191636 w 12192000"/>
              <a:gd name="connsiteY161" fmla="*/ 558318 h 1126566"/>
              <a:gd name="connsiteX162" fmla="*/ 12192000 w 12192000"/>
              <a:gd name="connsiteY162" fmla="*/ 558295 h 1126566"/>
              <a:gd name="connsiteX163" fmla="*/ 12192000 w 12192000"/>
              <a:gd name="connsiteY163" fmla="*/ 1126566 h 1126566"/>
              <a:gd name="connsiteX164" fmla="*/ 0 w 12192000"/>
              <a:gd name="connsiteY164" fmla="*/ 1126566 h 1126566"/>
              <a:gd name="connsiteX165" fmla="*/ 0 w 12192000"/>
              <a:gd name="connsiteY165" fmla="*/ 401922 h 1126566"/>
              <a:gd name="connsiteX166" fmla="*/ 25242 w 12192000"/>
              <a:gd name="connsiteY166" fmla="*/ 388862 h 1126566"/>
              <a:gd name="connsiteX167" fmla="*/ 96922 w 12192000"/>
              <a:gd name="connsiteY167" fmla="*/ 357381 h 1126566"/>
              <a:gd name="connsiteX168" fmla="*/ 164580 w 12192000"/>
              <a:gd name="connsiteY168" fmla="*/ 322443 h 1126566"/>
              <a:gd name="connsiteX169" fmla="*/ 258712 w 12192000"/>
              <a:gd name="connsiteY169" fmla="*/ 286531 h 1126566"/>
              <a:gd name="connsiteX170" fmla="*/ 316354 w 12192000"/>
              <a:gd name="connsiteY170" fmla="*/ 238529 h 1126566"/>
              <a:gd name="connsiteX171" fmla="*/ 328834 w 12192000"/>
              <a:gd name="connsiteY171" fmla="*/ 240963 h 1126566"/>
              <a:gd name="connsiteX172" fmla="*/ 383414 w 12192000"/>
              <a:gd name="connsiteY172" fmla="*/ 221196 h 1126566"/>
              <a:gd name="connsiteX173" fmla="*/ 537708 w 12192000"/>
              <a:gd name="connsiteY173" fmla="*/ 119020 h 1126566"/>
              <a:gd name="connsiteX174" fmla="*/ 653257 w 12192000"/>
              <a:gd name="connsiteY174" fmla="*/ 91372 h 1126566"/>
              <a:gd name="connsiteX175" fmla="*/ 763197 w 12192000"/>
              <a:gd name="connsiteY175" fmla="*/ 59356 h 1126566"/>
              <a:gd name="connsiteX176" fmla="*/ 778208 w 12192000"/>
              <a:gd name="connsiteY176" fmla="*/ 63801 h 1126566"/>
              <a:gd name="connsiteX177" fmla="*/ 784725 w 12192000"/>
              <a:gd name="connsiteY177" fmla="*/ 62505 h 1126566"/>
              <a:gd name="connsiteX178" fmla="*/ 785400 w 12192000"/>
              <a:gd name="connsiteY178" fmla="*/ 62796 h 1126566"/>
              <a:gd name="connsiteX179" fmla="*/ 786774 w 12192000"/>
              <a:gd name="connsiteY179" fmla="*/ 62098 h 1126566"/>
              <a:gd name="connsiteX180" fmla="*/ 852003 w 12192000"/>
              <a:gd name="connsiteY180" fmla="*/ 61064 h 1126566"/>
              <a:gd name="connsiteX181" fmla="*/ 870719 w 12192000"/>
              <a:gd name="connsiteY181" fmla="*/ 47209 h 1126566"/>
              <a:gd name="connsiteX182" fmla="*/ 883786 w 12192000"/>
              <a:gd name="connsiteY182" fmla="*/ 45814 h 1126566"/>
              <a:gd name="connsiteX183" fmla="*/ 886400 w 12192000"/>
              <a:gd name="connsiteY183" fmla="*/ 43909 h 1126566"/>
              <a:gd name="connsiteX184" fmla="*/ 893881 w 12192000"/>
              <a:gd name="connsiteY184" fmla="*/ 40197 h 1126566"/>
              <a:gd name="connsiteX185" fmla="*/ 886282 w 12192000"/>
              <a:gd name="connsiteY185" fmla="*/ 36610 h 1126566"/>
              <a:gd name="connsiteX186" fmla="*/ 950274 w 12192000"/>
              <a:gd name="connsiteY186" fmla="*/ 20111 h 1126566"/>
              <a:gd name="connsiteX187" fmla="*/ 988432 w 12192000"/>
              <a:gd name="connsiteY187" fmla="*/ 24039 h 1126566"/>
              <a:gd name="connsiteX188" fmla="*/ 1048223 w 12192000"/>
              <a:gd name="connsiteY188" fmla="*/ 19791 h 1126566"/>
              <a:gd name="connsiteX189" fmla="*/ 1177886 w 12192000"/>
              <a:gd name="connsiteY189" fmla="*/ 30728 h 1126566"/>
              <a:gd name="connsiteX190" fmla="*/ 1305018 w 12192000"/>
              <a:gd name="connsiteY190"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607823 w 12192000"/>
              <a:gd name="connsiteY149" fmla="*/ 357347 h 1126566"/>
              <a:gd name="connsiteX150" fmla="*/ 11664276 w 12192000"/>
              <a:gd name="connsiteY150" fmla="*/ 386951 h 1126566"/>
              <a:gd name="connsiteX151" fmla="*/ 11786197 w 12192000"/>
              <a:gd name="connsiteY151" fmla="*/ 477948 h 1126566"/>
              <a:gd name="connsiteX152" fmla="*/ 11866598 w 12192000"/>
              <a:gd name="connsiteY152" fmla="*/ 486803 h 1126566"/>
              <a:gd name="connsiteX153" fmla="*/ 11916744 w 12192000"/>
              <a:gd name="connsiteY153" fmla="*/ 502917 h 1126566"/>
              <a:gd name="connsiteX154" fmla="*/ 11949248 w 12192000"/>
              <a:gd name="connsiteY154" fmla="*/ 518881 h 1126566"/>
              <a:gd name="connsiteX155" fmla="*/ 11951002 w 12192000"/>
              <a:gd name="connsiteY155" fmla="*/ 518735 h 1126566"/>
              <a:gd name="connsiteX156" fmla="*/ 11957283 w 12192000"/>
              <a:gd name="connsiteY156" fmla="*/ 522828 h 1126566"/>
              <a:gd name="connsiteX157" fmla="*/ 12026007 w 12192000"/>
              <a:gd name="connsiteY157" fmla="*/ 534384 h 1126566"/>
              <a:gd name="connsiteX158" fmla="*/ 12035188 w 12192000"/>
              <a:gd name="connsiteY158" fmla="*/ 529609 h 1126566"/>
              <a:gd name="connsiteX159" fmla="*/ 12115225 w 12192000"/>
              <a:gd name="connsiteY159" fmla="*/ 561895 h 1126566"/>
              <a:gd name="connsiteX160" fmla="*/ 12191636 w 12192000"/>
              <a:gd name="connsiteY160" fmla="*/ 558318 h 1126566"/>
              <a:gd name="connsiteX161" fmla="*/ 12192000 w 12192000"/>
              <a:gd name="connsiteY161" fmla="*/ 558295 h 1126566"/>
              <a:gd name="connsiteX162" fmla="*/ 12192000 w 12192000"/>
              <a:gd name="connsiteY162" fmla="*/ 1126566 h 1126566"/>
              <a:gd name="connsiteX163" fmla="*/ 0 w 12192000"/>
              <a:gd name="connsiteY163" fmla="*/ 1126566 h 1126566"/>
              <a:gd name="connsiteX164" fmla="*/ 0 w 12192000"/>
              <a:gd name="connsiteY164" fmla="*/ 401922 h 1126566"/>
              <a:gd name="connsiteX165" fmla="*/ 25242 w 12192000"/>
              <a:gd name="connsiteY165" fmla="*/ 388862 h 1126566"/>
              <a:gd name="connsiteX166" fmla="*/ 96922 w 12192000"/>
              <a:gd name="connsiteY166" fmla="*/ 357381 h 1126566"/>
              <a:gd name="connsiteX167" fmla="*/ 164580 w 12192000"/>
              <a:gd name="connsiteY167" fmla="*/ 322443 h 1126566"/>
              <a:gd name="connsiteX168" fmla="*/ 258712 w 12192000"/>
              <a:gd name="connsiteY168" fmla="*/ 286531 h 1126566"/>
              <a:gd name="connsiteX169" fmla="*/ 316354 w 12192000"/>
              <a:gd name="connsiteY169" fmla="*/ 238529 h 1126566"/>
              <a:gd name="connsiteX170" fmla="*/ 328834 w 12192000"/>
              <a:gd name="connsiteY170" fmla="*/ 240963 h 1126566"/>
              <a:gd name="connsiteX171" fmla="*/ 383414 w 12192000"/>
              <a:gd name="connsiteY171" fmla="*/ 221196 h 1126566"/>
              <a:gd name="connsiteX172" fmla="*/ 537708 w 12192000"/>
              <a:gd name="connsiteY172" fmla="*/ 119020 h 1126566"/>
              <a:gd name="connsiteX173" fmla="*/ 653257 w 12192000"/>
              <a:gd name="connsiteY173" fmla="*/ 91372 h 1126566"/>
              <a:gd name="connsiteX174" fmla="*/ 763197 w 12192000"/>
              <a:gd name="connsiteY174" fmla="*/ 59356 h 1126566"/>
              <a:gd name="connsiteX175" fmla="*/ 778208 w 12192000"/>
              <a:gd name="connsiteY175" fmla="*/ 63801 h 1126566"/>
              <a:gd name="connsiteX176" fmla="*/ 784725 w 12192000"/>
              <a:gd name="connsiteY176" fmla="*/ 62505 h 1126566"/>
              <a:gd name="connsiteX177" fmla="*/ 785400 w 12192000"/>
              <a:gd name="connsiteY177" fmla="*/ 62796 h 1126566"/>
              <a:gd name="connsiteX178" fmla="*/ 786774 w 12192000"/>
              <a:gd name="connsiteY178" fmla="*/ 62098 h 1126566"/>
              <a:gd name="connsiteX179" fmla="*/ 852003 w 12192000"/>
              <a:gd name="connsiteY179" fmla="*/ 61064 h 1126566"/>
              <a:gd name="connsiteX180" fmla="*/ 870719 w 12192000"/>
              <a:gd name="connsiteY180" fmla="*/ 47209 h 1126566"/>
              <a:gd name="connsiteX181" fmla="*/ 883786 w 12192000"/>
              <a:gd name="connsiteY181" fmla="*/ 45814 h 1126566"/>
              <a:gd name="connsiteX182" fmla="*/ 886400 w 12192000"/>
              <a:gd name="connsiteY182" fmla="*/ 43909 h 1126566"/>
              <a:gd name="connsiteX183" fmla="*/ 893881 w 12192000"/>
              <a:gd name="connsiteY183" fmla="*/ 40197 h 1126566"/>
              <a:gd name="connsiteX184" fmla="*/ 886282 w 12192000"/>
              <a:gd name="connsiteY184" fmla="*/ 36610 h 1126566"/>
              <a:gd name="connsiteX185" fmla="*/ 950274 w 12192000"/>
              <a:gd name="connsiteY185" fmla="*/ 20111 h 1126566"/>
              <a:gd name="connsiteX186" fmla="*/ 988432 w 12192000"/>
              <a:gd name="connsiteY186" fmla="*/ 24039 h 1126566"/>
              <a:gd name="connsiteX187" fmla="*/ 1048223 w 12192000"/>
              <a:gd name="connsiteY187" fmla="*/ 19791 h 1126566"/>
              <a:gd name="connsiteX188" fmla="*/ 1177886 w 12192000"/>
              <a:gd name="connsiteY188" fmla="*/ 30728 h 1126566"/>
              <a:gd name="connsiteX189" fmla="*/ 1305018 w 12192000"/>
              <a:gd name="connsiteY189"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49306 w 12192000"/>
              <a:gd name="connsiteY119" fmla="*/ 35204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607823 w 12192000"/>
              <a:gd name="connsiteY149" fmla="*/ 357347 h 1126566"/>
              <a:gd name="connsiteX150" fmla="*/ 11664276 w 12192000"/>
              <a:gd name="connsiteY150" fmla="*/ 386951 h 1126566"/>
              <a:gd name="connsiteX151" fmla="*/ 11786197 w 12192000"/>
              <a:gd name="connsiteY151" fmla="*/ 477948 h 1126566"/>
              <a:gd name="connsiteX152" fmla="*/ 11866598 w 12192000"/>
              <a:gd name="connsiteY152" fmla="*/ 486803 h 1126566"/>
              <a:gd name="connsiteX153" fmla="*/ 11916744 w 12192000"/>
              <a:gd name="connsiteY153" fmla="*/ 502917 h 1126566"/>
              <a:gd name="connsiteX154" fmla="*/ 11949248 w 12192000"/>
              <a:gd name="connsiteY154" fmla="*/ 518881 h 1126566"/>
              <a:gd name="connsiteX155" fmla="*/ 11951002 w 12192000"/>
              <a:gd name="connsiteY155" fmla="*/ 518735 h 1126566"/>
              <a:gd name="connsiteX156" fmla="*/ 12026007 w 12192000"/>
              <a:gd name="connsiteY156" fmla="*/ 534384 h 1126566"/>
              <a:gd name="connsiteX157" fmla="*/ 12035188 w 12192000"/>
              <a:gd name="connsiteY157" fmla="*/ 529609 h 1126566"/>
              <a:gd name="connsiteX158" fmla="*/ 12115225 w 12192000"/>
              <a:gd name="connsiteY158" fmla="*/ 561895 h 1126566"/>
              <a:gd name="connsiteX159" fmla="*/ 12191636 w 12192000"/>
              <a:gd name="connsiteY159" fmla="*/ 558318 h 1126566"/>
              <a:gd name="connsiteX160" fmla="*/ 12192000 w 12192000"/>
              <a:gd name="connsiteY160" fmla="*/ 558295 h 1126566"/>
              <a:gd name="connsiteX161" fmla="*/ 12192000 w 12192000"/>
              <a:gd name="connsiteY161" fmla="*/ 1126566 h 1126566"/>
              <a:gd name="connsiteX162" fmla="*/ 0 w 12192000"/>
              <a:gd name="connsiteY162" fmla="*/ 1126566 h 1126566"/>
              <a:gd name="connsiteX163" fmla="*/ 0 w 12192000"/>
              <a:gd name="connsiteY163" fmla="*/ 401922 h 1126566"/>
              <a:gd name="connsiteX164" fmla="*/ 25242 w 12192000"/>
              <a:gd name="connsiteY164" fmla="*/ 388862 h 1126566"/>
              <a:gd name="connsiteX165" fmla="*/ 96922 w 12192000"/>
              <a:gd name="connsiteY165" fmla="*/ 357381 h 1126566"/>
              <a:gd name="connsiteX166" fmla="*/ 164580 w 12192000"/>
              <a:gd name="connsiteY166" fmla="*/ 322443 h 1126566"/>
              <a:gd name="connsiteX167" fmla="*/ 258712 w 12192000"/>
              <a:gd name="connsiteY167" fmla="*/ 286531 h 1126566"/>
              <a:gd name="connsiteX168" fmla="*/ 316354 w 12192000"/>
              <a:gd name="connsiteY168" fmla="*/ 238529 h 1126566"/>
              <a:gd name="connsiteX169" fmla="*/ 328834 w 12192000"/>
              <a:gd name="connsiteY169" fmla="*/ 240963 h 1126566"/>
              <a:gd name="connsiteX170" fmla="*/ 383414 w 12192000"/>
              <a:gd name="connsiteY170" fmla="*/ 221196 h 1126566"/>
              <a:gd name="connsiteX171" fmla="*/ 537708 w 12192000"/>
              <a:gd name="connsiteY171" fmla="*/ 119020 h 1126566"/>
              <a:gd name="connsiteX172" fmla="*/ 653257 w 12192000"/>
              <a:gd name="connsiteY172" fmla="*/ 91372 h 1126566"/>
              <a:gd name="connsiteX173" fmla="*/ 763197 w 12192000"/>
              <a:gd name="connsiteY173" fmla="*/ 59356 h 1126566"/>
              <a:gd name="connsiteX174" fmla="*/ 778208 w 12192000"/>
              <a:gd name="connsiteY174" fmla="*/ 63801 h 1126566"/>
              <a:gd name="connsiteX175" fmla="*/ 784725 w 12192000"/>
              <a:gd name="connsiteY175" fmla="*/ 62505 h 1126566"/>
              <a:gd name="connsiteX176" fmla="*/ 785400 w 12192000"/>
              <a:gd name="connsiteY176" fmla="*/ 62796 h 1126566"/>
              <a:gd name="connsiteX177" fmla="*/ 786774 w 12192000"/>
              <a:gd name="connsiteY177" fmla="*/ 62098 h 1126566"/>
              <a:gd name="connsiteX178" fmla="*/ 852003 w 12192000"/>
              <a:gd name="connsiteY178" fmla="*/ 61064 h 1126566"/>
              <a:gd name="connsiteX179" fmla="*/ 870719 w 12192000"/>
              <a:gd name="connsiteY179" fmla="*/ 47209 h 1126566"/>
              <a:gd name="connsiteX180" fmla="*/ 883786 w 12192000"/>
              <a:gd name="connsiteY180" fmla="*/ 45814 h 1126566"/>
              <a:gd name="connsiteX181" fmla="*/ 886400 w 12192000"/>
              <a:gd name="connsiteY181" fmla="*/ 43909 h 1126566"/>
              <a:gd name="connsiteX182" fmla="*/ 893881 w 12192000"/>
              <a:gd name="connsiteY182" fmla="*/ 40197 h 1126566"/>
              <a:gd name="connsiteX183" fmla="*/ 886282 w 12192000"/>
              <a:gd name="connsiteY183" fmla="*/ 36610 h 1126566"/>
              <a:gd name="connsiteX184" fmla="*/ 950274 w 12192000"/>
              <a:gd name="connsiteY184" fmla="*/ 20111 h 1126566"/>
              <a:gd name="connsiteX185" fmla="*/ 988432 w 12192000"/>
              <a:gd name="connsiteY185" fmla="*/ 24039 h 1126566"/>
              <a:gd name="connsiteX186" fmla="*/ 1048223 w 12192000"/>
              <a:gd name="connsiteY186" fmla="*/ 19791 h 1126566"/>
              <a:gd name="connsiteX187" fmla="*/ 1177886 w 12192000"/>
              <a:gd name="connsiteY187" fmla="*/ 30728 h 1126566"/>
              <a:gd name="connsiteX188" fmla="*/ 1305018 w 12192000"/>
              <a:gd name="connsiteY188"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057432 w 12192000"/>
              <a:gd name="connsiteY112" fmla="*/ 421938 h 1126566"/>
              <a:gd name="connsiteX113" fmla="*/ 10121534 w 12192000"/>
              <a:gd name="connsiteY113" fmla="*/ 437514 h 1126566"/>
              <a:gd name="connsiteX114" fmla="*/ 10199200 w 12192000"/>
              <a:gd name="connsiteY114" fmla="*/ 438197 h 1126566"/>
              <a:gd name="connsiteX115" fmla="*/ 10245648 w 12192000"/>
              <a:gd name="connsiteY115" fmla="*/ 438831 h 1126566"/>
              <a:gd name="connsiteX116" fmla="*/ 10369590 w 12192000"/>
              <a:gd name="connsiteY116" fmla="*/ 423377 h 1126566"/>
              <a:gd name="connsiteX117" fmla="*/ 10575777 w 12192000"/>
              <a:gd name="connsiteY117" fmla="*/ 355859 h 1126566"/>
              <a:gd name="connsiteX118" fmla="*/ 10638984 w 12192000"/>
              <a:gd name="connsiteY118" fmla="*/ 347416 h 1126566"/>
              <a:gd name="connsiteX119" fmla="*/ 10668356 w 12192000"/>
              <a:gd name="connsiteY119" fmla="*/ 340612 h 1126566"/>
              <a:gd name="connsiteX120" fmla="*/ 10732175 w 12192000"/>
              <a:gd name="connsiteY120" fmla="*/ 317549 h 1126566"/>
              <a:gd name="connsiteX121" fmla="*/ 10862886 w 12192000"/>
              <a:gd name="connsiteY121" fmla="*/ 313438 h 1126566"/>
              <a:gd name="connsiteX122" fmla="*/ 10963063 w 12192000"/>
              <a:gd name="connsiteY122" fmla="*/ 317771 h 1126566"/>
              <a:gd name="connsiteX123" fmla="*/ 11018562 w 12192000"/>
              <a:gd name="connsiteY123" fmla="*/ 316991 h 1126566"/>
              <a:gd name="connsiteX124" fmla="*/ 11059692 w 12192000"/>
              <a:gd name="connsiteY124" fmla="*/ 319983 h 1126566"/>
              <a:gd name="connsiteX125" fmla="*/ 11160371 w 12192000"/>
              <a:gd name="connsiteY125" fmla="*/ 308440 h 1126566"/>
              <a:gd name="connsiteX126" fmla="*/ 11178386 w 12192000"/>
              <a:gd name="connsiteY126" fmla="*/ 299490 h 1126566"/>
              <a:gd name="connsiteX127" fmla="*/ 11192494 w 12192000"/>
              <a:gd name="connsiteY127" fmla="*/ 296221 h 1126566"/>
              <a:gd name="connsiteX128" fmla="*/ 11199770 w 12192000"/>
              <a:gd name="connsiteY128" fmla="*/ 299772 h 1126566"/>
              <a:gd name="connsiteX129" fmla="*/ 11217258 w 12192000"/>
              <a:gd name="connsiteY129" fmla="*/ 293681 h 1126566"/>
              <a:gd name="connsiteX130" fmla="*/ 11245798 w 12192000"/>
              <a:gd name="connsiteY130" fmla="*/ 292170 h 1126566"/>
              <a:gd name="connsiteX131" fmla="*/ 11255992 w 12192000"/>
              <a:gd name="connsiteY131" fmla="*/ 291919 h 1126566"/>
              <a:gd name="connsiteX132" fmla="*/ 11264859 w 12192000"/>
              <a:gd name="connsiteY132" fmla="*/ 293937 h 1126566"/>
              <a:gd name="connsiteX133" fmla="*/ 11276151 w 12192000"/>
              <a:gd name="connsiteY133" fmla="*/ 293070 h 1126566"/>
              <a:gd name="connsiteX134" fmla="*/ 11279850 w 12192000"/>
              <a:gd name="connsiteY134" fmla="*/ 291330 h 1126566"/>
              <a:gd name="connsiteX135" fmla="*/ 11290818 w 12192000"/>
              <a:gd name="connsiteY135" fmla="*/ 291060 h 1126566"/>
              <a:gd name="connsiteX136" fmla="*/ 11296248 w 12192000"/>
              <a:gd name="connsiteY136" fmla="*/ 290163 h 1126566"/>
              <a:gd name="connsiteX137" fmla="*/ 11301652 w 12192000"/>
              <a:gd name="connsiteY137" fmla="*/ 290324 h 1126566"/>
              <a:gd name="connsiteX138" fmla="*/ 11339114 w 12192000"/>
              <a:gd name="connsiteY138" fmla="*/ 288153 h 1126566"/>
              <a:gd name="connsiteX139" fmla="*/ 11345146 w 12192000"/>
              <a:gd name="connsiteY139" fmla="*/ 290802 h 1126566"/>
              <a:gd name="connsiteX140" fmla="*/ 11400126 w 12192000"/>
              <a:gd name="connsiteY140" fmla="*/ 292287 h 1126566"/>
              <a:gd name="connsiteX141" fmla="*/ 11400420 w 12192000"/>
              <a:gd name="connsiteY141" fmla="*/ 293758 h 1126566"/>
              <a:gd name="connsiteX142" fmla="*/ 11413889 w 12192000"/>
              <a:gd name="connsiteY142" fmla="*/ 300516 h 1126566"/>
              <a:gd name="connsiteX143" fmla="*/ 11440688 w 12192000"/>
              <a:gd name="connsiteY143" fmla="*/ 310121 h 1126566"/>
              <a:gd name="connsiteX144" fmla="*/ 11496733 w 12192000"/>
              <a:gd name="connsiteY144" fmla="*/ 350225 h 1126566"/>
              <a:gd name="connsiteX145" fmla="*/ 11554005 w 12192000"/>
              <a:gd name="connsiteY145" fmla="*/ 351933 h 1126566"/>
              <a:gd name="connsiteX146" fmla="*/ 11565304 w 12192000"/>
              <a:gd name="connsiteY146" fmla="*/ 353069 h 1126566"/>
              <a:gd name="connsiteX147" fmla="*/ 11565435 w 12192000"/>
              <a:gd name="connsiteY147" fmla="*/ 353419 h 1126566"/>
              <a:gd name="connsiteX148" fmla="*/ 11577168 w 12192000"/>
              <a:gd name="connsiteY148" fmla="*/ 355270 h 1126566"/>
              <a:gd name="connsiteX149" fmla="*/ 11607823 w 12192000"/>
              <a:gd name="connsiteY149" fmla="*/ 357347 h 1126566"/>
              <a:gd name="connsiteX150" fmla="*/ 11664276 w 12192000"/>
              <a:gd name="connsiteY150" fmla="*/ 386951 h 1126566"/>
              <a:gd name="connsiteX151" fmla="*/ 11786197 w 12192000"/>
              <a:gd name="connsiteY151" fmla="*/ 477948 h 1126566"/>
              <a:gd name="connsiteX152" fmla="*/ 11866598 w 12192000"/>
              <a:gd name="connsiteY152" fmla="*/ 486803 h 1126566"/>
              <a:gd name="connsiteX153" fmla="*/ 11916744 w 12192000"/>
              <a:gd name="connsiteY153" fmla="*/ 502917 h 1126566"/>
              <a:gd name="connsiteX154" fmla="*/ 11949248 w 12192000"/>
              <a:gd name="connsiteY154" fmla="*/ 518881 h 1126566"/>
              <a:gd name="connsiteX155" fmla="*/ 11951002 w 12192000"/>
              <a:gd name="connsiteY155" fmla="*/ 518735 h 1126566"/>
              <a:gd name="connsiteX156" fmla="*/ 12026007 w 12192000"/>
              <a:gd name="connsiteY156" fmla="*/ 534384 h 1126566"/>
              <a:gd name="connsiteX157" fmla="*/ 12035188 w 12192000"/>
              <a:gd name="connsiteY157" fmla="*/ 529609 h 1126566"/>
              <a:gd name="connsiteX158" fmla="*/ 12115225 w 12192000"/>
              <a:gd name="connsiteY158" fmla="*/ 561895 h 1126566"/>
              <a:gd name="connsiteX159" fmla="*/ 12191636 w 12192000"/>
              <a:gd name="connsiteY159" fmla="*/ 558318 h 1126566"/>
              <a:gd name="connsiteX160" fmla="*/ 12192000 w 12192000"/>
              <a:gd name="connsiteY160" fmla="*/ 558295 h 1126566"/>
              <a:gd name="connsiteX161" fmla="*/ 12192000 w 12192000"/>
              <a:gd name="connsiteY161" fmla="*/ 1126566 h 1126566"/>
              <a:gd name="connsiteX162" fmla="*/ 0 w 12192000"/>
              <a:gd name="connsiteY162" fmla="*/ 1126566 h 1126566"/>
              <a:gd name="connsiteX163" fmla="*/ 0 w 12192000"/>
              <a:gd name="connsiteY163" fmla="*/ 401922 h 1126566"/>
              <a:gd name="connsiteX164" fmla="*/ 25242 w 12192000"/>
              <a:gd name="connsiteY164" fmla="*/ 388862 h 1126566"/>
              <a:gd name="connsiteX165" fmla="*/ 96922 w 12192000"/>
              <a:gd name="connsiteY165" fmla="*/ 357381 h 1126566"/>
              <a:gd name="connsiteX166" fmla="*/ 164580 w 12192000"/>
              <a:gd name="connsiteY166" fmla="*/ 322443 h 1126566"/>
              <a:gd name="connsiteX167" fmla="*/ 258712 w 12192000"/>
              <a:gd name="connsiteY167" fmla="*/ 286531 h 1126566"/>
              <a:gd name="connsiteX168" fmla="*/ 316354 w 12192000"/>
              <a:gd name="connsiteY168" fmla="*/ 238529 h 1126566"/>
              <a:gd name="connsiteX169" fmla="*/ 328834 w 12192000"/>
              <a:gd name="connsiteY169" fmla="*/ 240963 h 1126566"/>
              <a:gd name="connsiteX170" fmla="*/ 383414 w 12192000"/>
              <a:gd name="connsiteY170" fmla="*/ 221196 h 1126566"/>
              <a:gd name="connsiteX171" fmla="*/ 537708 w 12192000"/>
              <a:gd name="connsiteY171" fmla="*/ 119020 h 1126566"/>
              <a:gd name="connsiteX172" fmla="*/ 653257 w 12192000"/>
              <a:gd name="connsiteY172" fmla="*/ 91372 h 1126566"/>
              <a:gd name="connsiteX173" fmla="*/ 763197 w 12192000"/>
              <a:gd name="connsiteY173" fmla="*/ 59356 h 1126566"/>
              <a:gd name="connsiteX174" fmla="*/ 778208 w 12192000"/>
              <a:gd name="connsiteY174" fmla="*/ 63801 h 1126566"/>
              <a:gd name="connsiteX175" fmla="*/ 784725 w 12192000"/>
              <a:gd name="connsiteY175" fmla="*/ 62505 h 1126566"/>
              <a:gd name="connsiteX176" fmla="*/ 785400 w 12192000"/>
              <a:gd name="connsiteY176" fmla="*/ 62796 h 1126566"/>
              <a:gd name="connsiteX177" fmla="*/ 786774 w 12192000"/>
              <a:gd name="connsiteY177" fmla="*/ 62098 h 1126566"/>
              <a:gd name="connsiteX178" fmla="*/ 852003 w 12192000"/>
              <a:gd name="connsiteY178" fmla="*/ 61064 h 1126566"/>
              <a:gd name="connsiteX179" fmla="*/ 870719 w 12192000"/>
              <a:gd name="connsiteY179" fmla="*/ 47209 h 1126566"/>
              <a:gd name="connsiteX180" fmla="*/ 883786 w 12192000"/>
              <a:gd name="connsiteY180" fmla="*/ 45814 h 1126566"/>
              <a:gd name="connsiteX181" fmla="*/ 886400 w 12192000"/>
              <a:gd name="connsiteY181" fmla="*/ 43909 h 1126566"/>
              <a:gd name="connsiteX182" fmla="*/ 893881 w 12192000"/>
              <a:gd name="connsiteY182" fmla="*/ 40197 h 1126566"/>
              <a:gd name="connsiteX183" fmla="*/ 886282 w 12192000"/>
              <a:gd name="connsiteY183" fmla="*/ 36610 h 1126566"/>
              <a:gd name="connsiteX184" fmla="*/ 950274 w 12192000"/>
              <a:gd name="connsiteY184" fmla="*/ 20111 h 1126566"/>
              <a:gd name="connsiteX185" fmla="*/ 988432 w 12192000"/>
              <a:gd name="connsiteY185" fmla="*/ 24039 h 1126566"/>
              <a:gd name="connsiteX186" fmla="*/ 1048223 w 12192000"/>
              <a:gd name="connsiteY186" fmla="*/ 19791 h 1126566"/>
              <a:gd name="connsiteX187" fmla="*/ 1177886 w 12192000"/>
              <a:gd name="connsiteY187" fmla="*/ 30728 h 1126566"/>
              <a:gd name="connsiteX188" fmla="*/ 1305018 w 12192000"/>
              <a:gd name="connsiteY188"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038815 w 12192000"/>
              <a:gd name="connsiteY111" fmla="*/ 419316 h 1126566"/>
              <a:gd name="connsiteX112" fmla="*/ 10121534 w 12192000"/>
              <a:gd name="connsiteY112" fmla="*/ 437514 h 1126566"/>
              <a:gd name="connsiteX113" fmla="*/ 10199200 w 12192000"/>
              <a:gd name="connsiteY113" fmla="*/ 438197 h 1126566"/>
              <a:gd name="connsiteX114" fmla="*/ 10245648 w 12192000"/>
              <a:gd name="connsiteY114" fmla="*/ 438831 h 1126566"/>
              <a:gd name="connsiteX115" fmla="*/ 10369590 w 12192000"/>
              <a:gd name="connsiteY115" fmla="*/ 423377 h 1126566"/>
              <a:gd name="connsiteX116" fmla="*/ 10575777 w 12192000"/>
              <a:gd name="connsiteY116" fmla="*/ 355859 h 1126566"/>
              <a:gd name="connsiteX117" fmla="*/ 10638984 w 12192000"/>
              <a:gd name="connsiteY117" fmla="*/ 347416 h 1126566"/>
              <a:gd name="connsiteX118" fmla="*/ 10668356 w 12192000"/>
              <a:gd name="connsiteY118" fmla="*/ 340612 h 1126566"/>
              <a:gd name="connsiteX119" fmla="*/ 10732175 w 12192000"/>
              <a:gd name="connsiteY119" fmla="*/ 317549 h 1126566"/>
              <a:gd name="connsiteX120" fmla="*/ 10862886 w 12192000"/>
              <a:gd name="connsiteY120" fmla="*/ 313438 h 1126566"/>
              <a:gd name="connsiteX121" fmla="*/ 10963063 w 12192000"/>
              <a:gd name="connsiteY121" fmla="*/ 317771 h 1126566"/>
              <a:gd name="connsiteX122" fmla="*/ 11018562 w 12192000"/>
              <a:gd name="connsiteY122" fmla="*/ 316991 h 1126566"/>
              <a:gd name="connsiteX123" fmla="*/ 11059692 w 12192000"/>
              <a:gd name="connsiteY123" fmla="*/ 319983 h 1126566"/>
              <a:gd name="connsiteX124" fmla="*/ 11160371 w 12192000"/>
              <a:gd name="connsiteY124" fmla="*/ 308440 h 1126566"/>
              <a:gd name="connsiteX125" fmla="*/ 11178386 w 12192000"/>
              <a:gd name="connsiteY125" fmla="*/ 299490 h 1126566"/>
              <a:gd name="connsiteX126" fmla="*/ 11192494 w 12192000"/>
              <a:gd name="connsiteY126" fmla="*/ 296221 h 1126566"/>
              <a:gd name="connsiteX127" fmla="*/ 11199770 w 12192000"/>
              <a:gd name="connsiteY127" fmla="*/ 299772 h 1126566"/>
              <a:gd name="connsiteX128" fmla="*/ 11217258 w 12192000"/>
              <a:gd name="connsiteY128" fmla="*/ 293681 h 1126566"/>
              <a:gd name="connsiteX129" fmla="*/ 11245798 w 12192000"/>
              <a:gd name="connsiteY129" fmla="*/ 292170 h 1126566"/>
              <a:gd name="connsiteX130" fmla="*/ 11255992 w 12192000"/>
              <a:gd name="connsiteY130" fmla="*/ 291919 h 1126566"/>
              <a:gd name="connsiteX131" fmla="*/ 11264859 w 12192000"/>
              <a:gd name="connsiteY131" fmla="*/ 293937 h 1126566"/>
              <a:gd name="connsiteX132" fmla="*/ 11276151 w 12192000"/>
              <a:gd name="connsiteY132" fmla="*/ 293070 h 1126566"/>
              <a:gd name="connsiteX133" fmla="*/ 11279850 w 12192000"/>
              <a:gd name="connsiteY133" fmla="*/ 291330 h 1126566"/>
              <a:gd name="connsiteX134" fmla="*/ 11290818 w 12192000"/>
              <a:gd name="connsiteY134" fmla="*/ 291060 h 1126566"/>
              <a:gd name="connsiteX135" fmla="*/ 11296248 w 12192000"/>
              <a:gd name="connsiteY135" fmla="*/ 290163 h 1126566"/>
              <a:gd name="connsiteX136" fmla="*/ 11301652 w 12192000"/>
              <a:gd name="connsiteY136" fmla="*/ 290324 h 1126566"/>
              <a:gd name="connsiteX137" fmla="*/ 11339114 w 12192000"/>
              <a:gd name="connsiteY137" fmla="*/ 288153 h 1126566"/>
              <a:gd name="connsiteX138" fmla="*/ 11345146 w 12192000"/>
              <a:gd name="connsiteY138" fmla="*/ 290802 h 1126566"/>
              <a:gd name="connsiteX139" fmla="*/ 11400126 w 12192000"/>
              <a:gd name="connsiteY139" fmla="*/ 292287 h 1126566"/>
              <a:gd name="connsiteX140" fmla="*/ 11400420 w 12192000"/>
              <a:gd name="connsiteY140" fmla="*/ 293758 h 1126566"/>
              <a:gd name="connsiteX141" fmla="*/ 11413889 w 12192000"/>
              <a:gd name="connsiteY141" fmla="*/ 300516 h 1126566"/>
              <a:gd name="connsiteX142" fmla="*/ 11440688 w 12192000"/>
              <a:gd name="connsiteY142" fmla="*/ 310121 h 1126566"/>
              <a:gd name="connsiteX143" fmla="*/ 11496733 w 12192000"/>
              <a:gd name="connsiteY143" fmla="*/ 350225 h 1126566"/>
              <a:gd name="connsiteX144" fmla="*/ 11554005 w 12192000"/>
              <a:gd name="connsiteY144" fmla="*/ 351933 h 1126566"/>
              <a:gd name="connsiteX145" fmla="*/ 11565304 w 12192000"/>
              <a:gd name="connsiteY145" fmla="*/ 353069 h 1126566"/>
              <a:gd name="connsiteX146" fmla="*/ 11565435 w 12192000"/>
              <a:gd name="connsiteY146" fmla="*/ 353419 h 1126566"/>
              <a:gd name="connsiteX147" fmla="*/ 11577168 w 12192000"/>
              <a:gd name="connsiteY147" fmla="*/ 355270 h 1126566"/>
              <a:gd name="connsiteX148" fmla="*/ 11607823 w 12192000"/>
              <a:gd name="connsiteY148" fmla="*/ 357347 h 1126566"/>
              <a:gd name="connsiteX149" fmla="*/ 11664276 w 12192000"/>
              <a:gd name="connsiteY149" fmla="*/ 386951 h 1126566"/>
              <a:gd name="connsiteX150" fmla="*/ 11786197 w 12192000"/>
              <a:gd name="connsiteY150" fmla="*/ 477948 h 1126566"/>
              <a:gd name="connsiteX151" fmla="*/ 11866598 w 12192000"/>
              <a:gd name="connsiteY151" fmla="*/ 486803 h 1126566"/>
              <a:gd name="connsiteX152" fmla="*/ 11916744 w 12192000"/>
              <a:gd name="connsiteY152" fmla="*/ 502917 h 1126566"/>
              <a:gd name="connsiteX153" fmla="*/ 11949248 w 12192000"/>
              <a:gd name="connsiteY153" fmla="*/ 518881 h 1126566"/>
              <a:gd name="connsiteX154" fmla="*/ 11951002 w 12192000"/>
              <a:gd name="connsiteY154" fmla="*/ 518735 h 1126566"/>
              <a:gd name="connsiteX155" fmla="*/ 12026007 w 12192000"/>
              <a:gd name="connsiteY155" fmla="*/ 534384 h 1126566"/>
              <a:gd name="connsiteX156" fmla="*/ 12035188 w 12192000"/>
              <a:gd name="connsiteY156" fmla="*/ 529609 h 1126566"/>
              <a:gd name="connsiteX157" fmla="*/ 12115225 w 12192000"/>
              <a:gd name="connsiteY157" fmla="*/ 561895 h 1126566"/>
              <a:gd name="connsiteX158" fmla="*/ 12191636 w 12192000"/>
              <a:gd name="connsiteY158" fmla="*/ 558318 h 1126566"/>
              <a:gd name="connsiteX159" fmla="*/ 12192000 w 12192000"/>
              <a:gd name="connsiteY159" fmla="*/ 558295 h 1126566"/>
              <a:gd name="connsiteX160" fmla="*/ 12192000 w 12192000"/>
              <a:gd name="connsiteY160" fmla="*/ 1126566 h 1126566"/>
              <a:gd name="connsiteX161" fmla="*/ 0 w 12192000"/>
              <a:gd name="connsiteY161" fmla="*/ 1126566 h 1126566"/>
              <a:gd name="connsiteX162" fmla="*/ 0 w 12192000"/>
              <a:gd name="connsiteY162" fmla="*/ 401922 h 1126566"/>
              <a:gd name="connsiteX163" fmla="*/ 25242 w 12192000"/>
              <a:gd name="connsiteY163" fmla="*/ 388862 h 1126566"/>
              <a:gd name="connsiteX164" fmla="*/ 96922 w 12192000"/>
              <a:gd name="connsiteY164" fmla="*/ 357381 h 1126566"/>
              <a:gd name="connsiteX165" fmla="*/ 164580 w 12192000"/>
              <a:gd name="connsiteY165" fmla="*/ 322443 h 1126566"/>
              <a:gd name="connsiteX166" fmla="*/ 258712 w 12192000"/>
              <a:gd name="connsiteY166" fmla="*/ 286531 h 1126566"/>
              <a:gd name="connsiteX167" fmla="*/ 316354 w 12192000"/>
              <a:gd name="connsiteY167" fmla="*/ 238529 h 1126566"/>
              <a:gd name="connsiteX168" fmla="*/ 328834 w 12192000"/>
              <a:gd name="connsiteY168" fmla="*/ 240963 h 1126566"/>
              <a:gd name="connsiteX169" fmla="*/ 383414 w 12192000"/>
              <a:gd name="connsiteY169" fmla="*/ 221196 h 1126566"/>
              <a:gd name="connsiteX170" fmla="*/ 537708 w 12192000"/>
              <a:gd name="connsiteY170" fmla="*/ 119020 h 1126566"/>
              <a:gd name="connsiteX171" fmla="*/ 653257 w 12192000"/>
              <a:gd name="connsiteY171" fmla="*/ 91372 h 1126566"/>
              <a:gd name="connsiteX172" fmla="*/ 763197 w 12192000"/>
              <a:gd name="connsiteY172" fmla="*/ 59356 h 1126566"/>
              <a:gd name="connsiteX173" fmla="*/ 778208 w 12192000"/>
              <a:gd name="connsiteY173" fmla="*/ 63801 h 1126566"/>
              <a:gd name="connsiteX174" fmla="*/ 784725 w 12192000"/>
              <a:gd name="connsiteY174" fmla="*/ 62505 h 1126566"/>
              <a:gd name="connsiteX175" fmla="*/ 785400 w 12192000"/>
              <a:gd name="connsiteY175" fmla="*/ 62796 h 1126566"/>
              <a:gd name="connsiteX176" fmla="*/ 786774 w 12192000"/>
              <a:gd name="connsiteY176" fmla="*/ 62098 h 1126566"/>
              <a:gd name="connsiteX177" fmla="*/ 852003 w 12192000"/>
              <a:gd name="connsiteY177" fmla="*/ 61064 h 1126566"/>
              <a:gd name="connsiteX178" fmla="*/ 870719 w 12192000"/>
              <a:gd name="connsiteY178" fmla="*/ 47209 h 1126566"/>
              <a:gd name="connsiteX179" fmla="*/ 883786 w 12192000"/>
              <a:gd name="connsiteY179" fmla="*/ 45814 h 1126566"/>
              <a:gd name="connsiteX180" fmla="*/ 886400 w 12192000"/>
              <a:gd name="connsiteY180" fmla="*/ 43909 h 1126566"/>
              <a:gd name="connsiteX181" fmla="*/ 893881 w 12192000"/>
              <a:gd name="connsiteY181" fmla="*/ 40197 h 1126566"/>
              <a:gd name="connsiteX182" fmla="*/ 886282 w 12192000"/>
              <a:gd name="connsiteY182" fmla="*/ 36610 h 1126566"/>
              <a:gd name="connsiteX183" fmla="*/ 950274 w 12192000"/>
              <a:gd name="connsiteY183" fmla="*/ 20111 h 1126566"/>
              <a:gd name="connsiteX184" fmla="*/ 988432 w 12192000"/>
              <a:gd name="connsiteY184" fmla="*/ 24039 h 1126566"/>
              <a:gd name="connsiteX185" fmla="*/ 1048223 w 12192000"/>
              <a:gd name="connsiteY185" fmla="*/ 19791 h 1126566"/>
              <a:gd name="connsiteX186" fmla="*/ 1177886 w 12192000"/>
              <a:gd name="connsiteY186" fmla="*/ 30728 h 1126566"/>
              <a:gd name="connsiteX187" fmla="*/ 1305018 w 12192000"/>
              <a:gd name="connsiteY187"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21534 w 12192000"/>
              <a:gd name="connsiteY111" fmla="*/ 43751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02484 w 12192000"/>
              <a:gd name="connsiteY111" fmla="*/ 44132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5470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02484 w 12192000"/>
              <a:gd name="connsiteY111" fmla="*/ 44132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05176 w 12192000"/>
              <a:gd name="connsiteY97" fmla="*/ 542666 h 1126566"/>
              <a:gd name="connsiteX98" fmla="*/ 9616141 w 12192000"/>
              <a:gd name="connsiteY98" fmla="*/ 530976 h 1126566"/>
              <a:gd name="connsiteX99" fmla="*/ 962014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02484 w 12192000"/>
              <a:gd name="connsiteY111" fmla="*/ 44132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05176 w 12192000"/>
              <a:gd name="connsiteY97" fmla="*/ 542666 h 1126566"/>
              <a:gd name="connsiteX98" fmla="*/ 9616141 w 12192000"/>
              <a:gd name="connsiteY98" fmla="*/ 530976 h 1126566"/>
              <a:gd name="connsiteX99" fmla="*/ 966205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02484 w 12192000"/>
              <a:gd name="connsiteY111" fmla="*/ 44132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808358 w 12192000"/>
              <a:gd name="connsiteY86" fmla="*/ 65469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05176 w 12192000"/>
              <a:gd name="connsiteY97" fmla="*/ 542666 h 1126566"/>
              <a:gd name="connsiteX98" fmla="*/ 9581851 w 12192000"/>
              <a:gd name="connsiteY98" fmla="*/ 530976 h 1126566"/>
              <a:gd name="connsiteX99" fmla="*/ 966205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02484 w 12192000"/>
              <a:gd name="connsiteY111" fmla="*/ 44132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12175 w 12192000"/>
              <a:gd name="connsiteY90" fmla="*/ 660908 h 1126566"/>
              <a:gd name="connsiteX91" fmla="*/ 8969814 w 12192000"/>
              <a:gd name="connsiteY91" fmla="*/ 639833 h 1126566"/>
              <a:gd name="connsiteX92" fmla="*/ 8996241 w 12192000"/>
              <a:gd name="connsiteY92" fmla="*/ 655221 h 1126566"/>
              <a:gd name="connsiteX93" fmla="*/ 9092152 w 12192000"/>
              <a:gd name="connsiteY93" fmla="*/ 609097 h 1126566"/>
              <a:gd name="connsiteX94" fmla="*/ 9156546 w 12192000"/>
              <a:gd name="connsiteY94" fmla="*/ 585468 h 1126566"/>
              <a:gd name="connsiteX95" fmla="*/ 9194830 w 12192000"/>
              <a:gd name="connsiteY95" fmla="*/ 571148 h 1126566"/>
              <a:gd name="connsiteX96" fmla="*/ 9314188 w 12192000"/>
              <a:gd name="connsiteY96" fmla="*/ 547301 h 1126566"/>
              <a:gd name="connsiteX97" fmla="*/ 9505176 w 12192000"/>
              <a:gd name="connsiteY97" fmla="*/ 542666 h 1126566"/>
              <a:gd name="connsiteX98" fmla="*/ 9581851 w 12192000"/>
              <a:gd name="connsiteY98" fmla="*/ 530976 h 1126566"/>
              <a:gd name="connsiteX99" fmla="*/ 9662056 w 12192000"/>
              <a:gd name="connsiteY99" fmla="*/ 524035 h 1126566"/>
              <a:gd name="connsiteX100" fmla="*/ 9724197 w 12192000"/>
              <a:gd name="connsiteY100" fmla="*/ 528337 h 1126566"/>
              <a:gd name="connsiteX101" fmla="*/ 9837846 w 12192000"/>
              <a:gd name="connsiteY101" fmla="*/ 492977 h 1126566"/>
              <a:gd name="connsiteX102" fmla="*/ 9917440 w 12192000"/>
              <a:gd name="connsiteY102" fmla="*/ 459605 h 1126566"/>
              <a:gd name="connsiteX103" fmla="*/ 9918439 w 12192000"/>
              <a:gd name="connsiteY103" fmla="*/ 453114 h 1126566"/>
              <a:gd name="connsiteX104" fmla="*/ 9953039 w 12192000"/>
              <a:gd name="connsiteY104" fmla="*/ 452486 h 1126566"/>
              <a:gd name="connsiteX105" fmla="*/ 9988183 w 12192000"/>
              <a:gd name="connsiteY105" fmla="*/ 448079 h 1126566"/>
              <a:gd name="connsiteX106" fmla="*/ 9991965 w 12192000"/>
              <a:gd name="connsiteY106" fmla="*/ 435969 h 1126566"/>
              <a:gd name="connsiteX107" fmla="*/ 9986932 w 12192000"/>
              <a:gd name="connsiteY107" fmla="*/ 431168 h 1126566"/>
              <a:gd name="connsiteX108" fmla="*/ 9996190 w 12192000"/>
              <a:gd name="connsiteY108" fmla="*/ 429066 h 1126566"/>
              <a:gd name="connsiteX109" fmla="*/ 9999786 w 12192000"/>
              <a:gd name="connsiteY109" fmla="*/ 427758 h 1126566"/>
              <a:gd name="connsiteX110" fmla="*/ 10012936 w 12192000"/>
              <a:gd name="connsiteY110" fmla="*/ 428884 h 1126566"/>
              <a:gd name="connsiteX111" fmla="*/ 10102484 w 12192000"/>
              <a:gd name="connsiteY111" fmla="*/ 441324 h 1126566"/>
              <a:gd name="connsiteX112" fmla="*/ 10199200 w 12192000"/>
              <a:gd name="connsiteY112" fmla="*/ 438197 h 1126566"/>
              <a:gd name="connsiteX113" fmla="*/ 10245648 w 12192000"/>
              <a:gd name="connsiteY113" fmla="*/ 438831 h 1126566"/>
              <a:gd name="connsiteX114" fmla="*/ 10369590 w 12192000"/>
              <a:gd name="connsiteY114" fmla="*/ 423377 h 1126566"/>
              <a:gd name="connsiteX115" fmla="*/ 10575777 w 12192000"/>
              <a:gd name="connsiteY115" fmla="*/ 355859 h 1126566"/>
              <a:gd name="connsiteX116" fmla="*/ 10638984 w 12192000"/>
              <a:gd name="connsiteY116" fmla="*/ 347416 h 1126566"/>
              <a:gd name="connsiteX117" fmla="*/ 10668356 w 12192000"/>
              <a:gd name="connsiteY117" fmla="*/ 340612 h 1126566"/>
              <a:gd name="connsiteX118" fmla="*/ 10732175 w 12192000"/>
              <a:gd name="connsiteY118" fmla="*/ 317549 h 1126566"/>
              <a:gd name="connsiteX119" fmla="*/ 10862886 w 12192000"/>
              <a:gd name="connsiteY119" fmla="*/ 313438 h 1126566"/>
              <a:gd name="connsiteX120" fmla="*/ 10963063 w 12192000"/>
              <a:gd name="connsiteY120" fmla="*/ 317771 h 1126566"/>
              <a:gd name="connsiteX121" fmla="*/ 11018562 w 12192000"/>
              <a:gd name="connsiteY121" fmla="*/ 316991 h 1126566"/>
              <a:gd name="connsiteX122" fmla="*/ 11059692 w 12192000"/>
              <a:gd name="connsiteY122" fmla="*/ 319983 h 1126566"/>
              <a:gd name="connsiteX123" fmla="*/ 11160371 w 12192000"/>
              <a:gd name="connsiteY123" fmla="*/ 308440 h 1126566"/>
              <a:gd name="connsiteX124" fmla="*/ 11178386 w 12192000"/>
              <a:gd name="connsiteY124" fmla="*/ 299490 h 1126566"/>
              <a:gd name="connsiteX125" fmla="*/ 11192494 w 12192000"/>
              <a:gd name="connsiteY125" fmla="*/ 296221 h 1126566"/>
              <a:gd name="connsiteX126" fmla="*/ 11199770 w 12192000"/>
              <a:gd name="connsiteY126" fmla="*/ 299772 h 1126566"/>
              <a:gd name="connsiteX127" fmla="*/ 11217258 w 12192000"/>
              <a:gd name="connsiteY127" fmla="*/ 293681 h 1126566"/>
              <a:gd name="connsiteX128" fmla="*/ 11245798 w 12192000"/>
              <a:gd name="connsiteY128" fmla="*/ 292170 h 1126566"/>
              <a:gd name="connsiteX129" fmla="*/ 11255992 w 12192000"/>
              <a:gd name="connsiteY129" fmla="*/ 291919 h 1126566"/>
              <a:gd name="connsiteX130" fmla="*/ 11264859 w 12192000"/>
              <a:gd name="connsiteY130" fmla="*/ 293937 h 1126566"/>
              <a:gd name="connsiteX131" fmla="*/ 11276151 w 12192000"/>
              <a:gd name="connsiteY131" fmla="*/ 293070 h 1126566"/>
              <a:gd name="connsiteX132" fmla="*/ 11279850 w 12192000"/>
              <a:gd name="connsiteY132" fmla="*/ 291330 h 1126566"/>
              <a:gd name="connsiteX133" fmla="*/ 11290818 w 12192000"/>
              <a:gd name="connsiteY133" fmla="*/ 291060 h 1126566"/>
              <a:gd name="connsiteX134" fmla="*/ 11296248 w 12192000"/>
              <a:gd name="connsiteY134" fmla="*/ 290163 h 1126566"/>
              <a:gd name="connsiteX135" fmla="*/ 11301652 w 12192000"/>
              <a:gd name="connsiteY135" fmla="*/ 290324 h 1126566"/>
              <a:gd name="connsiteX136" fmla="*/ 11339114 w 12192000"/>
              <a:gd name="connsiteY136" fmla="*/ 288153 h 1126566"/>
              <a:gd name="connsiteX137" fmla="*/ 11345146 w 12192000"/>
              <a:gd name="connsiteY137" fmla="*/ 290802 h 1126566"/>
              <a:gd name="connsiteX138" fmla="*/ 11400126 w 12192000"/>
              <a:gd name="connsiteY138" fmla="*/ 292287 h 1126566"/>
              <a:gd name="connsiteX139" fmla="*/ 11400420 w 12192000"/>
              <a:gd name="connsiteY139" fmla="*/ 293758 h 1126566"/>
              <a:gd name="connsiteX140" fmla="*/ 11413889 w 12192000"/>
              <a:gd name="connsiteY140" fmla="*/ 300516 h 1126566"/>
              <a:gd name="connsiteX141" fmla="*/ 11440688 w 12192000"/>
              <a:gd name="connsiteY141" fmla="*/ 310121 h 1126566"/>
              <a:gd name="connsiteX142" fmla="*/ 11496733 w 12192000"/>
              <a:gd name="connsiteY142" fmla="*/ 350225 h 1126566"/>
              <a:gd name="connsiteX143" fmla="*/ 11554005 w 12192000"/>
              <a:gd name="connsiteY143" fmla="*/ 351933 h 1126566"/>
              <a:gd name="connsiteX144" fmla="*/ 11565304 w 12192000"/>
              <a:gd name="connsiteY144" fmla="*/ 353069 h 1126566"/>
              <a:gd name="connsiteX145" fmla="*/ 11565435 w 12192000"/>
              <a:gd name="connsiteY145" fmla="*/ 353419 h 1126566"/>
              <a:gd name="connsiteX146" fmla="*/ 11577168 w 12192000"/>
              <a:gd name="connsiteY146" fmla="*/ 355270 h 1126566"/>
              <a:gd name="connsiteX147" fmla="*/ 11607823 w 12192000"/>
              <a:gd name="connsiteY147" fmla="*/ 357347 h 1126566"/>
              <a:gd name="connsiteX148" fmla="*/ 11664276 w 12192000"/>
              <a:gd name="connsiteY148" fmla="*/ 386951 h 1126566"/>
              <a:gd name="connsiteX149" fmla="*/ 11786197 w 12192000"/>
              <a:gd name="connsiteY149" fmla="*/ 477948 h 1126566"/>
              <a:gd name="connsiteX150" fmla="*/ 11866598 w 12192000"/>
              <a:gd name="connsiteY150" fmla="*/ 486803 h 1126566"/>
              <a:gd name="connsiteX151" fmla="*/ 11916744 w 12192000"/>
              <a:gd name="connsiteY151" fmla="*/ 502917 h 1126566"/>
              <a:gd name="connsiteX152" fmla="*/ 11949248 w 12192000"/>
              <a:gd name="connsiteY152" fmla="*/ 518881 h 1126566"/>
              <a:gd name="connsiteX153" fmla="*/ 11951002 w 12192000"/>
              <a:gd name="connsiteY153" fmla="*/ 518735 h 1126566"/>
              <a:gd name="connsiteX154" fmla="*/ 12026007 w 12192000"/>
              <a:gd name="connsiteY154" fmla="*/ 534384 h 1126566"/>
              <a:gd name="connsiteX155" fmla="*/ 12035188 w 12192000"/>
              <a:gd name="connsiteY155" fmla="*/ 529609 h 1126566"/>
              <a:gd name="connsiteX156" fmla="*/ 12115225 w 12192000"/>
              <a:gd name="connsiteY156" fmla="*/ 561895 h 1126566"/>
              <a:gd name="connsiteX157" fmla="*/ 12191636 w 12192000"/>
              <a:gd name="connsiteY157" fmla="*/ 558318 h 1126566"/>
              <a:gd name="connsiteX158" fmla="*/ 12192000 w 12192000"/>
              <a:gd name="connsiteY158" fmla="*/ 558295 h 1126566"/>
              <a:gd name="connsiteX159" fmla="*/ 12192000 w 12192000"/>
              <a:gd name="connsiteY159" fmla="*/ 1126566 h 1126566"/>
              <a:gd name="connsiteX160" fmla="*/ 0 w 12192000"/>
              <a:gd name="connsiteY160" fmla="*/ 1126566 h 1126566"/>
              <a:gd name="connsiteX161" fmla="*/ 0 w 12192000"/>
              <a:gd name="connsiteY161" fmla="*/ 401922 h 1126566"/>
              <a:gd name="connsiteX162" fmla="*/ 25242 w 12192000"/>
              <a:gd name="connsiteY162" fmla="*/ 388862 h 1126566"/>
              <a:gd name="connsiteX163" fmla="*/ 96922 w 12192000"/>
              <a:gd name="connsiteY163" fmla="*/ 357381 h 1126566"/>
              <a:gd name="connsiteX164" fmla="*/ 164580 w 12192000"/>
              <a:gd name="connsiteY164" fmla="*/ 322443 h 1126566"/>
              <a:gd name="connsiteX165" fmla="*/ 258712 w 12192000"/>
              <a:gd name="connsiteY165" fmla="*/ 286531 h 1126566"/>
              <a:gd name="connsiteX166" fmla="*/ 316354 w 12192000"/>
              <a:gd name="connsiteY166" fmla="*/ 238529 h 1126566"/>
              <a:gd name="connsiteX167" fmla="*/ 328834 w 12192000"/>
              <a:gd name="connsiteY167" fmla="*/ 240963 h 1126566"/>
              <a:gd name="connsiteX168" fmla="*/ 383414 w 12192000"/>
              <a:gd name="connsiteY168" fmla="*/ 221196 h 1126566"/>
              <a:gd name="connsiteX169" fmla="*/ 537708 w 12192000"/>
              <a:gd name="connsiteY169" fmla="*/ 119020 h 1126566"/>
              <a:gd name="connsiteX170" fmla="*/ 653257 w 12192000"/>
              <a:gd name="connsiteY170" fmla="*/ 91372 h 1126566"/>
              <a:gd name="connsiteX171" fmla="*/ 763197 w 12192000"/>
              <a:gd name="connsiteY171" fmla="*/ 59356 h 1126566"/>
              <a:gd name="connsiteX172" fmla="*/ 778208 w 12192000"/>
              <a:gd name="connsiteY172" fmla="*/ 63801 h 1126566"/>
              <a:gd name="connsiteX173" fmla="*/ 784725 w 12192000"/>
              <a:gd name="connsiteY173" fmla="*/ 62505 h 1126566"/>
              <a:gd name="connsiteX174" fmla="*/ 785400 w 12192000"/>
              <a:gd name="connsiteY174" fmla="*/ 62796 h 1126566"/>
              <a:gd name="connsiteX175" fmla="*/ 786774 w 12192000"/>
              <a:gd name="connsiteY175" fmla="*/ 62098 h 1126566"/>
              <a:gd name="connsiteX176" fmla="*/ 852003 w 12192000"/>
              <a:gd name="connsiteY176" fmla="*/ 61064 h 1126566"/>
              <a:gd name="connsiteX177" fmla="*/ 870719 w 12192000"/>
              <a:gd name="connsiteY177" fmla="*/ 47209 h 1126566"/>
              <a:gd name="connsiteX178" fmla="*/ 883786 w 12192000"/>
              <a:gd name="connsiteY178" fmla="*/ 45814 h 1126566"/>
              <a:gd name="connsiteX179" fmla="*/ 886400 w 12192000"/>
              <a:gd name="connsiteY179" fmla="*/ 43909 h 1126566"/>
              <a:gd name="connsiteX180" fmla="*/ 893881 w 12192000"/>
              <a:gd name="connsiteY180" fmla="*/ 40197 h 1126566"/>
              <a:gd name="connsiteX181" fmla="*/ 886282 w 12192000"/>
              <a:gd name="connsiteY181" fmla="*/ 36610 h 1126566"/>
              <a:gd name="connsiteX182" fmla="*/ 950274 w 12192000"/>
              <a:gd name="connsiteY182" fmla="*/ 20111 h 1126566"/>
              <a:gd name="connsiteX183" fmla="*/ 988432 w 12192000"/>
              <a:gd name="connsiteY183" fmla="*/ 24039 h 1126566"/>
              <a:gd name="connsiteX184" fmla="*/ 1048223 w 12192000"/>
              <a:gd name="connsiteY184" fmla="*/ 19791 h 1126566"/>
              <a:gd name="connsiteX185" fmla="*/ 1177886 w 12192000"/>
              <a:gd name="connsiteY185" fmla="*/ 30728 h 1126566"/>
              <a:gd name="connsiteX186" fmla="*/ 1305018 w 12192000"/>
              <a:gd name="connsiteY186"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80244 w 12192000"/>
              <a:gd name="connsiteY87" fmla="*/ 661466 h 1126566"/>
              <a:gd name="connsiteX88" fmla="*/ 8885004 w 12192000"/>
              <a:gd name="connsiteY88" fmla="*/ 663655 h 1126566"/>
              <a:gd name="connsiteX89" fmla="*/ 8886720 w 12192000"/>
              <a:gd name="connsiteY89" fmla="*/ 662879 h 1126566"/>
              <a:gd name="connsiteX90" fmla="*/ 8969814 w 12192000"/>
              <a:gd name="connsiteY90" fmla="*/ 639833 h 1126566"/>
              <a:gd name="connsiteX91" fmla="*/ 8996241 w 12192000"/>
              <a:gd name="connsiteY91" fmla="*/ 655221 h 1126566"/>
              <a:gd name="connsiteX92" fmla="*/ 9092152 w 12192000"/>
              <a:gd name="connsiteY92" fmla="*/ 609097 h 1126566"/>
              <a:gd name="connsiteX93" fmla="*/ 9156546 w 12192000"/>
              <a:gd name="connsiteY93" fmla="*/ 585468 h 1126566"/>
              <a:gd name="connsiteX94" fmla="*/ 9194830 w 12192000"/>
              <a:gd name="connsiteY94" fmla="*/ 571148 h 1126566"/>
              <a:gd name="connsiteX95" fmla="*/ 9314188 w 12192000"/>
              <a:gd name="connsiteY95" fmla="*/ 547301 h 1126566"/>
              <a:gd name="connsiteX96" fmla="*/ 9505176 w 12192000"/>
              <a:gd name="connsiteY96" fmla="*/ 542666 h 1126566"/>
              <a:gd name="connsiteX97" fmla="*/ 9581851 w 12192000"/>
              <a:gd name="connsiteY97" fmla="*/ 530976 h 1126566"/>
              <a:gd name="connsiteX98" fmla="*/ 9662056 w 12192000"/>
              <a:gd name="connsiteY98" fmla="*/ 524035 h 1126566"/>
              <a:gd name="connsiteX99" fmla="*/ 9724197 w 12192000"/>
              <a:gd name="connsiteY99" fmla="*/ 528337 h 1126566"/>
              <a:gd name="connsiteX100" fmla="*/ 9837846 w 12192000"/>
              <a:gd name="connsiteY100" fmla="*/ 492977 h 1126566"/>
              <a:gd name="connsiteX101" fmla="*/ 9917440 w 12192000"/>
              <a:gd name="connsiteY101" fmla="*/ 459605 h 1126566"/>
              <a:gd name="connsiteX102" fmla="*/ 9918439 w 12192000"/>
              <a:gd name="connsiteY102" fmla="*/ 453114 h 1126566"/>
              <a:gd name="connsiteX103" fmla="*/ 9953039 w 12192000"/>
              <a:gd name="connsiteY103" fmla="*/ 452486 h 1126566"/>
              <a:gd name="connsiteX104" fmla="*/ 9988183 w 12192000"/>
              <a:gd name="connsiteY104" fmla="*/ 448079 h 1126566"/>
              <a:gd name="connsiteX105" fmla="*/ 9991965 w 12192000"/>
              <a:gd name="connsiteY105" fmla="*/ 435969 h 1126566"/>
              <a:gd name="connsiteX106" fmla="*/ 9986932 w 12192000"/>
              <a:gd name="connsiteY106" fmla="*/ 431168 h 1126566"/>
              <a:gd name="connsiteX107" fmla="*/ 9996190 w 12192000"/>
              <a:gd name="connsiteY107" fmla="*/ 429066 h 1126566"/>
              <a:gd name="connsiteX108" fmla="*/ 9999786 w 12192000"/>
              <a:gd name="connsiteY108" fmla="*/ 427758 h 1126566"/>
              <a:gd name="connsiteX109" fmla="*/ 10012936 w 12192000"/>
              <a:gd name="connsiteY109" fmla="*/ 428884 h 1126566"/>
              <a:gd name="connsiteX110" fmla="*/ 10102484 w 12192000"/>
              <a:gd name="connsiteY110" fmla="*/ 441324 h 1126566"/>
              <a:gd name="connsiteX111" fmla="*/ 10199200 w 12192000"/>
              <a:gd name="connsiteY111" fmla="*/ 438197 h 1126566"/>
              <a:gd name="connsiteX112" fmla="*/ 10245648 w 12192000"/>
              <a:gd name="connsiteY112" fmla="*/ 438831 h 1126566"/>
              <a:gd name="connsiteX113" fmla="*/ 10369590 w 12192000"/>
              <a:gd name="connsiteY113" fmla="*/ 423377 h 1126566"/>
              <a:gd name="connsiteX114" fmla="*/ 10575777 w 12192000"/>
              <a:gd name="connsiteY114" fmla="*/ 355859 h 1126566"/>
              <a:gd name="connsiteX115" fmla="*/ 10638984 w 12192000"/>
              <a:gd name="connsiteY115" fmla="*/ 347416 h 1126566"/>
              <a:gd name="connsiteX116" fmla="*/ 10668356 w 12192000"/>
              <a:gd name="connsiteY116" fmla="*/ 340612 h 1126566"/>
              <a:gd name="connsiteX117" fmla="*/ 10732175 w 12192000"/>
              <a:gd name="connsiteY117" fmla="*/ 317549 h 1126566"/>
              <a:gd name="connsiteX118" fmla="*/ 10862886 w 12192000"/>
              <a:gd name="connsiteY118" fmla="*/ 313438 h 1126566"/>
              <a:gd name="connsiteX119" fmla="*/ 10963063 w 12192000"/>
              <a:gd name="connsiteY119" fmla="*/ 317771 h 1126566"/>
              <a:gd name="connsiteX120" fmla="*/ 11018562 w 12192000"/>
              <a:gd name="connsiteY120" fmla="*/ 316991 h 1126566"/>
              <a:gd name="connsiteX121" fmla="*/ 11059692 w 12192000"/>
              <a:gd name="connsiteY121" fmla="*/ 319983 h 1126566"/>
              <a:gd name="connsiteX122" fmla="*/ 11160371 w 12192000"/>
              <a:gd name="connsiteY122" fmla="*/ 308440 h 1126566"/>
              <a:gd name="connsiteX123" fmla="*/ 11178386 w 12192000"/>
              <a:gd name="connsiteY123" fmla="*/ 299490 h 1126566"/>
              <a:gd name="connsiteX124" fmla="*/ 11192494 w 12192000"/>
              <a:gd name="connsiteY124" fmla="*/ 296221 h 1126566"/>
              <a:gd name="connsiteX125" fmla="*/ 11199770 w 12192000"/>
              <a:gd name="connsiteY125" fmla="*/ 299772 h 1126566"/>
              <a:gd name="connsiteX126" fmla="*/ 11217258 w 12192000"/>
              <a:gd name="connsiteY126" fmla="*/ 293681 h 1126566"/>
              <a:gd name="connsiteX127" fmla="*/ 11245798 w 12192000"/>
              <a:gd name="connsiteY127" fmla="*/ 292170 h 1126566"/>
              <a:gd name="connsiteX128" fmla="*/ 11255992 w 12192000"/>
              <a:gd name="connsiteY128" fmla="*/ 291919 h 1126566"/>
              <a:gd name="connsiteX129" fmla="*/ 11264859 w 12192000"/>
              <a:gd name="connsiteY129" fmla="*/ 293937 h 1126566"/>
              <a:gd name="connsiteX130" fmla="*/ 11276151 w 12192000"/>
              <a:gd name="connsiteY130" fmla="*/ 293070 h 1126566"/>
              <a:gd name="connsiteX131" fmla="*/ 11279850 w 12192000"/>
              <a:gd name="connsiteY131" fmla="*/ 291330 h 1126566"/>
              <a:gd name="connsiteX132" fmla="*/ 11290818 w 12192000"/>
              <a:gd name="connsiteY132" fmla="*/ 291060 h 1126566"/>
              <a:gd name="connsiteX133" fmla="*/ 11296248 w 12192000"/>
              <a:gd name="connsiteY133" fmla="*/ 290163 h 1126566"/>
              <a:gd name="connsiteX134" fmla="*/ 11301652 w 12192000"/>
              <a:gd name="connsiteY134" fmla="*/ 290324 h 1126566"/>
              <a:gd name="connsiteX135" fmla="*/ 11339114 w 12192000"/>
              <a:gd name="connsiteY135" fmla="*/ 288153 h 1126566"/>
              <a:gd name="connsiteX136" fmla="*/ 11345146 w 12192000"/>
              <a:gd name="connsiteY136" fmla="*/ 290802 h 1126566"/>
              <a:gd name="connsiteX137" fmla="*/ 11400126 w 12192000"/>
              <a:gd name="connsiteY137" fmla="*/ 292287 h 1126566"/>
              <a:gd name="connsiteX138" fmla="*/ 11400420 w 12192000"/>
              <a:gd name="connsiteY138" fmla="*/ 293758 h 1126566"/>
              <a:gd name="connsiteX139" fmla="*/ 11413889 w 12192000"/>
              <a:gd name="connsiteY139" fmla="*/ 300516 h 1126566"/>
              <a:gd name="connsiteX140" fmla="*/ 11440688 w 12192000"/>
              <a:gd name="connsiteY140" fmla="*/ 310121 h 1126566"/>
              <a:gd name="connsiteX141" fmla="*/ 11496733 w 12192000"/>
              <a:gd name="connsiteY141" fmla="*/ 350225 h 1126566"/>
              <a:gd name="connsiteX142" fmla="*/ 11554005 w 12192000"/>
              <a:gd name="connsiteY142" fmla="*/ 351933 h 1126566"/>
              <a:gd name="connsiteX143" fmla="*/ 11565304 w 12192000"/>
              <a:gd name="connsiteY143" fmla="*/ 353069 h 1126566"/>
              <a:gd name="connsiteX144" fmla="*/ 11565435 w 12192000"/>
              <a:gd name="connsiteY144" fmla="*/ 353419 h 1126566"/>
              <a:gd name="connsiteX145" fmla="*/ 11577168 w 12192000"/>
              <a:gd name="connsiteY145" fmla="*/ 355270 h 1126566"/>
              <a:gd name="connsiteX146" fmla="*/ 11607823 w 12192000"/>
              <a:gd name="connsiteY146" fmla="*/ 357347 h 1126566"/>
              <a:gd name="connsiteX147" fmla="*/ 11664276 w 12192000"/>
              <a:gd name="connsiteY147" fmla="*/ 386951 h 1126566"/>
              <a:gd name="connsiteX148" fmla="*/ 11786197 w 12192000"/>
              <a:gd name="connsiteY148" fmla="*/ 477948 h 1126566"/>
              <a:gd name="connsiteX149" fmla="*/ 11866598 w 12192000"/>
              <a:gd name="connsiteY149" fmla="*/ 486803 h 1126566"/>
              <a:gd name="connsiteX150" fmla="*/ 11916744 w 12192000"/>
              <a:gd name="connsiteY150" fmla="*/ 502917 h 1126566"/>
              <a:gd name="connsiteX151" fmla="*/ 11949248 w 12192000"/>
              <a:gd name="connsiteY151" fmla="*/ 518881 h 1126566"/>
              <a:gd name="connsiteX152" fmla="*/ 11951002 w 12192000"/>
              <a:gd name="connsiteY152" fmla="*/ 518735 h 1126566"/>
              <a:gd name="connsiteX153" fmla="*/ 12026007 w 12192000"/>
              <a:gd name="connsiteY153" fmla="*/ 534384 h 1126566"/>
              <a:gd name="connsiteX154" fmla="*/ 12035188 w 12192000"/>
              <a:gd name="connsiteY154" fmla="*/ 529609 h 1126566"/>
              <a:gd name="connsiteX155" fmla="*/ 12115225 w 12192000"/>
              <a:gd name="connsiteY155" fmla="*/ 561895 h 1126566"/>
              <a:gd name="connsiteX156" fmla="*/ 12191636 w 12192000"/>
              <a:gd name="connsiteY156" fmla="*/ 558318 h 1126566"/>
              <a:gd name="connsiteX157" fmla="*/ 12192000 w 12192000"/>
              <a:gd name="connsiteY157" fmla="*/ 558295 h 1126566"/>
              <a:gd name="connsiteX158" fmla="*/ 12192000 w 12192000"/>
              <a:gd name="connsiteY158" fmla="*/ 1126566 h 1126566"/>
              <a:gd name="connsiteX159" fmla="*/ 0 w 12192000"/>
              <a:gd name="connsiteY159" fmla="*/ 1126566 h 1126566"/>
              <a:gd name="connsiteX160" fmla="*/ 0 w 12192000"/>
              <a:gd name="connsiteY160" fmla="*/ 401922 h 1126566"/>
              <a:gd name="connsiteX161" fmla="*/ 25242 w 12192000"/>
              <a:gd name="connsiteY161" fmla="*/ 388862 h 1126566"/>
              <a:gd name="connsiteX162" fmla="*/ 96922 w 12192000"/>
              <a:gd name="connsiteY162" fmla="*/ 357381 h 1126566"/>
              <a:gd name="connsiteX163" fmla="*/ 164580 w 12192000"/>
              <a:gd name="connsiteY163" fmla="*/ 322443 h 1126566"/>
              <a:gd name="connsiteX164" fmla="*/ 258712 w 12192000"/>
              <a:gd name="connsiteY164" fmla="*/ 286531 h 1126566"/>
              <a:gd name="connsiteX165" fmla="*/ 316354 w 12192000"/>
              <a:gd name="connsiteY165" fmla="*/ 238529 h 1126566"/>
              <a:gd name="connsiteX166" fmla="*/ 328834 w 12192000"/>
              <a:gd name="connsiteY166" fmla="*/ 240963 h 1126566"/>
              <a:gd name="connsiteX167" fmla="*/ 383414 w 12192000"/>
              <a:gd name="connsiteY167" fmla="*/ 221196 h 1126566"/>
              <a:gd name="connsiteX168" fmla="*/ 537708 w 12192000"/>
              <a:gd name="connsiteY168" fmla="*/ 119020 h 1126566"/>
              <a:gd name="connsiteX169" fmla="*/ 653257 w 12192000"/>
              <a:gd name="connsiteY169" fmla="*/ 91372 h 1126566"/>
              <a:gd name="connsiteX170" fmla="*/ 763197 w 12192000"/>
              <a:gd name="connsiteY170" fmla="*/ 59356 h 1126566"/>
              <a:gd name="connsiteX171" fmla="*/ 778208 w 12192000"/>
              <a:gd name="connsiteY171" fmla="*/ 63801 h 1126566"/>
              <a:gd name="connsiteX172" fmla="*/ 784725 w 12192000"/>
              <a:gd name="connsiteY172" fmla="*/ 62505 h 1126566"/>
              <a:gd name="connsiteX173" fmla="*/ 785400 w 12192000"/>
              <a:gd name="connsiteY173" fmla="*/ 62796 h 1126566"/>
              <a:gd name="connsiteX174" fmla="*/ 786774 w 12192000"/>
              <a:gd name="connsiteY174" fmla="*/ 62098 h 1126566"/>
              <a:gd name="connsiteX175" fmla="*/ 852003 w 12192000"/>
              <a:gd name="connsiteY175" fmla="*/ 61064 h 1126566"/>
              <a:gd name="connsiteX176" fmla="*/ 870719 w 12192000"/>
              <a:gd name="connsiteY176" fmla="*/ 47209 h 1126566"/>
              <a:gd name="connsiteX177" fmla="*/ 883786 w 12192000"/>
              <a:gd name="connsiteY177" fmla="*/ 45814 h 1126566"/>
              <a:gd name="connsiteX178" fmla="*/ 886400 w 12192000"/>
              <a:gd name="connsiteY178" fmla="*/ 43909 h 1126566"/>
              <a:gd name="connsiteX179" fmla="*/ 893881 w 12192000"/>
              <a:gd name="connsiteY179" fmla="*/ 40197 h 1126566"/>
              <a:gd name="connsiteX180" fmla="*/ 886282 w 12192000"/>
              <a:gd name="connsiteY180" fmla="*/ 36610 h 1126566"/>
              <a:gd name="connsiteX181" fmla="*/ 950274 w 12192000"/>
              <a:gd name="connsiteY181" fmla="*/ 20111 h 1126566"/>
              <a:gd name="connsiteX182" fmla="*/ 988432 w 12192000"/>
              <a:gd name="connsiteY182" fmla="*/ 24039 h 1126566"/>
              <a:gd name="connsiteX183" fmla="*/ 1048223 w 12192000"/>
              <a:gd name="connsiteY183" fmla="*/ 19791 h 1126566"/>
              <a:gd name="connsiteX184" fmla="*/ 1177886 w 12192000"/>
              <a:gd name="connsiteY184" fmla="*/ 30728 h 1126566"/>
              <a:gd name="connsiteX185" fmla="*/ 1305018 w 12192000"/>
              <a:gd name="connsiteY18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80244 w 12192000"/>
              <a:gd name="connsiteY87" fmla="*/ 661466 h 1126566"/>
              <a:gd name="connsiteX88" fmla="*/ 8885004 w 12192000"/>
              <a:gd name="connsiteY88" fmla="*/ 663655 h 1126566"/>
              <a:gd name="connsiteX89" fmla="*/ 8921010 w 12192000"/>
              <a:gd name="connsiteY89" fmla="*/ 662879 h 1126566"/>
              <a:gd name="connsiteX90" fmla="*/ 8969814 w 12192000"/>
              <a:gd name="connsiteY90" fmla="*/ 639833 h 1126566"/>
              <a:gd name="connsiteX91" fmla="*/ 8996241 w 12192000"/>
              <a:gd name="connsiteY91" fmla="*/ 655221 h 1126566"/>
              <a:gd name="connsiteX92" fmla="*/ 9092152 w 12192000"/>
              <a:gd name="connsiteY92" fmla="*/ 609097 h 1126566"/>
              <a:gd name="connsiteX93" fmla="*/ 9156546 w 12192000"/>
              <a:gd name="connsiteY93" fmla="*/ 585468 h 1126566"/>
              <a:gd name="connsiteX94" fmla="*/ 9194830 w 12192000"/>
              <a:gd name="connsiteY94" fmla="*/ 571148 h 1126566"/>
              <a:gd name="connsiteX95" fmla="*/ 9314188 w 12192000"/>
              <a:gd name="connsiteY95" fmla="*/ 547301 h 1126566"/>
              <a:gd name="connsiteX96" fmla="*/ 9505176 w 12192000"/>
              <a:gd name="connsiteY96" fmla="*/ 542666 h 1126566"/>
              <a:gd name="connsiteX97" fmla="*/ 9581851 w 12192000"/>
              <a:gd name="connsiteY97" fmla="*/ 530976 h 1126566"/>
              <a:gd name="connsiteX98" fmla="*/ 9662056 w 12192000"/>
              <a:gd name="connsiteY98" fmla="*/ 524035 h 1126566"/>
              <a:gd name="connsiteX99" fmla="*/ 9724197 w 12192000"/>
              <a:gd name="connsiteY99" fmla="*/ 528337 h 1126566"/>
              <a:gd name="connsiteX100" fmla="*/ 9837846 w 12192000"/>
              <a:gd name="connsiteY100" fmla="*/ 492977 h 1126566"/>
              <a:gd name="connsiteX101" fmla="*/ 9917440 w 12192000"/>
              <a:gd name="connsiteY101" fmla="*/ 459605 h 1126566"/>
              <a:gd name="connsiteX102" fmla="*/ 9918439 w 12192000"/>
              <a:gd name="connsiteY102" fmla="*/ 453114 h 1126566"/>
              <a:gd name="connsiteX103" fmla="*/ 9953039 w 12192000"/>
              <a:gd name="connsiteY103" fmla="*/ 452486 h 1126566"/>
              <a:gd name="connsiteX104" fmla="*/ 9988183 w 12192000"/>
              <a:gd name="connsiteY104" fmla="*/ 448079 h 1126566"/>
              <a:gd name="connsiteX105" fmla="*/ 9991965 w 12192000"/>
              <a:gd name="connsiteY105" fmla="*/ 435969 h 1126566"/>
              <a:gd name="connsiteX106" fmla="*/ 9986932 w 12192000"/>
              <a:gd name="connsiteY106" fmla="*/ 431168 h 1126566"/>
              <a:gd name="connsiteX107" fmla="*/ 9996190 w 12192000"/>
              <a:gd name="connsiteY107" fmla="*/ 429066 h 1126566"/>
              <a:gd name="connsiteX108" fmla="*/ 9999786 w 12192000"/>
              <a:gd name="connsiteY108" fmla="*/ 427758 h 1126566"/>
              <a:gd name="connsiteX109" fmla="*/ 10012936 w 12192000"/>
              <a:gd name="connsiteY109" fmla="*/ 428884 h 1126566"/>
              <a:gd name="connsiteX110" fmla="*/ 10102484 w 12192000"/>
              <a:gd name="connsiteY110" fmla="*/ 441324 h 1126566"/>
              <a:gd name="connsiteX111" fmla="*/ 10199200 w 12192000"/>
              <a:gd name="connsiteY111" fmla="*/ 438197 h 1126566"/>
              <a:gd name="connsiteX112" fmla="*/ 10245648 w 12192000"/>
              <a:gd name="connsiteY112" fmla="*/ 438831 h 1126566"/>
              <a:gd name="connsiteX113" fmla="*/ 10369590 w 12192000"/>
              <a:gd name="connsiteY113" fmla="*/ 423377 h 1126566"/>
              <a:gd name="connsiteX114" fmla="*/ 10575777 w 12192000"/>
              <a:gd name="connsiteY114" fmla="*/ 355859 h 1126566"/>
              <a:gd name="connsiteX115" fmla="*/ 10638984 w 12192000"/>
              <a:gd name="connsiteY115" fmla="*/ 347416 h 1126566"/>
              <a:gd name="connsiteX116" fmla="*/ 10668356 w 12192000"/>
              <a:gd name="connsiteY116" fmla="*/ 340612 h 1126566"/>
              <a:gd name="connsiteX117" fmla="*/ 10732175 w 12192000"/>
              <a:gd name="connsiteY117" fmla="*/ 317549 h 1126566"/>
              <a:gd name="connsiteX118" fmla="*/ 10862886 w 12192000"/>
              <a:gd name="connsiteY118" fmla="*/ 313438 h 1126566"/>
              <a:gd name="connsiteX119" fmla="*/ 10963063 w 12192000"/>
              <a:gd name="connsiteY119" fmla="*/ 317771 h 1126566"/>
              <a:gd name="connsiteX120" fmla="*/ 11018562 w 12192000"/>
              <a:gd name="connsiteY120" fmla="*/ 316991 h 1126566"/>
              <a:gd name="connsiteX121" fmla="*/ 11059692 w 12192000"/>
              <a:gd name="connsiteY121" fmla="*/ 319983 h 1126566"/>
              <a:gd name="connsiteX122" fmla="*/ 11160371 w 12192000"/>
              <a:gd name="connsiteY122" fmla="*/ 308440 h 1126566"/>
              <a:gd name="connsiteX123" fmla="*/ 11178386 w 12192000"/>
              <a:gd name="connsiteY123" fmla="*/ 299490 h 1126566"/>
              <a:gd name="connsiteX124" fmla="*/ 11192494 w 12192000"/>
              <a:gd name="connsiteY124" fmla="*/ 296221 h 1126566"/>
              <a:gd name="connsiteX125" fmla="*/ 11199770 w 12192000"/>
              <a:gd name="connsiteY125" fmla="*/ 299772 h 1126566"/>
              <a:gd name="connsiteX126" fmla="*/ 11217258 w 12192000"/>
              <a:gd name="connsiteY126" fmla="*/ 293681 h 1126566"/>
              <a:gd name="connsiteX127" fmla="*/ 11245798 w 12192000"/>
              <a:gd name="connsiteY127" fmla="*/ 292170 h 1126566"/>
              <a:gd name="connsiteX128" fmla="*/ 11255992 w 12192000"/>
              <a:gd name="connsiteY128" fmla="*/ 291919 h 1126566"/>
              <a:gd name="connsiteX129" fmla="*/ 11264859 w 12192000"/>
              <a:gd name="connsiteY129" fmla="*/ 293937 h 1126566"/>
              <a:gd name="connsiteX130" fmla="*/ 11276151 w 12192000"/>
              <a:gd name="connsiteY130" fmla="*/ 293070 h 1126566"/>
              <a:gd name="connsiteX131" fmla="*/ 11279850 w 12192000"/>
              <a:gd name="connsiteY131" fmla="*/ 291330 h 1126566"/>
              <a:gd name="connsiteX132" fmla="*/ 11290818 w 12192000"/>
              <a:gd name="connsiteY132" fmla="*/ 291060 h 1126566"/>
              <a:gd name="connsiteX133" fmla="*/ 11296248 w 12192000"/>
              <a:gd name="connsiteY133" fmla="*/ 290163 h 1126566"/>
              <a:gd name="connsiteX134" fmla="*/ 11301652 w 12192000"/>
              <a:gd name="connsiteY134" fmla="*/ 290324 h 1126566"/>
              <a:gd name="connsiteX135" fmla="*/ 11339114 w 12192000"/>
              <a:gd name="connsiteY135" fmla="*/ 288153 h 1126566"/>
              <a:gd name="connsiteX136" fmla="*/ 11345146 w 12192000"/>
              <a:gd name="connsiteY136" fmla="*/ 290802 h 1126566"/>
              <a:gd name="connsiteX137" fmla="*/ 11400126 w 12192000"/>
              <a:gd name="connsiteY137" fmla="*/ 292287 h 1126566"/>
              <a:gd name="connsiteX138" fmla="*/ 11400420 w 12192000"/>
              <a:gd name="connsiteY138" fmla="*/ 293758 h 1126566"/>
              <a:gd name="connsiteX139" fmla="*/ 11413889 w 12192000"/>
              <a:gd name="connsiteY139" fmla="*/ 300516 h 1126566"/>
              <a:gd name="connsiteX140" fmla="*/ 11440688 w 12192000"/>
              <a:gd name="connsiteY140" fmla="*/ 310121 h 1126566"/>
              <a:gd name="connsiteX141" fmla="*/ 11496733 w 12192000"/>
              <a:gd name="connsiteY141" fmla="*/ 350225 h 1126566"/>
              <a:gd name="connsiteX142" fmla="*/ 11554005 w 12192000"/>
              <a:gd name="connsiteY142" fmla="*/ 351933 h 1126566"/>
              <a:gd name="connsiteX143" fmla="*/ 11565304 w 12192000"/>
              <a:gd name="connsiteY143" fmla="*/ 353069 h 1126566"/>
              <a:gd name="connsiteX144" fmla="*/ 11565435 w 12192000"/>
              <a:gd name="connsiteY144" fmla="*/ 353419 h 1126566"/>
              <a:gd name="connsiteX145" fmla="*/ 11577168 w 12192000"/>
              <a:gd name="connsiteY145" fmla="*/ 355270 h 1126566"/>
              <a:gd name="connsiteX146" fmla="*/ 11607823 w 12192000"/>
              <a:gd name="connsiteY146" fmla="*/ 357347 h 1126566"/>
              <a:gd name="connsiteX147" fmla="*/ 11664276 w 12192000"/>
              <a:gd name="connsiteY147" fmla="*/ 386951 h 1126566"/>
              <a:gd name="connsiteX148" fmla="*/ 11786197 w 12192000"/>
              <a:gd name="connsiteY148" fmla="*/ 477948 h 1126566"/>
              <a:gd name="connsiteX149" fmla="*/ 11866598 w 12192000"/>
              <a:gd name="connsiteY149" fmla="*/ 486803 h 1126566"/>
              <a:gd name="connsiteX150" fmla="*/ 11916744 w 12192000"/>
              <a:gd name="connsiteY150" fmla="*/ 502917 h 1126566"/>
              <a:gd name="connsiteX151" fmla="*/ 11949248 w 12192000"/>
              <a:gd name="connsiteY151" fmla="*/ 518881 h 1126566"/>
              <a:gd name="connsiteX152" fmla="*/ 11951002 w 12192000"/>
              <a:gd name="connsiteY152" fmla="*/ 518735 h 1126566"/>
              <a:gd name="connsiteX153" fmla="*/ 12026007 w 12192000"/>
              <a:gd name="connsiteY153" fmla="*/ 534384 h 1126566"/>
              <a:gd name="connsiteX154" fmla="*/ 12035188 w 12192000"/>
              <a:gd name="connsiteY154" fmla="*/ 529609 h 1126566"/>
              <a:gd name="connsiteX155" fmla="*/ 12115225 w 12192000"/>
              <a:gd name="connsiteY155" fmla="*/ 561895 h 1126566"/>
              <a:gd name="connsiteX156" fmla="*/ 12191636 w 12192000"/>
              <a:gd name="connsiteY156" fmla="*/ 558318 h 1126566"/>
              <a:gd name="connsiteX157" fmla="*/ 12192000 w 12192000"/>
              <a:gd name="connsiteY157" fmla="*/ 558295 h 1126566"/>
              <a:gd name="connsiteX158" fmla="*/ 12192000 w 12192000"/>
              <a:gd name="connsiteY158" fmla="*/ 1126566 h 1126566"/>
              <a:gd name="connsiteX159" fmla="*/ 0 w 12192000"/>
              <a:gd name="connsiteY159" fmla="*/ 1126566 h 1126566"/>
              <a:gd name="connsiteX160" fmla="*/ 0 w 12192000"/>
              <a:gd name="connsiteY160" fmla="*/ 401922 h 1126566"/>
              <a:gd name="connsiteX161" fmla="*/ 25242 w 12192000"/>
              <a:gd name="connsiteY161" fmla="*/ 388862 h 1126566"/>
              <a:gd name="connsiteX162" fmla="*/ 96922 w 12192000"/>
              <a:gd name="connsiteY162" fmla="*/ 357381 h 1126566"/>
              <a:gd name="connsiteX163" fmla="*/ 164580 w 12192000"/>
              <a:gd name="connsiteY163" fmla="*/ 322443 h 1126566"/>
              <a:gd name="connsiteX164" fmla="*/ 258712 w 12192000"/>
              <a:gd name="connsiteY164" fmla="*/ 286531 h 1126566"/>
              <a:gd name="connsiteX165" fmla="*/ 316354 w 12192000"/>
              <a:gd name="connsiteY165" fmla="*/ 238529 h 1126566"/>
              <a:gd name="connsiteX166" fmla="*/ 328834 w 12192000"/>
              <a:gd name="connsiteY166" fmla="*/ 240963 h 1126566"/>
              <a:gd name="connsiteX167" fmla="*/ 383414 w 12192000"/>
              <a:gd name="connsiteY167" fmla="*/ 221196 h 1126566"/>
              <a:gd name="connsiteX168" fmla="*/ 537708 w 12192000"/>
              <a:gd name="connsiteY168" fmla="*/ 119020 h 1126566"/>
              <a:gd name="connsiteX169" fmla="*/ 653257 w 12192000"/>
              <a:gd name="connsiteY169" fmla="*/ 91372 h 1126566"/>
              <a:gd name="connsiteX170" fmla="*/ 763197 w 12192000"/>
              <a:gd name="connsiteY170" fmla="*/ 59356 h 1126566"/>
              <a:gd name="connsiteX171" fmla="*/ 778208 w 12192000"/>
              <a:gd name="connsiteY171" fmla="*/ 63801 h 1126566"/>
              <a:gd name="connsiteX172" fmla="*/ 784725 w 12192000"/>
              <a:gd name="connsiteY172" fmla="*/ 62505 h 1126566"/>
              <a:gd name="connsiteX173" fmla="*/ 785400 w 12192000"/>
              <a:gd name="connsiteY173" fmla="*/ 62796 h 1126566"/>
              <a:gd name="connsiteX174" fmla="*/ 786774 w 12192000"/>
              <a:gd name="connsiteY174" fmla="*/ 62098 h 1126566"/>
              <a:gd name="connsiteX175" fmla="*/ 852003 w 12192000"/>
              <a:gd name="connsiteY175" fmla="*/ 61064 h 1126566"/>
              <a:gd name="connsiteX176" fmla="*/ 870719 w 12192000"/>
              <a:gd name="connsiteY176" fmla="*/ 47209 h 1126566"/>
              <a:gd name="connsiteX177" fmla="*/ 883786 w 12192000"/>
              <a:gd name="connsiteY177" fmla="*/ 45814 h 1126566"/>
              <a:gd name="connsiteX178" fmla="*/ 886400 w 12192000"/>
              <a:gd name="connsiteY178" fmla="*/ 43909 h 1126566"/>
              <a:gd name="connsiteX179" fmla="*/ 893881 w 12192000"/>
              <a:gd name="connsiteY179" fmla="*/ 40197 h 1126566"/>
              <a:gd name="connsiteX180" fmla="*/ 886282 w 12192000"/>
              <a:gd name="connsiteY180" fmla="*/ 36610 h 1126566"/>
              <a:gd name="connsiteX181" fmla="*/ 950274 w 12192000"/>
              <a:gd name="connsiteY181" fmla="*/ 20111 h 1126566"/>
              <a:gd name="connsiteX182" fmla="*/ 988432 w 12192000"/>
              <a:gd name="connsiteY182" fmla="*/ 24039 h 1126566"/>
              <a:gd name="connsiteX183" fmla="*/ 1048223 w 12192000"/>
              <a:gd name="connsiteY183" fmla="*/ 19791 h 1126566"/>
              <a:gd name="connsiteX184" fmla="*/ 1177886 w 12192000"/>
              <a:gd name="connsiteY184" fmla="*/ 30728 h 1126566"/>
              <a:gd name="connsiteX185" fmla="*/ 1305018 w 12192000"/>
              <a:gd name="connsiteY18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80244 w 12192000"/>
              <a:gd name="connsiteY87" fmla="*/ 661466 h 1126566"/>
              <a:gd name="connsiteX88" fmla="*/ 8858334 w 12192000"/>
              <a:gd name="connsiteY88" fmla="*/ 648415 h 1126566"/>
              <a:gd name="connsiteX89" fmla="*/ 8921010 w 12192000"/>
              <a:gd name="connsiteY89" fmla="*/ 662879 h 1126566"/>
              <a:gd name="connsiteX90" fmla="*/ 8969814 w 12192000"/>
              <a:gd name="connsiteY90" fmla="*/ 639833 h 1126566"/>
              <a:gd name="connsiteX91" fmla="*/ 8996241 w 12192000"/>
              <a:gd name="connsiteY91" fmla="*/ 655221 h 1126566"/>
              <a:gd name="connsiteX92" fmla="*/ 9092152 w 12192000"/>
              <a:gd name="connsiteY92" fmla="*/ 609097 h 1126566"/>
              <a:gd name="connsiteX93" fmla="*/ 9156546 w 12192000"/>
              <a:gd name="connsiteY93" fmla="*/ 585468 h 1126566"/>
              <a:gd name="connsiteX94" fmla="*/ 9194830 w 12192000"/>
              <a:gd name="connsiteY94" fmla="*/ 571148 h 1126566"/>
              <a:gd name="connsiteX95" fmla="*/ 9314188 w 12192000"/>
              <a:gd name="connsiteY95" fmla="*/ 547301 h 1126566"/>
              <a:gd name="connsiteX96" fmla="*/ 9505176 w 12192000"/>
              <a:gd name="connsiteY96" fmla="*/ 542666 h 1126566"/>
              <a:gd name="connsiteX97" fmla="*/ 9581851 w 12192000"/>
              <a:gd name="connsiteY97" fmla="*/ 530976 h 1126566"/>
              <a:gd name="connsiteX98" fmla="*/ 9662056 w 12192000"/>
              <a:gd name="connsiteY98" fmla="*/ 524035 h 1126566"/>
              <a:gd name="connsiteX99" fmla="*/ 9724197 w 12192000"/>
              <a:gd name="connsiteY99" fmla="*/ 528337 h 1126566"/>
              <a:gd name="connsiteX100" fmla="*/ 9837846 w 12192000"/>
              <a:gd name="connsiteY100" fmla="*/ 492977 h 1126566"/>
              <a:gd name="connsiteX101" fmla="*/ 9917440 w 12192000"/>
              <a:gd name="connsiteY101" fmla="*/ 459605 h 1126566"/>
              <a:gd name="connsiteX102" fmla="*/ 9918439 w 12192000"/>
              <a:gd name="connsiteY102" fmla="*/ 453114 h 1126566"/>
              <a:gd name="connsiteX103" fmla="*/ 9953039 w 12192000"/>
              <a:gd name="connsiteY103" fmla="*/ 452486 h 1126566"/>
              <a:gd name="connsiteX104" fmla="*/ 9988183 w 12192000"/>
              <a:gd name="connsiteY104" fmla="*/ 448079 h 1126566"/>
              <a:gd name="connsiteX105" fmla="*/ 9991965 w 12192000"/>
              <a:gd name="connsiteY105" fmla="*/ 435969 h 1126566"/>
              <a:gd name="connsiteX106" fmla="*/ 9986932 w 12192000"/>
              <a:gd name="connsiteY106" fmla="*/ 431168 h 1126566"/>
              <a:gd name="connsiteX107" fmla="*/ 9996190 w 12192000"/>
              <a:gd name="connsiteY107" fmla="*/ 429066 h 1126566"/>
              <a:gd name="connsiteX108" fmla="*/ 9999786 w 12192000"/>
              <a:gd name="connsiteY108" fmla="*/ 427758 h 1126566"/>
              <a:gd name="connsiteX109" fmla="*/ 10012936 w 12192000"/>
              <a:gd name="connsiteY109" fmla="*/ 428884 h 1126566"/>
              <a:gd name="connsiteX110" fmla="*/ 10102484 w 12192000"/>
              <a:gd name="connsiteY110" fmla="*/ 441324 h 1126566"/>
              <a:gd name="connsiteX111" fmla="*/ 10199200 w 12192000"/>
              <a:gd name="connsiteY111" fmla="*/ 438197 h 1126566"/>
              <a:gd name="connsiteX112" fmla="*/ 10245648 w 12192000"/>
              <a:gd name="connsiteY112" fmla="*/ 438831 h 1126566"/>
              <a:gd name="connsiteX113" fmla="*/ 10369590 w 12192000"/>
              <a:gd name="connsiteY113" fmla="*/ 423377 h 1126566"/>
              <a:gd name="connsiteX114" fmla="*/ 10575777 w 12192000"/>
              <a:gd name="connsiteY114" fmla="*/ 355859 h 1126566"/>
              <a:gd name="connsiteX115" fmla="*/ 10638984 w 12192000"/>
              <a:gd name="connsiteY115" fmla="*/ 347416 h 1126566"/>
              <a:gd name="connsiteX116" fmla="*/ 10668356 w 12192000"/>
              <a:gd name="connsiteY116" fmla="*/ 340612 h 1126566"/>
              <a:gd name="connsiteX117" fmla="*/ 10732175 w 12192000"/>
              <a:gd name="connsiteY117" fmla="*/ 317549 h 1126566"/>
              <a:gd name="connsiteX118" fmla="*/ 10862886 w 12192000"/>
              <a:gd name="connsiteY118" fmla="*/ 313438 h 1126566"/>
              <a:gd name="connsiteX119" fmla="*/ 10963063 w 12192000"/>
              <a:gd name="connsiteY119" fmla="*/ 317771 h 1126566"/>
              <a:gd name="connsiteX120" fmla="*/ 11018562 w 12192000"/>
              <a:gd name="connsiteY120" fmla="*/ 316991 h 1126566"/>
              <a:gd name="connsiteX121" fmla="*/ 11059692 w 12192000"/>
              <a:gd name="connsiteY121" fmla="*/ 319983 h 1126566"/>
              <a:gd name="connsiteX122" fmla="*/ 11160371 w 12192000"/>
              <a:gd name="connsiteY122" fmla="*/ 308440 h 1126566"/>
              <a:gd name="connsiteX123" fmla="*/ 11178386 w 12192000"/>
              <a:gd name="connsiteY123" fmla="*/ 299490 h 1126566"/>
              <a:gd name="connsiteX124" fmla="*/ 11192494 w 12192000"/>
              <a:gd name="connsiteY124" fmla="*/ 296221 h 1126566"/>
              <a:gd name="connsiteX125" fmla="*/ 11199770 w 12192000"/>
              <a:gd name="connsiteY125" fmla="*/ 299772 h 1126566"/>
              <a:gd name="connsiteX126" fmla="*/ 11217258 w 12192000"/>
              <a:gd name="connsiteY126" fmla="*/ 293681 h 1126566"/>
              <a:gd name="connsiteX127" fmla="*/ 11245798 w 12192000"/>
              <a:gd name="connsiteY127" fmla="*/ 292170 h 1126566"/>
              <a:gd name="connsiteX128" fmla="*/ 11255992 w 12192000"/>
              <a:gd name="connsiteY128" fmla="*/ 291919 h 1126566"/>
              <a:gd name="connsiteX129" fmla="*/ 11264859 w 12192000"/>
              <a:gd name="connsiteY129" fmla="*/ 293937 h 1126566"/>
              <a:gd name="connsiteX130" fmla="*/ 11276151 w 12192000"/>
              <a:gd name="connsiteY130" fmla="*/ 293070 h 1126566"/>
              <a:gd name="connsiteX131" fmla="*/ 11279850 w 12192000"/>
              <a:gd name="connsiteY131" fmla="*/ 291330 h 1126566"/>
              <a:gd name="connsiteX132" fmla="*/ 11290818 w 12192000"/>
              <a:gd name="connsiteY132" fmla="*/ 291060 h 1126566"/>
              <a:gd name="connsiteX133" fmla="*/ 11296248 w 12192000"/>
              <a:gd name="connsiteY133" fmla="*/ 290163 h 1126566"/>
              <a:gd name="connsiteX134" fmla="*/ 11301652 w 12192000"/>
              <a:gd name="connsiteY134" fmla="*/ 290324 h 1126566"/>
              <a:gd name="connsiteX135" fmla="*/ 11339114 w 12192000"/>
              <a:gd name="connsiteY135" fmla="*/ 288153 h 1126566"/>
              <a:gd name="connsiteX136" fmla="*/ 11345146 w 12192000"/>
              <a:gd name="connsiteY136" fmla="*/ 290802 h 1126566"/>
              <a:gd name="connsiteX137" fmla="*/ 11400126 w 12192000"/>
              <a:gd name="connsiteY137" fmla="*/ 292287 h 1126566"/>
              <a:gd name="connsiteX138" fmla="*/ 11400420 w 12192000"/>
              <a:gd name="connsiteY138" fmla="*/ 293758 h 1126566"/>
              <a:gd name="connsiteX139" fmla="*/ 11413889 w 12192000"/>
              <a:gd name="connsiteY139" fmla="*/ 300516 h 1126566"/>
              <a:gd name="connsiteX140" fmla="*/ 11440688 w 12192000"/>
              <a:gd name="connsiteY140" fmla="*/ 310121 h 1126566"/>
              <a:gd name="connsiteX141" fmla="*/ 11496733 w 12192000"/>
              <a:gd name="connsiteY141" fmla="*/ 350225 h 1126566"/>
              <a:gd name="connsiteX142" fmla="*/ 11554005 w 12192000"/>
              <a:gd name="connsiteY142" fmla="*/ 351933 h 1126566"/>
              <a:gd name="connsiteX143" fmla="*/ 11565304 w 12192000"/>
              <a:gd name="connsiteY143" fmla="*/ 353069 h 1126566"/>
              <a:gd name="connsiteX144" fmla="*/ 11565435 w 12192000"/>
              <a:gd name="connsiteY144" fmla="*/ 353419 h 1126566"/>
              <a:gd name="connsiteX145" fmla="*/ 11577168 w 12192000"/>
              <a:gd name="connsiteY145" fmla="*/ 355270 h 1126566"/>
              <a:gd name="connsiteX146" fmla="*/ 11607823 w 12192000"/>
              <a:gd name="connsiteY146" fmla="*/ 357347 h 1126566"/>
              <a:gd name="connsiteX147" fmla="*/ 11664276 w 12192000"/>
              <a:gd name="connsiteY147" fmla="*/ 386951 h 1126566"/>
              <a:gd name="connsiteX148" fmla="*/ 11786197 w 12192000"/>
              <a:gd name="connsiteY148" fmla="*/ 477948 h 1126566"/>
              <a:gd name="connsiteX149" fmla="*/ 11866598 w 12192000"/>
              <a:gd name="connsiteY149" fmla="*/ 486803 h 1126566"/>
              <a:gd name="connsiteX150" fmla="*/ 11916744 w 12192000"/>
              <a:gd name="connsiteY150" fmla="*/ 502917 h 1126566"/>
              <a:gd name="connsiteX151" fmla="*/ 11949248 w 12192000"/>
              <a:gd name="connsiteY151" fmla="*/ 518881 h 1126566"/>
              <a:gd name="connsiteX152" fmla="*/ 11951002 w 12192000"/>
              <a:gd name="connsiteY152" fmla="*/ 518735 h 1126566"/>
              <a:gd name="connsiteX153" fmla="*/ 12026007 w 12192000"/>
              <a:gd name="connsiteY153" fmla="*/ 534384 h 1126566"/>
              <a:gd name="connsiteX154" fmla="*/ 12035188 w 12192000"/>
              <a:gd name="connsiteY154" fmla="*/ 529609 h 1126566"/>
              <a:gd name="connsiteX155" fmla="*/ 12115225 w 12192000"/>
              <a:gd name="connsiteY155" fmla="*/ 561895 h 1126566"/>
              <a:gd name="connsiteX156" fmla="*/ 12191636 w 12192000"/>
              <a:gd name="connsiteY156" fmla="*/ 558318 h 1126566"/>
              <a:gd name="connsiteX157" fmla="*/ 12192000 w 12192000"/>
              <a:gd name="connsiteY157" fmla="*/ 558295 h 1126566"/>
              <a:gd name="connsiteX158" fmla="*/ 12192000 w 12192000"/>
              <a:gd name="connsiteY158" fmla="*/ 1126566 h 1126566"/>
              <a:gd name="connsiteX159" fmla="*/ 0 w 12192000"/>
              <a:gd name="connsiteY159" fmla="*/ 1126566 h 1126566"/>
              <a:gd name="connsiteX160" fmla="*/ 0 w 12192000"/>
              <a:gd name="connsiteY160" fmla="*/ 401922 h 1126566"/>
              <a:gd name="connsiteX161" fmla="*/ 25242 w 12192000"/>
              <a:gd name="connsiteY161" fmla="*/ 388862 h 1126566"/>
              <a:gd name="connsiteX162" fmla="*/ 96922 w 12192000"/>
              <a:gd name="connsiteY162" fmla="*/ 357381 h 1126566"/>
              <a:gd name="connsiteX163" fmla="*/ 164580 w 12192000"/>
              <a:gd name="connsiteY163" fmla="*/ 322443 h 1126566"/>
              <a:gd name="connsiteX164" fmla="*/ 258712 w 12192000"/>
              <a:gd name="connsiteY164" fmla="*/ 286531 h 1126566"/>
              <a:gd name="connsiteX165" fmla="*/ 316354 w 12192000"/>
              <a:gd name="connsiteY165" fmla="*/ 238529 h 1126566"/>
              <a:gd name="connsiteX166" fmla="*/ 328834 w 12192000"/>
              <a:gd name="connsiteY166" fmla="*/ 240963 h 1126566"/>
              <a:gd name="connsiteX167" fmla="*/ 383414 w 12192000"/>
              <a:gd name="connsiteY167" fmla="*/ 221196 h 1126566"/>
              <a:gd name="connsiteX168" fmla="*/ 537708 w 12192000"/>
              <a:gd name="connsiteY168" fmla="*/ 119020 h 1126566"/>
              <a:gd name="connsiteX169" fmla="*/ 653257 w 12192000"/>
              <a:gd name="connsiteY169" fmla="*/ 91372 h 1126566"/>
              <a:gd name="connsiteX170" fmla="*/ 763197 w 12192000"/>
              <a:gd name="connsiteY170" fmla="*/ 59356 h 1126566"/>
              <a:gd name="connsiteX171" fmla="*/ 778208 w 12192000"/>
              <a:gd name="connsiteY171" fmla="*/ 63801 h 1126566"/>
              <a:gd name="connsiteX172" fmla="*/ 784725 w 12192000"/>
              <a:gd name="connsiteY172" fmla="*/ 62505 h 1126566"/>
              <a:gd name="connsiteX173" fmla="*/ 785400 w 12192000"/>
              <a:gd name="connsiteY173" fmla="*/ 62796 h 1126566"/>
              <a:gd name="connsiteX174" fmla="*/ 786774 w 12192000"/>
              <a:gd name="connsiteY174" fmla="*/ 62098 h 1126566"/>
              <a:gd name="connsiteX175" fmla="*/ 852003 w 12192000"/>
              <a:gd name="connsiteY175" fmla="*/ 61064 h 1126566"/>
              <a:gd name="connsiteX176" fmla="*/ 870719 w 12192000"/>
              <a:gd name="connsiteY176" fmla="*/ 47209 h 1126566"/>
              <a:gd name="connsiteX177" fmla="*/ 883786 w 12192000"/>
              <a:gd name="connsiteY177" fmla="*/ 45814 h 1126566"/>
              <a:gd name="connsiteX178" fmla="*/ 886400 w 12192000"/>
              <a:gd name="connsiteY178" fmla="*/ 43909 h 1126566"/>
              <a:gd name="connsiteX179" fmla="*/ 893881 w 12192000"/>
              <a:gd name="connsiteY179" fmla="*/ 40197 h 1126566"/>
              <a:gd name="connsiteX180" fmla="*/ 886282 w 12192000"/>
              <a:gd name="connsiteY180" fmla="*/ 36610 h 1126566"/>
              <a:gd name="connsiteX181" fmla="*/ 950274 w 12192000"/>
              <a:gd name="connsiteY181" fmla="*/ 20111 h 1126566"/>
              <a:gd name="connsiteX182" fmla="*/ 988432 w 12192000"/>
              <a:gd name="connsiteY182" fmla="*/ 24039 h 1126566"/>
              <a:gd name="connsiteX183" fmla="*/ 1048223 w 12192000"/>
              <a:gd name="connsiteY183" fmla="*/ 19791 h 1126566"/>
              <a:gd name="connsiteX184" fmla="*/ 1177886 w 12192000"/>
              <a:gd name="connsiteY184" fmla="*/ 30728 h 1126566"/>
              <a:gd name="connsiteX185" fmla="*/ 1305018 w 12192000"/>
              <a:gd name="connsiteY185"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21010 w 12192000"/>
              <a:gd name="connsiteY88" fmla="*/ 662879 h 1126566"/>
              <a:gd name="connsiteX89" fmla="*/ 8969814 w 12192000"/>
              <a:gd name="connsiteY89" fmla="*/ 639833 h 1126566"/>
              <a:gd name="connsiteX90" fmla="*/ 8996241 w 12192000"/>
              <a:gd name="connsiteY90" fmla="*/ 655221 h 1126566"/>
              <a:gd name="connsiteX91" fmla="*/ 9092152 w 12192000"/>
              <a:gd name="connsiteY91" fmla="*/ 609097 h 1126566"/>
              <a:gd name="connsiteX92" fmla="*/ 9156546 w 12192000"/>
              <a:gd name="connsiteY92" fmla="*/ 585468 h 1126566"/>
              <a:gd name="connsiteX93" fmla="*/ 9194830 w 12192000"/>
              <a:gd name="connsiteY93" fmla="*/ 571148 h 1126566"/>
              <a:gd name="connsiteX94" fmla="*/ 9314188 w 12192000"/>
              <a:gd name="connsiteY94" fmla="*/ 547301 h 1126566"/>
              <a:gd name="connsiteX95" fmla="*/ 9505176 w 12192000"/>
              <a:gd name="connsiteY95" fmla="*/ 542666 h 1126566"/>
              <a:gd name="connsiteX96" fmla="*/ 9581851 w 12192000"/>
              <a:gd name="connsiteY96" fmla="*/ 530976 h 1126566"/>
              <a:gd name="connsiteX97" fmla="*/ 9662056 w 12192000"/>
              <a:gd name="connsiteY97" fmla="*/ 524035 h 1126566"/>
              <a:gd name="connsiteX98" fmla="*/ 9724197 w 12192000"/>
              <a:gd name="connsiteY98" fmla="*/ 528337 h 1126566"/>
              <a:gd name="connsiteX99" fmla="*/ 9837846 w 12192000"/>
              <a:gd name="connsiteY99" fmla="*/ 492977 h 1126566"/>
              <a:gd name="connsiteX100" fmla="*/ 9917440 w 12192000"/>
              <a:gd name="connsiteY100" fmla="*/ 459605 h 1126566"/>
              <a:gd name="connsiteX101" fmla="*/ 9918439 w 12192000"/>
              <a:gd name="connsiteY101" fmla="*/ 453114 h 1126566"/>
              <a:gd name="connsiteX102" fmla="*/ 9953039 w 12192000"/>
              <a:gd name="connsiteY102" fmla="*/ 452486 h 1126566"/>
              <a:gd name="connsiteX103" fmla="*/ 9988183 w 12192000"/>
              <a:gd name="connsiteY103" fmla="*/ 448079 h 1126566"/>
              <a:gd name="connsiteX104" fmla="*/ 9991965 w 12192000"/>
              <a:gd name="connsiteY104" fmla="*/ 435969 h 1126566"/>
              <a:gd name="connsiteX105" fmla="*/ 9986932 w 12192000"/>
              <a:gd name="connsiteY105" fmla="*/ 431168 h 1126566"/>
              <a:gd name="connsiteX106" fmla="*/ 9996190 w 12192000"/>
              <a:gd name="connsiteY106" fmla="*/ 429066 h 1126566"/>
              <a:gd name="connsiteX107" fmla="*/ 9999786 w 12192000"/>
              <a:gd name="connsiteY107" fmla="*/ 427758 h 1126566"/>
              <a:gd name="connsiteX108" fmla="*/ 10012936 w 12192000"/>
              <a:gd name="connsiteY108" fmla="*/ 428884 h 1126566"/>
              <a:gd name="connsiteX109" fmla="*/ 10102484 w 12192000"/>
              <a:gd name="connsiteY109" fmla="*/ 441324 h 1126566"/>
              <a:gd name="connsiteX110" fmla="*/ 10199200 w 12192000"/>
              <a:gd name="connsiteY110" fmla="*/ 438197 h 1126566"/>
              <a:gd name="connsiteX111" fmla="*/ 10245648 w 12192000"/>
              <a:gd name="connsiteY111" fmla="*/ 438831 h 1126566"/>
              <a:gd name="connsiteX112" fmla="*/ 10369590 w 12192000"/>
              <a:gd name="connsiteY112" fmla="*/ 423377 h 1126566"/>
              <a:gd name="connsiteX113" fmla="*/ 10575777 w 12192000"/>
              <a:gd name="connsiteY113" fmla="*/ 355859 h 1126566"/>
              <a:gd name="connsiteX114" fmla="*/ 10638984 w 12192000"/>
              <a:gd name="connsiteY114" fmla="*/ 347416 h 1126566"/>
              <a:gd name="connsiteX115" fmla="*/ 10668356 w 12192000"/>
              <a:gd name="connsiteY115" fmla="*/ 340612 h 1126566"/>
              <a:gd name="connsiteX116" fmla="*/ 10732175 w 12192000"/>
              <a:gd name="connsiteY116" fmla="*/ 317549 h 1126566"/>
              <a:gd name="connsiteX117" fmla="*/ 10862886 w 12192000"/>
              <a:gd name="connsiteY117" fmla="*/ 313438 h 1126566"/>
              <a:gd name="connsiteX118" fmla="*/ 10963063 w 12192000"/>
              <a:gd name="connsiteY118" fmla="*/ 317771 h 1126566"/>
              <a:gd name="connsiteX119" fmla="*/ 11018562 w 12192000"/>
              <a:gd name="connsiteY119" fmla="*/ 316991 h 1126566"/>
              <a:gd name="connsiteX120" fmla="*/ 11059692 w 12192000"/>
              <a:gd name="connsiteY120" fmla="*/ 319983 h 1126566"/>
              <a:gd name="connsiteX121" fmla="*/ 11160371 w 12192000"/>
              <a:gd name="connsiteY121" fmla="*/ 308440 h 1126566"/>
              <a:gd name="connsiteX122" fmla="*/ 11178386 w 12192000"/>
              <a:gd name="connsiteY122" fmla="*/ 299490 h 1126566"/>
              <a:gd name="connsiteX123" fmla="*/ 11192494 w 12192000"/>
              <a:gd name="connsiteY123" fmla="*/ 296221 h 1126566"/>
              <a:gd name="connsiteX124" fmla="*/ 11199770 w 12192000"/>
              <a:gd name="connsiteY124" fmla="*/ 299772 h 1126566"/>
              <a:gd name="connsiteX125" fmla="*/ 11217258 w 12192000"/>
              <a:gd name="connsiteY125" fmla="*/ 293681 h 1126566"/>
              <a:gd name="connsiteX126" fmla="*/ 11245798 w 12192000"/>
              <a:gd name="connsiteY126" fmla="*/ 292170 h 1126566"/>
              <a:gd name="connsiteX127" fmla="*/ 11255992 w 12192000"/>
              <a:gd name="connsiteY127" fmla="*/ 291919 h 1126566"/>
              <a:gd name="connsiteX128" fmla="*/ 11264859 w 12192000"/>
              <a:gd name="connsiteY128" fmla="*/ 293937 h 1126566"/>
              <a:gd name="connsiteX129" fmla="*/ 11276151 w 12192000"/>
              <a:gd name="connsiteY129" fmla="*/ 293070 h 1126566"/>
              <a:gd name="connsiteX130" fmla="*/ 11279850 w 12192000"/>
              <a:gd name="connsiteY130" fmla="*/ 291330 h 1126566"/>
              <a:gd name="connsiteX131" fmla="*/ 11290818 w 12192000"/>
              <a:gd name="connsiteY131" fmla="*/ 291060 h 1126566"/>
              <a:gd name="connsiteX132" fmla="*/ 11296248 w 12192000"/>
              <a:gd name="connsiteY132" fmla="*/ 290163 h 1126566"/>
              <a:gd name="connsiteX133" fmla="*/ 11301652 w 12192000"/>
              <a:gd name="connsiteY133" fmla="*/ 290324 h 1126566"/>
              <a:gd name="connsiteX134" fmla="*/ 11339114 w 12192000"/>
              <a:gd name="connsiteY134" fmla="*/ 288153 h 1126566"/>
              <a:gd name="connsiteX135" fmla="*/ 11345146 w 12192000"/>
              <a:gd name="connsiteY135" fmla="*/ 290802 h 1126566"/>
              <a:gd name="connsiteX136" fmla="*/ 11400126 w 12192000"/>
              <a:gd name="connsiteY136" fmla="*/ 292287 h 1126566"/>
              <a:gd name="connsiteX137" fmla="*/ 11400420 w 12192000"/>
              <a:gd name="connsiteY137" fmla="*/ 293758 h 1126566"/>
              <a:gd name="connsiteX138" fmla="*/ 11413889 w 12192000"/>
              <a:gd name="connsiteY138" fmla="*/ 300516 h 1126566"/>
              <a:gd name="connsiteX139" fmla="*/ 11440688 w 12192000"/>
              <a:gd name="connsiteY139" fmla="*/ 310121 h 1126566"/>
              <a:gd name="connsiteX140" fmla="*/ 11496733 w 12192000"/>
              <a:gd name="connsiteY140" fmla="*/ 350225 h 1126566"/>
              <a:gd name="connsiteX141" fmla="*/ 11554005 w 12192000"/>
              <a:gd name="connsiteY141" fmla="*/ 351933 h 1126566"/>
              <a:gd name="connsiteX142" fmla="*/ 11565304 w 12192000"/>
              <a:gd name="connsiteY142" fmla="*/ 353069 h 1126566"/>
              <a:gd name="connsiteX143" fmla="*/ 11565435 w 12192000"/>
              <a:gd name="connsiteY143" fmla="*/ 353419 h 1126566"/>
              <a:gd name="connsiteX144" fmla="*/ 11577168 w 12192000"/>
              <a:gd name="connsiteY144" fmla="*/ 355270 h 1126566"/>
              <a:gd name="connsiteX145" fmla="*/ 11607823 w 12192000"/>
              <a:gd name="connsiteY145" fmla="*/ 357347 h 1126566"/>
              <a:gd name="connsiteX146" fmla="*/ 11664276 w 12192000"/>
              <a:gd name="connsiteY146" fmla="*/ 386951 h 1126566"/>
              <a:gd name="connsiteX147" fmla="*/ 11786197 w 12192000"/>
              <a:gd name="connsiteY147" fmla="*/ 477948 h 1126566"/>
              <a:gd name="connsiteX148" fmla="*/ 11866598 w 12192000"/>
              <a:gd name="connsiteY148" fmla="*/ 486803 h 1126566"/>
              <a:gd name="connsiteX149" fmla="*/ 11916744 w 12192000"/>
              <a:gd name="connsiteY149" fmla="*/ 502917 h 1126566"/>
              <a:gd name="connsiteX150" fmla="*/ 11949248 w 12192000"/>
              <a:gd name="connsiteY150" fmla="*/ 518881 h 1126566"/>
              <a:gd name="connsiteX151" fmla="*/ 11951002 w 12192000"/>
              <a:gd name="connsiteY151" fmla="*/ 518735 h 1126566"/>
              <a:gd name="connsiteX152" fmla="*/ 12026007 w 12192000"/>
              <a:gd name="connsiteY152" fmla="*/ 534384 h 1126566"/>
              <a:gd name="connsiteX153" fmla="*/ 12035188 w 12192000"/>
              <a:gd name="connsiteY153" fmla="*/ 529609 h 1126566"/>
              <a:gd name="connsiteX154" fmla="*/ 12115225 w 12192000"/>
              <a:gd name="connsiteY154" fmla="*/ 561895 h 1126566"/>
              <a:gd name="connsiteX155" fmla="*/ 12191636 w 12192000"/>
              <a:gd name="connsiteY155" fmla="*/ 558318 h 1126566"/>
              <a:gd name="connsiteX156" fmla="*/ 12192000 w 12192000"/>
              <a:gd name="connsiteY156" fmla="*/ 558295 h 1126566"/>
              <a:gd name="connsiteX157" fmla="*/ 12192000 w 12192000"/>
              <a:gd name="connsiteY157" fmla="*/ 1126566 h 1126566"/>
              <a:gd name="connsiteX158" fmla="*/ 0 w 12192000"/>
              <a:gd name="connsiteY158" fmla="*/ 1126566 h 1126566"/>
              <a:gd name="connsiteX159" fmla="*/ 0 w 12192000"/>
              <a:gd name="connsiteY159" fmla="*/ 401922 h 1126566"/>
              <a:gd name="connsiteX160" fmla="*/ 25242 w 12192000"/>
              <a:gd name="connsiteY160" fmla="*/ 388862 h 1126566"/>
              <a:gd name="connsiteX161" fmla="*/ 96922 w 12192000"/>
              <a:gd name="connsiteY161" fmla="*/ 357381 h 1126566"/>
              <a:gd name="connsiteX162" fmla="*/ 164580 w 12192000"/>
              <a:gd name="connsiteY162" fmla="*/ 322443 h 1126566"/>
              <a:gd name="connsiteX163" fmla="*/ 258712 w 12192000"/>
              <a:gd name="connsiteY163" fmla="*/ 286531 h 1126566"/>
              <a:gd name="connsiteX164" fmla="*/ 316354 w 12192000"/>
              <a:gd name="connsiteY164" fmla="*/ 238529 h 1126566"/>
              <a:gd name="connsiteX165" fmla="*/ 328834 w 12192000"/>
              <a:gd name="connsiteY165" fmla="*/ 240963 h 1126566"/>
              <a:gd name="connsiteX166" fmla="*/ 383414 w 12192000"/>
              <a:gd name="connsiteY166" fmla="*/ 221196 h 1126566"/>
              <a:gd name="connsiteX167" fmla="*/ 537708 w 12192000"/>
              <a:gd name="connsiteY167" fmla="*/ 119020 h 1126566"/>
              <a:gd name="connsiteX168" fmla="*/ 653257 w 12192000"/>
              <a:gd name="connsiteY168" fmla="*/ 91372 h 1126566"/>
              <a:gd name="connsiteX169" fmla="*/ 763197 w 12192000"/>
              <a:gd name="connsiteY169" fmla="*/ 59356 h 1126566"/>
              <a:gd name="connsiteX170" fmla="*/ 778208 w 12192000"/>
              <a:gd name="connsiteY170" fmla="*/ 63801 h 1126566"/>
              <a:gd name="connsiteX171" fmla="*/ 784725 w 12192000"/>
              <a:gd name="connsiteY171" fmla="*/ 62505 h 1126566"/>
              <a:gd name="connsiteX172" fmla="*/ 785400 w 12192000"/>
              <a:gd name="connsiteY172" fmla="*/ 62796 h 1126566"/>
              <a:gd name="connsiteX173" fmla="*/ 786774 w 12192000"/>
              <a:gd name="connsiteY173" fmla="*/ 62098 h 1126566"/>
              <a:gd name="connsiteX174" fmla="*/ 852003 w 12192000"/>
              <a:gd name="connsiteY174" fmla="*/ 61064 h 1126566"/>
              <a:gd name="connsiteX175" fmla="*/ 870719 w 12192000"/>
              <a:gd name="connsiteY175" fmla="*/ 47209 h 1126566"/>
              <a:gd name="connsiteX176" fmla="*/ 883786 w 12192000"/>
              <a:gd name="connsiteY176" fmla="*/ 45814 h 1126566"/>
              <a:gd name="connsiteX177" fmla="*/ 886400 w 12192000"/>
              <a:gd name="connsiteY177" fmla="*/ 43909 h 1126566"/>
              <a:gd name="connsiteX178" fmla="*/ 893881 w 12192000"/>
              <a:gd name="connsiteY178" fmla="*/ 40197 h 1126566"/>
              <a:gd name="connsiteX179" fmla="*/ 886282 w 12192000"/>
              <a:gd name="connsiteY179" fmla="*/ 36610 h 1126566"/>
              <a:gd name="connsiteX180" fmla="*/ 950274 w 12192000"/>
              <a:gd name="connsiteY180" fmla="*/ 20111 h 1126566"/>
              <a:gd name="connsiteX181" fmla="*/ 988432 w 12192000"/>
              <a:gd name="connsiteY181" fmla="*/ 24039 h 1126566"/>
              <a:gd name="connsiteX182" fmla="*/ 1048223 w 12192000"/>
              <a:gd name="connsiteY182" fmla="*/ 19791 h 1126566"/>
              <a:gd name="connsiteX183" fmla="*/ 1177886 w 12192000"/>
              <a:gd name="connsiteY183" fmla="*/ 30728 h 1126566"/>
              <a:gd name="connsiteX184" fmla="*/ 1305018 w 12192000"/>
              <a:gd name="connsiteY184"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69814 w 12192000"/>
              <a:gd name="connsiteY88" fmla="*/ 639833 h 1126566"/>
              <a:gd name="connsiteX89" fmla="*/ 8996241 w 12192000"/>
              <a:gd name="connsiteY89" fmla="*/ 655221 h 1126566"/>
              <a:gd name="connsiteX90" fmla="*/ 9092152 w 12192000"/>
              <a:gd name="connsiteY90" fmla="*/ 609097 h 1126566"/>
              <a:gd name="connsiteX91" fmla="*/ 9156546 w 12192000"/>
              <a:gd name="connsiteY91" fmla="*/ 585468 h 1126566"/>
              <a:gd name="connsiteX92" fmla="*/ 9194830 w 12192000"/>
              <a:gd name="connsiteY92" fmla="*/ 571148 h 1126566"/>
              <a:gd name="connsiteX93" fmla="*/ 9314188 w 12192000"/>
              <a:gd name="connsiteY93" fmla="*/ 547301 h 1126566"/>
              <a:gd name="connsiteX94" fmla="*/ 9505176 w 12192000"/>
              <a:gd name="connsiteY94" fmla="*/ 542666 h 1126566"/>
              <a:gd name="connsiteX95" fmla="*/ 9581851 w 12192000"/>
              <a:gd name="connsiteY95" fmla="*/ 530976 h 1126566"/>
              <a:gd name="connsiteX96" fmla="*/ 9662056 w 12192000"/>
              <a:gd name="connsiteY96" fmla="*/ 524035 h 1126566"/>
              <a:gd name="connsiteX97" fmla="*/ 9724197 w 12192000"/>
              <a:gd name="connsiteY97" fmla="*/ 528337 h 1126566"/>
              <a:gd name="connsiteX98" fmla="*/ 9837846 w 12192000"/>
              <a:gd name="connsiteY98" fmla="*/ 492977 h 1126566"/>
              <a:gd name="connsiteX99" fmla="*/ 9917440 w 12192000"/>
              <a:gd name="connsiteY99" fmla="*/ 459605 h 1126566"/>
              <a:gd name="connsiteX100" fmla="*/ 9918439 w 12192000"/>
              <a:gd name="connsiteY100" fmla="*/ 453114 h 1126566"/>
              <a:gd name="connsiteX101" fmla="*/ 9953039 w 12192000"/>
              <a:gd name="connsiteY101" fmla="*/ 452486 h 1126566"/>
              <a:gd name="connsiteX102" fmla="*/ 9988183 w 12192000"/>
              <a:gd name="connsiteY102" fmla="*/ 448079 h 1126566"/>
              <a:gd name="connsiteX103" fmla="*/ 9991965 w 12192000"/>
              <a:gd name="connsiteY103" fmla="*/ 435969 h 1126566"/>
              <a:gd name="connsiteX104" fmla="*/ 9986932 w 12192000"/>
              <a:gd name="connsiteY104" fmla="*/ 431168 h 1126566"/>
              <a:gd name="connsiteX105" fmla="*/ 9996190 w 12192000"/>
              <a:gd name="connsiteY105" fmla="*/ 429066 h 1126566"/>
              <a:gd name="connsiteX106" fmla="*/ 9999786 w 12192000"/>
              <a:gd name="connsiteY106" fmla="*/ 427758 h 1126566"/>
              <a:gd name="connsiteX107" fmla="*/ 10012936 w 12192000"/>
              <a:gd name="connsiteY107" fmla="*/ 428884 h 1126566"/>
              <a:gd name="connsiteX108" fmla="*/ 10102484 w 12192000"/>
              <a:gd name="connsiteY108" fmla="*/ 441324 h 1126566"/>
              <a:gd name="connsiteX109" fmla="*/ 10199200 w 12192000"/>
              <a:gd name="connsiteY109" fmla="*/ 438197 h 1126566"/>
              <a:gd name="connsiteX110" fmla="*/ 10245648 w 12192000"/>
              <a:gd name="connsiteY110" fmla="*/ 438831 h 1126566"/>
              <a:gd name="connsiteX111" fmla="*/ 10369590 w 12192000"/>
              <a:gd name="connsiteY111" fmla="*/ 423377 h 1126566"/>
              <a:gd name="connsiteX112" fmla="*/ 10575777 w 12192000"/>
              <a:gd name="connsiteY112" fmla="*/ 355859 h 1126566"/>
              <a:gd name="connsiteX113" fmla="*/ 10638984 w 12192000"/>
              <a:gd name="connsiteY113" fmla="*/ 347416 h 1126566"/>
              <a:gd name="connsiteX114" fmla="*/ 10668356 w 12192000"/>
              <a:gd name="connsiteY114" fmla="*/ 340612 h 1126566"/>
              <a:gd name="connsiteX115" fmla="*/ 10732175 w 12192000"/>
              <a:gd name="connsiteY115" fmla="*/ 317549 h 1126566"/>
              <a:gd name="connsiteX116" fmla="*/ 10862886 w 12192000"/>
              <a:gd name="connsiteY116" fmla="*/ 313438 h 1126566"/>
              <a:gd name="connsiteX117" fmla="*/ 10963063 w 12192000"/>
              <a:gd name="connsiteY117" fmla="*/ 317771 h 1126566"/>
              <a:gd name="connsiteX118" fmla="*/ 11018562 w 12192000"/>
              <a:gd name="connsiteY118" fmla="*/ 316991 h 1126566"/>
              <a:gd name="connsiteX119" fmla="*/ 11059692 w 12192000"/>
              <a:gd name="connsiteY119" fmla="*/ 319983 h 1126566"/>
              <a:gd name="connsiteX120" fmla="*/ 11160371 w 12192000"/>
              <a:gd name="connsiteY120" fmla="*/ 308440 h 1126566"/>
              <a:gd name="connsiteX121" fmla="*/ 11178386 w 12192000"/>
              <a:gd name="connsiteY121" fmla="*/ 299490 h 1126566"/>
              <a:gd name="connsiteX122" fmla="*/ 11192494 w 12192000"/>
              <a:gd name="connsiteY122" fmla="*/ 296221 h 1126566"/>
              <a:gd name="connsiteX123" fmla="*/ 11199770 w 12192000"/>
              <a:gd name="connsiteY123" fmla="*/ 299772 h 1126566"/>
              <a:gd name="connsiteX124" fmla="*/ 11217258 w 12192000"/>
              <a:gd name="connsiteY124" fmla="*/ 293681 h 1126566"/>
              <a:gd name="connsiteX125" fmla="*/ 11245798 w 12192000"/>
              <a:gd name="connsiteY125" fmla="*/ 292170 h 1126566"/>
              <a:gd name="connsiteX126" fmla="*/ 11255992 w 12192000"/>
              <a:gd name="connsiteY126" fmla="*/ 291919 h 1126566"/>
              <a:gd name="connsiteX127" fmla="*/ 11264859 w 12192000"/>
              <a:gd name="connsiteY127" fmla="*/ 293937 h 1126566"/>
              <a:gd name="connsiteX128" fmla="*/ 11276151 w 12192000"/>
              <a:gd name="connsiteY128" fmla="*/ 293070 h 1126566"/>
              <a:gd name="connsiteX129" fmla="*/ 11279850 w 12192000"/>
              <a:gd name="connsiteY129" fmla="*/ 291330 h 1126566"/>
              <a:gd name="connsiteX130" fmla="*/ 11290818 w 12192000"/>
              <a:gd name="connsiteY130" fmla="*/ 291060 h 1126566"/>
              <a:gd name="connsiteX131" fmla="*/ 11296248 w 12192000"/>
              <a:gd name="connsiteY131" fmla="*/ 290163 h 1126566"/>
              <a:gd name="connsiteX132" fmla="*/ 11301652 w 12192000"/>
              <a:gd name="connsiteY132" fmla="*/ 290324 h 1126566"/>
              <a:gd name="connsiteX133" fmla="*/ 11339114 w 12192000"/>
              <a:gd name="connsiteY133" fmla="*/ 288153 h 1126566"/>
              <a:gd name="connsiteX134" fmla="*/ 11345146 w 12192000"/>
              <a:gd name="connsiteY134" fmla="*/ 290802 h 1126566"/>
              <a:gd name="connsiteX135" fmla="*/ 11400126 w 12192000"/>
              <a:gd name="connsiteY135" fmla="*/ 292287 h 1126566"/>
              <a:gd name="connsiteX136" fmla="*/ 11400420 w 12192000"/>
              <a:gd name="connsiteY136" fmla="*/ 293758 h 1126566"/>
              <a:gd name="connsiteX137" fmla="*/ 11413889 w 12192000"/>
              <a:gd name="connsiteY137" fmla="*/ 300516 h 1126566"/>
              <a:gd name="connsiteX138" fmla="*/ 11440688 w 12192000"/>
              <a:gd name="connsiteY138" fmla="*/ 310121 h 1126566"/>
              <a:gd name="connsiteX139" fmla="*/ 11496733 w 12192000"/>
              <a:gd name="connsiteY139" fmla="*/ 350225 h 1126566"/>
              <a:gd name="connsiteX140" fmla="*/ 11554005 w 12192000"/>
              <a:gd name="connsiteY140" fmla="*/ 351933 h 1126566"/>
              <a:gd name="connsiteX141" fmla="*/ 11565304 w 12192000"/>
              <a:gd name="connsiteY141" fmla="*/ 353069 h 1126566"/>
              <a:gd name="connsiteX142" fmla="*/ 11565435 w 12192000"/>
              <a:gd name="connsiteY142" fmla="*/ 353419 h 1126566"/>
              <a:gd name="connsiteX143" fmla="*/ 11577168 w 12192000"/>
              <a:gd name="connsiteY143" fmla="*/ 355270 h 1126566"/>
              <a:gd name="connsiteX144" fmla="*/ 11607823 w 12192000"/>
              <a:gd name="connsiteY144" fmla="*/ 357347 h 1126566"/>
              <a:gd name="connsiteX145" fmla="*/ 11664276 w 12192000"/>
              <a:gd name="connsiteY145" fmla="*/ 386951 h 1126566"/>
              <a:gd name="connsiteX146" fmla="*/ 11786197 w 12192000"/>
              <a:gd name="connsiteY146" fmla="*/ 477948 h 1126566"/>
              <a:gd name="connsiteX147" fmla="*/ 11866598 w 12192000"/>
              <a:gd name="connsiteY147" fmla="*/ 486803 h 1126566"/>
              <a:gd name="connsiteX148" fmla="*/ 11916744 w 12192000"/>
              <a:gd name="connsiteY148" fmla="*/ 502917 h 1126566"/>
              <a:gd name="connsiteX149" fmla="*/ 11949248 w 12192000"/>
              <a:gd name="connsiteY149" fmla="*/ 518881 h 1126566"/>
              <a:gd name="connsiteX150" fmla="*/ 11951002 w 12192000"/>
              <a:gd name="connsiteY150" fmla="*/ 518735 h 1126566"/>
              <a:gd name="connsiteX151" fmla="*/ 12026007 w 12192000"/>
              <a:gd name="connsiteY151" fmla="*/ 534384 h 1126566"/>
              <a:gd name="connsiteX152" fmla="*/ 12035188 w 12192000"/>
              <a:gd name="connsiteY152" fmla="*/ 529609 h 1126566"/>
              <a:gd name="connsiteX153" fmla="*/ 12115225 w 12192000"/>
              <a:gd name="connsiteY153" fmla="*/ 561895 h 1126566"/>
              <a:gd name="connsiteX154" fmla="*/ 12191636 w 12192000"/>
              <a:gd name="connsiteY154" fmla="*/ 558318 h 1126566"/>
              <a:gd name="connsiteX155" fmla="*/ 12192000 w 12192000"/>
              <a:gd name="connsiteY155" fmla="*/ 558295 h 1126566"/>
              <a:gd name="connsiteX156" fmla="*/ 12192000 w 12192000"/>
              <a:gd name="connsiteY156" fmla="*/ 1126566 h 1126566"/>
              <a:gd name="connsiteX157" fmla="*/ 0 w 12192000"/>
              <a:gd name="connsiteY157" fmla="*/ 1126566 h 1126566"/>
              <a:gd name="connsiteX158" fmla="*/ 0 w 12192000"/>
              <a:gd name="connsiteY158" fmla="*/ 401922 h 1126566"/>
              <a:gd name="connsiteX159" fmla="*/ 25242 w 12192000"/>
              <a:gd name="connsiteY159" fmla="*/ 388862 h 1126566"/>
              <a:gd name="connsiteX160" fmla="*/ 96922 w 12192000"/>
              <a:gd name="connsiteY160" fmla="*/ 357381 h 1126566"/>
              <a:gd name="connsiteX161" fmla="*/ 164580 w 12192000"/>
              <a:gd name="connsiteY161" fmla="*/ 322443 h 1126566"/>
              <a:gd name="connsiteX162" fmla="*/ 258712 w 12192000"/>
              <a:gd name="connsiteY162" fmla="*/ 286531 h 1126566"/>
              <a:gd name="connsiteX163" fmla="*/ 316354 w 12192000"/>
              <a:gd name="connsiteY163" fmla="*/ 238529 h 1126566"/>
              <a:gd name="connsiteX164" fmla="*/ 328834 w 12192000"/>
              <a:gd name="connsiteY164" fmla="*/ 240963 h 1126566"/>
              <a:gd name="connsiteX165" fmla="*/ 383414 w 12192000"/>
              <a:gd name="connsiteY165" fmla="*/ 221196 h 1126566"/>
              <a:gd name="connsiteX166" fmla="*/ 537708 w 12192000"/>
              <a:gd name="connsiteY166" fmla="*/ 119020 h 1126566"/>
              <a:gd name="connsiteX167" fmla="*/ 653257 w 12192000"/>
              <a:gd name="connsiteY167" fmla="*/ 91372 h 1126566"/>
              <a:gd name="connsiteX168" fmla="*/ 763197 w 12192000"/>
              <a:gd name="connsiteY168" fmla="*/ 59356 h 1126566"/>
              <a:gd name="connsiteX169" fmla="*/ 778208 w 12192000"/>
              <a:gd name="connsiteY169" fmla="*/ 63801 h 1126566"/>
              <a:gd name="connsiteX170" fmla="*/ 784725 w 12192000"/>
              <a:gd name="connsiteY170" fmla="*/ 62505 h 1126566"/>
              <a:gd name="connsiteX171" fmla="*/ 785400 w 12192000"/>
              <a:gd name="connsiteY171" fmla="*/ 62796 h 1126566"/>
              <a:gd name="connsiteX172" fmla="*/ 786774 w 12192000"/>
              <a:gd name="connsiteY172" fmla="*/ 62098 h 1126566"/>
              <a:gd name="connsiteX173" fmla="*/ 852003 w 12192000"/>
              <a:gd name="connsiteY173" fmla="*/ 61064 h 1126566"/>
              <a:gd name="connsiteX174" fmla="*/ 870719 w 12192000"/>
              <a:gd name="connsiteY174" fmla="*/ 47209 h 1126566"/>
              <a:gd name="connsiteX175" fmla="*/ 883786 w 12192000"/>
              <a:gd name="connsiteY175" fmla="*/ 45814 h 1126566"/>
              <a:gd name="connsiteX176" fmla="*/ 886400 w 12192000"/>
              <a:gd name="connsiteY176" fmla="*/ 43909 h 1126566"/>
              <a:gd name="connsiteX177" fmla="*/ 893881 w 12192000"/>
              <a:gd name="connsiteY177" fmla="*/ 40197 h 1126566"/>
              <a:gd name="connsiteX178" fmla="*/ 886282 w 12192000"/>
              <a:gd name="connsiteY178" fmla="*/ 36610 h 1126566"/>
              <a:gd name="connsiteX179" fmla="*/ 950274 w 12192000"/>
              <a:gd name="connsiteY179" fmla="*/ 20111 h 1126566"/>
              <a:gd name="connsiteX180" fmla="*/ 988432 w 12192000"/>
              <a:gd name="connsiteY180" fmla="*/ 24039 h 1126566"/>
              <a:gd name="connsiteX181" fmla="*/ 1048223 w 12192000"/>
              <a:gd name="connsiteY181" fmla="*/ 19791 h 1126566"/>
              <a:gd name="connsiteX182" fmla="*/ 1177886 w 12192000"/>
              <a:gd name="connsiteY182" fmla="*/ 30728 h 1126566"/>
              <a:gd name="connsiteX183" fmla="*/ 1305018 w 12192000"/>
              <a:gd name="connsiteY18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69814 w 12192000"/>
              <a:gd name="connsiteY88" fmla="*/ 639833 h 1126566"/>
              <a:gd name="connsiteX89" fmla="*/ 8977191 w 12192000"/>
              <a:gd name="connsiteY89" fmla="*/ 697131 h 1126566"/>
              <a:gd name="connsiteX90" fmla="*/ 9092152 w 12192000"/>
              <a:gd name="connsiteY90" fmla="*/ 609097 h 1126566"/>
              <a:gd name="connsiteX91" fmla="*/ 9156546 w 12192000"/>
              <a:gd name="connsiteY91" fmla="*/ 585468 h 1126566"/>
              <a:gd name="connsiteX92" fmla="*/ 9194830 w 12192000"/>
              <a:gd name="connsiteY92" fmla="*/ 571148 h 1126566"/>
              <a:gd name="connsiteX93" fmla="*/ 9314188 w 12192000"/>
              <a:gd name="connsiteY93" fmla="*/ 547301 h 1126566"/>
              <a:gd name="connsiteX94" fmla="*/ 9505176 w 12192000"/>
              <a:gd name="connsiteY94" fmla="*/ 542666 h 1126566"/>
              <a:gd name="connsiteX95" fmla="*/ 9581851 w 12192000"/>
              <a:gd name="connsiteY95" fmla="*/ 530976 h 1126566"/>
              <a:gd name="connsiteX96" fmla="*/ 9662056 w 12192000"/>
              <a:gd name="connsiteY96" fmla="*/ 524035 h 1126566"/>
              <a:gd name="connsiteX97" fmla="*/ 9724197 w 12192000"/>
              <a:gd name="connsiteY97" fmla="*/ 528337 h 1126566"/>
              <a:gd name="connsiteX98" fmla="*/ 9837846 w 12192000"/>
              <a:gd name="connsiteY98" fmla="*/ 492977 h 1126566"/>
              <a:gd name="connsiteX99" fmla="*/ 9917440 w 12192000"/>
              <a:gd name="connsiteY99" fmla="*/ 459605 h 1126566"/>
              <a:gd name="connsiteX100" fmla="*/ 9918439 w 12192000"/>
              <a:gd name="connsiteY100" fmla="*/ 453114 h 1126566"/>
              <a:gd name="connsiteX101" fmla="*/ 9953039 w 12192000"/>
              <a:gd name="connsiteY101" fmla="*/ 452486 h 1126566"/>
              <a:gd name="connsiteX102" fmla="*/ 9988183 w 12192000"/>
              <a:gd name="connsiteY102" fmla="*/ 448079 h 1126566"/>
              <a:gd name="connsiteX103" fmla="*/ 9991965 w 12192000"/>
              <a:gd name="connsiteY103" fmla="*/ 435969 h 1126566"/>
              <a:gd name="connsiteX104" fmla="*/ 9986932 w 12192000"/>
              <a:gd name="connsiteY104" fmla="*/ 431168 h 1126566"/>
              <a:gd name="connsiteX105" fmla="*/ 9996190 w 12192000"/>
              <a:gd name="connsiteY105" fmla="*/ 429066 h 1126566"/>
              <a:gd name="connsiteX106" fmla="*/ 9999786 w 12192000"/>
              <a:gd name="connsiteY106" fmla="*/ 427758 h 1126566"/>
              <a:gd name="connsiteX107" fmla="*/ 10012936 w 12192000"/>
              <a:gd name="connsiteY107" fmla="*/ 428884 h 1126566"/>
              <a:gd name="connsiteX108" fmla="*/ 10102484 w 12192000"/>
              <a:gd name="connsiteY108" fmla="*/ 441324 h 1126566"/>
              <a:gd name="connsiteX109" fmla="*/ 10199200 w 12192000"/>
              <a:gd name="connsiteY109" fmla="*/ 438197 h 1126566"/>
              <a:gd name="connsiteX110" fmla="*/ 10245648 w 12192000"/>
              <a:gd name="connsiteY110" fmla="*/ 438831 h 1126566"/>
              <a:gd name="connsiteX111" fmla="*/ 10369590 w 12192000"/>
              <a:gd name="connsiteY111" fmla="*/ 423377 h 1126566"/>
              <a:gd name="connsiteX112" fmla="*/ 10575777 w 12192000"/>
              <a:gd name="connsiteY112" fmla="*/ 355859 h 1126566"/>
              <a:gd name="connsiteX113" fmla="*/ 10638984 w 12192000"/>
              <a:gd name="connsiteY113" fmla="*/ 347416 h 1126566"/>
              <a:gd name="connsiteX114" fmla="*/ 10668356 w 12192000"/>
              <a:gd name="connsiteY114" fmla="*/ 340612 h 1126566"/>
              <a:gd name="connsiteX115" fmla="*/ 10732175 w 12192000"/>
              <a:gd name="connsiteY115" fmla="*/ 317549 h 1126566"/>
              <a:gd name="connsiteX116" fmla="*/ 10862886 w 12192000"/>
              <a:gd name="connsiteY116" fmla="*/ 313438 h 1126566"/>
              <a:gd name="connsiteX117" fmla="*/ 10963063 w 12192000"/>
              <a:gd name="connsiteY117" fmla="*/ 317771 h 1126566"/>
              <a:gd name="connsiteX118" fmla="*/ 11018562 w 12192000"/>
              <a:gd name="connsiteY118" fmla="*/ 316991 h 1126566"/>
              <a:gd name="connsiteX119" fmla="*/ 11059692 w 12192000"/>
              <a:gd name="connsiteY119" fmla="*/ 319983 h 1126566"/>
              <a:gd name="connsiteX120" fmla="*/ 11160371 w 12192000"/>
              <a:gd name="connsiteY120" fmla="*/ 308440 h 1126566"/>
              <a:gd name="connsiteX121" fmla="*/ 11178386 w 12192000"/>
              <a:gd name="connsiteY121" fmla="*/ 299490 h 1126566"/>
              <a:gd name="connsiteX122" fmla="*/ 11192494 w 12192000"/>
              <a:gd name="connsiteY122" fmla="*/ 296221 h 1126566"/>
              <a:gd name="connsiteX123" fmla="*/ 11199770 w 12192000"/>
              <a:gd name="connsiteY123" fmla="*/ 299772 h 1126566"/>
              <a:gd name="connsiteX124" fmla="*/ 11217258 w 12192000"/>
              <a:gd name="connsiteY124" fmla="*/ 293681 h 1126566"/>
              <a:gd name="connsiteX125" fmla="*/ 11245798 w 12192000"/>
              <a:gd name="connsiteY125" fmla="*/ 292170 h 1126566"/>
              <a:gd name="connsiteX126" fmla="*/ 11255992 w 12192000"/>
              <a:gd name="connsiteY126" fmla="*/ 291919 h 1126566"/>
              <a:gd name="connsiteX127" fmla="*/ 11264859 w 12192000"/>
              <a:gd name="connsiteY127" fmla="*/ 293937 h 1126566"/>
              <a:gd name="connsiteX128" fmla="*/ 11276151 w 12192000"/>
              <a:gd name="connsiteY128" fmla="*/ 293070 h 1126566"/>
              <a:gd name="connsiteX129" fmla="*/ 11279850 w 12192000"/>
              <a:gd name="connsiteY129" fmla="*/ 291330 h 1126566"/>
              <a:gd name="connsiteX130" fmla="*/ 11290818 w 12192000"/>
              <a:gd name="connsiteY130" fmla="*/ 291060 h 1126566"/>
              <a:gd name="connsiteX131" fmla="*/ 11296248 w 12192000"/>
              <a:gd name="connsiteY131" fmla="*/ 290163 h 1126566"/>
              <a:gd name="connsiteX132" fmla="*/ 11301652 w 12192000"/>
              <a:gd name="connsiteY132" fmla="*/ 290324 h 1126566"/>
              <a:gd name="connsiteX133" fmla="*/ 11339114 w 12192000"/>
              <a:gd name="connsiteY133" fmla="*/ 288153 h 1126566"/>
              <a:gd name="connsiteX134" fmla="*/ 11345146 w 12192000"/>
              <a:gd name="connsiteY134" fmla="*/ 290802 h 1126566"/>
              <a:gd name="connsiteX135" fmla="*/ 11400126 w 12192000"/>
              <a:gd name="connsiteY135" fmla="*/ 292287 h 1126566"/>
              <a:gd name="connsiteX136" fmla="*/ 11400420 w 12192000"/>
              <a:gd name="connsiteY136" fmla="*/ 293758 h 1126566"/>
              <a:gd name="connsiteX137" fmla="*/ 11413889 w 12192000"/>
              <a:gd name="connsiteY137" fmla="*/ 300516 h 1126566"/>
              <a:gd name="connsiteX138" fmla="*/ 11440688 w 12192000"/>
              <a:gd name="connsiteY138" fmla="*/ 310121 h 1126566"/>
              <a:gd name="connsiteX139" fmla="*/ 11496733 w 12192000"/>
              <a:gd name="connsiteY139" fmla="*/ 350225 h 1126566"/>
              <a:gd name="connsiteX140" fmla="*/ 11554005 w 12192000"/>
              <a:gd name="connsiteY140" fmla="*/ 351933 h 1126566"/>
              <a:gd name="connsiteX141" fmla="*/ 11565304 w 12192000"/>
              <a:gd name="connsiteY141" fmla="*/ 353069 h 1126566"/>
              <a:gd name="connsiteX142" fmla="*/ 11565435 w 12192000"/>
              <a:gd name="connsiteY142" fmla="*/ 353419 h 1126566"/>
              <a:gd name="connsiteX143" fmla="*/ 11577168 w 12192000"/>
              <a:gd name="connsiteY143" fmla="*/ 355270 h 1126566"/>
              <a:gd name="connsiteX144" fmla="*/ 11607823 w 12192000"/>
              <a:gd name="connsiteY144" fmla="*/ 357347 h 1126566"/>
              <a:gd name="connsiteX145" fmla="*/ 11664276 w 12192000"/>
              <a:gd name="connsiteY145" fmla="*/ 386951 h 1126566"/>
              <a:gd name="connsiteX146" fmla="*/ 11786197 w 12192000"/>
              <a:gd name="connsiteY146" fmla="*/ 477948 h 1126566"/>
              <a:gd name="connsiteX147" fmla="*/ 11866598 w 12192000"/>
              <a:gd name="connsiteY147" fmla="*/ 486803 h 1126566"/>
              <a:gd name="connsiteX148" fmla="*/ 11916744 w 12192000"/>
              <a:gd name="connsiteY148" fmla="*/ 502917 h 1126566"/>
              <a:gd name="connsiteX149" fmla="*/ 11949248 w 12192000"/>
              <a:gd name="connsiteY149" fmla="*/ 518881 h 1126566"/>
              <a:gd name="connsiteX150" fmla="*/ 11951002 w 12192000"/>
              <a:gd name="connsiteY150" fmla="*/ 518735 h 1126566"/>
              <a:gd name="connsiteX151" fmla="*/ 12026007 w 12192000"/>
              <a:gd name="connsiteY151" fmla="*/ 534384 h 1126566"/>
              <a:gd name="connsiteX152" fmla="*/ 12035188 w 12192000"/>
              <a:gd name="connsiteY152" fmla="*/ 529609 h 1126566"/>
              <a:gd name="connsiteX153" fmla="*/ 12115225 w 12192000"/>
              <a:gd name="connsiteY153" fmla="*/ 561895 h 1126566"/>
              <a:gd name="connsiteX154" fmla="*/ 12191636 w 12192000"/>
              <a:gd name="connsiteY154" fmla="*/ 558318 h 1126566"/>
              <a:gd name="connsiteX155" fmla="*/ 12192000 w 12192000"/>
              <a:gd name="connsiteY155" fmla="*/ 558295 h 1126566"/>
              <a:gd name="connsiteX156" fmla="*/ 12192000 w 12192000"/>
              <a:gd name="connsiteY156" fmla="*/ 1126566 h 1126566"/>
              <a:gd name="connsiteX157" fmla="*/ 0 w 12192000"/>
              <a:gd name="connsiteY157" fmla="*/ 1126566 h 1126566"/>
              <a:gd name="connsiteX158" fmla="*/ 0 w 12192000"/>
              <a:gd name="connsiteY158" fmla="*/ 401922 h 1126566"/>
              <a:gd name="connsiteX159" fmla="*/ 25242 w 12192000"/>
              <a:gd name="connsiteY159" fmla="*/ 388862 h 1126566"/>
              <a:gd name="connsiteX160" fmla="*/ 96922 w 12192000"/>
              <a:gd name="connsiteY160" fmla="*/ 357381 h 1126566"/>
              <a:gd name="connsiteX161" fmla="*/ 164580 w 12192000"/>
              <a:gd name="connsiteY161" fmla="*/ 322443 h 1126566"/>
              <a:gd name="connsiteX162" fmla="*/ 258712 w 12192000"/>
              <a:gd name="connsiteY162" fmla="*/ 286531 h 1126566"/>
              <a:gd name="connsiteX163" fmla="*/ 316354 w 12192000"/>
              <a:gd name="connsiteY163" fmla="*/ 238529 h 1126566"/>
              <a:gd name="connsiteX164" fmla="*/ 328834 w 12192000"/>
              <a:gd name="connsiteY164" fmla="*/ 240963 h 1126566"/>
              <a:gd name="connsiteX165" fmla="*/ 383414 w 12192000"/>
              <a:gd name="connsiteY165" fmla="*/ 221196 h 1126566"/>
              <a:gd name="connsiteX166" fmla="*/ 537708 w 12192000"/>
              <a:gd name="connsiteY166" fmla="*/ 119020 h 1126566"/>
              <a:gd name="connsiteX167" fmla="*/ 653257 w 12192000"/>
              <a:gd name="connsiteY167" fmla="*/ 91372 h 1126566"/>
              <a:gd name="connsiteX168" fmla="*/ 763197 w 12192000"/>
              <a:gd name="connsiteY168" fmla="*/ 59356 h 1126566"/>
              <a:gd name="connsiteX169" fmla="*/ 778208 w 12192000"/>
              <a:gd name="connsiteY169" fmla="*/ 63801 h 1126566"/>
              <a:gd name="connsiteX170" fmla="*/ 784725 w 12192000"/>
              <a:gd name="connsiteY170" fmla="*/ 62505 h 1126566"/>
              <a:gd name="connsiteX171" fmla="*/ 785400 w 12192000"/>
              <a:gd name="connsiteY171" fmla="*/ 62796 h 1126566"/>
              <a:gd name="connsiteX172" fmla="*/ 786774 w 12192000"/>
              <a:gd name="connsiteY172" fmla="*/ 62098 h 1126566"/>
              <a:gd name="connsiteX173" fmla="*/ 852003 w 12192000"/>
              <a:gd name="connsiteY173" fmla="*/ 61064 h 1126566"/>
              <a:gd name="connsiteX174" fmla="*/ 870719 w 12192000"/>
              <a:gd name="connsiteY174" fmla="*/ 47209 h 1126566"/>
              <a:gd name="connsiteX175" fmla="*/ 883786 w 12192000"/>
              <a:gd name="connsiteY175" fmla="*/ 45814 h 1126566"/>
              <a:gd name="connsiteX176" fmla="*/ 886400 w 12192000"/>
              <a:gd name="connsiteY176" fmla="*/ 43909 h 1126566"/>
              <a:gd name="connsiteX177" fmla="*/ 893881 w 12192000"/>
              <a:gd name="connsiteY177" fmla="*/ 40197 h 1126566"/>
              <a:gd name="connsiteX178" fmla="*/ 886282 w 12192000"/>
              <a:gd name="connsiteY178" fmla="*/ 36610 h 1126566"/>
              <a:gd name="connsiteX179" fmla="*/ 950274 w 12192000"/>
              <a:gd name="connsiteY179" fmla="*/ 20111 h 1126566"/>
              <a:gd name="connsiteX180" fmla="*/ 988432 w 12192000"/>
              <a:gd name="connsiteY180" fmla="*/ 24039 h 1126566"/>
              <a:gd name="connsiteX181" fmla="*/ 1048223 w 12192000"/>
              <a:gd name="connsiteY181" fmla="*/ 19791 h 1126566"/>
              <a:gd name="connsiteX182" fmla="*/ 1177886 w 12192000"/>
              <a:gd name="connsiteY182" fmla="*/ 30728 h 1126566"/>
              <a:gd name="connsiteX183" fmla="*/ 1305018 w 12192000"/>
              <a:gd name="connsiteY183"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72553 w 12192000"/>
              <a:gd name="connsiteY69" fmla="*/ 32726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69814 w 12192000"/>
              <a:gd name="connsiteY88" fmla="*/ 639833 h 1126566"/>
              <a:gd name="connsiteX89" fmla="*/ 9092152 w 12192000"/>
              <a:gd name="connsiteY89" fmla="*/ 609097 h 1126566"/>
              <a:gd name="connsiteX90" fmla="*/ 9156546 w 12192000"/>
              <a:gd name="connsiteY90" fmla="*/ 585468 h 1126566"/>
              <a:gd name="connsiteX91" fmla="*/ 9194830 w 12192000"/>
              <a:gd name="connsiteY91" fmla="*/ 571148 h 1126566"/>
              <a:gd name="connsiteX92" fmla="*/ 9314188 w 12192000"/>
              <a:gd name="connsiteY92" fmla="*/ 547301 h 1126566"/>
              <a:gd name="connsiteX93" fmla="*/ 9505176 w 12192000"/>
              <a:gd name="connsiteY93" fmla="*/ 542666 h 1126566"/>
              <a:gd name="connsiteX94" fmla="*/ 9581851 w 12192000"/>
              <a:gd name="connsiteY94" fmla="*/ 530976 h 1126566"/>
              <a:gd name="connsiteX95" fmla="*/ 9662056 w 12192000"/>
              <a:gd name="connsiteY95" fmla="*/ 524035 h 1126566"/>
              <a:gd name="connsiteX96" fmla="*/ 9724197 w 12192000"/>
              <a:gd name="connsiteY96" fmla="*/ 528337 h 1126566"/>
              <a:gd name="connsiteX97" fmla="*/ 9837846 w 12192000"/>
              <a:gd name="connsiteY97" fmla="*/ 492977 h 1126566"/>
              <a:gd name="connsiteX98" fmla="*/ 9917440 w 12192000"/>
              <a:gd name="connsiteY98" fmla="*/ 459605 h 1126566"/>
              <a:gd name="connsiteX99" fmla="*/ 9918439 w 12192000"/>
              <a:gd name="connsiteY99" fmla="*/ 453114 h 1126566"/>
              <a:gd name="connsiteX100" fmla="*/ 9953039 w 12192000"/>
              <a:gd name="connsiteY100" fmla="*/ 452486 h 1126566"/>
              <a:gd name="connsiteX101" fmla="*/ 9988183 w 12192000"/>
              <a:gd name="connsiteY101" fmla="*/ 448079 h 1126566"/>
              <a:gd name="connsiteX102" fmla="*/ 9991965 w 12192000"/>
              <a:gd name="connsiteY102" fmla="*/ 435969 h 1126566"/>
              <a:gd name="connsiteX103" fmla="*/ 9986932 w 12192000"/>
              <a:gd name="connsiteY103" fmla="*/ 431168 h 1126566"/>
              <a:gd name="connsiteX104" fmla="*/ 9996190 w 12192000"/>
              <a:gd name="connsiteY104" fmla="*/ 429066 h 1126566"/>
              <a:gd name="connsiteX105" fmla="*/ 9999786 w 12192000"/>
              <a:gd name="connsiteY105" fmla="*/ 427758 h 1126566"/>
              <a:gd name="connsiteX106" fmla="*/ 10012936 w 12192000"/>
              <a:gd name="connsiteY106" fmla="*/ 428884 h 1126566"/>
              <a:gd name="connsiteX107" fmla="*/ 10102484 w 12192000"/>
              <a:gd name="connsiteY107" fmla="*/ 441324 h 1126566"/>
              <a:gd name="connsiteX108" fmla="*/ 10199200 w 12192000"/>
              <a:gd name="connsiteY108" fmla="*/ 438197 h 1126566"/>
              <a:gd name="connsiteX109" fmla="*/ 10245648 w 12192000"/>
              <a:gd name="connsiteY109" fmla="*/ 438831 h 1126566"/>
              <a:gd name="connsiteX110" fmla="*/ 10369590 w 12192000"/>
              <a:gd name="connsiteY110" fmla="*/ 423377 h 1126566"/>
              <a:gd name="connsiteX111" fmla="*/ 10575777 w 12192000"/>
              <a:gd name="connsiteY111" fmla="*/ 355859 h 1126566"/>
              <a:gd name="connsiteX112" fmla="*/ 10638984 w 12192000"/>
              <a:gd name="connsiteY112" fmla="*/ 347416 h 1126566"/>
              <a:gd name="connsiteX113" fmla="*/ 10668356 w 12192000"/>
              <a:gd name="connsiteY113" fmla="*/ 340612 h 1126566"/>
              <a:gd name="connsiteX114" fmla="*/ 10732175 w 12192000"/>
              <a:gd name="connsiteY114" fmla="*/ 317549 h 1126566"/>
              <a:gd name="connsiteX115" fmla="*/ 10862886 w 12192000"/>
              <a:gd name="connsiteY115" fmla="*/ 313438 h 1126566"/>
              <a:gd name="connsiteX116" fmla="*/ 10963063 w 12192000"/>
              <a:gd name="connsiteY116" fmla="*/ 317771 h 1126566"/>
              <a:gd name="connsiteX117" fmla="*/ 11018562 w 12192000"/>
              <a:gd name="connsiteY117" fmla="*/ 316991 h 1126566"/>
              <a:gd name="connsiteX118" fmla="*/ 11059692 w 12192000"/>
              <a:gd name="connsiteY118" fmla="*/ 319983 h 1126566"/>
              <a:gd name="connsiteX119" fmla="*/ 11160371 w 12192000"/>
              <a:gd name="connsiteY119" fmla="*/ 308440 h 1126566"/>
              <a:gd name="connsiteX120" fmla="*/ 11178386 w 12192000"/>
              <a:gd name="connsiteY120" fmla="*/ 299490 h 1126566"/>
              <a:gd name="connsiteX121" fmla="*/ 11192494 w 12192000"/>
              <a:gd name="connsiteY121" fmla="*/ 296221 h 1126566"/>
              <a:gd name="connsiteX122" fmla="*/ 11199770 w 12192000"/>
              <a:gd name="connsiteY122" fmla="*/ 299772 h 1126566"/>
              <a:gd name="connsiteX123" fmla="*/ 11217258 w 12192000"/>
              <a:gd name="connsiteY123" fmla="*/ 293681 h 1126566"/>
              <a:gd name="connsiteX124" fmla="*/ 11245798 w 12192000"/>
              <a:gd name="connsiteY124" fmla="*/ 292170 h 1126566"/>
              <a:gd name="connsiteX125" fmla="*/ 11255992 w 12192000"/>
              <a:gd name="connsiteY125" fmla="*/ 291919 h 1126566"/>
              <a:gd name="connsiteX126" fmla="*/ 11264859 w 12192000"/>
              <a:gd name="connsiteY126" fmla="*/ 293937 h 1126566"/>
              <a:gd name="connsiteX127" fmla="*/ 11276151 w 12192000"/>
              <a:gd name="connsiteY127" fmla="*/ 293070 h 1126566"/>
              <a:gd name="connsiteX128" fmla="*/ 11279850 w 12192000"/>
              <a:gd name="connsiteY128" fmla="*/ 291330 h 1126566"/>
              <a:gd name="connsiteX129" fmla="*/ 11290818 w 12192000"/>
              <a:gd name="connsiteY129" fmla="*/ 291060 h 1126566"/>
              <a:gd name="connsiteX130" fmla="*/ 11296248 w 12192000"/>
              <a:gd name="connsiteY130" fmla="*/ 290163 h 1126566"/>
              <a:gd name="connsiteX131" fmla="*/ 11301652 w 12192000"/>
              <a:gd name="connsiteY131" fmla="*/ 290324 h 1126566"/>
              <a:gd name="connsiteX132" fmla="*/ 11339114 w 12192000"/>
              <a:gd name="connsiteY132" fmla="*/ 288153 h 1126566"/>
              <a:gd name="connsiteX133" fmla="*/ 11345146 w 12192000"/>
              <a:gd name="connsiteY133" fmla="*/ 290802 h 1126566"/>
              <a:gd name="connsiteX134" fmla="*/ 11400126 w 12192000"/>
              <a:gd name="connsiteY134" fmla="*/ 292287 h 1126566"/>
              <a:gd name="connsiteX135" fmla="*/ 11400420 w 12192000"/>
              <a:gd name="connsiteY135" fmla="*/ 293758 h 1126566"/>
              <a:gd name="connsiteX136" fmla="*/ 11413889 w 12192000"/>
              <a:gd name="connsiteY136" fmla="*/ 300516 h 1126566"/>
              <a:gd name="connsiteX137" fmla="*/ 11440688 w 12192000"/>
              <a:gd name="connsiteY137" fmla="*/ 310121 h 1126566"/>
              <a:gd name="connsiteX138" fmla="*/ 11496733 w 12192000"/>
              <a:gd name="connsiteY138" fmla="*/ 350225 h 1126566"/>
              <a:gd name="connsiteX139" fmla="*/ 11554005 w 12192000"/>
              <a:gd name="connsiteY139" fmla="*/ 351933 h 1126566"/>
              <a:gd name="connsiteX140" fmla="*/ 11565304 w 12192000"/>
              <a:gd name="connsiteY140" fmla="*/ 353069 h 1126566"/>
              <a:gd name="connsiteX141" fmla="*/ 11565435 w 12192000"/>
              <a:gd name="connsiteY141" fmla="*/ 353419 h 1126566"/>
              <a:gd name="connsiteX142" fmla="*/ 11577168 w 12192000"/>
              <a:gd name="connsiteY142" fmla="*/ 355270 h 1126566"/>
              <a:gd name="connsiteX143" fmla="*/ 11607823 w 12192000"/>
              <a:gd name="connsiteY143" fmla="*/ 357347 h 1126566"/>
              <a:gd name="connsiteX144" fmla="*/ 11664276 w 12192000"/>
              <a:gd name="connsiteY144" fmla="*/ 386951 h 1126566"/>
              <a:gd name="connsiteX145" fmla="*/ 11786197 w 12192000"/>
              <a:gd name="connsiteY145" fmla="*/ 477948 h 1126566"/>
              <a:gd name="connsiteX146" fmla="*/ 11866598 w 12192000"/>
              <a:gd name="connsiteY146" fmla="*/ 486803 h 1126566"/>
              <a:gd name="connsiteX147" fmla="*/ 11916744 w 12192000"/>
              <a:gd name="connsiteY147" fmla="*/ 502917 h 1126566"/>
              <a:gd name="connsiteX148" fmla="*/ 11949248 w 12192000"/>
              <a:gd name="connsiteY148" fmla="*/ 518881 h 1126566"/>
              <a:gd name="connsiteX149" fmla="*/ 11951002 w 12192000"/>
              <a:gd name="connsiteY149" fmla="*/ 518735 h 1126566"/>
              <a:gd name="connsiteX150" fmla="*/ 12026007 w 12192000"/>
              <a:gd name="connsiteY150" fmla="*/ 534384 h 1126566"/>
              <a:gd name="connsiteX151" fmla="*/ 12035188 w 12192000"/>
              <a:gd name="connsiteY151" fmla="*/ 529609 h 1126566"/>
              <a:gd name="connsiteX152" fmla="*/ 12115225 w 12192000"/>
              <a:gd name="connsiteY152" fmla="*/ 561895 h 1126566"/>
              <a:gd name="connsiteX153" fmla="*/ 12191636 w 12192000"/>
              <a:gd name="connsiteY153" fmla="*/ 558318 h 1126566"/>
              <a:gd name="connsiteX154" fmla="*/ 12192000 w 12192000"/>
              <a:gd name="connsiteY154" fmla="*/ 558295 h 1126566"/>
              <a:gd name="connsiteX155" fmla="*/ 12192000 w 12192000"/>
              <a:gd name="connsiteY155" fmla="*/ 1126566 h 1126566"/>
              <a:gd name="connsiteX156" fmla="*/ 0 w 12192000"/>
              <a:gd name="connsiteY156" fmla="*/ 1126566 h 1126566"/>
              <a:gd name="connsiteX157" fmla="*/ 0 w 12192000"/>
              <a:gd name="connsiteY157" fmla="*/ 401922 h 1126566"/>
              <a:gd name="connsiteX158" fmla="*/ 25242 w 12192000"/>
              <a:gd name="connsiteY158" fmla="*/ 388862 h 1126566"/>
              <a:gd name="connsiteX159" fmla="*/ 96922 w 12192000"/>
              <a:gd name="connsiteY159" fmla="*/ 357381 h 1126566"/>
              <a:gd name="connsiteX160" fmla="*/ 164580 w 12192000"/>
              <a:gd name="connsiteY160" fmla="*/ 322443 h 1126566"/>
              <a:gd name="connsiteX161" fmla="*/ 258712 w 12192000"/>
              <a:gd name="connsiteY161" fmla="*/ 286531 h 1126566"/>
              <a:gd name="connsiteX162" fmla="*/ 316354 w 12192000"/>
              <a:gd name="connsiteY162" fmla="*/ 238529 h 1126566"/>
              <a:gd name="connsiteX163" fmla="*/ 328834 w 12192000"/>
              <a:gd name="connsiteY163" fmla="*/ 240963 h 1126566"/>
              <a:gd name="connsiteX164" fmla="*/ 383414 w 12192000"/>
              <a:gd name="connsiteY164" fmla="*/ 221196 h 1126566"/>
              <a:gd name="connsiteX165" fmla="*/ 537708 w 12192000"/>
              <a:gd name="connsiteY165" fmla="*/ 119020 h 1126566"/>
              <a:gd name="connsiteX166" fmla="*/ 653257 w 12192000"/>
              <a:gd name="connsiteY166" fmla="*/ 91372 h 1126566"/>
              <a:gd name="connsiteX167" fmla="*/ 763197 w 12192000"/>
              <a:gd name="connsiteY167" fmla="*/ 59356 h 1126566"/>
              <a:gd name="connsiteX168" fmla="*/ 778208 w 12192000"/>
              <a:gd name="connsiteY168" fmla="*/ 63801 h 1126566"/>
              <a:gd name="connsiteX169" fmla="*/ 784725 w 12192000"/>
              <a:gd name="connsiteY169" fmla="*/ 62505 h 1126566"/>
              <a:gd name="connsiteX170" fmla="*/ 785400 w 12192000"/>
              <a:gd name="connsiteY170" fmla="*/ 62796 h 1126566"/>
              <a:gd name="connsiteX171" fmla="*/ 786774 w 12192000"/>
              <a:gd name="connsiteY171" fmla="*/ 62098 h 1126566"/>
              <a:gd name="connsiteX172" fmla="*/ 852003 w 12192000"/>
              <a:gd name="connsiteY172" fmla="*/ 61064 h 1126566"/>
              <a:gd name="connsiteX173" fmla="*/ 870719 w 12192000"/>
              <a:gd name="connsiteY173" fmla="*/ 47209 h 1126566"/>
              <a:gd name="connsiteX174" fmla="*/ 883786 w 12192000"/>
              <a:gd name="connsiteY174" fmla="*/ 45814 h 1126566"/>
              <a:gd name="connsiteX175" fmla="*/ 886400 w 12192000"/>
              <a:gd name="connsiteY175" fmla="*/ 43909 h 1126566"/>
              <a:gd name="connsiteX176" fmla="*/ 893881 w 12192000"/>
              <a:gd name="connsiteY176" fmla="*/ 40197 h 1126566"/>
              <a:gd name="connsiteX177" fmla="*/ 886282 w 12192000"/>
              <a:gd name="connsiteY177" fmla="*/ 36610 h 1126566"/>
              <a:gd name="connsiteX178" fmla="*/ 950274 w 12192000"/>
              <a:gd name="connsiteY178" fmla="*/ 20111 h 1126566"/>
              <a:gd name="connsiteX179" fmla="*/ 988432 w 12192000"/>
              <a:gd name="connsiteY179" fmla="*/ 24039 h 1126566"/>
              <a:gd name="connsiteX180" fmla="*/ 1048223 w 12192000"/>
              <a:gd name="connsiteY180" fmla="*/ 19791 h 1126566"/>
              <a:gd name="connsiteX181" fmla="*/ 1177886 w 12192000"/>
              <a:gd name="connsiteY181" fmla="*/ 30728 h 1126566"/>
              <a:gd name="connsiteX182" fmla="*/ 1305018 w 12192000"/>
              <a:gd name="connsiteY182"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45883 w 12192000"/>
              <a:gd name="connsiteY69" fmla="*/ 304401 h 1126566"/>
              <a:gd name="connsiteX70" fmla="*/ 6598839 w 12192000"/>
              <a:gd name="connsiteY70" fmla="*/ 327138 h 1126566"/>
              <a:gd name="connsiteX71" fmla="*/ 6674894 w 12192000"/>
              <a:gd name="connsiteY71" fmla="*/ 339184 h 1126566"/>
              <a:gd name="connsiteX72" fmla="*/ 670980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69814 w 12192000"/>
              <a:gd name="connsiteY88" fmla="*/ 639833 h 1126566"/>
              <a:gd name="connsiteX89" fmla="*/ 9092152 w 12192000"/>
              <a:gd name="connsiteY89" fmla="*/ 609097 h 1126566"/>
              <a:gd name="connsiteX90" fmla="*/ 9156546 w 12192000"/>
              <a:gd name="connsiteY90" fmla="*/ 585468 h 1126566"/>
              <a:gd name="connsiteX91" fmla="*/ 9194830 w 12192000"/>
              <a:gd name="connsiteY91" fmla="*/ 571148 h 1126566"/>
              <a:gd name="connsiteX92" fmla="*/ 9314188 w 12192000"/>
              <a:gd name="connsiteY92" fmla="*/ 547301 h 1126566"/>
              <a:gd name="connsiteX93" fmla="*/ 9505176 w 12192000"/>
              <a:gd name="connsiteY93" fmla="*/ 542666 h 1126566"/>
              <a:gd name="connsiteX94" fmla="*/ 9581851 w 12192000"/>
              <a:gd name="connsiteY94" fmla="*/ 530976 h 1126566"/>
              <a:gd name="connsiteX95" fmla="*/ 9662056 w 12192000"/>
              <a:gd name="connsiteY95" fmla="*/ 524035 h 1126566"/>
              <a:gd name="connsiteX96" fmla="*/ 9724197 w 12192000"/>
              <a:gd name="connsiteY96" fmla="*/ 528337 h 1126566"/>
              <a:gd name="connsiteX97" fmla="*/ 9837846 w 12192000"/>
              <a:gd name="connsiteY97" fmla="*/ 492977 h 1126566"/>
              <a:gd name="connsiteX98" fmla="*/ 9917440 w 12192000"/>
              <a:gd name="connsiteY98" fmla="*/ 459605 h 1126566"/>
              <a:gd name="connsiteX99" fmla="*/ 9918439 w 12192000"/>
              <a:gd name="connsiteY99" fmla="*/ 453114 h 1126566"/>
              <a:gd name="connsiteX100" fmla="*/ 9953039 w 12192000"/>
              <a:gd name="connsiteY100" fmla="*/ 452486 h 1126566"/>
              <a:gd name="connsiteX101" fmla="*/ 9988183 w 12192000"/>
              <a:gd name="connsiteY101" fmla="*/ 448079 h 1126566"/>
              <a:gd name="connsiteX102" fmla="*/ 9991965 w 12192000"/>
              <a:gd name="connsiteY102" fmla="*/ 435969 h 1126566"/>
              <a:gd name="connsiteX103" fmla="*/ 9986932 w 12192000"/>
              <a:gd name="connsiteY103" fmla="*/ 431168 h 1126566"/>
              <a:gd name="connsiteX104" fmla="*/ 9996190 w 12192000"/>
              <a:gd name="connsiteY104" fmla="*/ 429066 h 1126566"/>
              <a:gd name="connsiteX105" fmla="*/ 9999786 w 12192000"/>
              <a:gd name="connsiteY105" fmla="*/ 427758 h 1126566"/>
              <a:gd name="connsiteX106" fmla="*/ 10012936 w 12192000"/>
              <a:gd name="connsiteY106" fmla="*/ 428884 h 1126566"/>
              <a:gd name="connsiteX107" fmla="*/ 10102484 w 12192000"/>
              <a:gd name="connsiteY107" fmla="*/ 441324 h 1126566"/>
              <a:gd name="connsiteX108" fmla="*/ 10199200 w 12192000"/>
              <a:gd name="connsiteY108" fmla="*/ 438197 h 1126566"/>
              <a:gd name="connsiteX109" fmla="*/ 10245648 w 12192000"/>
              <a:gd name="connsiteY109" fmla="*/ 438831 h 1126566"/>
              <a:gd name="connsiteX110" fmla="*/ 10369590 w 12192000"/>
              <a:gd name="connsiteY110" fmla="*/ 423377 h 1126566"/>
              <a:gd name="connsiteX111" fmla="*/ 10575777 w 12192000"/>
              <a:gd name="connsiteY111" fmla="*/ 355859 h 1126566"/>
              <a:gd name="connsiteX112" fmla="*/ 10638984 w 12192000"/>
              <a:gd name="connsiteY112" fmla="*/ 347416 h 1126566"/>
              <a:gd name="connsiteX113" fmla="*/ 10668356 w 12192000"/>
              <a:gd name="connsiteY113" fmla="*/ 340612 h 1126566"/>
              <a:gd name="connsiteX114" fmla="*/ 10732175 w 12192000"/>
              <a:gd name="connsiteY114" fmla="*/ 317549 h 1126566"/>
              <a:gd name="connsiteX115" fmla="*/ 10862886 w 12192000"/>
              <a:gd name="connsiteY115" fmla="*/ 313438 h 1126566"/>
              <a:gd name="connsiteX116" fmla="*/ 10963063 w 12192000"/>
              <a:gd name="connsiteY116" fmla="*/ 317771 h 1126566"/>
              <a:gd name="connsiteX117" fmla="*/ 11018562 w 12192000"/>
              <a:gd name="connsiteY117" fmla="*/ 316991 h 1126566"/>
              <a:gd name="connsiteX118" fmla="*/ 11059692 w 12192000"/>
              <a:gd name="connsiteY118" fmla="*/ 319983 h 1126566"/>
              <a:gd name="connsiteX119" fmla="*/ 11160371 w 12192000"/>
              <a:gd name="connsiteY119" fmla="*/ 308440 h 1126566"/>
              <a:gd name="connsiteX120" fmla="*/ 11178386 w 12192000"/>
              <a:gd name="connsiteY120" fmla="*/ 299490 h 1126566"/>
              <a:gd name="connsiteX121" fmla="*/ 11192494 w 12192000"/>
              <a:gd name="connsiteY121" fmla="*/ 296221 h 1126566"/>
              <a:gd name="connsiteX122" fmla="*/ 11199770 w 12192000"/>
              <a:gd name="connsiteY122" fmla="*/ 299772 h 1126566"/>
              <a:gd name="connsiteX123" fmla="*/ 11217258 w 12192000"/>
              <a:gd name="connsiteY123" fmla="*/ 293681 h 1126566"/>
              <a:gd name="connsiteX124" fmla="*/ 11245798 w 12192000"/>
              <a:gd name="connsiteY124" fmla="*/ 292170 h 1126566"/>
              <a:gd name="connsiteX125" fmla="*/ 11255992 w 12192000"/>
              <a:gd name="connsiteY125" fmla="*/ 291919 h 1126566"/>
              <a:gd name="connsiteX126" fmla="*/ 11264859 w 12192000"/>
              <a:gd name="connsiteY126" fmla="*/ 293937 h 1126566"/>
              <a:gd name="connsiteX127" fmla="*/ 11276151 w 12192000"/>
              <a:gd name="connsiteY127" fmla="*/ 293070 h 1126566"/>
              <a:gd name="connsiteX128" fmla="*/ 11279850 w 12192000"/>
              <a:gd name="connsiteY128" fmla="*/ 291330 h 1126566"/>
              <a:gd name="connsiteX129" fmla="*/ 11290818 w 12192000"/>
              <a:gd name="connsiteY129" fmla="*/ 291060 h 1126566"/>
              <a:gd name="connsiteX130" fmla="*/ 11296248 w 12192000"/>
              <a:gd name="connsiteY130" fmla="*/ 290163 h 1126566"/>
              <a:gd name="connsiteX131" fmla="*/ 11301652 w 12192000"/>
              <a:gd name="connsiteY131" fmla="*/ 290324 h 1126566"/>
              <a:gd name="connsiteX132" fmla="*/ 11339114 w 12192000"/>
              <a:gd name="connsiteY132" fmla="*/ 288153 h 1126566"/>
              <a:gd name="connsiteX133" fmla="*/ 11345146 w 12192000"/>
              <a:gd name="connsiteY133" fmla="*/ 290802 h 1126566"/>
              <a:gd name="connsiteX134" fmla="*/ 11400126 w 12192000"/>
              <a:gd name="connsiteY134" fmla="*/ 292287 h 1126566"/>
              <a:gd name="connsiteX135" fmla="*/ 11400420 w 12192000"/>
              <a:gd name="connsiteY135" fmla="*/ 293758 h 1126566"/>
              <a:gd name="connsiteX136" fmla="*/ 11413889 w 12192000"/>
              <a:gd name="connsiteY136" fmla="*/ 300516 h 1126566"/>
              <a:gd name="connsiteX137" fmla="*/ 11440688 w 12192000"/>
              <a:gd name="connsiteY137" fmla="*/ 310121 h 1126566"/>
              <a:gd name="connsiteX138" fmla="*/ 11496733 w 12192000"/>
              <a:gd name="connsiteY138" fmla="*/ 350225 h 1126566"/>
              <a:gd name="connsiteX139" fmla="*/ 11554005 w 12192000"/>
              <a:gd name="connsiteY139" fmla="*/ 351933 h 1126566"/>
              <a:gd name="connsiteX140" fmla="*/ 11565304 w 12192000"/>
              <a:gd name="connsiteY140" fmla="*/ 353069 h 1126566"/>
              <a:gd name="connsiteX141" fmla="*/ 11565435 w 12192000"/>
              <a:gd name="connsiteY141" fmla="*/ 353419 h 1126566"/>
              <a:gd name="connsiteX142" fmla="*/ 11577168 w 12192000"/>
              <a:gd name="connsiteY142" fmla="*/ 355270 h 1126566"/>
              <a:gd name="connsiteX143" fmla="*/ 11607823 w 12192000"/>
              <a:gd name="connsiteY143" fmla="*/ 357347 h 1126566"/>
              <a:gd name="connsiteX144" fmla="*/ 11664276 w 12192000"/>
              <a:gd name="connsiteY144" fmla="*/ 386951 h 1126566"/>
              <a:gd name="connsiteX145" fmla="*/ 11786197 w 12192000"/>
              <a:gd name="connsiteY145" fmla="*/ 477948 h 1126566"/>
              <a:gd name="connsiteX146" fmla="*/ 11866598 w 12192000"/>
              <a:gd name="connsiteY146" fmla="*/ 486803 h 1126566"/>
              <a:gd name="connsiteX147" fmla="*/ 11916744 w 12192000"/>
              <a:gd name="connsiteY147" fmla="*/ 502917 h 1126566"/>
              <a:gd name="connsiteX148" fmla="*/ 11949248 w 12192000"/>
              <a:gd name="connsiteY148" fmla="*/ 518881 h 1126566"/>
              <a:gd name="connsiteX149" fmla="*/ 11951002 w 12192000"/>
              <a:gd name="connsiteY149" fmla="*/ 518735 h 1126566"/>
              <a:gd name="connsiteX150" fmla="*/ 12026007 w 12192000"/>
              <a:gd name="connsiteY150" fmla="*/ 534384 h 1126566"/>
              <a:gd name="connsiteX151" fmla="*/ 12035188 w 12192000"/>
              <a:gd name="connsiteY151" fmla="*/ 529609 h 1126566"/>
              <a:gd name="connsiteX152" fmla="*/ 12115225 w 12192000"/>
              <a:gd name="connsiteY152" fmla="*/ 561895 h 1126566"/>
              <a:gd name="connsiteX153" fmla="*/ 12191636 w 12192000"/>
              <a:gd name="connsiteY153" fmla="*/ 558318 h 1126566"/>
              <a:gd name="connsiteX154" fmla="*/ 12192000 w 12192000"/>
              <a:gd name="connsiteY154" fmla="*/ 558295 h 1126566"/>
              <a:gd name="connsiteX155" fmla="*/ 12192000 w 12192000"/>
              <a:gd name="connsiteY155" fmla="*/ 1126566 h 1126566"/>
              <a:gd name="connsiteX156" fmla="*/ 0 w 12192000"/>
              <a:gd name="connsiteY156" fmla="*/ 1126566 h 1126566"/>
              <a:gd name="connsiteX157" fmla="*/ 0 w 12192000"/>
              <a:gd name="connsiteY157" fmla="*/ 401922 h 1126566"/>
              <a:gd name="connsiteX158" fmla="*/ 25242 w 12192000"/>
              <a:gd name="connsiteY158" fmla="*/ 388862 h 1126566"/>
              <a:gd name="connsiteX159" fmla="*/ 96922 w 12192000"/>
              <a:gd name="connsiteY159" fmla="*/ 357381 h 1126566"/>
              <a:gd name="connsiteX160" fmla="*/ 164580 w 12192000"/>
              <a:gd name="connsiteY160" fmla="*/ 322443 h 1126566"/>
              <a:gd name="connsiteX161" fmla="*/ 258712 w 12192000"/>
              <a:gd name="connsiteY161" fmla="*/ 286531 h 1126566"/>
              <a:gd name="connsiteX162" fmla="*/ 316354 w 12192000"/>
              <a:gd name="connsiteY162" fmla="*/ 238529 h 1126566"/>
              <a:gd name="connsiteX163" fmla="*/ 328834 w 12192000"/>
              <a:gd name="connsiteY163" fmla="*/ 240963 h 1126566"/>
              <a:gd name="connsiteX164" fmla="*/ 383414 w 12192000"/>
              <a:gd name="connsiteY164" fmla="*/ 221196 h 1126566"/>
              <a:gd name="connsiteX165" fmla="*/ 537708 w 12192000"/>
              <a:gd name="connsiteY165" fmla="*/ 119020 h 1126566"/>
              <a:gd name="connsiteX166" fmla="*/ 653257 w 12192000"/>
              <a:gd name="connsiteY166" fmla="*/ 91372 h 1126566"/>
              <a:gd name="connsiteX167" fmla="*/ 763197 w 12192000"/>
              <a:gd name="connsiteY167" fmla="*/ 59356 h 1126566"/>
              <a:gd name="connsiteX168" fmla="*/ 778208 w 12192000"/>
              <a:gd name="connsiteY168" fmla="*/ 63801 h 1126566"/>
              <a:gd name="connsiteX169" fmla="*/ 784725 w 12192000"/>
              <a:gd name="connsiteY169" fmla="*/ 62505 h 1126566"/>
              <a:gd name="connsiteX170" fmla="*/ 785400 w 12192000"/>
              <a:gd name="connsiteY170" fmla="*/ 62796 h 1126566"/>
              <a:gd name="connsiteX171" fmla="*/ 786774 w 12192000"/>
              <a:gd name="connsiteY171" fmla="*/ 62098 h 1126566"/>
              <a:gd name="connsiteX172" fmla="*/ 852003 w 12192000"/>
              <a:gd name="connsiteY172" fmla="*/ 61064 h 1126566"/>
              <a:gd name="connsiteX173" fmla="*/ 870719 w 12192000"/>
              <a:gd name="connsiteY173" fmla="*/ 47209 h 1126566"/>
              <a:gd name="connsiteX174" fmla="*/ 883786 w 12192000"/>
              <a:gd name="connsiteY174" fmla="*/ 45814 h 1126566"/>
              <a:gd name="connsiteX175" fmla="*/ 886400 w 12192000"/>
              <a:gd name="connsiteY175" fmla="*/ 43909 h 1126566"/>
              <a:gd name="connsiteX176" fmla="*/ 893881 w 12192000"/>
              <a:gd name="connsiteY176" fmla="*/ 40197 h 1126566"/>
              <a:gd name="connsiteX177" fmla="*/ 886282 w 12192000"/>
              <a:gd name="connsiteY177" fmla="*/ 36610 h 1126566"/>
              <a:gd name="connsiteX178" fmla="*/ 950274 w 12192000"/>
              <a:gd name="connsiteY178" fmla="*/ 20111 h 1126566"/>
              <a:gd name="connsiteX179" fmla="*/ 988432 w 12192000"/>
              <a:gd name="connsiteY179" fmla="*/ 24039 h 1126566"/>
              <a:gd name="connsiteX180" fmla="*/ 1048223 w 12192000"/>
              <a:gd name="connsiteY180" fmla="*/ 19791 h 1126566"/>
              <a:gd name="connsiteX181" fmla="*/ 1177886 w 12192000"/>
              <a:gd name="connsiteY181" fmla="*/ 30728 h 1126566"/>
              <a:gd name="connsiteX182" fmla="*/ 1305018 w 12192000"/>
              <a:gd name="connsiteY182"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45883 w 12192000"/>
              <a:gd name="connsiteY69" fmla="*/ 304401 h 1126566"/>
              <a:gd name="connsiteX70" fmla="*/ 6598839 w 12192000"/>
              <a:gd name="connsiteY70" fmla="*/ 327138 h 1126566"/>
              <a:gd name="connsiteX71" fmla="*/ 6674894 w 12192000"/>
              <a:gd name="connsiteY71" fmla="*/ 339184 h 1126566"/>
              <a:gd name="connsiteX72" fmla="*/ 6698374 w 12192000"/>
              <a:gd name="connsiteY72" fmla="*/ 345663 h 1126566"/>
              <a:gd name="connsiteX73" fmla="*/ 6788093 w 12192000"/>
              <a:gd name="connsiteY73" fmla="*/ 377012 h 1126566"/>
              <a:gd name="connsiteX74" fmla="*/ 6944546 w 12192000"/>
              <a:gd name="connsiteY74" fmla="*/ 38654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69814 w 12192000"/>
              <a:gd name="connsiteY88" fmla="*/ 639833 h 1126566"/>
              <a:gd name="connsiteX89" fmla="*/ 9092152 w 12192000"/>
              <a:gd name="connsiteY89" fmla="*/ 609097 h 1126566"/>
              <a:gd name="connsiteX90" fmla="*/ 9156546 w 12192000"/>
              <a:gd name="connsiteY90" fmla="*/ 585468 h 1126566"/>
              <a:gd name="connsiteX91" fmla="*/ 9194830 w 12192000"/>
              <a:gd name="connsiteY91" fmla="*/ 571148 h 1126566"/>
              <a:gd name="connsiteX92" fmla="*/ 9314188 w 12192000"/>
              <a:gd name="connsiteY92" fmla="*/ 547301 h 1126566"/>
              <a:gd name="connsiteX93" fmla="*/ 9505176 w 12192000"/>
              <a:gd name="connsiteY93" fmla="*/ 542666 h 1126566"/>
              <a:gd name="connsiteX94" fmla="*/ 9581851 w 12192000"/>
              <a:gd name="connsiteY94" fmla="*/ 530976 h 1126566"/>
              <a:gd name="connsiteX95" fmla="*/ 9662056 w 12192000"/>
              <a:gd name="connsiteY95" fmla="*/ 524035 h 1126566"/>
              <a:gd name="connsiteX96" fmla="*/ 9724197 w 12192000"/>
              <a:gd name="connsiteY96" fmla="*/ 528337 h 1126566"/>
              <a:gd name="connsiteX97" fmla="*/ 9837846 w 12192000"/>
              <a:gd name="connsiteY97" fmla="*/ 492977 h 1126566"/>
              <a:gd name="connsiteX98" fmla="*/ 9917440 w 12192000"/>
              <a:gd name="connsiteY98" fmla="*/ 459605 h 1126566"/>
              <a:gd name="connsiteX99" fmla="*/ 9918439 w 12192000"/>
              <a:gd name="connsiteY99" fmla="*/ 453114 h 1126566"/>
              <a:gd name="connsiteX100" fmla="*/ 9953039 w 12192000"/>
              <a:gd name="connsiteY100" fmla="*/ 452486 h 1126566"/>
              <a:gd name="connsiteX101" fmla="*/ 9988183 w 12192000"/>
              <a:gd name="connsiteY101" fmla="*/ 448079 h 1126566"/>
              <a:gd name="connsiteX102" fmla="*/ 9991965 w 12192000"/>
              <a:gd name="connsiteY102" fmla="*/ 435969 h 1126566"/>
              <a:gd name="connsiteX103" fmla="*/ 9986932 w 12192000"/>
              <a:gd name="connsiteY103" fmla="*/ 431168 h 1126566"/>
              <a:gd name="connsiteX104" fmla="*/ 9996190 w 12192000"/>
              <a:gd name="connsiteY104" fmla="*/ 429066 h 1126566"/>
              <a:gd name="connsiteX105" fmla="*/ 9999786 w 12192000"/>
              <a:gd name="connsiteY105" fmla="*/ 427758 h 1126566"/>
              <a:gd name="connsiteX106" fmla="*/ 10012936 w 12192000"/>
              <a:gd name="connsiteY106" fmla="*/ 428884 h 1126566"/>
              <a:gd name="connsiteX107" fmla="*/ 10102484 w 12192000"/>
              <a:gd name="connsiteY107" fmla="*/ 441324 h 1126566"/>
              <a:gd name="connsiteX108" fmla="*/ 10199200 w 12192000"/>
              <a:gd name="connsiteY108" fmla="*/ 438197 h 1126566"/>
              <a:gd name="connsiteX109" fmla="*/ 10245648 w 12192000"/>
              <a:gd name="connsiteY109" fmla="*/ 438831 h 1126566"/>
              <a:gd name="connsiteX110" fmla="*/ 10369590 w 12192000"/>
              <a:gd name="connsiteY110" fmla="*/ 423377 h 1126566"/>
              <a:gd name="connsiteX111" fmla="*/ 10575777 w 12192000"/>
              <a:gd name="connsiteY111" fmla="*/ 355859 h 1126566"/>
              <a:gd name="connsiteX112" fmla="*/ 10638984 w 12192000"/>
              <a:gd name="connsiteY112" fmla="*/ 347416 h 1126566"/>
              <a:gd name="connsiteX113" fmla="*/ 10668356 w 12192000"/>
              <a:gd name="connsiteY113" fmla="*/ 340612 h 1126566"/>
              <a:gd name="connsiteX114" fmla="*/ 10732175 w 12192000"/>
              <a:gd name="connsiteY114" fmla="*/ 317549 h 1126566"/>
              <a:gd name="connsiteX115" fmla="*/ 10862886 w 12192000"/>
              <a:gd name="connsiteY115" fmla="*/ 313438 h 1126566"/>
              <a:gd name="connsiteX116" fmla="*/ 10963063 w 12192000"/>
              <a:gd name="connsiteY116" fmla="*/ 317771 h 1126566"/>
              <a:gd name="connsiteX117" fmla="*/ 11018562 w 12192000"/>
              <a:gd name="connsiteY117" fmla="*/ 316991 h 1126566"/>
              <a:gd name="connsiteX118" fmla="*/ 11059692 w 12192000"/>
              <a:gd name="connsiteY118" fmla="*/ 319983 h 1126566"/>
              <a:gd name="connsiteX119" fmla="*/ 11160371 w 12192000"/>
              <a:gd name="connsiteY119" fmla="*/ 308440 h 1126566"/>
              <a:gd name="connsiteX120" fmla="*/ 11178386 w 12192000"/>
              <a:gd name="connsiteY120" fmla="*/ 299490 h 1126566"/>
              <a:gd name="connsiteX121" fmla="*/ 11192494 w 12192000"/>
              <a:gd name="connsiteY121" fmla="*/ 296221 h 1126566"/>
              <a:gd name="connsiteX122" fmla="*/ 11199770 w 12192000"/>
              <a:gd name="connsiteY122" fmla="*/ 299772 h 1126566"/>
              <a:gd name="connsiteX123" fmla="*/ 11217258 w 12192000"/>
              <a:gd name="connsiteY123" fmla="*/ 293681 h 1126566"/>
              <a:gd name="connsiteX124" fmla="*/ 11245798 w 12192000"/>
              <a:gd name="connsiteY124" fmla="*/ 292170 h 1126566"/>
              <a:gd name="connsiteX125" fmla="*/ 11255992 w 12192000"/>
              <a:gd name="connsiteY125" fmla="*/ 291919 h 1126566"/>
              <a:gd name="connsiteX126" fmla="*/ 11264859 w 12192000"/>
              <a:gd name="connsiteY126" fmla="*/ 293937 h 1126566"/>
              <a:gd name="connsiteX127" fmla="*/ 11276151 w 12192000"/>
              <a:gd name="connsiteY127" fmla="*/ 293070 h 1126566"/>
              <a:gd name="connsiteX128" fmla="*/ 11279850 w 12192000"/>
              <a:gd name="connsiteY128" fmla="*/ 291330 h 1126566"/>
              <a:gd name="connsiteX129" fmla="*/ 11290818 w 12192000"/>
              <a:gd name="connsiteY129" fmla="*/ 291060 h 1126566"/>
              <a:gd name="connsiteX130" fmla="*/ 11296248 w 12192000"/>
              <a:gd name="connsiteY130" fmla="*/ 290163 h 1126566"/>
              <a:gd name="connsiteX131" fmla="*/ 11301652 w 12192000"/>
              <a:gd name="connsiteY131" fmla="*/ 290324 h 1126566"/>
              <a:gd name="connsiteX132" fmla="*/ 11339114 w 12192000"/>
              <a:gd name="connsiteY132" fmla="*/ 288153 h 1126566"/>
              <a:gd name="connsiteX133" fmla="*/ 11345146 w 12192000"/>
              <a:gd name="connsiteY133" fmla="*/ 290802 h 1126566"/>
              <a:gd name="connsiteX134" fmla="*/ 11400126 w 12192000"/>
              <a:gd name="connsiteY134" fmla="*/ 292287 h 1126566"/>
              <a:gd name="connsiteX135" fmla="*/ 11400420 w 12192000"/>
              <a:gd name="connsiteY135" fmla="*/ 293758 h 1126566"/>
              <a:gd name="connsiteX136" fmla="*/ 11413889 w 12192000"/>
              <a:gd name="connsiteY136" fmla="*/ 300516 h 1126566"/>
              <a:gd name="connsiteX137" fmla="*/ 11440688 w 12192000"/>
              <a:gd name="connsiteY137" fmla="*/ 310121 h 1126566"/>
              <a:gd name="connsiteX138" fmla="*/ 11496733 w 12192000"/>
              <a:gd name="connsiteY138" fmla="*/ 350225 h 1126566"/>
              <a:gd name="connsiteX139" fmla="*/ 11554005 w 12192000"/>
              <a:gd name="connsiteY139" fmla="*/ 351933 h 1126566"/>
              <a:gd name="connsiteX140" fmla="*/ 11565304 w 12192000"/>
              <a:gd name="connsiteY140" fmla="*/ 353069 h 1126566"/>
              <a:gd name="connsiteX141" fmla="*/ 11565435 w 12192000"/>
              <a:gd name="connsiteY141" fmla="*/ 353419 h 1126566"/>
              <a:gd name="connsiteX142" fmla="*/ 11577168 w 12192000"/>
              <a:gd name="connsiteY142" fmla="*/ 355270 h 1126566"/>
              <a:gd name="connsiteX143" fmla="*/ 11607823 w 12192000"/>
              <a:gd name="connsiteY143" fmla="*/ 357347 h 1126566"/>
              <a:gd name="connsiteX144" fmla="*/ 11664276 w 12192000"/>
              <a:gd name="connsiteY144" fmla="*/ 386951 h 1126566"/>
              <a:gd name="connsiteX145" fmla="*/ 11786197 w 12192000"/>
              <a:gd name="connsiteY145" fmla="*/ 477948 h 1126566"/>
              <a:gd name="connsiteX146" fmla="*/ 11866598 w 12192000"/>
              <a:gd name="connsiteY146" fmla="*/ 486803 h 1126566"/>
              <a:gd name="connsiteX147" fmla="*/ 11916744 w 12192000"/>
              <a:gd name="connsiteY147" fmla="*/ 502917 h 1126566"/>
              <a:gd name="connsiteX148" fmla="*/ 11949248 w 12192000"/>
              <a:gd name="connsiteY148" fmla="*/ 518881 h 1126566"/>
              <a:gd name="connsiteX149" fmla="*/ 11951002 w 12192000"/>
              <a:gd name="connsiteY149" fmla="*/ 518735 h 1126566"/>
              <a:gd name="connsiteX150" fmla="*/ 12026007 w 12192000"/>
              <a:gd name="connsiteY150" fmla="*/ 534384 h 1126566"/>
              <a:gd name="connsiteX151" fmla="*/ 12035188 w 12192000"/>
              <a:gd name="connsiteY151" fmla="*/ 529609 h 1126566"/>
              <a:gd name="connsiteX152" fmla="*/ 12115225 w 12192000"/>
              <a:gd name="connsiteY152" fmla="*/ 561895 h 1126566"/>
              <a:gd name="connsiteX153" fmla="*/ 12191636 w 12192000"/>
              <a:gd name="connsiteY153" fmla="*/ 558318 h 1126566"/>
              <a:gd name="connsiteX154" fmla="*/ 12192000 w 12192000"/>
              <a:gd name="connsiteY154" fmla="*/ 558295 h 1126566"/>
              <a:gd name="connsiteX155" fmla="*/ 12192000 w 12192000"/>
              <a:gd name="connsiteY155" fmla="*/ 1126566 h 1126566"/>
              <a:gd name="connsiteX156" fmla="*/ 0 w 12192000"/>
              <a:gd name="connsiteY156" fmla="*/ 1126566 h 1126566"/>
              <a:gd name="connsiteX157" fmla="*/ 0 w 12192000"/>
              <a:gd name="connsiteY157" fmla="*/ 401922 h 1126566"/>
              <a:gd name="connsiteX158" fmla="*/ 25242 w 12192000"/>
              <a:gd name="connsiteY158" fmla="*/ 388862 h 1126566"/>
              <a:gd name="connsiteX159" fmla="*/ 96922 w 12192000"/>
              <a:gd name="connsiteY159" fmla="*/ 357381 h 1126566"/>
              <a:gd name="connsiteX160" fmla="*/ 164580 w 12192000"/>
              <a:gd name="connsiteY160" fmla="*/ 322443 h 1126566"/>
              <a:gd name="connsiteX161" fmla="*/ 258712 w 12192000"/>
              <a:gd name="connsiteY161" fmla="*/ 286531 h 1126566"/>
              <a:gd name="connsiteX162" fmla="*/ 316354 w 12192000"/>
              <a:gd name="connsiteY162" fmla="*/ 238529 h 1126566"/>
              <a:gd name="connsiteX163" fmla="*/ 328834 w 12192000"/>
              <a:gd name="connsiteY163" fmla="*/ 240963 h 1126566"/>
              <a:gd name="connsiteX164" fmla="*/ 383414 w 12192000"/>
              <a:gd name="connsiteY164" fmla="*/ 221196 h 1126566"/>
              <a:gd name="connsiteX165" fmla="*/ 537708 w 12192000"/>
              <a:gd name="connsiteY165" fmla="*/ 119020 h 1126566"/>
              <a:gd name="connsiteX166" fmla="*/ 653257 w 12192000"/>
              <a:gd name="connsiteY166" fmla="*/ 91372 h 1126566"/>
              <a:gd name="connsiteX167" fmla="*/ 763197 w 12192000"/>
              <a:gd name="connsiteY167" fmla="*/ 59356 h 1126566"/>
              <a:gd name="connsiteX168" fmla="*/ 778208 w 12192000"/>
              <a:gd name="connsiteY168" fmla="*/ 63801 h 1126566"/>
              <a:gd name="connsiteX169" fmla="*/ 784725 w 12192000"/>
              <a:gd name="connsiteY169" fmla="*/ 62505 h 1126566"/>
              <a:gd name="connsiteX170" fmla="*/ 785400 w 12192000"/>
              <a:gd name="connsiteY170" fmla="*/ 62796 h 1126566"/>
              <a:gd name="connsiteX171" fmla="*/ 786774 w 12192000"/>
              <a:gd name="connsiteY171" fmla="*/ 62098 h 1126566"/>
              <a:gd name="connsiteX172" fmla="*/ 852003 w 12192000"/>
              <a:gd name="connsiteY172" fmla="*/ 61064 h 1126566"/>
              <a:gd name="connsiteX173" fmla="*/ 870719 w 12192000"/>
              <a:gd name="connsiteY173" fmla="*/ 47209 h 1126566"/>
              <a:gd name="connsiteX174" fmla="*/ 883786 w 12192000"/>
              <a:gd name="connsiteY174" fmla="*/ 45814 h 1126566"/>
              <a:gd name="connsiteX175" fmla="*/ 886400 w 12192000"/>
              <a:gd name="connsiteY175" fmla="*/ 43909 h 1126566"/>
              <a:gd name="connsiteX176" fmla="*/ 893881 w 12192000"/>
              <a:gd name="connsiteY176" fmla="*/ 40197 h 1126566"/>
              <a:gd name="connsiteX177" fmla="*/ 886282 w 12192000"/>
              <a:gd name="connsiteY177" fmla="*/ 36610 h 1126566"/>
              <a:gd name="connsiteX178" fmla="*/ 950274 w 12192000"/>
              <a:gd name="connsiteY178" fmla="*/ 20111 h 1126566"/>
              <a:gd name="connsiteX179" fmla="*/ 988432 w 12192000"/>
              <a:gd name="connsiteY179" fmla="*/ 24039 h 1126566"/>
              <a:gd name="connsiteX180" fmla="*/ 1048223 w 12192000"/>
              <a:gd name="connsiteY180" fmla="*/ 19791 h 1126566"/>
              <a:gd name="connsiteX181" fmla="*/ 1177886 w 12192000"/>
              <a:gd name="connsiteY181" fmla="*/ 30728 h 1126566"/>
              <a:gd name="connsiteX182" fmla="*/ 1305018 w 12192000"/>
              <a:gd name="connsiteY182" fmla="*/ 0 h 1126566"/>
              <a:gd name="connsiteX0" fmla="*/ 1305018 w 12192000"/>
              <a:gd name="connsiteY0" fmla="*/ 0 h 1126566"/>
              <a:gd name="connsiteX1" fmla="*/ 1338012 w 12192000"/>
              <a:gd name="connsiteY1" fmla="*/ 2184 h 1126566"/>
              <a:gd name="connsiteX2" fmla="*/ 1368320 w 12192000"/>
              <a:gd name="connsiteY2" fmla="*/ 11572 h 1126566"/>
              <a:gd name="connsiteX3" fmla="*/ 1367764 w 12192000"/>
              <a:gd name="connsiteY3" fmla="*/ 14115 h 1126566"/>
              <a:gd name="connsiteX4" fmla="*/ 1372564 w 12192000"/>
              <a:gd name="connsiteY4" fmla="*/ 15636 h 1126566"/>
              <a:gd name="connsiteX5" fmla="*/ 1377226 w 12192000"/>
              <a:gd name="connsiteY5" fmla="*/ 14330 h 1126566"/>
              <a:gd name="connsiteX6" fmla="*/ 1382967 w 12192000"/>
              <a:gd name="connsiteY6" fmla="*/ 16108 h 1126566"/>
              <a:gd name="connsiteX7" fmla="*/ 1398753 w 12192000"/>
              <a:gd name="connsiteY7" fmla="*/ 20281 h 1126566"/>
              <a:gd name="connsiteX8" fmla="*/ 1403473 w 12192000"/>
              <a:gd name="connsiteY8" fmla="*/ 25878 h 1126566"/>
              <a:gd name="connsiteX9" fmla="*/ 1465522 w 12192000"/>
              <a:gd name="connsiteY9" fmla="*/ 40951 h 1126566"/>
              <a:gd name="connsiteX10" fmla="*/ 1485274 w 12192000"/>
              <a:gd name="connsiteY10" fmla="*/ 38769 h 1126566"/>
              <a:gd name="connsiteX11" fmla="*/ 1506702 w 12192000"/>
              <a:gd name="connsiteY11" fmla="*/ 48855 h 1126566"/>
              <a:gd name="connsiteX12" fmla="*/ 1570577 w 12192000"/>
              <a:gd name="connsiteY12" fmla="*/ 56390 h 1126566"/>
              <a:gd name="connsiteX13" fmla="*/ 1640836 w 12192000"/>
              <a:gd name="connsiteY13" fmla="*/ 71287 h 1126566"/>
              <a:gd name="connsiteX14" fmla="*/ 1689992 w 12192000"/>
              <a:gd name="connsiteY14" fmla="*/ 86003 h 1126566"/>
              <a:gd name="connsiteX15" fmla="*/ 1825707 w 12192000"/>
              <a:gd name="connsiteY15" fmla="*/ 102605 h 1126566"/>
              <a:gd name="connsiteX16" fmla="*/ 2055100 w 12192000"/>
              <a:gd name="connsiteY16" fmla="*/ 121407 h 1126566"/>
              <a:gd name="connsiteX17" fmla="*/ 2102805 w 12192000"/>
              <a:gd name="connsiteY17" fmla="*/ 127338 h 1126566"/>
              <a:gd name="connsiteX18" fmla="*/ 2139327 w 12192000"/>
              <a:gd name="connsiteY18" fmla="*/ 140098 h 1126566"/>
              <a:gd name="connsiteX19" fmla="*/ 2143886 w 12192000"/>
              <a:gd name="connsiteY19" fmla="*/ 149737 h 1126566"/>
              <a:gd name="connsiteX20" fmla="*/ 2169405 w 12192000"/>
              <a:gd name="connsiteY20" fmla="*/ 154229 h 1126566"/>
              <a:gd name="connsiteX21" fmla="*/ 2175252 w 12192000"/>
              <a:gd name="connsiteY21" fmla="*/ 157025 h 1126566"/>
              <a:gd name="connsiteX22" fmla="*/ 2209736 w 12192000"/>
              <a:gd name="connsiteY22" fmla="*/ 171455 h 1126566"/>
              <a:gd name="connsiteX23" fmla="*/ 2306658 w 12192000"/>
              <a:gd name="connsiteY23" fmla="*/ 162489 h 1126566"/>
              <a:gd name="connsiteX24" fmla="*/ 2376691 w 12192000"/>
              <a:gd name="connsiteY24" fmla="*/ 163846 h 1126566"/>
              <a:gd name="connsiteX25" fmla="*/ 2381520 w 12192000"/>
              <a:gd name="connsiteY25" fmla="*/ 166644 h 1126566"/>
              <a:gd name="connsiteX26" fmla="*/ 2500607 w 12192000"/>
              <a:gd name="connsiteY26" fmla="*/ 180917 h 1126566"/>
              <a:gd name="connsiteX27" fmla="*/ 2542869 w 12192000"/>
              <a:gd name="connsiteY27" fmla="*/ 188717 h 1126566"/>
              <a:gd name="connsiteX28" fmla="*/ 2829718 w 12192000"/>
              <a:gd name="connsiteY28" fmla="*/ 242215 h 1126566"/>
              <a:gd name="connsiteX29" fmla="*/ 3028662 w 12192000"/>
              <a:gd name="connsiteY29" fmla="*/ 219550 h 1126566"/>
              <a:gd name="connsiteX30" fmla="*/ 3107019 w 12192000"/>
              <a:gd name="connsiteY30" fmla="*/ 220240 h 1126566"/>
              <a:gd name="connsiteX31" fmla="*/ 3116698 w 12192000"/>
              <a:gd name="connsiteY31" fmla="*/ 226983 h 1126566"/>
              <a:gd name="connsiteX32" fmla="*/ 3231577 w 12192000"/>
              <a:gd name="connsiteY32" fmla="*/ 202023 h 1126566"/>
              <a:gd name="connsiteX33" fmla="*/ 3386687 w 12192000"/>
              <a:gd name="connsiteY33" fmla="*/ 218190 h 1126566"/>
              <a:gd name="connsiteX34" fmla="*/ 3501680 w 12192000"/>
              <a:gd name="connsiteY34" fmla="*/ 238841 h 1126566"/>
              <a:gd name="connsiteX35" fmla="*/ 3567038 w 12192000"/>
              <a:gd name="connsiteY35" fmla="*/ 246771 h 1126566"/>
              <a:gd name="connsiteX36" fmla="*/ 3613626 w 12192000"/>
              <a:gd name="connsiteY36" fmla="*/ 256591 h 1126566"/>
              <a:gd name="connsiteX37" fmla="*/ 3737444 w 12192000"/>
              <a:gd name="connsiteY37" fmla="*/ 259793 h 1126566"/>
              <a:gd name="connsiteX38" fmla="*/ 3944870 w 12192000"/>
              <a:gd name="connsiteY38" fmla="*/ 255991 h 1126566"/>
              <a:gd name="connsiteX39" fmla="*/ 4092172 w 12192000"/>
              <a:gd name="connsiteY39" fmla="*/ 290617 h 1126566"/>
              <a:gd name="connsiteX40" fmla="*/ 4176434 w 12192000"/>
              <a:gd name="connsiteY40" fmla="*/ 272187 h 1126566"/>
              <a:gd name="connsiteX41" fmla="*/ 4269617 w 12192000"/>
              <a:gd name="connsiteY41" fmla="*/ 283947 h 1126566"/>
              <a:gd name="connsiteX42" fmla="*/ 4638729 w 12192000"/>
              <a:gd name="connsiteY42" fmla="*/ 274806 h 1126566"/>
              <a:gd name="connsiteX43" fmla="*/ 4910175 w 12192000"/>
              <a:gd name="connsiteY43" fmla="*/ 258887 h 1126566"/>
              <a:gd name="connsiteX44" fmla="*/ 4910653 w 12192000"/>
              <a:gd name="connsiteY44" fmla="*/ 256337 h 1126566"/>
              <a:gd name="connsiteX45" fmla="*/ 4915901 w 12192000"/>
              <a:gd name="connsiteY45" fmla="*/ 255646 h 1126566"/>
              <a:gd name="connsiteX46" fmla="*/ 4919888 w 12192000"/>
              <a:gd name="connsiteY46" fmla="*/ 257665 h 1126566"/>
              <a:gd name="connsiteX47" fmla="*/ 4926150 w 12192000"/>
              <a:gd name="connsiteY47" fmla="*/ 256877 h 1126566"/>
              <a:gd name="connsiteX48" fmla="*/ 4943081 w 12192000"/>
              <a:gd name="connsiteY48" fmla="*/ 255402 h 1126566"/>
              <a:gd name="connsiteX49" fmla="*/ 4949875 w 12192000"/>
              <a:gd name="connsiteY49" fmla="*/ 250755 h 1126566"/>
              <a:gd name="connsiteX50" fmla="*/ 5034125 w 12192000"/>
              <a:gd name="connsiteY50" fmla="*/ 251561 h 1126566"/>
              <a:gd name="connsiteX51" fmla="*/ 5058873 w 12192000"/>
              <a:gd name="connsiteY51" fmla="*/ 245283 h 1126566"/>
              <a:gd name="connsiteX52" fmla="*/ 5123651 w 12192000"/>
              <a:gd name="connsiteY52" fmla="*/ 248360 h 1126566"/>
              <a:gd name="connsiteX53" fmla="*/ 5197539 w 12192000"/>
              <a:gd name="connsiteY53" fmla="*/ 245352 h 1126566"/>
              <a:gd name="connsiteX54" fmla="*/ 5250946 w 12192000"/>
              <a:gd name="connsiteY54" fmla="*/ 239095 h 1126566"/>
              <a:gd name="connsiteX55" fmla="*/ 5388817 w 12192000"/>
              <a:gd name="connsiteY55" fmla="*/ 245059 h 1126566"/>
              <a:gd name="connsiteX56" fmla="*/ 5618162 w 12192000"/>
              <a:gd name="connsiteY56" fmla="*/ 264094 h 1126566"/>
              <a:gd name="connsiteX57" fmla="*/ 5666664 w 12192000"/>
              <a:gd name="connsiteY57" fmla="*/ 266098 h 1126566"/>
              <a:gd name="connsiteX58" fmla="*/ 5715324 w 12192000"/>
              <a:gd name="connsiteY58" fmla="*/ 251101 h 1126566"/>
              <a:gd name="connsiteX59" fmla="*/ 5741796 w 12192000"/>
              <a:gd name="connsiteY59" fmla="*/ 250897 h 1126566"/>
              <a:gd name="connsiteX60" fmla="*/ 5748565 w 12192000"/>
              <a:gd name="connsiteY60" fmla="*/ 249142 h 1126566"/>
              <a:gd name="connsiteX61" fmla="*/ 5802907 w 12192000"/>
              <a:gd name="connsiteY61" fmla="*/ 256022 h 1126566"/>
              <a:gd name="connsiteX62" fmla="*/ 5877829 w 12192000"/>
              <a:gd name="connsiteY62" fmla="*/ 265178 h 1126566"/>
              <a:gd name="connsiteX63" fmla="*/ 5946099 w 12192000"/>
              <a:gd name="connsiteY63" fmla="*/ 275229 h 1126566"/>
              <a:gd name="connsiteX64" fmla="*/ 5951885 w 12192000"/>
              <a:gd name="connsiteY64" fmla="*/ 273306 h 1126566"/>
              <a:gd name="connsiteX65" fmla="*/ 5957187 w 12192000"/>
              <a:gd name="connsiteY65" fmla="*/ 267506 h 1126566"/>
              <a:gd name="connsiteX66" fmla="*/ 6000476 w 12192000"/>
              <a:gd name="connsiteY66" fmla="*/ 273899 h 1126566"/>
              <a:gd name="connsiteX67" fmla="*/ 6055647 w 12192000"/>
              <a:gd name="connsiteY67" fmla="*/ 268058 h 1126566"/>
              <a:gd name="connsiteX68" fmla="*/ 6390944 w 12192000"/>
              <a:gd name="connsiteY68" fmla="*/ 296657 h 1126566"/>
              <a:gd name="connsiteX69" fmla="*/ 6445883 w 12192000"/>
              <a:gd name="connsiteY69" fmla="*/ 304401 h 1126566"/>
              <a:gd name="connsiteX70" fmla="*/ 6598839 w 12192000"/>
              <a:gd name="connsiteY70" fmla="*/ 327138 h 1126566"/>
              <a:gd name="connsiteX71" fmla="*/ 6674894 w 12192000"/>
              <a:gd name="connsiteY71" fmla="*/ 339184 h 1126566"/>
              <a:gd name="connsiteX72" fmla="*/ 6698374 w 12192000"/>
              <a:gd name="connsiteY72" fmla="*/ 345663 h 1126566"/>
              <a:gd name="connsiteX73" fmla="*/ 6788093 w 12192000"/>
              <a:gd name="connsiteY73" fmla="*/ 377012 h 1126566"/>
              <a:gd name="connsiteX74" fmla="*/ 7001696 w 12192000"/>
              <a:gd name="connsiteY74" fmla="*/ 394163 h 1126566"/>
              <a:gd name="connsiteX75" fmla="*/ 7052564 w 12192000"/>
              <a:gd name="connsiteY75" fmla="*/ 396658 h 1126566"/>
              <a:gd name="connsiteX76" fmla="*/ 7130364 w 12192000"/>
              <a:gd name="connsiteY76" fmla="*/ 388164 h 1126566"/>
              <a:gd name="connsiteX77" fmla="*/ 7179335 w 12192000"/>
              <a:gd name="connsiteY77" fmla="*/ 386225 h 1126566"/>
              <a:gd name="connsiteX78" fmla="*/ 7300357 w 12192000"/>
              <a:gd name="connsiteY78" fmla="*/ 403218 h 1126566"/>
              <a:gd name="connsiteX79" fmla="*/ 7499445 w 12192000"/>
              <a:gd name="connsiteY79" fmla="*/ 440549 h 1126566"/>
              <a:gd name="connsiteX80" fmla="*/ 7655710 w 12192000"/>
              <a:gd name="connsiteY80" fmla="*/ 430962 h 1126566"/>
              <a:gd name="connsiteX81" fmla="*/ 7729851 w 12192000"/>
              <a:gd name="connsiteY81" fmla="*/ 462457 h 1126566"/>
              <a:gd name="connsiteX82" fmla="*/ 7824660 w 12192000"/>
              <a:gd name="connsiteY82" fmla="*/ 466203 h 1126566"/>
              <a:gd name="connsiteX83" fmla="*/ 8277851 w 12192000"/>
              <a:gd name="connsiteY83" fmla="*/ 502630 h 1126566"/>
              <a:gd name="connsiteX84" fmla="*/ 8382461 w 12192000"/>
              <a:gd name="connsiteY84" fmla="*/ 526824 h 1126566"/>
              <a:gd name="connsiteX85" fmla="*/ 8594502 w 12192000"/>
              <a:gd name="connsiteY85" fmla="*/ 613607 h 1126566"/>
              <a:gd name="connsiteX86" fmla="*/ 8777878 w 12192000"/>
              <a:gd name="connsiteY86" fmla="*/ 639454 h 1126566"/>
              <a:gd name="connsiteX87" fmla="*/ 8858334 w 12192000"/>
              <a:gd name="connsiteY87" fmla="*/ 648415 h 1126566"/>
              <a:gd name="connsiteX88" fmla="*/ 8969814 w 12192000"/>
              <a:gd name="connsiteY88" fmla="*/ 639833 h 1126566"/>
              <a:gd name="connsiteX89" fmla="*/ 9092152 w 12192000"/>
              <a:gd name="connsiteY89" fmla="*/ 609097 h 1126566"/>
              <a:gd name="connsiteX90" fmla="*/ 9156546 w 12192000"/>
              <a:gd name="connsiteY90" fmla="*/ 585468 h 1126566"/>
              <a:gd name="connsiteX91" fmla="*/ 9194830 w 12192000"/>
              <a:gd name="connsiteY91" fmla="*/ 571148 h 1126566"/>
              <a:gd name="connsiteX92" fmla="*/ 9314188 w 12192000"/>
              <a:gd name="connsiteY92" fmla="*/ 547301 h 1126566"/>
              <a:gd name="connsiteX93" fmla="*/ 9505176 w 12192000"/>
              <a:gd name="connsiteY93" fmla="*/ 542666 h 1126566"/>
              <a:gd name="connsiteX94" fmla="*/ 9581851 w 12192000"/>
              <a:gd name="connsiteY94" fmla="*/ 530976 h 1126566"/>
              <a:gd name="connsiteX95" fmla="*/ 9662056 w 12192000"/>
              <a:gd name="connsiteY95" fmla="*/ 524035 h 1126566"/>
              <a:gd name="connsiteX96" fmla="*/ 9724197 w 12192000"/>
              <a:gd name="connsiteY96" fmla="*/ 528337 h 1126566"/>
              <a:gd name="connsiteX97" fmla="*/ 9837846 w 12192000"/>
              <a:gd name="connsiteY97" fmla="*/ 492977 h 1126566"/>
              <a:gd name="connsiteX98" fmla="*/ 9917440 w 12192000"/>
              <a:gd name="connsiteY98" fmla="*/ 459605 h 1126566"/>
              <a:gd name="connsiteX99" fmla="*/ 9918439 w 12192000"/>
              <a:gd name="connsiteY99" fmla="*/ 453114 h 1126566"/>
              <a:gd name="connsiteX100" fmla="*/ 9953039 w 12192000"/>
              <a:gd name="connsiteY100" fmla="*/ 452486 h 1126566"/>
              <a:gd name="connsiteX101" fmla="*/ 9988183 w 12192000"/>
              <a:gd name="connsiteY101" fmla="*/ 448079 h 1126566"/>
              <a:gd name="connsiteX102" fmla="*/ 9991965 w 12192000"/>
              <a:gd name="connsiteY102" fmla="*/ 435969 h 1126566"/>
              <a:gd name="connsiteX103" fmla="*/ 9986932 w 12192000"/>
              <a:gd name="connsiteY103" fmla="*/ 431168 h 1126566"/>
              <a:gd name="connsiteX104" fmla="*/ 9996190 w 12192000"/>
              <a:gd name="connsiteY104" fmla="*/ 429066 h 1126566"/>
              <a:gd name="connsiteX105" fmla="*/ 9999786 w 12192000"/>
              <a:gd name="connsiteY105" fmla="*/ 427758 h 1126566"/>
              <a:gd name="connsiteX106" fmla="*/ 10012936 w 12192000"/>
              <a:gd name="connsiteY106" fmla="*/ 428884 h 1126566"/>
              <a:gd name="connsiteX107" fmla="*/ 10102484 w 12192000"/>
              <a:gd name="connsiteY107" fmla="*/ 441324 h 1126566"/>
              <a:gd name="connsiteX108" fmla="*/ 10199200 w 12192000"/>
              <a:gd name="connsiteY108" fmla="*/ 438197 h 1126566"/>
              <a:gd name="connsiteX109" fmla="*/ 10245648 w 12192000"/>
              <a:gd name="connsiteY109" fmla="*/ 438831 h 1126566"/>
              <a:gd name="connsiteX110" fmla="*/ 10369590 w 12192000"/>
              <a:gd name="connsiteY110" fmla="*/ 423377 h 1126566"/>
              <a:gd name="connsiteX111" fmla="*/ 10575777 w 12192000"/>
              <a:gd name="connsiteY111" fmla="*/ 355859 h 1126566"/>
              <a:gd name="connsiteX112" fmla="*/ 10638984 w 12192000"/>
              <a:gd name="connsiteY112" fmla="*/ 347416 h 1126566"/>
              <a:gd name="connsiteX113" fmla="*/ 10668356 w 12192000"/>
              <a:gd name="connsiteY113" fmla="*/ 340612 h 1126566"/>
              <a:gd name="connsiteX114" fmla="*/ 10732175 w 12192000"/>
              <a:gd name="connsiteY114" fmla="*/ 317549 h 1126566"/>
              <a:gd name="connsiteX115" fmla="*/ 10862886 w 12192000"/>
              <a:gd name="connsiteY115" fmla="*/ 313438 h 1126566"/>
              <a:gd name="connsiteX116" fmla="*/ 10963063 w 12192000"/>
              <a:gd name="connsiteY116" fmla="*/ 317771 h 1126566"/>
              <a:gd name="connsiteX117" fmla="*/ 11018562 w 12192000"/>
              <a:gd name="connsiteY117" fmla="*/ 316991 h 1126566"/>
              <a:gd name="connsiteX118" fmla="*/ 11059692 w 12192000"/>
              <a:gd name="connsiteY118" fmla="*/ 319983 h 1126566"/>
              <a:gd name="connsiteX119" fmla="*/ 11160371 w 12192000"/>
              <a:gd name="connsiteY119" fmla="*/ 308440 h 1126566"/>
              <a:gd name="connsiteX120" fmla="*/ 11178386 w 12192000"/>
              <a:gd name="connsiteY120" fmla="*/ 299490 h 1126566"/>
              <a:gd name="connsiteX121" fmla="*/ 11192494 w 12192000"/>
              <a:gd name="connsiteY121" fmla="*/ 296221 h 1126566"/>
              <a:gd name="connsiteX122" fmla="*/ 11199770 w 12192000"/>
              <a:gd name="connsiteY122" fmla="*/ 299772 h 1126566"/>
              <a:gd name="connsiteX123" fmla="*/ 11217258 w 12192000"/>
              <a:gd name="connsiteY123" fmla="*/ 293681 h 1126566"/>
              <a:gd name="connsiteX124" fmla="*/ 11245798 w 12192000"/>
              <a:gd name="connsiteY124" fmla="*/ 292170 h 1126566"/>
              <a:gd name="connsiteX125" fmla="*/ 11255992 w 12192000"/>
              <a:gd name="connsiteY125" fmla="*/ 291919 h 1126566"/>
              <a:gd name="connsiteX126" fmla="*/ 11264859 w 12192000"/>
              <a:gd name="connsiteY126" fmla="*/ 293937 h 1126566"/>
              <a:gd name="connsiteX127" fmla="*/ 11276151 w 12192000"/>
              <a:gd name="connsiteY127" fmla="*/ 293070 h 1126566"/>
              <a:gd name="connsiteX128" fmla="*/ 11279850 w 12192000"/>
              <a:gd name="connsiteY128" fmla="*/ 291330 h 1126566"/>
              <a:gd name="connsiteX129" fmla="*/ 11290818 w 12192000"/>
              <a:gd name="connsiteY129" fmla="*/ 291060 h 1126566"/>
              <a:gd name="connsiteX130" fmla="*/ 11296248 w 12192000"/>
              <a:gd name="connsiteY130" fmla="*/ 290163 h 1126566"/>
              <a:gd name="connsiteX131" fmla="*/ 11301652 w 12192000"/>
              <a:gd name="connsiteY131" fmla="*/ 290324 h 1126566"/>
              <a:gd name="connsiteX132" fmla="*/ 11339114 w 12192000"/>
              <a:gd name="connsiteY132" fmla="*/ 288153 h 1126566"/>
              <a:gd name="connsiteX133" fmla="*/ 11345146 w 12192000"/>
              <a:gd name="connsiteY133" fmla="*/ 290802 h 1126566"/>
              <a:gd name="connsiteX134" fmla="*/ 11400126 w 12192000"/>
              <a:gd name="connsiteY134" fmla="*/ 292287 h 1126566"/>
              <a:gd name="connsiteX135" fmla="*/ 11400420 w 12192000"/>
              <a:gd name="connsiteY135" fmla="*/ 293758 h 1126566"/>
              <a:gd name="connsiteX136" fmla="*/ 11413889 w 12192000"/>
              <a:gd name="connsiteY136" fmla="*/ 300516 h 1126566"/>
              <a:gd name="connsiteX137" fmla="*/ 11440688 w 12192000"/>
              <a:gd name="connsiteY137" fmla="*/ 310121 h 1126566"/>
              <a:gd name="connsiteX138" fmla="*/ 11496733 w 12192000"/>
              <a:gd name="connsiteY138" fmla="*/ 350225 h 1126566"/>
              <a:gd name="connsiteX139" fmla="*/ 11554005 w 12192000"/>
              <a:gd name="connsiteY139" fmla="*/ 351933 h 1126566"/>
              <a:gd name="connsiteX140" fmla="*/ 11565304 w 12192000"/>
              <a:gd name="connsiteY140" fmla="*/ 353069 h 1126566"/>
              <a:gd name="connsiteX141" fmla="*/ 11565435 w 12192000"/>
              <a:gd name="connsiteY141" fmla="*/ 353419 h 1126566"/>
              <a:gd name="connsiteX142" fmla="*/ 11577168 w 12192000"/>
              <a:gd name="connsiteY142" fmla="*/ 355270 h 1126566"/>
              <a:gd name="connsiteX143" fmla="*/ 11607823 w 12192000"/>
              <a:gd name="connsiteY143" fmla="*/ 357347 h 1126566"/>
              <a:gd name="connsiteX144" fmla="*/ 11664276 w 12192000"/>
              <a:gd name="connsiteY144" fmla="*/ 386951 h 1126566"/>
              <a:gd name="connsiteX145" fmla="*/ 11786197 w 12192000"/>
              <a:gd name="connsiteY145" fmla="*/ 477948 h 1126566"/>
              <a:gd name="connsiteX146" fmla="*/ 11866598 w 12192000"/>
              <a:gd name="connsiteY146" fmla="*/ 486803 h 1126566"/>
              <a:gd name="connsiteX147" fmla="*/ 11916744 w 12192000"/>
              <a:gd name="connsiteY147" fmla="*/ 502917 h 1126566"/>
              <a:gd name="connsiteX148" fmla="*/ 11949248 w 12192000"/>
              <a:gd name="connsiteY148" fmla="*/ 518881 h 1126566"/>
              <a:gd name="connsiteX149" fmla="*/ 11951002 w 12192000"/>
              <a:gd name="connsiteY149" fmla="*/ 518735 h 1126566"/>
              <a:gd name="connsiteX150" fmla="*/ 12026007 w 12192000"/>
              <a:gd name="connsiteY150" fmla="*/ 534384 h 1126566"/>
              <a:gd name="connsiteX151" fmla="*/ 12035188 w 12192000"/>
              <a:gd name="connsiteY151" fmla="*/ 529609 h 1126566"/>
              <a:gd name="connsiteX152" fmla="*/ 12115225 w 12192000"/>
              <a:gd name="connsiteY152" fmla="*/ 561895 h 1126566"/>
              <a:gd name="connsiteX153" fmla="*/ 12191636 w 12192000"/>
              <a:gd name="connsiteY153" fmla="*/ 558318 h 1126566"/>
              <a:gd name="connsiteX154" fmla="*/ 12192000 w 12192000"/>
              <a:gd name="connsiteY154" fmla="*/ 558295 h 1126566"/>
              <a:gd name="connsiteX155" fmla="*/ 12192000 w 12192000"/>
              <a:gd name="connsiteY155" fmla="*/ 1126566 h 1126566"/>
              <a:gd name="connsiteX156" fmla="*/ 0 w 12192000"/>
              <a:gd name="connsiteY156" fmla="*/ 1126566 h 1126566"/>
              <a:gd name="connsiteX157" fmla="*/ 0 w 12192000"/>
              <a:gd name="connsiteY157" fmla="*/ 401922 h 1126566"/>
              <a:gd name="connsiteX158" fmla="*/ 25242 w 12192000"/>
              <a:gd name="connsiteY158" fmla="*/ 388862 h 1126566"/>
              <a:gd name="connsiteX159" fmla="*/ 96922 w 12192000"/>
              <a:gd name="connsiteY159" fmla="*/ 357381 h 1126566"/>
              <a:gd name="connsiteX160" fmla="*/ 164580 w 12192000"/>
              <a:gd name="connsiteY160" fmla="*/ 322443 h 1126566"/>
              <a:gd name="connsiteX161" fmla="*/ 258712 w 12192000"/>
              <a:gd name="connsiteY161" fmla="*/ 286531 h 1126566"/>
              <a:gd name="connsiteX162" fmla="*/ 316354 w 12192000"/>
              <a:gd name="connsiteY162" fmla="*/ 238529 h 1126566"/>
              <a:gd name="connsiteX163" fmla="*/ 328834 w 12192000"/>
              <a:gd name="connsiteY163" fmla="*/ 240963 h 1126566"/>
              <a:gd name="connsiteX164" fmla="*/ 383414 w 12192000"/>
              <a:gd name="connsiteY164" fmla="*/ 221196 h 1126566"/>
              <a:gd name="connsiteX165" fmla="*/ 537708 w 12192000"/>
              <a:gd name="connsiteY165" fmla="*/ 119020 h 1126566"/>
              <a:gd name="connsiteX166" fmla="*/ 653257 w 12192000"/>
              <a:gd name="connsiteY166" fmla="*/ 91372 h 1126566"/>
              <a:gd name="connsiteX167" fmla="*/ 763197 w 12192000"/>
              <a:gd name="connsiteY167" fmla="*/ 59356 h 1126566"/>
              <a:gd name="connsiteX168" fmla="*/ 778208 w 12192000"/>
              <a:gd name="connsiteY168" fmla="*/ 63801 h 1126566"/>
              <a:gd name="connsiteX169" fmla="*/ 784725 w 12192000"/>
              <a:gd name="connsiteY169" fmla="*/ 62505 h 1126566"/>
              <a:gd name="connsiteX170" fmla="*/ 785400 w 12192000"/>
              <a:gd name="connsiteY170" fmla="*/ 62796 h 1126566"/>
              <a:gd name="connsiteX171" fmla="*/ 786774 w 12192000"/>
              <a:gd name="connsiteY171" fmla="*/ 62098 h 1126566"/>
              <a:gd name="connsiteX172" fmla="*/ 852003 w 12192000"/>
              <a:gd name="connsiteY172" fmla="*/ 61064 h 1126566"/>
              <a:gd name="connsiteX173" fmla="*/ 870719 w 12192000"/>
              <a:gd name="connsiteY173" fmla="*/ 47209 h 1126566"/>
              <a:gd name="connsiteX174" fmla="*/ 883786 w 12192000"/>
              <a:gd name="connsiteY174" fmla="*/ 45814 h 1126566"/>
              <a:gd name="connsiteX175" fmla="*/ 886400 w 12192000"/>
              <a:gd name="connsiteY175" fmla="*/ 43909 h 1126566"/>
              <a:gd name="connsiteX176" fmla="*/ 893881 w 12192000"/>
              <a:gd name="connsiteY176" fmla="*/ 40197 h 1126566"/>
              <a:gd name="connsiteX177" fmla="*/ 886282 w 12192000"/>
              <a:gd name="connsiteY177" fmla="*/ 36610 h 1126566"/>
              <a:gd name="connsiteX178" fmla="*/ 950274 w 12192000"/>
              <a:gd name="connsiteY178" fmla="*/ 20111 h 1126566"/>
              <a:gd name="connsiteX179" fmla="*/ 988432 w 12192000"/>
              <a:gd name="connsiteY179" fmla="*/ 24039 h 1126566"/>
              <a:gd name="connsiteX180" fmla="*/ 1048223 w 12192000"/>
              <a:gd name="connsiteY180" fmla="*/ 19791 h 1126566"/>
              <a:gd name="connsiteX181" fmla="*/ 1177886 w 12192000"/>
              <a:gd name="connsiteY181" fmla="*/ 30728 h 1126566"/>
              <a:gd name="connsiteX182" fmla="*/ 1305018 w 12192000"/>
              <a:gd name="connsiteY182" fmla="*/ 0 h 112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12192000" h="1126566">
                <a:moveTo>
                  <a:pt x="1305018" y="0"/>
                </a:moveTo>
                <a:lnTo>
                  <a:pt x="1338012" y="2184"/>
                </a:lnTo>
                <a:lnTo>
                  <a:pt x="1368320" y="11572"/>
                </a:lnTo>
                <a:cubicBezTo>
                  <a:pt x="1368135" y="12420"/>
                  <a:pt x="1367949" y="13268"/>
                  <a:pt x="1367764" y="14115"/>
                </a:cubicBezTo>
                <a:cubicBezTo>
                  <a:pt x="1368260" y="15850"/>
                  <a:pt x="1369933" y="16116"/>
                  <a:pt x="1372564" y="15636"/>
                </a:cubicBezTo>
                <a:lnTo>
                  <a:pt x="1377226" y="14330"/>
                </a:lnTo>
                <a:lnTo>
                  <a:pt x="1382967" y="16108"/>
                </a:lnTo>
                <a:lnTo>
                  <a:pt x="1398753" y="20281"/>
                </a:lnTo>
                <a:lnTo>
                  <a:pt x="1403473" y="25878"/>
                </a:lnTo>
                <a:cubicBezTo>
                  <a:pt x="1418187" y="35152"/>
                  <a:pt x="1455496" y="27557"/>
                  <a:pt x="1465522" y="40951"/>
                </a:cubicBezTo>
                <a:lnTo>
                  <a:pt x="1485274" y="38769"/>
                </a:lnTo>
                <a:lnTo>
                  <a:pt x="1506702" y="48855"/>
                </a:lnTo>
                <a:cubicBezTo>
                  <a:pt x="1526562" y="57310"/>
                  <a:pt x="1547358" y="62811"/>
                  <a:pt x="1570577" y="56390"/>
                </a:cubicBezTo>
                <a:cubicBezTo>
                  <a:pt x="1561206" y="73812"/>
                  <a:pt x="1626608" y="54897"/>
                  <a:pt x="1640836" y="71287"/>
                </a:cubicBezTo>
                <a:cubicBezTo>
                  <a:pt x="1649435" y="84672"/>
                  <a:pt x="1671284" y="82051"/>
                  <a:pt x="1689992" y="86003"/>
                </a:cubicBezTo>
                <a:cubicBezTo>
                  <a:pt x="1706935" y="99155"/>
                  <a:pt x="1796696" y="106480"/>
                  <a:pt x="1825707" y="102605"/>
                </a:cubicBezTo>
                <a:cubicBezTo>
                  <a:pt x="1904608" y="83484"/>
                  <a:pt x="1991519" y="135253"/>
                  <a:pt x="2055100" y="121407"/>
                </a:cubicBezTo>
                <a:cubicBezTo>
                  <a:pt x="2073090" y="121616"/>
                  <a:pt x="2088723" y="123853"/>
                  <a:pt x="2102805" y="127338"/>
                </a:cubicBezTo>
                <a:lnTo>
                  <a:pt x="2139327" y="140098"/>
                </a:lnTo>
                <a:lnTo>
                  <a:pt x="2143886" y="149737"/>
                </a:lnTo>
                <a:lnTo>
                  <a:pt x="2169405" y="154229"/>
                </a:lnTo>
                <a:lnTo>
                  <a:pt x="2175252" y="157025"/>
                </a:lnTo>
                <a:cubicBezTo>
                  <a:pt x="2186400" y="162399"/>
                  <a:pt x="2197622" y="167468"/>
                  <a:pt x="2209736" y="171455"/>
                </a:cubicBezTo>
                <a:cubicBezTo>
                  <a:pt x="2225844" y="133195"/>
                  <a:pt x="2315425" y="199057"/>
                  <a:pt x="2306658" y="162489"/>
                </a:cubicBezTo>
                <a:cubicBezTo>
                  <a:pt x="2358676" y="173927"/>
                  <a:pt x="2356751" y="154958"/>
                  <a:pt x="2376691" y="163846"/>
                </a:cubicBezTo>
                <a:lnTo>
                  <a:pt x="2381520" y="166644"/>
                </a:lnTo>
                <a:lnTo>
                  <a:pt x="2500607" y="180917"/>
                </a:lnTo>
                <a:lnTo>
                  <a:pt x="2542869" y="188717"/>
                </a:lnTo>
                <a:cubicBezTo>
                  <a:pt x="2674262" y="187952"/>
                  <a:pt x="2707055" y="263173"/>
                  <a:pt x="2829718" y="242215"/>
                </a:cubicBezTo>
                <a:lnTo>
                  <a:pt x="3028662" y="219550"/>
                </a:lnTo>
                <a:cubicBezTo>
                  <a:pt x="3049869" y="208285"/>
                  <a:pt x="3084950" y="208595"/>
                  <a:pt x="3107019" y="220240"/>
                </a:cubicBezTo>
                <a:cubicBezTo>
                  <a:pt x="3110816" y="222244"/>
                  <a:pt x="3114075" y="224515"/>
                  <a:pt x="3116698" y="226983"/>
                </a:cubicBezTo>
                <a:cubicBezTo>
                  <a:pt x="3179274" y="200503"/>
                  <a:pt x="3198987" y="221584"/>
                  <a:pt x="3231577" y="202023"/>
                </a:cubicBezTo>
                <a:cubicBezTo>
                  <a:pt x="3309179" y="203900"/>
                  <a:pt x="3356885" y="235149"/>
                  <a:pt x="3386687" y="218190"/>
                </a:cubicBezTo>
                <a:cubicBezTo>
                  <a:pt x="3423429" y="225110"/>
                  <a:pt x="3463019" y="256177"/>
                  <a:pt x="3501680" y="238841"/>
                </a:cubicBezTo>
                <a:cubicBezTo>
                  <a:pt x="3496844" y="257097"/>
                  <a:pt x="3551130" y="231857"/>
                  <a:pt x="3567038" y="246771"/>
                </a:cubicBezTo>
                <a:cubicBezTo>
                  <a:pt x="3577348" y="259245"/>
                  <a:pt x="3596226" y="254494"/>
                  <a:pt x="3613626" y="256591"/>
                </a:cubicBezTo>
                <a:cubicBezTo>
                  <a:pt x="3631298" y="268014"/>
                  <a:pt x="3712457" y="266495"/>
                  <a:pt x="3737444" y="259793"/>
                </a:cubicBezTo>
                <a:cubicBezTo>
                  <a:pt x="3803671" y="233024"/>
                  <a:pt x="3891186" y="276009"/>
                  <a:pt x="3944870" y="255991"/>
                </a:cubicBezTo>
                <a:cubicBezTo>
                  <a:pt x="4008933" y="249766"/>
                  <a:pt x="4045961" y="279503"/>
                  <a:pt x="4092172" y="290617"/>
                </a:cubicBezTo>
                <a:cubicBezTo>
                  <a:pt x="4098827" y="250967"/>
                  <a:pt x="4191523" y="307711"/>
                  <a:pt x="4176434" y="272187"/>
                </a:cubicBezTo>
                <a:cubicBezTo>
                  <a:pt x="4241060" y="280555"/>
                  <a:pt x="4209740" y="244545"/>
                  <a:pt x="4269617" y="283947"/>
                </a:cubicBezTo>
                <a:cubicBezTo>
                  <a:pt x="4386123" y="270292"/>
                  <a:pt x="4534009" y="307696"/>
                  <a:pt x="4638729" y="274806"/>
                </a:cubicBezTo>
                <a:lnTo>
                  <a:pt x="4910175" y="258887"/>
                </a:lnTo>
                <a:cubicBezTo>
                  <a:pt x="4910334" y="258037"/>
                  <a:pt x="4910494" y="257187"/>
                  <a:pt x="4910653" y="256337"/>
                </a:cubicBezTo>
                <a:cubicBezTo>
                  <a:pt x="4911824" y="254741"/>
                  <a:pt x="4913545" y="254755"/>
                  <a:pt x="4915901" y="255646"/>
                </a:cubicBezTo>
                <a:lnTo>
                  <a:pt x="4919888" y="257665"/>
                </a:lnTo>
                <a:lnTo>
                  <a:pt x="4926150" y="256877"/>
                </a:lnTo>
                <a:lnTo>
                  <a:pt x="4943081" y="255402"/>
                </a:lnTo>
                <a:lnTo>
                  <a:pt x="4949875" y="250755"/>
                </a:lnTo>
                <a:lnTo>
                  <a:pt x="5034125" y="251561"/>
                </a:lnTo>
                <a:lnTo>
                  <a:pt x="5058873" y="245283"/>
                </a:lnTo>
                <a:cubicBezTo>
                  <a:pt x="5081450" y="240328"/>
                  <a:pt x="5103755" y="238383"/>
                  <a:pt x="5123651" y="248360"/>
                </a:cubicBezTo>
                <a:cubicBezTo>
                  <a:pt x="5121534" y="229990"/>
                  <a:pt x="5177244" y="258894"/>
                  <a:pt x="5197539" y="245352"/>
                </a:cubicBezTo>
                <a:cubicBezTo>
                  <a:pt x="5211192" y="233802"/>
                  <a:pt x="5231277" y="239882"/>
                  <a:pt x="5250946" y="239095"/>
                </a:cubicBezTo>
                <a:cubicBezTo>
                  <a:pt x="5272576" y="229125"/>
                  <a:pt x="5362305" y="236604"/>
                  <a:pt x="5388817" y="245059"/>
                </a:cubicBezTo>
                <a:cubicBezTo>
                  <a:pt x="5457500" y="276353"/>
                  <a:pt x="5562193" y="240387"/>
                  <a:pt x="5618162" y="264094"/>
                </a:cubicBezTo>
                <a:cubicBezTo>
                  <a:pt x="5635645" y="266810"/>
                  <a:pt x="5651655" y="267184"/>
                  <a:pt x="5666664" y="266098"/>
                </a:cubicBezTo>
                <a:lnTo>
                  <a:pt x="5715324" y="251101"/>
                </a:lnTo>
                <a:lnTo>
                  <a:pt x="5741796" y="250897"/>
                </a:lnTo>
                <a:lnTo>
                  <a:pt x="5748565" y="249142"/>
                </a:lnTo>
                <a:cubicBezTo>
                  <a:pt x="5761488" y="245753"/>
                  <a:pt x="5789604" y="257912"/>
                  <a:pt x="5802907" y="256022"/>
                </a:cubicBezTo>
                <a:cubicBezTo>
                  <a:pt x="5845141" y="268967"/>
                  <a:pt x="5900887" y="231236"/>
                  <a:pt x="5877829" y="265178"/>
                </a:cubicBezTo>
                <a:cubicBezTo>
                  <a:pt x="5932696" y="262556"/>
                  <a:pt x="5923269" y="280589"/>
                  <a:pt x="5946099" y="275229"/>
                </a:cubicBezTo>
                <a:lnTo>
                  <a:pt x="5951885" y="273306"/>
                </a:lnTo>
                <a:lnTo>
                  <a:pt x="5957187" y="267506"/>
                </a:lnTo>
                <a:lnTo>
                  <a:pt x="6000476" y="273899"/>
                </a:lnTo>
                <a:lnTo>
                  <a:pt x="6055647" y="268058"/>
                </a:lnTo>
                <a:cubicBezTo>
                  <a:pt x="6182414" y="290116"/>
                  <a:pt x="6280672" y="256487"/>
                  <a:pt x="6390944" y="296657"/>
                </a:cubicBezTo>
                <a:lnTo>
                  <a:pt x="6445883" y="304401"/>
                </a:lnTo>
                <a:cubicBezTo>
                  <a:pt x="6488263" y="316778"/>
                  <a:pt x="6557650" y="301859"/>
                  <a:pt x="6598839" y="327138"/>
                </a:cubicBezTo>
                <a:cubicBezTo>
                  <a:pt x="6614856" y="341473"/>
                  <a:pt x="6658305" y="336097"/>
                  <a:pt x="6674894" y="339184"/>
                </a:cubicBezTo>
                <a:cubicBezTo>
                  <a:pt x="6691483" y="342271"/>
                  <a:pt x="6694854" y="347625"/>
                  <a:pt x="6698374" y="345663"/>
                </a:cubicBezTo>
                <a:cubicBezTo>
                  <a:pt x="6748333" y="381426"/>
                  <a:pt x="6764373" y="352806"/>
                  <a:pt x="6788093" y="377012"/>
                </a:cubicBezTo>
                <a:cubicBezTo>
                  <a:pt x="6863891" y="387787"/>
                  <a:pt x="6979637" y="372926"/>
                  <a:pt x="7001696" y="394163"/>
                </a:cubicBezTo>
                <a:cubicBezTo>
                  <a:pt x="7039991" y="393431"/>
                  <a:pt x="7010656" y="400290"/>
                  <a:pt x="7052564" y="396658"/>
                </a:cubicBezTo>
                <a:cubicBezTo>
                  <a:pt x="7055164" y="378218"/>
                  <a:pt x="7109032" y="400006"/>
                  <a:pt x="7130364" y="388164"/>
                </a:cubicBezTo>
                <a:cubicBezTo>
                  <a:pt x="7145309" y="377773"/>
                  <a:pt x="7161671" y="385430"/>
                  <a:pt x="7179335" y="386225"/>
                </a:cubicBezTo>
                <a:cubicBezTo>
                  <a:pt x="7200979" y="378045"/>
                  <a:pt x="7278864" y="392682"/>
                  <a:pt x="7300357" y="403218"/>
                </a:cubicBezTo>
                <a:cubicBezTo>
                  <a:pt x="7353733" y="439852"/>
                  <a:pt x="7455509" y="412480"/>
                  <a:pt x="7499445" y="440549"/>
                </a:cubicBezTo>
                <a:cubicBezTo>
                  <a:pt x="7558920" y="456964"/>
                  <a:pt x="7606586" y="434213"/>
                  <a:pt x="7655710" y="430962"/>
                </a:cubicBezTo>
                <a:cubicBezTo>
                  <a:pt x="7646336" y="470388"/>
                  <a:pt x="7758609" y="430550"/>
                  <a:pt x="7729851" y="462457"/>
                </a:cubicBezTo>
                <a:cubicBezTo>
                  <a:pt x="7795688" y="464850"/>
                  <a:pt x="7751041" y="494594"/>
                  <a:pt x="7824660" y="466203"/>
                </a:cubicBezTo>
                <a:cubicBezTo>
                  <a:pt x="7931888" y="498311"/>
                  <a:pt x="8189689" y="453831"/>
                  <a:pt x="8277851" y="502630"/>
                </a:cubicBezTo>
                <a:cubicBezTo>
                  <a:pt x="8370818" y="512734"/>
                  <a:pt x="8313042" y="513711"/>
                  <a:pt x="8382461" y="526824"/>
                </a:cubicBezTo>
                <a:cubicBezTo>
                  <a:pt x="8391942" y="573223"/>
                  <a:pt x="8538700" y="594604"/>
                  <a:pt x="8594502" y="613607"/>
                </a:cubicBezTo>
                <a:cubicBezTo>
                  <a:pt x="8691407" y="622788"/>
                  <a:pt x="8680711" y="654899"/>
                  <a:pt x="8777878" y="639454"/>
                </a:cubicBezTo>
                <a:cubicBezTo>
                  <a:pt x="8821850" y="645255"/>
                  <a:pt x="8834479" y="644511"/>
                  <a:pt x="8858334" y="648415"/>
                </a:cubicBezTo>
                <a:lnTo>
                  <a:pt x="8969814" y="639833"/>
                </a:lnTo>
                <a:cubicBezTo>
                  <a:pt x="9008784" y="633280"/>
                  <a:pt x="9061030" y="618158"/>
                  <a:pt x="9092152" y="609097"/>
                </a:cubicBezTo>
                <a:cubicBezTo>
                  <a:pt x="9141320" y="619991"/>
                  <a:pt x="9118891" y="591188"/>
                  <a:pt x="9156546" y="585468"/>
                </a:cubicBezTo>
                <a:cubicBezTo>
                  <a:pt x="9180620" y="587385"/>
                  <a:pt x="9192331" y="584657"/>
                  <a:pt x="9194830" y="571148"/>
                </a:cubicBezTo>
                <a:cubicBezTo>
                  <a:pt x="9308402" y="581928"/>
                  <a:pt x="9235498" y="557277"/>
                  <a:pt x="9314188" y="547301"/>
                </a:cubicBezTo>
                <a:cubicBezTo>
                  <a:pt x="9385651" y="541365"/>
                  <a:pt x="9407311" y="527502"/>
                  <a:pt x="9505176" y="542666"/>
                </a:cubicBezTo>
                <a:cubicBezTo>
                  <a:pt x="9527962" y="548956"/>
                  <a:pt x="9555704" y="534081"/>
                  <a:pt x="9581851" y="530976"/>
                </a:cubicBezTo>
                <a:cubicBezTo>
                  <a:pt x="9607998" y="527871"/>
                  <a:pt x="9661317" y="526445"/>
                  <a:pt x="9662056" y="524035"/>
                </a:cubicBezTo>
                <a:cubicBezTo>
                  <a:pt x="9725667" y="537016"/>
                  <a:pt x="9687962" y="516815"/>
                  <a:pt x="9724197" y="528337"/>
                </a:cubicBezTo>
                <a:cubicBezTo>
                  <a:pt x="9784395" y="515772"/>
                  <a:pt x="9805214" y="483205"/>
                  <a:pt x="9837846" y="492977"/>
                </a:cubicBezTo>
                <a:cubicBezTo>
                  <a:pt x="9863105" y="482046"/>
                  <a:pt x="9877613" y="450783"/>
                  <a:pt x="9917440" y="459605"/>
                </a:cubicBezTo>
                <a:cubicBezTo>
                  <a:pt x="9914032" y="456009"/>
                  <a:pt x="9914999" y="454133"/>
                  <a:pt x="9918439" y="453114"/>
                </a:cubicBezTo>
                <a:lnTo>
                  <a:pt x="9953039" y="452486"/>
                </a:lnTo>
                <a:lnTo>
                  <a:pt x="9988183" y="448079"/>
                </a:lnTo>
                <a:cubicBezTo>
                  <a:pt x="10003164" y="445307"/>
                  <a:pt x="9997636" y="440348"/>
                  <a:pt x="9991965" y="435969"/>
                </a:cubicBezTo>
                <a:lnTo>
                  <a:pt x="9986932" y="431168"/>
                </a:lnTo>
                <a:lnTo>
                  <a:pt x="9996190" y="429066"/>
                </a:lnTo>
                <a:lnTo>
                  <a:pt x="9999786" y="427758"/>
                </a:lnTo>
                <a:lnTo>
                  <a:pt x="10012936" y="428884"/>
                </a:lnTo>
                <a:cubicBezTo>
                  <a:pt x="10033227" y="430510"/>
                  <a:pt x="10071440" y="439772"/>
                  <a:pt x="10102484" y="441324"/>
                </a:cubicBezTo>
                <a:cubicBezTo>
                  <a:pt x="10136562" y="436650"/>
                  <a:pt x="10161909" y="444583"/>
                  <a:pt x="10199200" y="438197"/>
                </a:cubicBezTo>
                <a:cubicBezTo>
                  <a:pt x="10217449" y="429443"/>
                  <a:pt x="10230000" y="428254"/>
                  <a:pt x="10245648" y="438831"/>
                </a:cubicBezTo>
                <a:cubicBezTo>
                  <a:pt x="10329997" y="396081"/>
                  <a:pt x="10293643" y="438380"/>
                  <a:pt x="10369590" y="423377"/>
                </a:cubicBezTo>
                <a:cubicBezTo>
                  <a:pt x="10435429" y="407137"/>
                  <a:pt x="10508988" y="397618"/>
                  <a:pt x="10575777" y="355859"/>
                </a:cubicBezTo>
                <a:cubicBezTo>
                  <a:pt x="10588559" y="343823"/>
                  <a:pt x="10623554" y="349957"/>
                  <a:pt x="10638984" y="347416"/>
                </a:cubicBezTo>
                <a:cubicBezTo>
                  <a:pt x="10654414" y="344875"/>
                  <a:pt x="10665320" y="338813"/>
                  <a:pt x="10668356" y="340612"/>
                </a:cubicBezTo>
                <a:cubicBezTo>
                  <a:pt x="10708634" y="310852"/>
                  <a:pt x="10713374" y="337960"/>
                  <a:pt x="10732175" y="317549"/>
                </a:cubicBezTo>
                <a:cubicBezTo>
                  <a:pt x="10795223" y="310206"/>
                  <a:pt x="10845347" y="331314"/>
                  <a:pt x="10862886" y="313438"/>
                </a:cubicBezTo>
                <a:cubicBezTo>
                  <a:pt x="10895019" y="315099"/>
                  <a:pt x="10938544" y="336989"/>
                  <a:pt x="10963063" y="317771"/>
                </a:cubicBezTo>
                <a:cubicBezTo>
                  <a:pt x="10966067" y="333874"/>
                  <a:pt x="11000154" y="306125"/>
                  <a:pt x="11018562" y="316991"/>
                </a:cubicBezTo>
                <a:cubicBezTo>
                  <a:pt x="11031553" y="326424"/>
                  <a:pt x="11044924" y="320203"/>
                  <a:pt x="11059692" y="319983"/>
                </a:cubicBezTo>
                <a:cubicBezTo>
                  <a:pt x="11078202" y="327673"/>
                  <a:pt x="11142830" y="317027"/>
                  <a:pt x="11160371" y="308440"/>
                </a:cubicBezTo>
                <a:cubicBezTo>
                  <a:pt x="11165760" y="304637"/>
                  <a:pt x="11171826" y="301723"/>
                  <a:pt x="11178386" y="299490"/>
                </a:cubicBezTo>
                <a:lnTo>
                  <a:pt x="11192494" y="296221"/>
                </a:lnTo>
                <a:lnTo>
                  <a:pt x="11199770" y="299772"/>
                </a:lnTo>
                <a:lnTo>
                  <a:pt x="11217258" y="293681"/>
                </a:lnTo>
                <a:lnTo>
                  <a:pt x="11245798" y="292170"/>
                </a:lnTo>
                <a:lnTo>
                  <a:pt x="11255992" y="291919"/>
                </a:lnTo>
                <a:lnTo>
                  <a:pt x="11264859" y="293937"/>
                </a:lnTo>
                <a:cubicBezTo>
                  <a:pt x="11269176" y="294273"/>
                  <a:pt x="11272860" y="293892"/>
                  <a:pt x="11276151" y="293070"/>
                </a:cubicBezTo>
                <a:lnTo>
                  <a:pt x="11279850" y="291330"/>
                </a:lnTo>
                <a:lnTo>
                  <a:pt x="11290818" y="291060"/>
                </a:lnTo>
                <a:lnTo>
                  <a:pt x="11296248" y="290163"/>
                </a:lnTo>
                <a:lnTo>
                  <a:pt x="11301652" y="290324"/>
                </a:lnTo>
                <a:lnTo>
                  <a:pt x="11339114" y="288153"/>
                </a:lnTo>
                <a:lnTo>
                  <a:pt x="11345146" y="290802"/>
                </a:lnTo>
                <a:lnTo>
                  <a:pt x="11400126" y="292287"/>
                </a:lnTo>
                <a:cubicBezTo>
                  <a:pt x="11400225" y="292777"/>
                  <a:pt x="11400322" y="293267"/>
                  <a:pt x="11400420" y="293758"/>
                </a:cubicBezTo>
                <a:cubicBezTo>
                  <a:pt x="11402333" y="297092"/>
                  <a:pt x="11406107" y="299615"/>
                  <a:pt x="11413889" y="300516"/>
                </a:cubicBezTo>
                <a:cubicBezTo>
                  <a:pt x="11395142" y="320394"/>
                  <a:pt x="11416088" y="309220"/>
                  <a:pt x="11440688" y="310121"/>
                </a:cubicBezTo>
                <a:cubicBezTo>
                  <a:pt x="11417061" y="341196"/>
                  <a:pt x="11491047" y="330911"/>
                  <a:pt x="11496733" y="350225"/>
                </a:cubicBezTo>
                <a:cubicBezTo>
                  <a:pt x="11515339" y="350186"/>
                  <a:pt x="11534581" y="350713"/>
                  <a:pt x="11554005" y="351933"/>
                </a:cubicBezTo>
                <a:lnTo>
                  <a:pt x="11565304" y="353069"/>
                </a:lnTo>
                <a:cubicBezTo>
                  <a:pt x="11565348" y="353186"/>
                  <a:pt x="11565391" y="353302"/>
                  <a:pt x="11565435" y="353419"/>
                </a:cubicBezTo>
                <a:cubicBezTo>
                  <a:pt x="11567690" y="354366"/>
                  <a:pt x="11571332" y="355001"/>
                  <a:pt x="11577168" y="355270"/>
                </a:cubicBezTo>
                <a:lnTo>
                  <a:pt x="11607823" y="357347"/>
                </a:lnTo>
                <a:lnTo>
                  <a:pt x="11664276" y="386951"/>
                </a:lnTo>
                <a:cubicBezTo>
                  <a:pt x="11700990" y="407051"/>
                  <a:pt x="11744222" y="456861"/>
                  <a:pt x="11786197" y="477948"/>
                </a:cubicBezTo>
                <a:lnTo>
                  <a:pt x="11866598" y="486803"/>
                </a:lnTo>
                <a:cubicBezTo>
                  <a:pt x="11883269" y="491187"/>
                  <a:pt x="11900036" y="496356"/>
                  <a:pt x="11916744" y="502917"/>
                </a:cubicBezTo>
                <a:lnTo>
                  <a:pt x="11949248" y="518881"/>
                </a:lnTo>
                <a:lnTo>
                  <a:pt x="11951002" y="518735"/>
                </a:lnTo>
                <a:lnTo>
                  <a:pt x="12026007" y="534384"/>
                </a:lnTo>
                <a:cubicBezTo>
                  <a:pt x="12029433" y="533054"/>
                  <a:pt x="12032525" y="531446"/>
                  <a:pt x="12035188" y="529609"/>
                </a:cubicBezTo>
                <a:cubicBezTo>
                  <a:pt x="12075234" y="558112"/>
                  <a:pt x="12095957" y="542163"/>
                  <a:pt x="12115225" y="561895"/>
                </a:cubicBezTo>
                <a:cubicBezTo>
                  <a:pt x="12144838" y="564862"/>
                  <a:pt x="12170822" y="560882"/>
                  <a:pt x="12191636" y="558318"/>
                </a:cubicBezTo>
                <a:lnTo>
                  <a:pt x="12192000" y="558295"/>
                </a:lnTo>
                <a:lnTo>
                  <a:pt x="12192000" y="1126566"/>
                </a:lnTo>
                <a:lnTo>
                  <a:pt x="0" y="1126566"/>
                </a:lnTo>
                <a:lnTo>
                  <a:pt x="0" y="401922"/>
                </a:lnTo>
                <a:lnTo>
                  <a:pt x="25242" y="388862"/>
                </a:lnTo>
                <a:cubicBezTo>
                  <a:pt x="53095" y="374239"/>
                  <a:pt x="81134" y="359931"/>
                  <a:pt x="96922" y="357381"/>
                </a:cubicBezTo>
                <a:cubicBezTo>
                  <a:pt x="108624" y="334682"/>
                  <a:pt x="133296" y="326879"/>
                  <a:pt x="164580" y="322443"/>
                </a:cubicBezTo>
                <a:cubicBezTo>
                  <a:pt x="170496" y="302312"/>
                  <a:pt x="203628" y="305232"/>
                  <a:pt x="258712" y="286531"/>
                </a:cubicBezTo>
                <a:cubicBezTo>
                  <a:pt x="264312" y="263774"/>
                  <a:pt x="296058" y="274113"/>
                  <a:pt x="316354" y="238529"/>
                </a:cubicBezTo>
                <a:cubicBezTo>
                  <a:pt x="320285" y="239658"/>
                  <a:pt x="324488" y="240478"/>
                  <a:pt x="328834" y="240963"/>
                </a:cubicBezTo>
                <a:cubicBezTo>
                  <a:pt x="354074" y="243782"/>
                  <a:pt x="378513" y="234932"/>
                  <a:pt x="383414" y="221196"/>
                </a:cubicBezTo>
                <a:cubicBezTo>
                  <a:pt x="421577" y="169345"/>
                  <a:pt x="485280" y="146631"/>
                  <a:pt x="537708" y="119020"/>
                </a:cubicBezTo>
                <a:cubicBezTo>
                  <a:pt x="588732" y="94357"/>
                  <a:pt x="615676" y="101316"/>
                  <a:pt x="653257" y="91372"/>
                </a:cubicBezTo>
                <a:cubicBezTo>
                  <a:pt x="684624" y="78385"/>
                  <a:pt x="748753" y="87379"/>
                  <a:pt x="763197" y="59356"/>
                </a:cubicBezTo>
                <a:cubicBezTo>
                  <a:pt x="765804" y="63426"/>
                  <a:pt x="771340" y="64365"/>
                  <a:pt x="778208" y="63801"/>
                </a:cubicBezTo>
                <a:lnTo>
                  <a:pt x="784725" y="62505"/>
                </a:lnTo>
                <a:lnTo>
                  <a:pt x="785400" y="62796"/>
                </a:lnTo>
                <a:lnTo>
                  <a:pt x="786774" y="62098"/>
                </a:lnTo>
                <a:lnTo>
                  <a:pt x="852003" y="61064"/>
                </a:lnTo>
                <a:cubicBezTo>
                  <a:pt x="860539" y="57863"/>
                  <a:pt x="862705" y="50815"/>
                  <a:pt x="870719" y="47209"/>
                </a:cubicBezTo>
                <a:lnTo>
                  <a:pt x="883786" y="45814"/>
                </a:lnTo>
                <a:lnTo>
                  <a:pt x="886400" y="43909"/>
                </a:lnTo>
                <a:lnTo>
                  <a:pt x="893881" y="40197"/>
                </a:lnTo>
                <a:lnTo>
                  <a:pt x="886282" y="36610"/>
                </a:lnTo>
                <a:cubicBezTo>
                  <a:pt x="895681" y="33262"/>
                  <a:pt x="933249" y="22206"/>
                  <a:pt x="950274" y="20111"/>
                </a:cubicBezTo>
                <a:lnTo>
                  <a:pt x="988432" y="24039"/>
                </a:lnTo>
                <a:cubicBezTo>
                  <a:pt x="993873" y="26447"/>
                  <a:pt x="1044330" y="14803"/>
                  <a:pt x="1048223" y="19791"/>
                </a:cubicBezTo>
                <a:cubicBezTo>
                  <a:pt x="1123287" y="25741"/>
                  <a:pt x="1109478" y="4056"/>
                  <a:pt x="1177886" y="30728"/>
                </a:cubicBezTo>
                <a:cubicBezTo>
                  <a:pt x="1207072" y="3020"/>
                  <a:pt x="1274783" y="15000"/>
                  <a:pt x="1305018" y="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37F87E21-9F5F-4A2A-93FB-23E0264A2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385" y="3213478"/>
            <a:ext cx="2605999" cy="323626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7" name="Picture 16">
            <a:extLst>
              <a:ext uri="{FF2B5EF4-FFF2-40B4-BE49-F238E27FC236}">
                <a16:creationId xmlns:a16="http://schemas.microsoft.com/office/drawing/2014/main" id="{147C7243-0784-2947-09ED-7C3BCDA3D091}"/>
              </a:ext>
            </a:extLst>
          </p:cNvPr>
          <p:cNvPicPr>
            <a:picLocks noChangeAspect="1"/>
          </p:cNvPicPr>
          <p:nvPr/>
        </p:nvPicPr>
        <p:blipFill>
          <a:blip r:embed="rId2" cstate="print">
            <a:extLst>
              <a:ext uri="{28A0092B-C50C-407E-A947-70E740481C1C}">
                <a14:useLocalDpi xmlns:a14="http://schemas.microsoft.com/office/drawing/2010/main" val="0"/>
              </a:ext>
            </a:extLst>
          </a:blip>
          <a:srcRect l="2350" r="1342" b="-6"/>
          <a:stretch/>
        </p:blipFill>
        <p:spPr>
          <a:xfrm>
            <a:off x="8622815" y="3290550"/>
            <a:ext cx="2448871" cy="3072977"/>
          </a:xfrm>
          <a:prstGeom prst="rect">
            <a:avLst/>
          </a:prstGeom>
        </p:spPr>
      </p:pic>
      <p:sp>
        <p:nvSpPr>
          <p:cNvPr id="39" name="Rectangle 6">
            <a:extLst>
              <a:ext uri="{FF2B5EF4-FFF2-40B4-BE49-F238E27FC236}">
                <a16:creationId xmlns:a16="http://schemas.microsoft.com/office/drawing/2014/main" id="{B555642D-CBCD-439C-8A0F-21CD45E29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97311">
            <a:off x="10422511" y="3037523"/>
            <a:ext cx="1136424"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41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F2772798-1BBC-45F3-B319-C2ADE2CA4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9811" y="476714"/>
            <a:ext cx="2597530" cy="251642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9" name="Picture 18">
            <a:extLst>
              <a:ext uri="{FF2B5EF4-FFF2-40B4-BE49-F238E27FC236}">
                <a16:creationId xmlns:a16="http://schemas.microsoft.com/office/drawing/2014/main" id="{3C675F42-958F-4DEC-7886-5330A8E62189}"/>
              </a:ext>
            </a:extLst>
          </p:cNvPr>
          <p:cNvPicPr>
            <a:picLocks noChangeAspect="1"/>
          </p:cNvPicPr>
          <p:nvPr/>
        </p:nvPicPr>
        <p:blipFill>
          <a:blip r:embed="rId3" cstate="print">
            <a:extLst>
              <a:ext uri="{28A0092B-C50C-407E-A947-70E740481C1C}">
                <a14:useLocalDpi xmlns:a14="http://schemas.microsoft.com/office/drawing/2010/main" val="0"/>
              </a:ext>
            </a:extLst>
          </a:blip>
          <a:srcRect t="2660" r="-4" b="-4"/>
          <a:stretch/>
        </p:blipFill>
        <p:spPr>
          <a:xfrm>
            <a:off x="8991876" y="588822"/>
            <a:ext cx="2372885" cy="2309768"/>
          </a:xfrm>
          <a:prstGeom prst="rect">
            <a:avLst/>
          </a:prstGeom>
        </p:spPr>
      </p:pic>
      <p:sp>
        <p:nvSpPr>
          <p:cNvPr id="43" name="Freeform: Shape 42">
            <a:extLst>
              <a:ext uri="{FF2B5EF4-FFF2-40B4-BE49-F238E27FC236}">
                <a16:creationId xmlns:a16="http://schemas.microsoft.com/office/drawing/2014/main" id="{0E028C45-84D6-49D4-BEBB-AD070E64D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4367" y="2289323"/>
            <a:ext cx="1628226" cy="1720775"/>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1" name="Picture 20">
            <a:extLst>
              <a:ext uri="{FF2B5EF4-FFF2-40B4-BE49-F238E27FC236}">
                <a16:creationId xmlns:a16="http://schemas.microsoft.com/office/drawing/2014/main" id="{68A8CB1C-CC64-1F42-95D0-A0CF138CE0F2}"/>
              </a:ext>
            </a:extLst>
          </p:cNvPr>
          <p:cNvPicPr>
            <a:picLocks noChangeAspect="1"/>
          </p:cNvPicPr>
          <p:nvPr/>
        </p:nvPicPr>
        <p:blipFill>
          <a:blip r:embed="rId4" cstate="print">
            <a:extLst>
              <a:ext uri="{28A0092B-C50C-407E-A947-70E740481C1C}">
                <a14:useLocalDpi xmlns:a14="http://schemas.microsoft.com/office/drawing/2010/main" val="0"/>
              </a:ext>
            </a:extLst>
          </a:blip>
          <a:srcRect r="5380" b="1"/>
          <a:stretch/>
        </p:blipFill>
        <p:spPr>
          <a:xfrm>
            <a:off x="7950312" y="2353090"/>
            <a:ext cx="1628227" cy="1720775"/>
          </a:xfrm>
          <a:prstGeom prst="rect">
            <a:avLst/>
          </a:prstGeom>
        </p:spPr>
      </p:pic>
    </p:spTree>
    <p:extLst>
      <p:ext uri="{BB962C8B-B14F-4D97-AF65-F5344CB8AC3E}">
        <p14:creationId xmlns:p14="http://schemas.microsoft.com/office/powerpoint/2010/main" val="3926683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a:spLocks noGrp="1"/>
          </p:cNvSpPr>
          <p:nvPr>
            <p:ph type="title"/>
          </p:nvPr>
        </p:nvSpPr>
        <p:spPr>
          <a:xfrm>
            <a:off x="838201" y="365125"/>
            <a:ext cx="5251316" cy="1807305"/>
          </a:xfrm>
          <a:prstGeom prst="rect">
            <a:avLst/>
          </a:prstGeom>
        </p:spPr>
        <p:txBody>
          <a:bodyPr vert="horz" lIns="91440" tIns="45720" rIns="91440" bIns="45720" rtlCol="0" anchor="ctr">
            <a:normAutofit/>
          </a:bodyPr>
          <a:lstStyle/>
          <a:p>
            <a:pPr marL="16933"/>
            <a:r>
              <a:rPr lang="en-US" b="1" u="heavy" dirty="0">
                <a:uFill>
                  <a:solidFill>
                    <a:srgbClr val="1A9988"/>
                  </a:solidFill>
                </a:uFill>
              </a:rPr>
              <a:t>Foot</a:t>
            </a:r>
            <a:r>
              <a:rPr lang="en-US" b="1" u="heavy" spc="60" dirty="0">
                <a:uFill>
                  <a:solidFill>
                    <a:srgbClr val="1A9988"/>
                  </a:solidFill>
                </a:uFill>
              </a:rPr>
              <a:t> </a:t>
            </a:r>
            <a:r>
              <a:rPr lang="en-US" b="1" u="heavy" spc="-13" dirty="0">
                <a:uFill>
                  <a:solidFill>
                    <a:srgbClr val="1A9988"/>
                  </a:solidFill>
                </a:uFill>
              </a:rPr>
              <a:t>pr</a:t>
            </a:r>
            <a:r>
              <a:rPr lang="en-US" b="1" spc="-13" dirty="0"/>
              <a:t>otection</a:t>
            </a:r>
            <a:endParaRPr lang="en-US" b="1" dirty="0"/>
          </a:p>
        </p:txBody>
      </p:sp>
      <p:sp>
        <p:nvSpPr>
          <p:cNvPr id="4" name="object 4"/>
          <p:cNvSpPr txBox="1"/>
          <p:nvPr/>
        </p:nvSpPr>
        <p:spPr>
          <a:xfrm>
            <a:off x="360270" y="2537555"/>
            <a:ext cx="5868945" cy="5715958"/>
          </a:xfrm>
          <a:prstGeom prst="rect">
            <a:avLst/>
          </a:prstGeom>
        </p:spPr>
        <p:txBody>
          <a:bodyPr vert="horz" lIns="91440" tIns="45720" rIns="91440" bIns="45720" rtlCol="0">
            <a:noAutofit/>
          </a:bodyPr>
          <a:lstStyle/>
          <a:p>
            <a:pPr marL="16933" marR="117684" indent="-228600" algn="just">
              <a:lnSpc>
                <a:spcPct val="90000"/>
              </a:lnSpc>
              <a:spcBef>
                <a:spcPts val="133"/>
              </a:spcBef>
              <a:buFont typeface="Arial" panose="020B0604020202020204" pitchFamily="34" charset="0"/>
              <a:buChar char="•"/>
            </a:pPr>
            <a:r>
              <a:rPr lang="en-US" sz="2000" dirty="0"/>
              <a:t>In</a:t>
            </a:r>
            <a:r>
              <a:rPr lang="en-US" sz="2000" spc="-27" dirty="0"/>
              <a:t> </a:t>
            </a:r>
            <a:r>
              <a:rPr lang="en-US" sz="2000" u="sng" dirty="0">
                <a:uFill>
                  <a:solidFill>
                    <a:srgbClr val="222222"/>
                  </a:solidFill>
                </a:uFill>
              </a:rPr>
              <a:t>foundries</a:t>
            </a:r>
            <a:r>
              <a:rPr lang="en-US" sz="2000" dirty="0"/>
              <a:t>,</a:t>
            </a:r>
            <a:r>
              <a:rPr lang="en-US" sz="2000" spc="-27" dirty="0"/>
              <a:t> </a:t>
            </a:r>
            <a:r>
              <a:rPr lang="en-US" sz="2000" dirty="0"/>
              <a:t>the</a:t>
            </a:r>
            <a:r>
              <a:rPr lang="en-US" sz="2000" spc="-27" dirty="0"/>
              <a:t> </a:t>
            </a:r>
            <a:r>
              <a:rPr lang="en-US" sz="2000" dirty="0"/>
              <a:t>workers</a:t>
            </a:r>
            <a:r>
              <a:rPr lang="en-US" sz="2000" spc="-27" dirty="0"/>
              <a:t> </a:t>
            </a:r>
            <a:r>
              <a:rPr lang="en-US" sz="2000" dirty="0"/>
              <a:t>must</a:t>
            </a:r>
            <a:r>
              <a:rPr lang="en-US" sz="2000" spc="-27" dirty="0"/>
              <a:t> </a:t>
            </a:r>
            <a:r>
              <a:rPr lang="en-US" sz="2000" dirty="0"/>
              <a:t>wear</a:t>
            </a:r>
            <a:r>
              <a:rPr lang="en-US" sz="2000" spc="-20" dirty="0"/>
              <a:t> </a:t>
            </a:r>
            <a:r>
              <a:rPr lang="en-US" sz="2000" u="sng" dirty="0">
                <a:uFill>
                  <a:solidFill>
                    <a:srgbClr val="222222"/>
                  </a:solidFill>
                </a:uFill>
              </a:rPr>
              <a:t>safety</a:t>
            </a:r>
            <a:r>
              <a:rPr lang="en-US" sz="2000" u="sng" spc="-27" dirty="0">
                <a:uFill>
                  <a:solidFill>
                    <a:srgbClr val="222222"/>
                  </a:solidFill>
                </a:uFill>
              </a:rPr>
              <a:t> </a:t>
            </a:r>
            <a:r>
              <a:rPr lang="en-US" sz="2000" u="sng" dirty="0">
                <a:uFill>
                  <a:solidFill>
                    <a:srgbClr val="222222"/>
                  </a:solidFill>
                </a:uFill>
              </a:rPr>
              <a:t>footwear</a:t>
            </a:r>
            <a:r>
              <a:rPr lang="en-US" sz="2000" spc="-33" dirty="0"/>
              <a:t> </a:t>
            </a:r>
            <a:r>
              <a:rPr lang="en-US" sz="2000" dirty="0"/>
              <a:t>which</a:t>
            </a:r>
            <a:r>
              <a:rPr lang="en-US" sz="2000" spc="-27" dirty="0"/>
              <a:t> </a:t>
            </a:r>
            <a:r>
              <a:rPr lang="en-US" sz="2000" dirty="0"/>
              <a:t>will</a:t>
            </a:r>
            <a:r>
              <a:rPr lang="en-US" sz="2000" spc="-27" dirty="0"/>
              <a:t> </a:t>
            </a:r>
            <a:r>
              <a:rPr lang="en-US" sz="2000" dirty="0"/>
              <a:t>protect</a:t>
            </a:r>
            <a:r>
              <a:rPr lang="en-US" sz="2000" spc="-20" dirty="0"/>
              <a:t> </a:t>
            </a:r>
            <a:r>
              <a:rPr lang="en-US" sz="2000" dirty="0"/>
              <a:t>their</a:t>
            </a:r>
            <a:r>
              <a:rPr lang="en-US" sz="2000" spc="-27" dirty="0"/>
              <a:t> </a:t>
            </a:r>
            <a:r>
              <a:rPr lang="en-US" sz="2000" dirty="0"/>
              <a:t>feet</a:t>
            </a:r>
            <a:r>
              <a:rPr lang="en-US" sz="2000" spc="-27" dirty="0"/>
              <a:t> </a:t>
            </a:r>
            <a:r>
              <a:rPr lang="en-US" sz="2000" dirty="0"/>
              <a:t>from</a:t>
            </a:r>
            <a:r>
              <a:rPr lang="en-US" sz="2000" spc="-27" dirty="0"/>
              <a:t> </a:t>
            </a:r>
            <a:r>
              <a:rPr lang="en-US" sz="2000" dirty="0"/>
              <a:t>injuries</a:t>
            </a:r>
            <a:r>
              <a:rPr lang="en-US" sz="2000" spc="-27" dirty="0"/>
              <a:t> </a:t>
            </a:r>
            <a:r>
              <a:rPr lang="en-US" sz="2000" dirty="0"/>
              <a:t>due</a:t>
            </a:r>
            <a:r>
              <a:rPr lang="en-US" sz="2000" spc="-27" dirty="0"/>
              <a:t> </a:t>
            </a:r>
            <a:r>
              <a:rPr lang="en-US" sz="2000" dirty="0"/>
              <a:t>to</a:t>
            </a:r>
            <a:r>
              <a:rPr lang="en-US" sz="2000" spc="-27" dirty="0"/>
              <a:t> </a:t>
            </a:r>
            <a:r>
              <a:rPr lang="en-US" sz="2000" spc="-13" dirty="0"/>
              <a:t>handling</a:t>
            </a:r>
            <a:r>
              <a:rPr lang="en-US" sz="2000" spc="-27" dirty="0"/>
              <a:t> </a:t>
            </a:r>
            <a:r>
              <a:rPr lang="en-US" sz="2000" dirty="0"/>
              <a:t>of</a:t>
            </a:r>
            <a:r>
              <a:rPr lang="en-US" sz="2000" spc="-27" dirty="0"/>
              <a:t> </a:t>
            </a:r>
            <a:r>
              <a:rPr lang="en-US" sz="2000" dirty="0"/>
              <a:t>molten</a:t>
            </a:r>
            <a:r>
              <a:rPr lang="en-US" sz="2000" spc="-27" dirty="0"/>
              <a:t> </a:t>
            </a:r>
            <a:r>
              <a:rPr lang="en-US" sz="2000" spc="-13" dirty="0"/>
              <a:t>metal. </a:t>
            </a:r>
            <a:r>
              <a:rPr lang="en-US" sz="2000" dirty="0"/>
              <a:t>In</a:t>
            </a:r>
            <a:r>
              <a:rPr lang="en-US" sz="2000" spc="-40" dirty="0"/>
              <a:t> </a:t>
            </a:r>
            <a:r>
              <a:rPr lang="en-US" sz="2000" dirty="0"/>
              <a:t>some</a:t>
            </a:r>
            <a:r>
              <a:rPr lang="en-US" sz="2000" spc="-40" dirty="0"/>
              <a:t> </a:t>
            </a:r>
            <a:r>
              <a:rPr lang="en-US" sz="2000" dirty="0"/>
              <a:t>cases,</a:t>
            </a:r>
            <a:r>
              <a:rPr lang="en-US" sz="2000" spc="-40" dirty="0"/>
              <a:t> </a:t>
            </a:r>
            <a:r>
              <a:rPr lang="en-US" sz="2000" dirty="0"/>
              <a:t>special</a:t>
            </a:r>
            <a:r>
              <a:rPr lang="en-US" sz="2000" spc="-33" dirty="0"/>
              <a:t> </a:t>
            </a:r>
            <a:r>
              <a:rPr lang="en-US" sz="2000" dirty="0"/>
              <a:t>types</a:t>
            </a:r>
            <a:r>
              <a:rPr lang="en-US" sz="2000" spc="-40" dirty="0"/>
              <a:t> </a:t>
            </a:r>
            <a:r>
              <a:rPr lang="en-US" sz="2000" dirty="0"/>
              <a:t>of</a:t>
            </a:r>
            <a:r>
              <a:rPr lang="en-US" sz="2000" spc="-33" dirty="0"/>
              <a:t> </a:t>
            </a:r>
            <a:r>
              <a:rPr lang="en-US" sz="2000" u="sng" dirty="0">
                <a:uFill>
                  <a:solidFill>
                    <a:srgbClr val="222222"/>
                  </a:solidFill>
                </a:uFill>
              </a:rPr>
              <a:t>safety</a:t>
            </a:r>
            <a:r>
              <a:rPr lang="en-US" sz="2000" u="sng" spc="-33" dirty="0">
                <a:uFill>
                  <a:solidFill>
                    <a:srgbClr val="222222"/>
                  </a:solidFill>
                </a:uFill>
              </a:rPr>
              <a:t> </a:t>
            </a:r>
            <a:r>
              <a:rPr lang="en-US" sz="2000" u="sng" dirty="0">
                <a:uFill>
                  <a:solidFill>
                    <a:srgbClr val="222222"/>
                  </a:solidFill>
                </a:uFill>
              </a:rPr>
              <a:t>shoes</a:t>
            </a:r>
            <a:r>
              <a:rPr lang="en-US" sz="2000" spc="-40" dirty="0"/>
              <a:t> </a:t>
            </a:r>
            <a:r>
              <a:rPr lang="en-US" sz="2000" dirty="0"/>
              <a:t>are</a:t>
            </a:r>
            <a:r>
              <a:rPr lang="en-US" sz="2000" spc="-40" dirty="0"/>
              <a:t> </a:t>
            </a:r>
            <a:r>
              <a:rPr lang="en-US" sz="2000" dirty="0"/>
              <a:t>to</a:t>
            </a:r>
            <a:r>
              <a:rPr lang="en-US" sz="2000" spc="-33" dirty="0"/>
              <a:t> </a:t>
            </a:r>
            <a:r>
              <a:rPr lang="en-US" sz="2000" dirty="0"/>
              <a:t>be</a:t>
            </a:r>
            <a:r>
              <a:rPr lang="en-US" sz="2000" spc="-40" dirty="0"/>
              <a:t> </a:t>
            </a:r>
            <a:r>
              <a:rPr lang="en-US" sz="2000" dirty="0"/>
              <a:t>used</a:t>
            </a:r>
            <a:r>
              <a:rPr lang="en-US" sz="2000" spc="-40" dirty="0"/>
              <a:t> </a:t>
            </a:r>
            <a:r>
              <a:rPr lang="en-US" sz="2000" dirty="0"/>
              <a:t>to</a:t>
            </a:r>
            <a:r>
              <a:rPr lang="en-US" sz="2000" spc="-33" dirty="0"/>
              <a:t> </a:t>
            </a:r>
            <a:r>
              <a:rPr lang="en-US" sz="2000" dirty="0"/>
              <a:t>avoid</a:t>
            </a:r>
            <a:r>
              <a:rPr lang="en-US" sz="2000" spc="-40" dirty="0"/>
              <a:t> </a:t>
            </a:r>
            <a:r>
              <a:rPr lang="en-US" sz="2000" dirty="0"/>
              <a:t>injuries</a:t>
            </a:r>
            <a:r>
              <a:rPr lang="en-US" sz="2000" spc="-40" dirty="0"/>
              <a:t> </a:t>
            </a:r>
            <a:r>
              <a:rPr lang="en-US" sz="2000" dirty="0"/>
              <a:t>due</a:t>
            </a:r>
            <a:r>
              <a:rPr lang="en-US" sz="2000" spc="-33" dirty="0"/>
              <a:t> </a:t>
            </a:r>
            <a:r>
              <a:rPr lang="en-US" sz="2000" dirty="0"/>
              <a:t>to</a:t>
            </a:r>
            <a:r>
              <a:rPr lang="en-US" sz="2000" spc="-40" dirty="0"/>
              <a:t> </a:t>
            </a:r>
            <a:r>
              <a:rPr lang="en-US" sz="2000" dirty="0"/>
              <a:t>falling</a:t>
            </a:r>
            <a:r>
              <a:rPr lang="en-US" sz="2000" spc="-40" dirty="0"/>
              <a:t> </a:t>
            </a:r>
            <a:r>
              <a:rPr lang="en-US" sz="2000" dirty="0"/>
              <a:t>weight</a:t>
            </a:r>
            <a:r>
              <a:rPr lang="en-US" sz="2000" spc="-33" dirty="0"/>
              <a:t> </a:t>
            </a:r>
            <a:r>
              <a:rPr lang="en-US" sz="2000" dirty="0"/>
              <a:t>on</a:t>
            </a:r>
            <a:r>
              <a:rPr lang="en-US" sz="2000" spc="-40" dirty="0"/>
              <a:t> </a:t>
            </a:r>
            <a:r>
              <a:rPr lang="en-US" sz="2000" spc="-13" dirty="0"/>
              <a:t>toes.</a:t>
            </a:r>
            <a:endParaRPr lang="en-US" sz="2000" dirty="0"/>
          </a:p>
          <a:p>
            <a:pPr indent="-228600" algn="just">
              <a:lnSpc>
                <a:spcPct val="90000"/>
              </a:lnSpc>
              <a:spcBef>
                <a:spcPts val="173"/>
              </a:spcBef>
              <a:buFont typeface="Arial" panose="020B0604020202020204" pitchFamily="34" charset="0"/>
              <a:buChar char="•"/>
            </a:pPr>
            <a:endParaRPr lang="en-US" sz="2000" dirty="0"/>
          </a:p>
          <a:p>
            <a:pPr marL="16933" marR="6773" indent="-228600" algn="just">
              <a:lnSpc>
                <a:spcPct val="90000"/>
              </a:lnSpc>
              <a:spcBef>
                <a:spcPts val="1600"/>
              </a:spcBef>
              <a:buFont typeface="Arial" panose="020B0604020202020204" pitchFamily="34" charset="0"/>
              <a:buChar char="•"/>
            </a:pPr>
            <a:r>
              <a:rPr lang="en-US" sz="2000" spc="-13" dirty="0"/>
              <a:t>Personal</a:t>
            </a:r>
            <a:r>
              <a:rPr lang="en-US" sz="2000" spc="-33" dirty="0"/>
              <a:t> </a:t>
            </a:r>
            <a:r>
              <a:rPr lang="en-US" sz="2000" dirty="0"/>
              <a:t>protective</a:t>
            </a:r>
            <a:r>
              <a:rPr lang="en-US" sz="2000" spc="-27" dirty="0"/>
              <a:t> </a:t>
            </a:r>
            <a:r>
              <a:rPr lang="en-US" sz="2000" spc="-13" dirty="0"/>
              <a:t>equipment</a:t>
            </a:r>
            <a:r>
              <a:rPr lang="en-US" sz="2000" spc="-33" dirty="0"/>
              <a:t> </a:t>
            </a:r>
            <a:r>
              <a:rPr lang="en-US" sz="2000" dirty="0"/>
              <a:t>should</a:t>
            </a:r>
            <a:r>
              <a:rPr lang="en-US" sz="2000" spc="-27" dirty="0"/>
              <a:t> </a:t>
            </a:r>
            <a:r>
              <a:rPr lang="en-US" sz="2000" dirty="0"/>
              <a:t>be</a:t>
            </a:r>
            <a:r>
              <a:rPr lang="en-US" sz="2000" spc="-33" dirty="0"/>
              <a:t> </a:t>
            </a:r>
            <a:r>
              <a:rPr lang="en-US" sz="2000" dirty="0"/>
              <a:t>used</a:t>
            </a:r>
            <a:r>
              <a:rPr lang="en-US" sz="2000" spc="-27" dirty="0"/>
              <a:t> </a:t>
            </a:r>
            <a:r>
              <a:rPr lang="en-US" sz="2000" dirty="0"/>
              <a:t>as</a:t>
            </a:r>
            <a:r>
              <a:rPr lang="en-US" sz="2000" spc="-33" dirty="0"/>
              <a:t> </a:t>
            </a:r>
            <a:r>
              <a:rPr lang="en-US" sz="2000" dirty="0"/>
              <a:t>a</a:t>
            </a:r>
            <a:r>
              <a:rPr lang="en-US" sz="2000" spc="-27" dirty="0"/>
              <a:t> </a:t>
            </a:r>
            <a:r>
              <a:rPr lang="en-US" sz="2000" dirty="0"/>
              <a:t>last</a:t>
            </a:r>
            <a:r>
              <a:rPr lang="en-US" sz="2000" spc="-33" dirty="0"/>
              <a:t> </a:t>
            </a:r>
            <a:r>
              <a:rPr lang="en-US" sz="2000" dirty="0"/>
              <a:t>resort.</a:t>
            </a:r>
            <a:r>
              <a:rPr lang="en-US" sz="2000" spc="-53" dirty="0"/>
              <a:t> </a:t>
            </a:r>
            <a:r>
              <a:rPr lang="en-US" sz="2000" dirty="0"/>
              <a:t>The</a:t>
            </a:r>
            <a:r>
              <a:rPr lang="en-US" sz="2000" spc="-33" dirty="0"/>
              <a:t> </a:t>
            </a:r>
            <a:r>
              <a:rPr lang="en-US" sz="2000" dirty="0"/>
              <a:t>primary</a:t>
            </a:r>
            <a:r>
              <a:rPr lang="en-US" sz="2000" spc="-27" dirty="0"/>
              <a:t> </a:t>
            </a:r>
            <a:r>
              <a:rPr lang="en-US" sz="2000" dirty="0"/>
              <a:t>thing</a:t>
            </a:r>
            <a:r>
              <a:rPr lang="en-US" sz="2000" spc="-33" dirty="0"/>
              <a:t> </a:t>
            </a:r>
            <a:r>
              <a:rPr lang="en-US" sz="2000" dirty="0"/>
              <a:t>is</a:t>
            </a:r>
            <a:r>
              <a:rPr lang="en-US" sz="2000" spc="-27" dirty="0"/>
              <a:t> </a:t>
            </a:r>
            <a:r>
              <a:rPr lang="en-US" sz="2000" dirty="0"/>
              <a:t>to</a:t>
            </a:r>
            <a:r>
              <a:rPr lang="en-US" sz="2000" spc="-33" dirty="0"/>
              <a:t> </a:t>
            </a:r>
            <a:r>
              <a:rPr lang="en-US" sz="2000" spc="-13" dirty="0"/>
              <a:t>eliminate</a:t>
            </a:r>
            <a:r>
              <a:rPr lang="en-US" sz="2000" spc="-27" dirty="0"/>
              <a:t> </a:t>
            </a:r>
            <a:r>
              <a:rPr lang="en-US" sz="2000" dirty="0"/>
              <a:t>the</a:t>
            </a:r>
            <a:r>
              <a:rPr lang="en-US" sz="2000" spc="-33" dirty="0"/>
              <a:t> </a:t>
            </a:r>
            <a:r>
              <a:rPr lang="en-US" sz="2000" dirty="0"/>
              <a:t>hazards</a:t>
            </a:r>
            <a:r>
              <a:rPr lang="en-US" sz="2000" spc="-27" dirty="0"/>
              <a:t> </a:t>
            </a:r>
            <a:r>
              <a:rPr lang="en-US" sz="2000" dirty="0"/>
              <a:t>so</a:t>
            </a:r>
            <a:r>
              <a:rPr lang="en-US" sz="2000" spc="-33" dirty="0"/>
              <a:t> </a:t>
            </a:r>
            <a:r>
              <a:rPr lang="en-US" sz="2000" dirty="0"/>
              <a:t>that</a:t>
            </a:r>
            <a:r>
              <a:rPr lang="en-US" sz="2000" spc="-27" dirty="0"/>
              <a:t> </a:t>
            </a:r>
            <a:r>
              <a:rPr lang="en-US" sz="2000" dirty="0"/>
              <a:t>a</a:t>
            </a:r>
            <a:r>
              <a:rPr lang="en-US" sz="2000" spc="-33" dirty="0"/>
              <a:t> </a:t>
            </a:r>
            <a:r>
              <a:rPr lang="en-US" sz="2000" spc="-13" dirty="0"/>
              <a:t>careless employee</a:t>
            </a:r>
            <a:r>
              <a:rPr lang="en-US" sz="2000" spc="-33" dirty="0"/>
              <a:t> </a:t>
            </a:r>
            <a:r>
              <a:rPr lang="en-US" sz="2000" dirty="0"/>
              <a:t>will</a:t>
            </a:r>
            <a:r>
              <a:rPr lang="en-US" sz="2000" spc="-27" dirty="0"/>
              <a:t> </a:t>
            </a:r>
            <a:r>
              <a:rPr lang="en-US" sz="2000" dirty="0"/>
              <a:t>not</a:t>
            </a:r>
            <a:r>
              <a:rPr lang="en-US" sz="2000" spc="-27" dirty="0"/>
              <a:t> </a:t>
            </a:r>
            <a:r>
              <a:rPr lang="en-US" sz="2000" dirty="0"/>
              <a:t>be</a:t>
            </a:r>
            <a:r>
              <a:rPr lang="en-US" sz="2000" spc="-27" dirty="0"/>
              <a:t> </a:t>
            </a:r>
            <a:r>
              <a:rPr lang="en-US" sz="2000" dirty="0"/>
              <a:t>in</a:t>
            </a:r>
            <a:r>
              <a:rPr lang="en-US" sz="2000" spc="-27" dirty="0"/>
              <a:t> </a:t>
            </a:r>
            <a:r>
              <a:rPr lang="en-US" sz="2000" dirty="0"/>
              <a:t>danger</a:t>
            </a:r>
            <a:r>
              <a:rPr lang="en-US" sz="2000" spc="-27" dirty="0"/>
              <a:t> </a:t>
            </a:r>
            <a:r>
              <a:rPr lang="en-US" sz="2000" dirty="0"/>
              <a:t>even</a:t>
            </a:r>
            <a:r>
              <a:rPr lang="en-US" sz="2000" spc="-27" dirty="0"/>
              <a:t> </a:t>
            </a:r>
            <a:r>
              <a:rPr lang="en-US" sz="2000" dirty="0"/>
              <a:t>if</a:t>
            </a:r>
            <a:r>
              <a:rPr lang="en-US" sz="2000" spc="-27" dirty="0"/>
              <a:t> </a:t>
            </a:r>
            <a:r>
              <a:rPr lang="en-US" sz="2000" dirty="0"/>
              <a:t>he</a:t>
            </a:r>
            <a:r>
              <a:rPr lang="en-US" sz="2000" spc="-27" dirty="0"/>
              <a:t> </a:t>
            </a:r>
            <a:r>
              <a:rPr lang="en-US" sz="2000" dirty="0"/>
              <a:t>does</a:t>
            </a:r>
            <a:r>
              <a:rPr lang="en-US" sz="2000" spc="-27" dirty="0"/>
              <a:t> </a:t>
            </a:r>
            <a:r>
              <a:rPr lang="en-US" sz="2000" dirty="0"/>
              <a:t>not</a:t>
            </a:r>
            <a:r>
              <a:rPr lang="en-US" sz="2000" spc="-27" dirty="0"/>
              <a:t> </a:t>
            </a:r>
            <a:r>
              <a:rPr lang="en-US" sz="2000" dirty="0"/>
              <a:t>wear</a:t>
            </a:r>
            <a:r>
              <a:rPr lang="en-US" sz="2000" spc="-27" dirty="0"/>
              <a:t> </a:t>
            </a:r>
            <a:r>
              <a:rPr lang="en-US" sz="2000" dirty="0"/>
              <a:t>a</a:t>
            </a:r>
            <a:r>
              <a:rPr lang="en-US" sz="2000" spc="-27" dirty="0"/>
              <a:t> </a:t>
            </a:r>
            <a:r>
              <a:rPr lang="en-US" sz="2000" dirty="0"/>
              <a:t>hat</a:t>
            </a:r>
            <a:r>
              <a:rPr lang="en-US" sz="2000" spc="-27" dirty="0"/>
              <a:t> </a:t>
            </a:r>
            <a:r>
              <a:rPr lang="en-US" sz="2000" dirty="0"/>
              <a:t>or</a:t>
            </a:r>
            <a:r>
              <a:rPr lang="en-US" sz="2000" spc="-27" dirty="0"/>
              <a:t> </a:t>
            </a:r>
            <a:r>
              <a:rPr lang="en-US" sz="2000" dirty="0"/>
              <a:t>an</a:t>
            </a:r>
            <a:r>
              <a:rPr lang="en-US" sz="2000" spc="-27" dirty="0"/>
              <a:t> </a:t>
            </a:r>
            <a:r>
              <a:rPr lang="en-US" sz="2000" spc="-13" dirty="0"/>
              <a:t>apron.</a:t>
            </a:r>
            <a:endParaRPr lang="en-US" sz="2000" dirty="0"/>
          </a:p>
        </p:txBody>
      </p:sp>
      <p:pic>
        <p:nvPicPr>
          <p:cNvPr id="5" name="Picture 4" descr="A person wearing yellow boots standing in a puddle&#10;&#10;Description automatically generated">
            <a:extLst>
              <a:ext uri="{FF2B5EF4-FFF2-40B4-BE49-F238E27FC236}">
                <a16:creationId xmlns:a16="http://schemas.microsoft.com/office/drawing/2014/main" id="{9140828C-E8AF-BD1C-03E7-FF2B76DAB702}"/>
              </a:ext>
            </a:extLst>
          </p:cNvPr>
          <p:cNvPicPr>
            <a:picLocks noChangeAspect="1"/>
          </p:cNvPicPr>
          <p:nvPr/>
        </p:nvPicPr>
        <p:blipFill>
          <a:blip r:embed="rId2">
            <a:extLst>
              <a:ext uri="{28A0092B-C50C-407E-A947-70E740481C1C}">
                <a14:useLocalDpi xmlns:a14="http://schemas.microsoft.com/office/drawing/2010/main" val="0"/>
              </a:ext>
            </a:extLst>
          </a:blip>
          <a:srcRect l="30962" r="20348"/>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DC69-7E74-FC4F-7C17-2C5E51AAB76C}"/>
              </a:ext>
            </a:extLst>
          </p:cNvPr>
          <p:cNvSpPr>
            <a:spLocks noGrp="1"/>
          </p:cNvSpPr>
          <p:nvPr>
            <p:ph type="title"/>
          </p:nvPr>
        </p:nvSpPr>
        <p:spPr>
          <a:xfrm>
            <a:off x="5405120" y="200795"/>
            <a:ext cx="6786880" cy="1018035"/>
          </a:xfrm>
        </p:spPr>
        <p:txBody>
          <a:bodyPr>
            <a:normAutofit fontScale="90000"/>
          </a:bodyPr>
          <a:lstStyle/>
          <a:p>
            <a:r>
              <a:rPr lang="en-US" dirty="0"/>
              <a:t>Types of PPE that can be used FOR LUNGS</a:t>
            </a:r>
            <a:endParaRPr lang="en-IN" dirty="0"/>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2" y="1341121"/>
            <a:ext cx="8182185" cy="5516879"/>
          </a:xfrm>
        </p:spPr>
        <p:txBody>
          <a:bodyPr>
            <a:normAutofit fontScale="40000" lnSpcReduction="20000"/>
          </a:bodyPr>
          <a:lstStyle/>
          <a:p>
            <a:pPr marL="0" indent="0">
              <a:buNone/>
            </a:pPr>
            <a:r>
              <a:rPr lang="en-US" sz="5333" b="1" dirty="0">
                <a:solidFill>
                  <a:srgbClr val="C00000"/>
                </a:solidFill>
              </a:rPr>
              <a:t>Lungs</a:t>
            </a:r>
          </a:p>
          <a:p>
            <a:r>
              <a:rPr lang="en-US" sz="5467" b="1" u="sng" dirty="0"/>
              <a:t>Hazards</a:t>
            </a:r>
          </a:p>
          <a:p>
            <a:pPr>
              <a:lnSpc>
                <a:spcPct val="120000"/>
              </a:lnSpc>
            </a:pPr>
            <a:r>
              <a:rPr lang="en-US" sz="5467" dirty="0"/>
              <a:t>Oxygen-deficient atmospheres, dusts, gases and </a:t>
            </a:r>
            <a:r>
              <a:rPr lang="en-US" sz="5467" dirty="0" err="1"/>
              <a:t>vapours</a:t>
            </a:r>
            <a:endParaRPr lang="en-US" sz="5467" dirty="0"/>
          </a:p>
          <a:p>
            <a:pPr>
              <a:lnSpc>
                <a:spcPct val="120000"/>
              </a:lnSpc>
            </a:pPr>
            <a:r>
              <a:rPr lang="en-US" sz="5467" b="1" u="sng" dirty="0"/>
              <a:t>Options</a:t>
            </a:r>
          </a:p>
          <a:p>
            <a:pPr>
              <a:lnSpc>
                <a:spcPct val="120000"/>
              </a:lnSpc>
            </a:pPr>
            <a:r>
              <a:rPr lang="en-US" sz="5467" dirty="0"/>
              <a:t>respiratory protective equipment (RPE)</a:t>
            </a:r>
          </a:p>
          <a:p>
            <a:pPr>
              <a:lnSpc>
                <a:spcPct val="120000"/>
              </a:lnSpc>
            </a:pPr>
            <a:r>
              <a:rPr lang="en-US" sz="5467" dirty="0"/>
              <a:t>Some </a:t>
            </a:r>
            <a:r>
              <a:rPr lang="en-US" sz="5467" b="1" dirty="0">
                <a:solidFill>
                  <a:srgbClr val="FF0000"/>
                </a:solidFill>
              </a:rPr>
              <a:t>respirators</a:t>
            </a:r>
            <a:r>
              <a:rPr lang="en-US" sz="5467" dirty="0"/>
              <a:t> rely on filtering contaminants from workplace air. </a:t>
            </a:r>
          </a:p>
          <a:p>
            <a:pPr>
              <a:lnSpc>
                <a:spcPct val="120000"/>
              </a:lnSpc>
            </a:pPr>
            <a:r>
              <a:rPr lang="en-US" sz="5467" dirty="0"/>
              <a:t>These include simple filtering facepieces and respirators </a:t>
            </a:r>
          </a:p>
          <a:p>
            <a:pPr>
              <a:lnSpc>
                <a:spcPct val="120000"/>
              </a:lnSpc>
            </a:pPr>
            <a:r>
              <a:rPr lang="en-US" sz="5467" dirty="0"/>
              <a:t>Wearers must ensure the RPE fits properly, e.g. for tight-fitting respirators (filtering facepieces, half and full masks).</a:t>
            </a:r>
          </a:p>
          <a:p>
            <a:pPr>
              <a:lnSpc>
                <a:spcPct val="120000"/>
              </a:lnSpc>
            </a:pPr>
            <a:r>
              <a:rPr lang="en-US" sz="5467" dirty="0"/>
              <a:t>There are also types of </a:t>
            </a:r>
            <a:r>
              <a:rPr lang="en-US" sz="5467" b="1" dirty="0">
                <a:solidFill>
                  <a:srgbClr val="FF0000"/>
                </a:solidFill>
              </a:rPr>
              <a:t>breathing apparatus </a:t>
            </a:r>
            <a:r>
              <a:rPr lang="en-US" sz="5467" dirty="0"/>
              <a:t>which give an independent supply of breathable air, e.g. fresh-air hose, compressed airline and self-contained breathing apparatus</a:t>
            </a:r>
            <a:r>
              <a:rPr lang="en-US" sz="5333" dirty="0"/>
              <a:t>.</a:t>
            </a:r>
          </a:p>
        </p:txBody>
      </p:sp>
      <p:pic>
        <p:nvPicPr>
          <p:cNvPr id="6" name="Picture 5">
            <a:extLst>
              <a:ext uri="{FF2B5EF4-FFF2-40B4-BE49-F238E27FC236}">
                <a16:creationId xmlns:a16="http://schemas.microsoft.com/office/drawing/2014/main" id="{34163FD7-15C4-3D86-83CC-9A51D12EE1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33177" y="571775"/>
            <a:ext cx="2628053" cy="2628053"/>
          </a:xfrm>
          <a:prstGeom prst="rect">
            <a:avLst/>
          </a:prstGeom>
        </p:spPr>
      </p:pic>
      <p:pic>
        <p:nvPicPr>
          <p:cNvPr id="8" name="Picture 7">
            <a:extLst>
              <a:ext uri="{FF2B5EF4-FFF2-40B4-BE49-F238E27FC236}">
                <a16:creationId xmlns:a16="http://schemas.microsoft.com/office/drawing/2014/main" id="{90666538-0D00-C361-0EF2-DFF0E7F35F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7293" y="1031716"/>
            <a:ext cx="3563144" cy="3563144"/>
          </a:xfrm>
          <a:prstGeom prst="rect">
            <a:avLst/>
          </a:prstGeom>
        </p:spPr>
      </p:pic>
      <p:pic>
        <p:nvPicPr>
          <p:cNvPr id="10" name="Picture 9">
            <a:extLst>
              <a:ext uri="{FF2B5EF4-FFF2-40B4-BE49-F238E27FC236}">
                <a16:creationId xmlns:a16="http://schemas.microsoft.com/office/drawing/2014/main" id="{6F7E38B8-36A0-8C57-55F6-9728DD5603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82276" y="3429000"/>
            <a:ext cx="1871133" cy="1871133"/>
          </a:xfrm>
          <a:prstGeom prst="rect">
            <a:avLst/>
          </a:prstGeom>
        </p:spPr>
      </p:pic>
      <p:pic>
        <p:nvPicPr>
          <p:cNvPr id="12" name="Picture 11">
            <a:extLst>
              <a:ext uri="{FF2B5EF4-FFF2-40B4-BE49-F238E27FC236}">
                <a16:creationId xmlns:a16="http://schemas.microsoft.com/office/drawing/2014/main" id="{F85F032D-B4A4-EB91-79C8-E4617E77AAF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7715" b="-2413"/>
          <a:stretch/>
        </p:blipFill>
        <p:spPr>
          <a:xfrm flipH="1">
            <a:off x="9725844" y="4305228"/>
            <a:ext cx="2466155" cy="2620505"/>
          </a:xfrm>
          <a:prstGeom prst="rect">
            <a:avLst/>
          </a:prstGeom>
        </p:spPr>
      </p:pic>
      <p:pic>
        <p:nvPicPr>
          <p:cNvPr id="14" name="Picture 13">
            <a:extLst>
              <a:ext uri="{FF2B5EF4-FFF2-40B4-BE49-F238E27FC236}">
                <a16:creationId xmlns:a16="http://schemas.microsoft.com/office/drawing/2014/main" id="{C30412E9-7B10-443D-2A62-2956BE23FB3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03159" y="4886301"/>
            <a:ext cx="1971699" cy="1971699"/>
          </a:xfrm>
          <a:prstGeom prst="rect">
            <a:avLst/>
          </a:prstGeom>
        </p:spPr>
      </p:pic>
    </p:spTree>
    <p:extLst>
      <p:ext uri="{BB962C8B-B14F-4D97-AF65-F5344CB8AC3E}">
        <p14:creationId xmlns:p14="http://schemas.microsoft.com/office/powerpoint/2010/main" val="3256393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D9FC6AC-4A12-4825-8ABE-0732B8EF4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Respiratory Protective Equipment Flowchart">
            <a:extLst>
              <a:ext uri="{FF2B5EF4-FFF2-40B4-BE49-F238E27FC236}">
                <a16:creationId xmlns:a16="http://schemas.microsoft.com/office/drawing/2014/main" id="{9AF6527E-6D2F-8FD0-B9EB-1D8265FE59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01"/>
          <a:stretch/>
        </p:blipFill>
        <p:spPr bwMode="auto">
          <a:xfrm>
            <a:off x="2981582" y="1659871"/>
            <a:ext cx="9928359" cy="5739729"/>
          </a:xfrm>
          <a:custGeom>
            <a:avLst/>
            <a:gdLst/>
            <a:ahLst/>
            <a:cxnLst/>
            <a:rect l="l" t="t" r="r" b="b"/>
            <a:pathLst>
              <a:path w="11862683" h="6858000">
                <a:moveTo>
                  <a:pt x="0" y="0"/>
                </a:moveTo>
                <a:lnTo>
                  <a:pt x="4038600" y="0"/>
                </a:lnTo>
                <a:lnTo>
                  <a:pt x="4114800" y="0"/>
                </a:lnTo>
                <a:lnTo>
                  <a:pt x="4282294" y="0"/>
                </a:lnTo>
                <a:lnTo>
                  <a:pt x="6139260" y="0"/>
                </a:lnTo>
                <a:lnTo>
                  <a:pt x="6362810" y="0"/>
                </a:lnTo>
                <a:lnTo>
                  <a:pt x="7272221" y="0"/>
                </a:lnTo>
                <a:lnTo>
                  <a:pt x="10815342" y="0"/>
                </a:lnTo>
                <a:cubicBezTo>
                  <a:pt x="10709672" y="35571"/>
                  <a:pt x="10607020" y="78255"/>
                  <a:pt x="10501350" y="110269"/>
                </a:cubicBezTo>
                <a:cubicBezTo>
                  <a:pt x="10516447" y="145839"/>
                  <a:pt x="10531542" y="138725"/>
                  <a:pt x="10546639" y="135168"/>
                </a:cubicBezTo>
                <a:cubicBezTo>
                  <a:pt x="10637212" y="120941"/>
                  <a:pt x="10730806" y="110269"/>
                  <a:pt x="10818360" y="71141"/>
                </a:cubicBezTo>
                <a:cubicBezTo>
                  <a:pt x="10839496" y="64027"/>
                  <a:pt x="10863648" y="64027"/>
                  <a:pt x="10872705" y="88927"/>
                </a:cubicBezTo>
                <a:cubicBezTo>
                  <a:pt x="10887801" y="124497"/>
                  <a:pt x="10866668" y="145839"/>
                  <a:pt x="10845532" y="163625"/>
                </a:cubicBezTo>
                <a:cubicBezTo>
                  <a:pt x="10809304" y="195638"/>
                  <a:pt x="10767036" y="188525"/>
                  <a:pt x="10727787" y="192082"/>
                </a:cubicBezTo>
                <a:cubicBezTo>
                  <a:pt x="10619098" y="209867"/>
                  <a:pt x="10567772" y="259665"/>
                  <a:pt x="10543619" y="373491"/>
                </a:cubicBezTo>
                <a:cubicBezTo>
                  <a:pt x="10637212" y="327250"/>
                  <a:pt x="10730806" y="384162"/>
                  <a:pt x="10821380" y="352148"/>
                </a:cubicBezTo>
                <a:cubicBezTo>
                  <a:pt x="10845532" y="345034"/>
                  <a:pt x="10881763" y="355706"/>
                  <a:pt x="10869686" y="394834"/>
                </a:cubicBezTo>
                <a:cubicBezTo>
                  <a:pt x="10857610" y="430405"/>
                  <a:pt x="10818360" y="458860"/>
                  <a:pt x="10887801" y="451747"/>
                </a:cubicBezTo>
                <a:cubicBezTo>
                  <a:pt x="10939127" y="448189"/>
                  <a:pt x="10954222" y="405504"/>
                  <a:pt x="10969318" y="359262"/>
                </a:cubicBezTo>
                <a:cubicBezTo>
                  <a:pt x="10981394" y="334364"/>
                  <a:pt x="11014605" y="320135"/>
                  <a:pt x="11038758" y="334364"/>
                </a:cubicBezTo>
                <a:cubicBezTo>
                  <a:pt x="11068949" y="348592"/>
                  <a:pt x="11059892" y="387720"/>
                  <a:pt x="11059892" y="416176"/>
                </a:cubicBezTo>
                <a:cubicBezTo>
                  <a:pt x="11062912" y="469532"/>
                  <a:pt x="11038758" y="494431"/>
                  <a:pt x="10996491" y="505101"/>
                </a:cubicBezTo>
                <a:cubicBezTo>
                  <a:pt x="10945164" y="519330"/>
                  <a:pt x="10893840" y="537116"/>
                  <a:pt x="10827418" y="558458"/>
                </a:cubicBezTo>
                <a:cubicBezTo>
                  <a:pt x="10899878" y="594028"/>
                  <a:pt x="10954222" y="586915"/>
                  <a:pt x="11008566" y="558458"/>
                </a:cubicBezTo>
                <a:cubicBezTo>
                  <a:pt x="11074988" y="526444"/>
                  <a:pt x="11162542" y="483759"/>
                  <a:pt x="11216886" y="522887"/>
                </a:cubicBezTo>
                <a:cubicBezTo>
                  <a:pt x="11298403" y="579800"/>
                  <a:pt x="11364824" y="544229"/>
                  <a:pt x="11437284" y="533558"/>
                </a:cubicBezTo>
                <a:cubicBezTo>
                  <a:pt x="11588242" y="512216"/>
                  <a:pt x="11494648" y="480203"/>
                  <a:pt x="11645605" y="462417"/>
                </a:cubicBezTo>
                <a:cubicBezTo>
                  <a:pt x="11705988" y="455303"/>
                  <a:pt x="11769390" y="426847"/>
                  <a:pt x="11856944" y="465975"/>
                </a:cubicBezTo>
                <a:cubicBezTo>
                  <a:pt x="11461437" y="672284"/>
                  <a:pt x="11274250" y="658055"/>
                  <a:pt x="10921012" y="910606"/>
                </a:cubicBezTo>
                <a:cubicBezTo>
                  <a:pt x="10936107" y="935506"/>
                  <a:pt x="10951202" y="924835"/>
                  <a:pt x="10966299" y="921277"/>
                </a:cubicBezTo>
                <a:cubicBezTo>
                  <a:pt x="10990452" y="917720"/>
                  <a:pt x="11020644" y="903491"/>
                  <a:pt x="11026682" y="949734"/>
                </a:cubicBezTo>
                <a:cubicBezTo>
                  <a:pt x="11029702" y="985305"/>
                  <a:pt x="11011585" y="1003089"/>
                  <a:pt x="10981394" y="1006647"/>
                </a:cubicBezTo>
                <a:cubicBezTo>
                  <a:pt x="10893840" y="1020875"/>
                  <a:pt x="10815342" y="1070674"/>
                  <a:pt x="10736844" y="1113358"/>
                </a:cubicBezTo>
                <a:cubicBezTo>
                  <a:pt x="10700615" y="1131144"/>
                  <a:pt x="10661366" y="1156043"/>
                  <a:pt x="10676462" y="1220069"/>
                </a:cubicBezTo>
                <a:cubicBezTo>
                  <a:pt x="10706652" y="1237855"/>
                  <a:pt x="10727787" y="1212955"/>
                  <a:pt x="10751940" y="1209399"/>
                </a:cubicBezTo>
                <a:cubicBezTo>
                  <a:pt x="10776093" y="1205842"/>
                  <a:pt x="10833457" y="1220069"/>
                  <a:pt x="10818360" y="1230741"/>
                </a:cubicBezTo>
                <a:cubicBezTo>
                  <a:pt x="10748920" y="1269868"/>
                  <a:pt x="10875724" y="1365909"/>
                  <a:pt x="10791190" y="1365909"/>
                </a:cubicBezTo>
                <a:cubicBezTo>
                  <a:pt x="10652309" y="1365909"/>
                  <a:pt x="10576830" y="1536647"/>
                  <a:pt x="10443988" y="1540204"/>
                </a:cubicBezTo>
                <a:cubicBezTo>
                  <a:pt x="10422854" y="1540204"/>
                  <a:pt x="10413797" y="1572219"/>
                  <a:pt x="10413797" y="1597117"/>
                </a:cubicBezTo>
                <a:cubicBezTo>
                  <a:pt x="10413797" y="1629132"/>
                  <a:pt x="10434930" y="1632688"/>
                  <a:pt x="10456064" y="1636245"/>
                </a:cubicBezTo>
                <a:cubicBezTo>
                  <a:pt x="10489275" y="1639802"/>
                  <a:pt x="10525504" y="1597117"/>
                  <a:pt x="10567772" y="1657587"/>
                </a:cubicBezTo>
                <a:cubicBezTo>
                  <a:pt x="10489275" y="1693158"/>
                  <a:pt x="10407758" y="1728729"/>
                  <a:pt x="10410777" y="1849668"/>
                </a:cubicBezTo>
                <a:cubicBezTo>
                  <a:pt x="10410777" y="1881683"/>
                  <a:pt x="10377566" y="1895910"/>
                  <a:pt x="10353413" y="1903025"/>
                </a:cubicBezTo>
                <a:cubicBezTo>
                  <a:pt x="10311146" y="1917252"/>
                  <a:pt x="10277935" y="1938595"/>
                  <a:pt x="10253782" y="1984836"/>
                </a:cubicBezTo>
                <a:cubicBezTo>
                  <a:pt x="10253782" y="1995507"/>
                  <a:pt x="10253782" y="2002622"/>
                  <a:pt x="10253782" y="2013292"/>
                </a:cubicBezTo>
                <a:cubicBezTo>
                  <a:pt x="10259820" y="2123562"/>
                  <a:pt x="10320202" y="2120004"/>
                  <a:pt x="10386624" y="2102219"/>
                </a:cubicBezTo>
                <a:cubicBezTo>
                  <a:pt x="10465122" y="2080877"/>
                  <a:pt x="10543619" y="2038192"/>
                  <a:pt x="10628156" y="2077320"/>
                </a:cubicBezTo>
                <a:cubicBezTo>
                  <a:pt x="10510408" y="2130676"/>
                  <a:pt x="10380586" y="2134233"/>
                  <a:pt x="10271896" y="2208931"/>
                </a:cubicBezTo>
                <a:cubicBezTo>
                  <a:pt x="10676462" y="2223159"/>
                  <a:pt x="11032720" y="1984836"/>
                  <a:pt x="11425208" y="1892353"/>
                </a:cubicBezTo>
                <a:cubicBezTo>
                  <a:pt x="11413131" y="1952823"/>
                  <a:pt x="11379920" y="1967051"/>
                  <a:pt x="11352748" y="1974165"/>
                </a:cubicBezTo>
                <a:cubicBezTo>
                  <a:pt x="11207830" y="2020407"/>
                  <a:pt x="11081026" y="2112891"/>
                  <a:pt x="10948184" y="2191146"/>
                </a:cubicBezTo>
                <a:cubicBezTo>
                  <a:pt x="10893840" y="2223159"/>
                  <a:pt x="10854590" y="2258731"/>
                  <a:pt x="10833457" y="2326314"/>
                </a:cubicBezTo>
                <a:cubicBezTo>
                  <a:pt x="10815342" y="2390340"/>
                  <a:pt x="10779112" y="2418796"/>
                  <a:pt x="10712690" y="2401012"/>
                </a:cubicBezTo>
                <a:cubicBezTo>
                  <a:pt x="10658346" y="2386784"/>
                  <a:pt x="10600982" y="2393898"/>
                  <a:pt x="10543619" y="2401012"/>
                </a:cubicBezTo>
                <a:cubicBezTo>
                  <a:pt x="10480218" y="2408126"/>
                  <a:pt x="10407758" y="2479267"/>
                  <a:pt x="10422854" y="2518395"/>
                </a:cubicBezTo>
                <a:cubicBezTo>
                  <a:pt x="10453044" y="2582422"/>
                  <a:pt x="10504370" y="2550408"/>
                  <a:pt x="10546639" y="2543294"/>
                </a:cubicBezTo>
                <a:cubicBezTo>
                  <a:pt x="10597964" y="2536181"/>
                  <a:pt x="10691556" y="2518395"/>
                  <a:pt x="10691556" y="2525509"/>
                </a:cubicBezTo>
                <a:cubicBezTo>
                  <a:pt x="10724768" y="2685576"/>
                  <a:pt x="10800246" y="2564636"/>
                  <a:pt x="10854590" y="2564636"/>
                </a:cubicBezTo>
                <a:cubicBezTo>
                  <a:pt x="10905916" y="2564636"/>
                  <a:pt x="10957241" y="2546851"/>
                  <a:pt x="11005548" y="2532623"/>
                </a:cubicBezTo>
                <a:cubicBezTo>
                  <a:pt x="11068949" y="2514837"/>
                  <a:pt x="11126312" y="2546851"/>
                  <a:pt x="11186696" y="2553965"/>
                </a:cubicBezTo>
                <a:cubicBezTo>
                  <a:pt x="11241040" y="2561080"/>
                  <a:pt x="11210850" y="2653563"/>
                  <a:pt x="11244060" y="2692689"/>
                </a:cubicBezTo>
                <a:cubicBezTo>
                  <a:pt x="11250097" y="2703362"/>
                  <a:pt x="11256136" y="2703362"/>
                  <a:pt x="11262174" y="2703362"/>
                </a:cubicBezTo>
                <a:cubicBezTo>
                  <a:pt x="11280289" y="2980812"/>
                  <a:pt x="11597299" y="2913227"/>
                  <a:pt x="11597299" y="2923898"/>
                </a:cubicBezTo>
                <a:cubicBezTo>
                  <a:pt x="11624471" y="2941684"/>
                  <a:pt x="11657682" y="2899000"/>
                  <a:pt x="11690892" y="2941684"/>
                </a:cubicBezTo>
                <a:cubicBezTo>
                  <a:pt x="11548993" y="3137322"/>
                  <a:pt x="11331614" y="3183563"/>
                  <a:pt x="11138390" y="3329402"/>
                </a:cubicBezTo>
                <a:cubicBezTo>
                  <a:pt x="11298403" y="3379202"/>
                  <a:pt x="11391998" y="3208463"/>
                  <a:pt x="11509744" y="3229805"/>
                </a:cubicBezTo>
                <a:cubicBezTo>
                  <a:pt x="11567107" y="3283162"/>
                  <a:pt x="11395016" y="3368530"/>
                  <a:pt x="11561068" y="3393429"/>
                </a:cubicBezTo>
                <a:cubicBezTo>
                  <a:pt x="11488610" y="3439672"/>
                  <a:pt x="11437284" y="3485914"/>
                  <a:pt x="11385959" y="3539269"/>
                </a:cubicBezTo>
                <a:cubicBezTo>
                  <a:pt x="11298403" y="3635309"/>
                  <a:pt x="11280289" y="3699337"/>
                  <a:pt x="11322556" y="3827390"/>
                </a:cubicBezTo>
                <a:cubicBezTo>
                  <a:pt x="11349730" y="3912759"/>
                  <a:pt x="11388978" y="3991015"/>
                  <a:pt x="11352748" y="4090612"/>
                </a:cubicBezTo>
                <a:cubicBezTo>
                  <a:pt x="11328595" y="4158196"/>
                  <a:pt x="11337653" y="4204438"/>
                  <a:pt x="11428226" y="4172424"/>
                </a:cubicBezTo>
                <a:cubicBezTo>
                  <a:pt x="11524840" y="4140411"/>
                  <a:pt x="11561068" y="4200882"/>
                  <a:pt x="11536915" y="4321821"/>
                </a:cubicBezTo>
                <a:cubicBezTo>
                  <a:pt x="11521821" y="4400076"/>
                  <a:pt x="11536915" y="4424975"/>
                  <a:pt x="11603338" y="4414305"/>
                </a:cubicBezTo>
                <a:cubicBezTo>
                  <a:pt x="11675796" y="4403633"/>
                  <a:pt x="11745236" y="4353835"/>
                  <a:pt x="11835811" y="4378734"/>
                </a:cubicBezTo>
                <a:cubicBezTo>
                  <a:pt x="11763352" y="4521016"/>
                  <a:pt x="11609374" y="4478331"/>
                  <a:pt x="11524840" y="4613499"/>
                </a:cubicBezTo>
                <a:cubicBezTo>
                  <a:pt x="11624471" y="4613499"/>
                  <a:pt x="11702969" y="4613499"/>
                  <a:pt x="11775427" y="4585042"/>
                </a:cubicBezTo>
                <a:cubicBezTo>
                  <a:pt x="11805619" y="4574373"/>
                  <a:pt x="11838830" y="4560144"/>
                  <a:pt x="11856944" y="4602828"/>
                </a:cubicBezTo>
                <a:cubicBezTo>
                  <a:pt x="11878080" y="4652628"/>
                  <a:pt x="11835811" y="4670412"/>
                  <a:pt x="11811658" y="4677526"/>
                </a:cubicBezTo>
                <a:cubicBezTo>
                  <a:pt x="11742216" y="4702425"/>
                  <a:pt x="11687874" y="4759339"/>
                  <a:pt x="11627490" y="4805580"/>
                </a:cubicBezTo>
                <a:cubicBezTo>
                  <a:pt x="11497668" y="4905177"/>
                  <a:pt x="11355767" y="4990547"/>
                  <a:pt x="11247078" y="5154171"/>
                </a:cubicBezTo>
                <a:cubicBezTo>
                  <a:pt x="11382940" y="5111487"/>
                  <a:pt x="11485590" y="5011889"/>
                  <a:pt x="11615414" y="4994104"/>
                </a:cubicBezTo>
                <a:cubicBezTo>
                  <a:pt x="11503704" y="5143500"/>
                  <a:pt x="11361806" y="5243097"/>
                  <a:pt x="11228964" y="5353367"/>
                </a:cubicBezTo>
                <a:cubicBezTo>
                  <a:pt x="11189714" y="5385379"/>
                  <a:pt x="11150466" y="5406721"/>
                  <a:pt x="11144428" y="5474306"/>
                </a:cubicBezTo>
                <a:cubicBezTo>
                  <a:pt x="11126312" y="5605917"/>
                  <a:pt x="11078008" y="5712629"/>
                  <a:pt x="10969318" y="5769542"/>
                </a:cubicBezTo>
                <a:cubicBezTo>
                  <a:pt x="10969318" y="5769542"/>
                  <a:pt x="10975356" y="5790884"/>
                  <a:pt x="10978374" y="5801555"/>
                </a:cubicBezTo>
                <a:cubicBezTo>
                  <a:pt x="11044797" y="5805112"/>
                  <a:pt x="11096122" y="5726858"/>
                  <a:pt x="11177639" y="5755314"/>
                </a:cubicBezTo>
                <a:cubicBezTo>
                  <a:pt x="11096122" y="5862025"/>
                  <a:pt x="11029702" y="5954508"/>
                  <a:pt x="10917992" y="6004307"/>
                </a:cubicBezTo>
                <a:cubicBezTo>
                  <a:pt x="10827418" y="6043434"/>
                  <a:pt x="10715710" y="6068335"/>
                  <a:pt x="10649289" y="6196388"/>
                </a:cubicBezTo>
                <a:cubicBezTo>
                  <a:pt x="10724768" y="6221287"/>
                  <a:pt x="10782132" y="6189274"/>
                  <a:pt x="10839496" y="6167932"/>
                </a:cubicBezTo>
                <a:cubicBezTo>
                  <a:pt x="10927050" y="6132361"/>
                  <a:pt x="11014605" y="6093234"/>
                  <a:pt x="11102160" y="6057663"/>
                </a:cubicBezTo>
                <a:cubicBezTo>
                  <a:pt x="11135372" y="6043434"/>
                  <a:pt x="11171600" y="6036320"/>
                  <a:pt x="11192734" y="6100347"/>
                </a:cubicBezTo>
                <a:cubicBezTo>
                  <a:pt x="11081026" y="6114575"/>
                  <a:pt x="11014605" y="6199945"/>
                  <a:pt x="10945164" y="6281757"/>
                </a:cubicBezTo>
                <a:cubicBezTo>
                  <a:pt x="10905916" y="6327999"/>
                  <a:pt x="10872705" y="6388469"/>
                  <a:pt x="10803265" y="6367127"/>
                </a:cubicBezTo>
                <a:cubicBezTo>
                  <a:pt x="10767036" y="6356456"/>
                  <a:pt x="10742882" y="6388469"/>
                  <a:pt x="10745901" y="6431153"/>
                </a:cubicBezTo>
                <a:cubicBezTo>
                  <a:pt x="10760998" y="6580550"/>
                  <a:pt x="10673442" y="6630349"/>
                  <a:pt x="10582868" y="6658805"/>
                </a:cubicBezTo>
                <a:cubicBezTo>
                  <a:pt x="10450026" y="6701489"/>
                  <a:pt x="10332280" y="6786859"/>
                  <a:pt x="10208496" y="6858000"/>
                </a:cubicBezTo>
                <a:lnTo>
                  <a:pt x="7272221" y="6858000"/>
                </a:lnTo>
                <a:lnTo>
                  <a:pt x="6362810" y="6858000"/>
                </a:lnTo>
                <a:lnTo>
                  <a:pt x="6139260" y="6858000"/>
                </a:lnTo>
                <a:lnTo>
                  <a:pt x="4282294" y="6858000"/>
                </a:lnTo>
                <a:lnTo>
                  <a:pt x="4114800" y="6858000"/>
                </a:lnTo>
                <a:lnTo>
                  <a:pt x="40386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9AEE221F-C35A-069C-08DA-96FFCDEF6687}"/>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r>
              <a:rPr lang="en-US">
                <a:solidFill>
                  <a:srgbClr val="FFFFFF"/>
                </a:solidFill>
              </a:rPr>
              <a:t>ARJUN P K</a:t>
            </a:r>
          </a:p>
        </p:txBody>
      </p:sp>
      <p:sp>
        <p:nvSpPr>
          <p:cNvPr id="5" name="TextBox 4">
            <a:extLst>
              <a:ext uri="{FF2B5EF4-FFF2-40B4-BE49-F238E27FC236}">
                <a16:creationId xmlns:a16="http://schemas.microsoft.com/office/drawing/2014/main" id="{343226CD-8971-DBAD-4E79-135E4F4F9163}"/>
              </a:ext>
            </a:extLst>
          </p:cNvPr>
          <p:cNvSpPr txBox="1"/>
          <p:nvPr/>
        </p:nvSpPr>
        <p:spPr>
          <a:xfrm>
            <a:off x="4983512" y="287274"/>
            <a:ext cx="4100803" cy="830997"/>
          </a:xfrm>
          <a:prstGeom prst="rect">
            <a:avLst/>
          </a:prstGeom>
          <a:noFill/>
        </p:spPr>
        <p:txBody>
          <a:bodyPr wrap="none" rtlCol="0">
            <a:spAutoFit/>
          </a:bodyPr>
          <a:lstStyle/>
          <a:p>
            <a:r>
              <a:rPr lang="en-GB" sz="4800" b="1" dirty="0"/>
              <a:t>TYPES OF RPE</a:t>
            </a:r>
          </a:p>
        </p:txBody>
      </p:sp>
      <p:pic>
        <p:nvPicPr>
          <p:cNvPr id="9" name="Picture 8" descr="A close-up of a gas mask&#10;&#10;Description automatically generated">
            <a:extLst>
              <a:ext uri="{FF2B5EF4-FFF2-40B4-BE49-F238E27FC236}">
                <a16:creationId xmlns:a16="http://schemas.microsoft.com/office/drawing/2014/main" id="{5AF0B6AC-E834-9B4A-A2F5-E3FB0C0E107C}"/>
              </a:ext>
            </a:extLst>
          </p:cNvPr>
          <p:cNvPicPr>
            <a:picLocks noChangeAspect="1"/>
          </p:cNvPicPr>
          <p:nvPr/>
        </p:nvPicPr>
        <p:blipFill rotWithShape="1">
          <a:blip r:embed="rId3">
            <a:extLst>
              <a:ext uri="{28A0092B-C50C-407E-A947-70E740481C1C}">
                <a14:useLocalDpi xmlns:a14="http://schemas.microsoft.com/office/drawing/2010/main" val="0"/>
              </a:ext>
            </a:extLst>
          </a:blip>
          <a:srcRect r="30812"/>
          <a:stretch/>
        </p:blipFill>
        <p:spPr>
          <a:xfrm>
            <a:off x="1" y="-1"/>
            <a:ext cx="3702570" cy="3567659"/>
          </a:xfrm>
          <a:prstGeom prst="rect">
            <a:avLst/>
          </a:prstGeom>
        </p:spPr>
      </p:pic>
    </p:spTree>
    <p:extLst>
      <p:ext uri="{BB962C8B-B14F-4D97-AF65-F5344CB8AC3E}">
        <p14:creationId xmlns:p14="http://schemas.microsoft.com/office/powerpoint/2010/main" val="1942711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wearing a gas mask&#10;&#10;Description automatically generated">
            <a:extLst>
              <a:ext uri="{FF2B5EF4-FFF2-40B4-BE49-F238E27FC236}">
                <a16:creationId xmlns:a16="http://schemas.microsoft.com/office/drawing/2014/main" id="{B30F9B06-8E2C-1C32-7F19-AB3C469007F9}"/>
              </a:ext>
            </a:extLst>
          </p:cNvPr>
          <p:cNvPicPr>
            <a:picLocks noChangeAspect="1"/>
          </p:cNvPicPr>
          <p:nvPr/>
        </p:nvPicPr>
        <p:blipFill>
          <a:blip r:embed="rId2">
            <a:alphaModFix amt="64000"/>
            <a:extLst>
              <a:ext uri="{28A0092B-C50C-407E-A947-70E740481C1C}">
                <a14:useLocalDpi xmlns:a14="http://schemas.microsoft.com/office/drawing/2010/main" val="0"/>
              </a:ext>
            </a:extLst>
          </a:blip>
          <a:srcRect r="6001"/>
          <a:stretch/>
        </p:blipFill>
        <p:spPr>
          <a:xfrm>
            <a:off x="2522356"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275492" y="-146748"/>
            <a:ext cx="8428892" cy="1899912"/>
          </a:xfrm>
          <a:prstGeom prst="rect">
            <a:avLst/>
          </a:prstGeom>
        </p:spPr>
        <p:txBody>
          <a:bodyPr vert="horz" lIns="91440" tIns="45720" rIns="91440" bIns="45720" rtlCol="0" anchor="ctr">
            <a:normAutofit/>
          </a:bodyPr>
          <a:lstStyle/>
          <a:p>
            <a:pPr marL="16933"/>
            <a:r>
              <a:rPr lang="en-US" b="1" spc="187" dirty="0"/>
              <a:t>RESPIRATORY</a:t>
            </a:r>
            <a:r>
              <a:rPr lang="en-US" b="1" spc="87" dirty="0"/>
              <a:t> </a:t>
            </a:r>
            <a:r>
              <a:rPr lang="en-US" b="1" spc="167" dirty="0"/>
              <a:t>PROTECTIVE</a:t>
            </a:r>
            <a:r>
              <a:rPr lang="en-US" b="1" spc="87" dirty="0"/>
              <a:t> </a:t>
            </a:r>
            <a:r>
              <a:rPr lang="en-US" b="1" spc="152" dirty="0"/>
              <a:t>EQUIPMENT</a:t>
            </a:r>
            <a:r>
              <a:rPr lang="en-US" b="1" spc="93" dirty="0"/>
              <a:t> </a:t>
            </a:r>
            <a:r>
              <a:rPr lang="en-US" b="1" spc="67" dirty="0"/>
              <a:t>(RPE)</a:t>
            </a:r>
            <a:endParaRPr lang="en-US" b="1" dirty="0"/>
          </a:p>
        </p:txBody>
      </p:sp>
      <p:sp>
        <p:nvSpPr>
          <p:cNvPr id="3" name="object 3"/>
          <p:cNvSpPr txBox="1"/>
          <p:nvPr/>
        </p:nvSpPr>
        <p:spPr>
          <a:xfrm>
            <a:off x="17586" y="1557619"/>
            <a:ext cx="5791200" cy="3742762"/>
          </a:xfrm>
          <a:prstGeom prst="rect">
            <a:avLst/>
          </a:prstGeom>
        </p:spPr>
        <p:txBody>
          <a:bodyPr vert="horz" lIns="91440" tIns="45720" rIns="91440" bIns="45720" rtlCol="0">
            <a:noAutofit/>
          </a:bodyPr>
          <a:lstStyle/>
          <a:p>
            <a:pPr marL="433482" indent="-228600" algn="just">
              <a:lnSpc>
                <a:spcPct val="90000"/>
              </a:lnSpc>
              <a:spcBef>
                <a:spcPts val="133"/>
              </a:spcBef>
              <a:buFont typeface="Arial" panose="020B0604020202020204" pitchFamily="34" charset="0"/>
              <a:buChar char="•"/>
              <a:tabLst>
                <a:tab pos="433482" algn="l"/>
              </a:tabLst>
            </a:pPr>
            <a:r>
              <a:rPr lang="en-US" sz="2200" dirty="0"/>
              <a:t>Respiratory</a:t>
            </a:r>
            <a:r>
              <a:rPr lang="en-US" sz="2200" spc="100" dirty="0"/>
              <a:t> </a:t>
            </a:r>
            <a:r>
              <a:rPr lang="en-US" sz="2200" dirty="0"/>
              <a:t>Protective</a:t>
            </a:r>
            <a:r>
              <a:rPr lang="en-US" sz="2200" spc="100" dirty="0"/>
              <a:t> </a:t>
            </a:r>
            <a:r>
              <a:rPr lang="en-US" sz="2200" dirty="0"/>
              <a:t>Equipment</a:t>
            </a:r>
            <a:r>
              <a:rPr lang="en-US" sz="2200" spc="93" dirty="0"/>
              <a:t> </a:t>
            </a:r>
            <a:r>
              <a:rPr lang="en-US" sz="2200" dirty="0"/>
              <a:t>(RPE)</a:t>
            </a:r>
            <a:r>
              <a:rPr lang="en-US" sz="2200" spc="100" dirty="0"/>
              <a:t> </a:t>
            </a:r>
            <a:r>
              <a:rPr lang="en-US" sz="2200" dirty="0"/>
              <a:t>is</a:t>
            </a:r>
            <a:r>
              <a:rPr lang="en-US" sz="2200" spc="100" dirty="0"/>
              <a:t> </a:t>
            </a:r>
            <a:r>
              <a:rPr lang="en-US" sz="2200" dirty="0"/>
              <a:t>a</a:t>
            </a:r>
            <a:r>
              <a:rPr lang="en-US" sz="2200" spc="107" dirty="0"/>
              <a:t> </a:t>
            </a:r>
            <a:r>
              <a:rPr lang="en-US" sz="2200" dirty="0"/>
              <a:t>particular</a:t>
            </a:r>
            <a:r>
              <a:rPr lang="en-US" sz="2200" spc="100" dirty="0"/>
              <a:t> </a:t>
            </a:r>
            <a:r>
              <a:rPr lang="en-US" sz="2200" dirty="0"/>
              <a:t>type</a:t>
            </a:r>
            <a:r>
              <a:rPr lang="en-US" sz="2200" spc="100" dirty="0"/>
              <a:t> </a:t>
            </a:r>
            <a:r>
              <a:rPr lang="en-US" sz="2200" dirty="0"/>
              <a:t>of</a:t>
            </a:r>
            <a:r>
              <a:rPr lang="en-US" sz="2200" spc="93" dirty="0"/>
              <a:t> </a:t>
            </a:r>
            <a:r>
              <a:rPr lang="en-US" sz="2200" dirty="0"/>
              <a:t>Personal</a:t>
            </a:r>
            <a:r>
              <a:rPr lang="en-US" sz="2200" spc="100" dirty="0"/>
              <a:t> </a:t>
            </a:r>
            <a:r>
              <a:rPr lang="en-US" sz="2200" dirty="0"/>
              <a:t>Protective</a:t>
            </a:r>
            <a:r>
              <a:rPr lang="en-US" sz="2200" spc="100" dirty="0"/>
              <a:t> </a:t>
            </a:r>
            <a:r>
              <a:rPr lang="en-US" sz="2200" dirty="0"/>
              <a:t>Equipment</a:t>
            </a:r>
            <a:r>
              <a:rPr lang="en-US" sz="2200" spc="100" dirty="0"/>
              <a:t> </a:t>
            </a:r>
            <a:r>
              <a:rPr lang="en-US" sz="2200" dirty="0"/>
              <a:t>(PPE),</a:t>
            </a:r>
            <a:r>
              <a:rPr lang="en-US" sz="2200" spc="93" dirty="0"/>
              <a:t> </a:t>
            </a:r>
            <a:r>
              <a:rPr lang="en-US" sz="2200" dirty="0"/>
              <a:t>used</a:t>
            </a:r>
            <a:r>
              <a:rPr lang="en-US" sz="2200" spc="100" dirty="0"/>
              <a:t> </a:t>
            </a:r>
            <a:r>
              <a:rPr lang="en-US" sz="2200" dirty="0"/>
              <a:t>to</a:t>
            </a:r>
            <a:r>
              <a:rPr lang="en-US" sz="2200" spc="127" dirty="0"/>
              <a:t> </a:t>
            </a:r>
            <a:r>
              <a:rPr lang="en-US" sz="2200" u="sng" spc="-13" dirty="0">
                <a:uFill>
                  <a:solidFill>
                    <a:srgbClr val="222222"/>
                  </a:solidFill>
                </a:uFill>
              </a:rPr>
              <a:t>protect </a:t>
            </a:r>
            <a:r>
              <a:rPr lang="en-US" sz="2200" dirty="0"/>
              <a:t>the</a:t>
            </a:r>
            <a:r>
              <a:rPr lang="en-US" sz="2200" spc="-27" dirty="0"/>
              <a:t> </a:t>
            </a:r>
            <a:r>
              <a:rPr lang="en-US" sz="2200" spc="-13" dirty="0"/>
              <a:t>individual</a:t>
            </a:r>
            <a:r>
              <a:rPr lang="en-US" sz="2200" spc="-20" dirty="0"/>
              <a:t> </a:t>
            </a:r>
            <a:r>
              <a:rPr lang="en-US" sz="2200" dirty="0"/>
              <a:t>wearer</a:t>
            </a:r>
            <a:r>
              <a:rPr lang="en-US" sz="2200" spc="-27" dirty="0"/>
              <a:t> </a:t>
            </a:r>
            <a:r>
              <a:rPr lang="en-US" sz="2200" dirty="0"/>
              <a:t>against</a:t>
            </a:r>
            <a:r>
              <a:rPr lang="en-US" sz="2200" spc="-20" dirty="0"/>
              <a:t> </a:t>
            </a:r>
            <a:r>
              <a:rPr lang="en-US" sz="2200" dirty="0"/>
              <a:t>the</a:t>
            </a:r>
            <a:r>
              <a:rPr lang="en-US" sz="2200" spc="-20" dirty="0"/>
              <a:t> </a:t>
            </a:r>
            <a:r>
              <a:rPr lang="en-US" sz="2200" u="sng" spc="-13" dirty="0">
                <a:uFill>
                  <a:solidFill>
                    <a:srgbClr val="222222"/>
                  </a:solidFill>
                </a:uFill>
              </a:rPr>
              <a:t>inhalation</a:t>
            </a:r>
            <a:r>
              <a:rPr lang="en-US" sz="2200" u="sng" spc="-20" dirty="0">
                <a:uFill>
                  <a:solidFill>
                    <a:srgbClr val="222222"/>
                  </a:solidFill>
                </a:uFill>
              </a:rPr>
              <a:t> </a:t>
            </a:r>
            <a:r>
              <a:rPr lang="en-US" sz="2200" u="sng" dirty="0">
                <a:uFill>
                  <a:solidFill>
                    <a:srgbClr val="222222"/>
                  </a:solidFill>
                </a:uFill>
              </a:rPr>
              <a:t>of</a:t>
            </a:r>
            <a:r>
              <a:rPr lang="en-US" sz="2200" u="sng" spc="-27" dirty="0">
                <a:uFill>
                  <a:solidFill>
                    <a:srgbClr val="222222"/>
                  </a:solidFill>
                </a:uFill>
              </a:rPr>
              <a:t> </a:t>
            </a:r>
            <a:r>
              <a:rPr lang="en-US" sz="2200" u="sng" dirty="0">
                <a:uFill>
                  <a:solidFill>
                    <a:srgbClr val="222222"/>
                  </a:solidFill>
                </a:uFill>
              </a:rPr>
              <a:t>hazardous</a:t>
            </a:r>
            <a:r>
              <a:rPr lang="en-US" sz="2200" u="sng" spc="-20" dirty="0">
                <a:uFill>
                  <a:solidFill>
                    <a:srgbClr val="222222"/>
                  </a:solidFill>
                </a:uFill>
              </a:rPr>
              <a:t> </a:t>
            </a:r>
            <a:r>
              <a:rPr lang="en-US" sz="2200" u="sng" dirty="0">
                <a:uFill>
                  <a:solidFill>
                    <a:srgbClr val="222222"/>
                  </a:solidFill>
                </a:uFill>
              </a:rPr>
              <a:t>substances</a:t>
            </a:r>
            <a:r>
              <a:rPr lang="en-US" sz="2200" spc="-27" dirty="0"/>
              <a:t> </a:t>
            </a:r>
            <a:r>
              <a:rPr lang="en-US" sz="2200" dirty="0"/>
              <a:t>in</a:t>
            </a:r>
            <a:r>
              <a:rPr lang="en-US" sz="2200" spc="-27" dirty="0"/>
              <a:t> </a:t>
            </a:r>
            <a:r>
              <a:rPr lang="en-US" sz="2200" dirty="0"/>
              <a:t>the</a:t>
            </a:r>
            <a:r>
              <a:rPr lang="en-US" sz="2200" spc="-20" dirty="0"/>
              <a:t> </a:t>
            </a:r>
            <a:r>
              <a:rPr lang="en-US" sz="2200" spc="-13" dirty="0"/>
              <a:t>workplace</a:t>
            </a:r>
            <a:r>
              <a:rPr lang="en-US" sz="2200" spc="-27" dirty="0"/>
              <a:t> air.</a:t>
            </a:r>
            <a:endParaRPr lang="en-US" sz="2200" dirty="0"/>
          </a:p>
          <a:p>
            <a:pPr marL="426709" marR="6773" indent="-228600" algn="just">
              <a:lnSpc>
                <a:spcPct val="90000"/>
              </a:lnSpc>
              <a:buFont typeface="Arial" panose="020B0604020202020204" pitchFamily="34" charset="0"/>
              <a:buChar char="•"/>
              <a:tabLst>
                <a:tab pos="433482" algn="l"/>
              </a:tabLst>
            </a:pPr>
            <a:r>
              <a:rPr lang="en-US" sz="2200" dirty="0"/>
              <a:t>RPE</a:t>
            </a:r>
            <a:r>
              <a:rPr lang="en-US" sz="2200" spc="-27" dirty="0"/>
              <a:t> </a:t>
            </a:r>
            <a:r>
              <a:rPr lang="en-US" sz="2200" dirty="0"/>
              <a:t>should</a:t>
            </a:r>
            <a:r>
              <a:rPr lang="en-US" sz="2200" spc="-20" dirty="0"/>
              <a:t> </a:t>
            </a:r>
            <a:r>
              <a:rPr lang="en-US" sz="2200" dirty="0"/>
              <a:t>only</a:t>
            </a:r>
            <a:r>
              <a:rPr lang="en-US" sz="2200" spc="-20" dirty="0"/>
              <a:t> </a:t>
            </a:r>
            <a:r>
              <a:rPr lang="en-US" sz="2200" dirty="0"/>
              <a:t>be</a:t>
            </a:r>
            <a:r>
              <a:rPr lang="en-US" sz="2200" spc="-20" dirty="0"/>
              <a:t> </a:t>
            </a:r>
            <a:r>
              <a:rPr lang="en-US" sz="2200" dirty="0"/>
              <a:t>used</a:t>
            </a:r>
            <a:r>
              <a:rPr lang="en-US" sz="2200" spc="-27" dirty="0"/>
              <a:t> </a:t>
            </a:r>
            <a:r>
              <a:rPr lang="en-US" sz="2200" dirty="0"/>
              <a:t>where</a:t>
            </a:r>
            <a:r>
              <a:rPr lang="en-US" sz="2200" spc="-20" dirty="0"/>
              <a:t> </a:t>
            </a:r>
            <a:r>
              <a:rPr lang="en-US" sz="2200" dirty="0"/>
              <a:t>adequate</a:t>
            </a:r>
            <a:r>
              <a:rPr lang="en-US" sz="2200" spc="-20" dirty="0"/>
              <a:t> </a:t>
            </a:r>
            <a:r>
              <a:rPr lang="en-US" sz="2200" dirty="0"/>
              <a:t>control</a:t>
            </a:r>
            <a:r>
              <a:rPr lang="en-US" sz="2200" spc="-20" dirty="0"/>
              <a:t> </a:t>
            </a:r>
            <a:r>
              <a:rPr lang="en-US" sz="2200" dirty="0"/>
              <a:t>of</a:t>
            </a:r>
            <a:r>
              <a:rPr lang="en-US" sz="2200" spc="-27" dirty="0"/>
              <a:t> </a:t>
            </a:r>
            <a:r>
              <a:rPr lang="en-US" sz="2200" dirty="0"/>
              <a:t>exposure</a:t>
            </a:r>
            <a:r>
              <a:rPr lang="en-US" sz="2200" spc="-20" dirty="0"/>
              <a:t> </a:t>
            </a:r>
            <a:r>
              <a:rPr lang="en-US" sz="2200" dirty="0"/>
              <a:t>cannot</a:t>
            </a:r>
            <a:r>
              <a:rPr lang="en-US" sz="2200" spc="-20" dirty="0"/>
              <a:t> </a:t>
            </a:r>
            <a:r>
              <a:rPr lang="en-US" sz="2200" dirty="0"/>
              <a:t>be</a:t>
            </a:r>
            <a:r>
              <a:rPr lang="en-US" sz="2200" spc="-20" dirty="0"/>
              <a:t> </a:t>
            </a:r>
            <a:r>
              <a:rPr lang="en-US" sz="2200" dirty="0"/>
              <a:t>achieved</a:t>
            </a:r>
            <a:r>
              <a:rPr lang="en-US" sz="2200" spc="-27" dirty="0"/>
              <a:t> </a:t>
            </a:r>
            <a:r>
              <a:rPr lang="en-US" sz="2200" dirty="0"/>
              <a:t>by</a:t>
            </a:r>
            <a:r>
              <a:rPr lang="en-US" sz="2200" spc="-20" dirty="0"/>
              <a:t> </a:t>
            </a:r>
            <a:r>
              <a:rPr lang="en-US" sz="2200" dirty="0"/>
              <a:t>other</a:t>
            </a:r>
            <a:r>
              <a:rPr lang="en-US" sz="2200" spc="-20" dirty="0"/>
              <a:t> </a:t>
            </a:r>
            <a:r>
              <a:rPr lang="en-US" sz="2200" dirty="0"/>
              <a:t>means,</a:t>
            </a:r>
            <a:r>
              <a:rPr lang="en-US" sz="2200" spc="-20" dirty="0"/>
              <a:t> </a:t>
            </a:r>
            <a:r>
              <a:rPr lang="en-US" sz="2200" dirty="0"/>
              <a:t>in</a:t>
            </a:r>
            <a:r>
              <a:rPr lang="en-US" sz="2200" spc="-20" dirty="0"/>
              <a:t> </a:t>
            </a:r>
            <a:r>
              <a:rPr lang="en-US" sz="2200" dirty="0"/>
              <a:t>other</a:t>
            </a:r>
            <a:r>
              <a:rPr lang="en-US" sz="2200" spc="-27" dirty="0"/>
              <a:t> </a:t>
            </a:r>
            <a:r>
              <a:rPr lang="en-US" sz="2200" dirty="0"/>
              <a:t>words,</a:t>
            </a:r>
            <a:r>
              <a:rPr lang="en-US" sz="2200" spc="-7" dirty="0"/>
              <a:t> </a:t>
            </a:r>
            <a:r>
              <a:rPr lang="en-US" sz="2200" u="sng" dirty="0">
                <a:uFill>
                  <a:solidFill>
                    <a:srgbClr val="222222"/>
                  </a:solidFill>
                </a:uFill>
              </a:rPr>
              <a:t>as</a:t>
            </a:r>
            <a:r>
              <a:rPr lang="en-US" sz="2200" u="sng" spc="-20" dirty="0">
                <a:uFill>
                  <a:solidFill>
                    <a:srgbClr val="222222"/>
                  </a:solidFill>
                </a:uFill>
              </a:rPr>
              <a:t> </a:t>
            </a:r>
            <a:r>
              <a:rPr lang="en-US" sz="2200" u="sng" spc="-67" dirty="0">
                <a:uFill>
                  <a:solidFill>
                    <a:srgbClr val="222222"/>
                  </a:solidFill>
                </a:uFill>
              </a:rPr>
              <a:t>a</a:t>
            </a:r>
            <a:r>
              <a:rPr lang="en-US" sz="2200" spc="-67" dirty="0"/>
              <a:t> </a:t>
            </a:r>
            <a:r>
              <a:rPr lang="en-US" sz="2200" u="sng" dirty="0">
                <a:uFill>
                  <a:solidFill>
                    <a:srgbClr val="222222"/>
                  </a:solidFill>
                </a:uFill>
              </a:rPr>
              <a:t>last</a:t>
            </a:r>
            <a:r>
              <a:rPr lang="en-US" sz="2200" u="sng" spc="267" dirty="0">
                <a:uFill>
                  <a:solidFill>
                    <a:srgbClr val="222222"/>
                  </a:solidFill>
                </a:uFill>
              </a:rPr>
              <a:t> </a:t>
            </a:r>
            <a:r>
              <a:rPr lang="en-US" sz="2200" u="sng" dirty="0">
                <a:uFill>
                  <a:solidFill>
                    <a:srgbClr val="222222"/>
                  </a:solidFill>
                </a:uFill>
              </a:rPr>
              <a:t>resort</a:t>
            </a:r>
            <a:r>
              <a:rPr lang="en-US" sz="2200" spc="280" dirty="0"/>
              <a:t> </a:t>
            </a:r>
            <a:r>
              <a:rPr lang="en-US" sz="2200" dirty="0"/>
              <a:t>within</a:t>
            </a:r>
            <a:r>
              <a:rPr lang="en-US" sz="2200" spc="267" dirty="0"/>
              <a:t> </a:t>
            </a:r>
            <a:r>
              <a:rPr lang="en-US" sz="2200" dirty="0"/>
              <a:t>the</a:t>
            </a:r>
            <a:r>
              <a:rPr lang="en-US" sz="2200" spc="272" dirty="0"/>
              <a:t> </a:t>
            </a:r>
            <a:r>
              <a:rPr lang="en-US" sz="2200" dirty="0"/>
              <a:t>hierarchy</a:t>
            </a:r>
            <a:r>
              <a:rPr lang="en-US" sz="2200" spc="272" dirty="0"/>
              <a:t> </a:t>
            </a:r>
            <a:r>
              <a:rPr lang="en-US" sz="2200" dirty="0"/>
              <a:t>of</a:t>
            </a:r>
            <a:r>
              <a:rPr lang="en-US" sz="2200" spc="267" dirty="0"/>
              <a:t> </a:t>
            </a:r>
            <a:r>
              <a:rPr lang="en-US" sz="2200" dirty="0"/>
              <a:t>control</a:t>
            </a:r>
            <a:r>
              <a:rPr lang="en-US" sz="2200" spc="272" dirty="0"/>
              <a:t> </a:t>
            </a:r>
            <a:r>
              <a:rPr lang="en-US" sz="2200" dirty="0"/>
              <a:t>measures:</a:t>
            </a:r>
            <a:r>
              <a:rPr lang="en-US" sz="2200" spc="272" dirty="0"/>
              <a:t> </a:t>
            </a:r>
            <a:r>
              <a:rPr lang="en-US" sz="2200" dirty="0"/>
              <a:t>Elimination,</a:t>
            </a:r>
            <a:r>
              <a:rPr lang="en-US" sz="2200" spc="267" dirty="0"/>
              <a:t> </a:t>
            </a:r>
            <a:r>
              <a:rPr lang="en-US" sz="2200" dirty="0"/>
              <a:t>Substitution,</a:t>
            </a:r>
            <a:r>
              <a:rPr lang="en-US" sz="2200" spc="272" dirty="0"/>
              <a:t> </a:t>
            </a:r>
            <a:r>
              <a:rPr lang="en-US" sz="2200" dirty="0"/>
              <a:t>Engineering</a:t>
            </a:r>
            <a:r>
              <a:rPr lang="en-US" sz="2200" spc="272" dirty="0"/>
              <a:t> </a:t>
            </a:r>
            <a:r>
              <a:rPr lang="en-US" sz="2200" dirty="0"/>
              <a:t>Controls,</a:t>
            </a:r>
            <a:r>
              <a:rPr lang="en-US" sz="2200" spc="193" dirty="0"/>
              <a:t> </a:t>
            </a:r>
            <a:r>
              <a:rPr lang="en-US" sz="2200" spc="-13" dirty="0"/>
              <a:t>Administrative  </a:t>
            </a:r>
            <a:r>
              <a:rPr lang="en-US" sz="2200" dirty="0"/>
              <a:t>Controls,</a:t>
            </a:r>
            <a:r>
              <a:rPr lang="en-US" sz="2200" spc="-60" dirty="0"/>
              <a:t> </a:t>
            </a:r>
            <a:r>
              <a:rPr lang="en-US" sz="2200" spc="-27" dirty="0"/>
              <a:t>PPE.</a:t>
            </a:r>
            <a:endParaRPr lang="en-US" sz="2200" dirty="0"/>
          </a:p>
          <a:p>
            <a:pPr marL="426709" marR="8466" indent="-228600" algn="just">
              <a:lnSpc>
                <a:spcPct val="90000"/>
              </a:lnSpc>
              <a:buFont typeface="Arial" panose="020B0604020202020204" pitchFamily="34" charset="0"/>
              <a:buChar char="•"/>
              <a:tabLst>
                <a:tab pos="433482" algn="l"/>
              </a:tabLst>
            </a:pPr>
            <a:r>
              <a:rPr lang="en-US" sz="2200" dirty="0"/>
              <a:t>Employees</a:t>
            </a:r>
            <a:r>
              <a:rPr lang="en-US" sz="2200" spc="272" dirty="0"/>
              <a:t> </a:t>
            </a:r>
            <a:r>
              <a:rPr lang="en-US" sz="2200" dirty="0"/>
              <a:t>are</a:t>
            </a:r>
            <a:r>
              <a:rPr lang="en-US" sz="2200" spc="272" dirty="0"/>
              <a:t> </a:t>
            </a:r>
            <a:r>
              <a:rPr lang="en-US" sz="2200" dirty="0"/>
              <a:t>required</a:t>
            </a:r>
            <a:r>
              <a:rPr lang="en-US" sz="2200" spc="272" dirty="0"/>
              <a:t> </a:t>
            </a:r>
            <a:r>
              <a:rPr lang="en-US" sz="2200" dirty="0"/>
              <a:t>to</a:t>
            </a:r>
            <a:r>
              <a:rPr lang="en-US" sz="2200" spc="272" dirty="0"/>
              <a:t> </a:t>
            </a:r>
            <a:r>
              <a:rPr lang="en-US" sz="2200" u="sng" dirty="0">
                <a:uFill>
                  <a:solidFill>
                    <a:srgbClr val="222222"/>
                  </a:solidFill>
                </a:uFill>
              </a:rPr>
              <a:t>firstly</a:t>
            </a:r>
            <a:r>
              <a:rPr lang="en-US" sz="2200" u="sng" spc="272" dirty="0">
                <a:uFill>
                  <a:solidFill>
                    <a:srgbClr val="222222"/>
                  </a:solidFill>
                </a:uFill>
              </a:rPr>
              <a:t> </a:t>
            </a:r>
            <a:r>
              <a:rPr lang="en-US" sz="2200" u="sng" dirty="0">
                <a:uFill>
                  <a:solidFill>
                    <a:srgbClr val="222222"/>
                  </a:solidFill>
                </a:uFill>
              </a:rPr>
              <a:t>attempt</a:t>
            </a:r>
            <a:r>
              <a:rPr lang="en-US" sz="2200" u="sng" spc="280" dirty="0">
                <a:uFill>
                  <a:solidFill>
                    <a:srgbClr val="222222"/>
                  </a:solidFill>
                </a:uFill>
              </a:rPr>
              <a:t> </a:t>
            </a:r>
            <a:r>
              <a:rPr lang="en-US" sz="2200" u="sng" dirty="0">
                <a:uFill>
                  <a:solidFill>
                    <a:srgbClr val="222222"/>
                  </a:solidFill>
                </a:uFill>
              </a:rPr>
              <a:t>to</a:t>
            </a:r>
            <a:r>
              <a:rPr lang="en-US" sz="2200" u="sng" spc="272" dirty="0">
                <a:uFill>
                  <a:solidFill>
                    <a:srgbClr val="222222"/>
                  </a:solidFill>
                </a:uFill>
              </a:rPr>
              <a:t> </a:t>
            </a:r>
            <a:r>
              <a:rPr lang="en-US" sz="2200" u="sng" dirty="0">
                <a:uFill>
                  <a:solidFill>
                    <a:srgbClr val="222222"/>
                  </a:solidFill>
                </a:uFill>
              </a:rPr>
              <a:t>eliminate</a:t>
            </a:r>
            <a:r>
              <a:rPr lang="en-US" sz="2200" u="sng" spc="272" dirty="0">
                <a:uFill>
                  <a:solidFill>
                    <a:srgbClr val="222222"/>
                  </a:solidFill>
                </a:uFill>
              </a:rPr>
              <a:t> </a:t>
            </a:r>
            <a:r>
              <a:rPr lang="en-US" sz="2200" u="sng" dirty="0">
                <a:uFill>
                  <a:solidFill>
                    <a:srgbClr val="222222"/>
                  </a:solidFill>
                </a:uFill>
              </a:rPr>
              <a:t>hazard</a:t>
            </a:r>
            <a:r>
              <a:rPr lang="en-US" sz="2200" spc="280" dirty="0"/>
              <a:t> </a:t>
            </a:r>
            <a:r>
              <a:rPr lang="en-US" sz="2200" dirty="0"/>
              <a:t>at</a:t>
            </a:r>
            <a:r>
              <a:rPr lang="en-US" sz="2200" spc="272" dirty="0"/>
              <a:t> </a:t>
            </a:r>
            <a:r>
              <a:rPr lang="en-US" sz="2200" dirty="0"/>
              <a:t>source.</a:t>
            </a:r>
            <a:r>
              <a:rPr lang="en-US" sz="2200" spc="272" dirty="0"/>
              <a:t> </a:t>
            </a:r>
            <a:r>
              <a:rPr lang="en-US" sz="2200" dirty="0"/>
              <a:t>RPE</a:t>
            </a:r>
            <a:r>
              <a:rPr lang="en-US" sz="2200" spc="280" dirty="0"/>
              <a:t> </a:t>
            </a:r>
            <a:r>
              <a:rPr lang="en-US" sz="2200" dirty="0"/>
              <a:t>Should</a:t>
            </a:r>
            <a:r>
              <a:rPr lang="en-US" sz="2200" spc="272" dirty="0"/>
              <a:t> </a:t>
            </a:r>
            <a:r>
              <a:rPr lang="en-US" sz="2200" dirty="0"/>
              <a:t>only</a:t>
            </a:r>
            <a:r>
              <a:rPr lang="en-US" sz="2200" spc="272" dirty="0"/>
              <a:t> </a:t>
            </a:r>
            <a:r>
              <a:rPr lang="en-US" sz="2200" dirty="0"/>
              <a:t>be</a:t>
            </a:r>
            <a:r>
              <a:rPr lang="en-US" sz="2200" spc="272" dirty="0"/>
              <a:t> </a:t>
            </a:r>
            <a:r>
              <a:rPr lang="en-US" sz="2200" dirty="0"/>
              <a:t>used</a:t>
            </a:r>
            <a:r>
              <a:rPr lang="en-US" sz="2200" spc="272" dirty="0"/>
              <a:t> </a:t>
            </a:r>
            <a:r>
              <a:rPr lang="en-US" sz="2200" dirty="0"/>
              <a:t>after</a:t>
            </a:r>
            <a:r>
              <a:rPr lang="en-US" sz="2200" spc="272" dirty="0"/>
              <a:t> </a:t>
            </a:r>
            <a:r>
              <a:rPr lang="en-US" sz="2200" dirty="0"/>
              <a:t>all</a:t>
            </a:r>
            <a:r>
              <a:rPr lang="en-US" sz="2200" spc="280" dirty="0"/>
              <a:t> </a:t>
            </a:r>
            <a:r>
              <a:rPr lang="en-US" sz="2200" spc="-13" dirty="0"/>
              <a:t>other 	</a:t>
            </a:r>
            <a:r>
              <a:rPr lang="en-US" sz="2200" dirty="0"/>
              <a:t>reasonably</a:t>
            </a:r>
            <a:r>
              <a:rPr lang="en-US" sz="2200" spc="-47" dirty="0"/>
              <a:t> </a:t>
            </a:r>
            <a:r>
              <a:rPr lang="en-US" sz="2200" spc="-13" dirty="0"/>
              <a:t>practicable</a:t>
            </a:r>
            <a:r>
              <a:rPr lang="en-US" sz="2200" spc="-40" dirty="0"/>
              <a:t> </a:t>
            </a:r>
            <a:r>
              <a:rPr lang="en-US" sz="2200" dirty="0"/>
              <a:t>control</a:t>
            </a:r>
            <a:r>
              <a:rPr lang="en-US" sz="2200" spc="-40" dirty="0"/>
              <a:t> </a:t>
            </a:r>
            <a:r>
              <a:rPr lang="en-US" sz="2200" dirty="0"/>
              <a:t>measures</a:t>
            </a:r>
            <a:r>
              <a:rPr lang="en-US" sz="2200" spc="-40" dirty="0"/>
              <a:t> </a:t>
            </a:r>
            <a:r>
              <a:rPr lang="en-US" sz="2200" dirty="0"/>
              <a:t>have</a:t>
            </a:r>
            <a:r>
              <a:rPr lang="en-US" sz="2200" spc="-40" dirty="0"/>
              <a:t> </a:t>
            </a:r>
            <a:r>
              <a:rPr lang="en-US" sz="2200" dirty="0"/>
              <a:t>been</a:t>
            </a:r>
            <a:r>
              <a:rPr lang="en-US" sz="2200" spc="-47" dirty="0"/>
              <a:t> </a:t>
            </a:r>
            <a:r>
              <a:rPr lang="en-US" sz="2200" spc="-13" dirty="0"/>
              <a:t>taken.</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E5C8DA-E29F-26B2-8960-DDD2474036EA}"/>
              </a:ext>
            </a:extLst>
          </p:cNvPr>
          <p:cNvSpPr>
            <a:spLocks noGrp="1"/>
          </p:cNvSpPr>
          <p:nvPr>
            <p:ph type="title"/>
          </p:nvPr>
        </p:nvSpPr>
        <p:spPr>
          <a:xfrm>
            <a:off x="838201" y="365125"/>
            <a:ext cx="5251316" cy="1807305"/>
          </a:xfrm>
        </p:spPr>
        <p:txBody>
          <a:bodyPr>
            <a:normAutofit/>
          </a:bodyPr>
          <a:lstStyle/>
          <a:p>
            <a:endParaRPr lang="en-GB"/>
          </a:p>
        </p:txBody>
      </p:sp>
      <p:sp>
        <p:nvSpPr>
          <p:cNvPr id="3" name="Content Placeholder 2">
            <a:extLst>
              <a:ext uri="{FF2B5EF4-FFF2-40B4-BE49-F238E27FC236}">
                <a16:creationId xmlns:a16="http://schemas.microsoft.com/office/drawing/2014/main" id="{3D27BE3A-A306-EE1B-D4B2-826C63A36764}"/>
              </a:ext>
            </a:extLst>
          </p:cNvPr>
          <p:cNvSpPr>
            <a:spLocks noGrp="1"/>
          </p:cNvSpPr>
          <p:nvPr>
            <p:ph idx="1"/>
          </p:nvPr>
        </p:nvSpPr>
        <p:spPr>
          <a:xfrm>
            <a:off x="838200" y="2333297"/>
            <a:ext cx="5962785" cy="3843666"/>
          </a:xfrm>
        </p:spPr>
        <p:txBody>
          <a:bodyPr>
            <a:noAutofit/>
          </a:bodyPr>
          <a:lstStyle/>
          <a:p>
            <a:pPr algn="just"/>
            <a:r>
              <a:rPr lang="en-US" sz="2400" dirty="0"/>
              <a:t>RPE</a:t>
            </a:r>
            <a:r>
              <a:rPr lang="en-US" sz="2400" spc="213" dirty="0"/>
              <a:t> </a:t>
            </a:r>
            <a:r>
              <a:rPr lang="en-US" sz="2400" dirty="0"/>
              <a:t>is</a:t>
            </a:r>
            <a:r>
              <a:rPr lang="en-US" sz="2400" spc="213" dirty="0"/>
              <a:t> </a:t>
            </a:r>
            <a:r>
              <a:rPr lang="en-US" sz="2400" dirty="0"/>
              <a:t>considered</a:t>
            </a:r>
            <a:r>
              <a:rPr lang="en-US" sz="2400" spc="220" dirty="0"/>
              <a:t> </a:t>
            </a:r>
            <a:r>
              <a:rPr lang="en-US" sz="2400" dirty="0"/>
              <a:t>a</a:t>
            </a:r>
            <a:r>
              <a:rPr lang="en-US" sz="2400" spc="213" dirty="0"/>
              <a:t> </a:t>
            </a:r>
            <a:r>
              <a:rPr lang="en-US" sz="2400" dirty="0"/>
              <a:t>last</a:t>
            </a:r>
            <a:r>
              <a:rPr lang="en-US" sz="2400" spc="220" dirty="0"/>
              <a:t> </a:t>
            </a:r>
            <a:r>
              <a:rPr lang="en-US" sz="2400" dirty="0"/>
              <a:t>resort</a:t>
            </a:r>
            <a:r>
              <a:rPr lang="en-US" sz="2400" spc="213" dirty="0"/>
              <a:t> </a:t>
            </a:r>
            <a:r>
              <a:rPr lang="en-US" sz="2400" dirty="0"/>
              <a:t>because</a:t>
            </a:r>
            <a:r>
              <a:rPr lang="en-US" sz="2400" spc="213" dirty="0"/>
              <a:t> </a:t>
            </a:r>
            <a:r>
              <a:rPr lang="en-US" sz="2400" dirty="0"/>
              <a:t>it</a:t>
            </a:r>
            <a:r>
              <a:rPr lang="en-US" sz="2400" spc="220" dirty="0"/>
              <a:t> </a:t>
            </a:r>
            <a:r>
              <a:rPr lang="en-US" sz="2400" dirty="0"/>
              <a:t>only</a:t>
            </a:r>
            <a:r>
              <a:rPr lang="en-US" sz="2400" spc="213" dirty="0"/>
              <a:t> </a:t>
            </a:r>
            <a:r>
              <a:rPr lang="en-US" sz="2400" dirty="0"/>
              <a:t>protects</a:t>
            </a:r>
            <a:r>
              <a:rPr lang="en-US" sz="2400" spc="220" dirty="0"/>
              <a:t> </a:t>
            </a:r>
            <a:r>
              <a:rPr lang="en-US" sz="2400" dirty="0"/>
              <a:t>individual</a:t>
            </a:r>
            <a:r>
              <a:rPr lang="en-US" sz="2400" spc="213" dirty="0"/>
              <a:t> </a:t>
            </a:r>
            <a:r>
              <a:rPr lang="en-US" sz="2400" dirty="0"/>
              <a:t>workers,</a:t>
            </a:r>
            <a:r>
              <a:rPr lang="en-US" sz="2400" spc="220" dirty="0"/>
              <a:t> </a:t>
            </a:r>
            <a:r>
              <a:rPr lang="en-US" sz="2400" dirty="0"/>
              <a:t>is</a:t>
            </a:r>
            <a:r>
              <a:rPr lang="en-US" sz="2400" spc="240" dirty="0"/>
              <a:t> </a:t>
            </a:r>
            <a:r>
              <a:rPr lang="en-US" sz="2400" u="sng" dirty="0">
                <a:uFill>
                  <a:solidFill>
                    <a:srgbClr val="222222"/>
                  </a:solidFill>
                </a:uFill>
              </a:rPr>
              <a:t>prone</a:t>
            </a:r>
            <a:r>
              <a:rPr lang="en-US" sz="2400" u="sng" spc="213" dirty="0">
                <a:uFill>
                  <a:solidFill>
                    <a:srgbClr val="222222"/>
                  </a:solidFill>
                </a:uFill>
              </a:rPr>
              <a:t> </a:t>
            </a:r>
            <a:r>
              <a:rPr lang="en-US" sz="2400" u="sng" dirty="0">
                <a:uFill>
                  <a:solidFill>
                    <a:srgbClr val="222222"/>
                  </a:solidFill>
                </a:uFill>
              </a:rPr>
              <a:t>to</a:t>
            </a:r>
            <a:r>
              <a:rPr lang="en-US" sz="2400" u="sng" spc="220" dirty="0">
                <a:uFill>
                  <a:solidFill>
                    <a:srgbClr val="222222"/>
                  </a:solidFill>
                </a:uFill>
              </a:rPr>
              <a:t> </a:t>
            </a:r>
            <a:r>
              <a:rPr lang="en-US" sz="2400" u="sng" dirty="0">
                <a:uFill>
                  <a:solidFill>
                    <a:srgbClr val="222222"/>
                  </a:solidFill>
                </a:uFill>
              </a:rPr>
              <a:t>failure</a:t>
            </a:r>
            <a:r>
              <a:rPr lang="en-US" sz="2400" u="sng" spc="213" dirty="0">
                <a:uFill>
                  <a:solidFill>
                    <a:srgbClr val="222222"/>
                  </a:solidFill>
                </a:uFill>
              </a:rPr>
              <a:t> </a:t>
            </a:r>
            <a:r>
              <a:rPr lang="en-US" sz="2400" u="sng" dirty="0">
                <a:uFill>
                  <a:solidFill>
                    <a:srgbClr val="222222"/>
                  </a:solidFill>
                </a:uFill>
              </a:rPr>
              <a:t>or</a:t>
            </a:r>
            <a:r>
              <a:rPr lang="en-US" sz="2400" u="sng" spc="220" dirty="0">
                <a:uFill>
                  <a:solidFill>
                    <a:srgbClr val="222222"/>
                  </a:solidFill>
                </a:uFill>
              </a:rPr>
              <a:t> </a:t>
            </a:r>
            <a:r>
              <a:rPr lang="en-US" sz="2400" u="sng" dirty="0">
                <a:uFill>
                  <a:solidFill>
                    <a:srgbClr val="222222"/>
                  </a:solidFill>
                </a:uFill>
              </a:rPr>
              <a:t>misuse</a:t>
            </a:r>
            <a:r>
              <a:rPr lang="en-US" sz="2400" dirty="0"/>
              <a:t>,</a:t>
            </a:r>
            <a:r>
              <a:rPr lang="en-US" sz="2400" spc="213" dirty="0"/>
              <a:t> </a:t>
            </a:r>
            <a:r>
              <a:rPr lang="en-US" sz="2400" dirty="0"/>
              <a:t>such</a:t>
            </a:r>
            <a:r>
              <a:rPr lang="en-US" sz="2400" spc="213" dirty="0"/>
              <a:t> </a:t>
            </a:r>
            <a:r>
              <a:rPr lang="en-US" sz="2400" spc="-33" dirty="0"/>
              <a:t>as </a:t>
            </a:r>
            <a:r>
              <a:rPr lang="en-US" sz="2400" dirty="0"/>
              <a:t>wearing</a:t>
            </a:r>
            <a:r>
              <a:rPr lang="en-US" sz="2400" spc="-7" dirty="0"/>
              <a:t> </a:t>
            </a:r>
            <a:r>
              <a:rPr lang="en-US" sz="2400" dirty="0"/>
              <a:t>the</a:t>
            </a:r>
            <a:r>
              <a:rPr lang="en-US" sz="2400" spc="-7" dirty="0"/>
              <a:t> </a:t>
            </a:r>
            <a:r>
              <a:rPr lang="en-US" sz="2400" dirty="0"/>
              <a:t>wrong</a:t>
            </a:r>
            <a:r>
              <a:rPr lang="en-US" sz="2400" spc="-7" dirty="0"/>
              <a:t> </a:t>
            </a:r>
            <a:r>
              <a:rPr lang="en-US" sz="2400" dirty="0"/>
              <a:t>RPE for</a:t>
            </a:r>
            <a:r>
              <a:rPr lang="en-US" sz="2400" spc="-7" dirty="0"/>
              <a:t> </a:t>
            </a:r>
            <a:r>
              <a:rPr lang="en-US" sz="2400" dirty="0"/>
              <a:t>to</a:t>
            </a:r>
            <a:r>
              <a:rPr lang="en-US" sz="2400" spc="-7" dirty="0"/>
              <a:t> </a:t>
            </a:r>
            <a:r>
              <a:rPr lang="en-US" sz="2400" dirty="0"/>
              <a:t>the job,</a:t>
            </a:r>
            <a:r>
              <a:rPr lang="en-US" sz="2400" spc="-7" dirty="0"/>
              <a:t> </a:t>
            </a:r>
            <a:r>
              <a:rPr lang="en-US" sz="2400" dirty="0"/>
              <a:t>and</a:t>
            </a:r>
            <a:r>
              <a:rPr lang="en-US" sz="2400" spc="13" dirty="0"/>
              <a:t> </a:t>
            </a:r>
            <a:r>
              <a:rPr lang="en-US" sz="2400" dirty="0"/>
              <a:t>employees</a:t>
            </a:r>
            <a:r>
              <a:rPr lang="en-US" sz="2400" spc="-7" dirty="0"/>
              <a:t> </a:t>
            </a:r>
            <a:r>
              <a:rPr lang="en-US" sz="2400" dirty="0"/>
              <a:t>wearing RPE</a:t>
            </a:r>
            <a:r>
              <a:rPr lang="en-US" sz="2400" spc="-7" dirty="0"/>
              <a:t> </a:t>
            </a:r>
            <a:r>
              <a:rPr lang="en-US" sz="2400" dirty="0"/>
              <a:t>may</a:t>
            </a:r>
            <a:r>
              <a:rPr lang="en-US" sz="2400" spc="-7" dirty="0"/>
              <a:t> </a:t>
            </a:r>
            <a:r>
              <a:rPr lang="en-US" sz="2400" dirty="0"/>
              <a:t>get a</a:t>
            </a:r>
            <a:r>
              <a:rPr lang="en-US" sz="2400" spc="-7" dirty="0"/>
              <a:t> </a:t>
            </a:r>
            <a:r>
              <a:rPr lang="en-US" sz="2400" dirty="0"/>
              <a:t>false</a:t>
            </a:r>
            <a:r>
              <a:rPr lang="en-US" sz="2400" spc="-7" dirty="0"/>
              <a:t> </a:t>
            </a:r>
            <a:r>
              <a:rPr lang="en-US" sz="2400" dirty="0"/>
              <a:t>sense of</a:t>
            </a:r>
            <a:r>
              <a:rPr lang="en-US" sz="2400" spc="-7" dirty="0"/>
              <a:t> </a:t>
            </a:r>
            <a:r>
              <a:rPr lang="en-US" sz="2400" dirty="0"/>
              <a:t>security</a:t>
            </a:r>
            <a:r>
              <a:rPr lang="en-US" sz="2400" spc="-7" dirty="0"/>
              <a:t> </a:t>
            </a:r>
            <a:r>
              <a:rPr lang="en-US" sz="2400" dirty="0"/>
              <a:t>when</a:t>
            </a:r>
            <a:r>
              <a:rPr lang="en-US" sz="2400" spc="-7" dirty="0"/>
              <a:t> </a:t>
            </a:r>
            <a:r>
              <a:rPr lang="en-US" sz="2400" dirty="0"/>
              <a:t>using </a:t>
            </a:r>
            <a:r>
              <a:rPr lang="en-US" sz="2400" spc="-27" dirty="0"/>
              <a:t>RPE. 	</a:t>
            </a:r>
            <a:r>
              <a:rPr lang="en-US" sz="2400" dirty="0"/>
              <a:t>Respiratory</a:t>
            </a:r>
            <a:r>
              <a:rPr lang="en-US" sz="2400" spc="-27" dirty="0"/>
              <a:t> </a:t>
            </a:r>
            <a:r>
              <a:rPr lang="en-US" sz="2400" dirty="0"/>
              <a:t>Protective</a:t>
            </a:r>
            <a:r>
              <a:rPr lang="en-US" sz="2400" spc="-20" dirty="0"/>
              <a:t> </a:t>
            </a:r>
            <a:r>
              <a:rPr lang="en-US" sz="2400" spc="-13" dirty="0"/>
              <a:t>Equipment</a:t>
            </a:r>
            <a:r>
              <a:rPr lang="en-US" sz="2400" spc="-27" dirty="0"/>
              <a:t> </a:t>
            </a:r>
            <a:r>
              <a:rPr lang="en-US" sz="2400" dirty="0"/>
              <a:t>(RPE)</a:t>
            </a:r>
            <a:r>
              <a:rPr lang="en-US" sz="2400" spc="-20" dirty="0"/>
              <a:t> </a:t>
            </a:r>
            <a:r>
              <a:rPr lang="en-US" sz="2400" u="sng" dirty="0">
                <a:uFill>
                  <a:solidFill>
                    <a:srgbClr val="222222"/>
                  </a:solidFill>
                </a:uFill>
              </a:rPr>
              <a:t>not</a:t>
            </a:r>
            <a:r>
              <a:rPr lang="en-US" sz="2400" u="sng" spc="-33" dirty="0">
                <a:uFill>
                  <a:solidFill>
                    <a:srgbClr val="222222"/>
                  </a:solidFill>
                </a:uFill>
              </a:rPr>
              <a:t> </a:t>
            </a:r>
            <a:r>
              <a:rPr lang="en-US" sz="2400" u="sng" dirty="0">
                <a:uFill>
                  <a:solidFill>
                    <a:srgbClr val="222222"/>
                  </a:solidFill>
                </a:uFill>
              </a:rPr>
              <a:t>worn</a:t>
            </a:r>
            <a:r>
              <a:rPr lang="en-US" sz="2400" u="sng" spc="-20" dirty="0">
                <a:uFill>
                  <a:solidFill>
                    <a:srgbClr val="222222"/>
                  </a:solidFill>
                </a:uFill>
              </a:rPr>
              <a:t> </a:t>
            </a:r>
            <a:r>
              <a:rPr lang="en-US" sz="2400" u="sng" dirty="0">
                <a:uFill>
                  <a:solidFill>
                    <a:srgbClr val="222222"/>
                  </a:solidFill>
                </a:uFill>
              </a:rPr>
              <a:t>or</a:t>
            </a:r>
            <a:r>
              <a:rPr lang="en-US" sz="2400" u="sng" spc="-20" dirty="0">
                <a:uFill>
                  <a:solidFill>
                    <a:srgbClr val="222222"/>
                  </a:solidFill>
                </a:uFill>
              </a:rPr>
              <a:t> </a:t>
            </a:r>
            <a:r>
              <a:rPr lang="en-US" sz="2400" u="sng" dirty="0">
                <a:uFill>
                  <a:solidFill>
                    <a:srgbClr val="222222"/>
                  </a:solidFill>
                </a:uFill>
              </a:rPr>
              <a:t>selected</a:t>
            </a:r>
            <a:r>
              <a:rPr lang="en-US" sz="2400" u="sng" spc="-20" dirty="0">
                <a:uFill>
                  <a:solidFill>
                    <a:srgbClr val="222222"/>
                  </a:solidFill>
                </a:uFill>
              </a:rPr>
              <a:t> </a:t>
            </a:r>
            <a:r>
              <a:rPr lang="en-US" sz="2400" u="sng" dirty="0">
                <a:uFill>
                  <a:solidFill>
                    <a:srgbClr val="222222"/>
                  </a:solidFill>
                </a:uFill>
              </a:rPr>
              <a:t>appropriately</a:t>
            </a:r>
            <a:r>
              <a:rPr lang="en-US" sz="2400" spc="-27" dirty="0"/>
              <a:t> </a:t>
            </a:r>
            <a:r>
              <a:rPr lang="en-US" sz="2400" dirty="0"/>
              <a:t>is</a:t>
            </a:r>
            <a:r>
              <a:rPr lang="en-US" sz="2400" spc="-20" dirty="0"/>
              <a:t> </a:t>
            </a:r>
            <a:r>
              <a:rPr lang="en-US" sz="2400" dirty="0"/>
              <a:t>totally</a:t>
            </a:r>
            <a:r>
              <a:rPr lang="en-US" sz="2400" spc="-20" dirty="0"/>
              <a:t> </a:t>
            </a:r>
            <a:r>
              <a:rPr lang="en-US" sz="2400" dirty="0"/>
              <a:t>ineffective</a:t>
            </a:r>
            <a:r>
              <a:rPr lang="en-US" sz="2400" spc="-27" dirty="0"/>
              <a:t> </a:t>
            </a:r>
            <a:r>
              <a:rPr lang="en-US" sz="2400" dirty="0"/>
              <a:t>and</a:t>
            </a:r>
            <a:r>
              <a:rPr lang="en-US" sz="2400" spc="-20" dirty="0"/>
              <a:t> </a:t>
            </a:r>
            <a:r>
              <a:rPr lang="en-US" sz="2400" dirty="0"/>
              <a:t>may</a:t>
            </a:r>
            <a:r>
              <a:rPr lang="en-US" sz="2400" spc="-20" dirty="0"/>
              <a:t> </a:t>
            </a:r>
            <a:r>
              <a:rPr lang="en-US" sz="2400" dirty="0"/>
              <a:t>give</a:t>
            </a:r>
            <a:r>
              <a:rPr lang="en-US" sz="2400" spc="-20" dirty="0"/>
              <a:t> </a:t>
            </a:r>
            <a:r>
              <a:rPr lang="en-US" sz="2400" dirty="0"/>
              <a:t>the</a:t>
            </a:r>
            <a:r>
              <a:rPr lang="en-US" sz="2400" spc="-27" dirty="0"/>
              <a:t> </a:t>
            </a:r>
            <a:r>
              <a:rPr lang="en-US" sz="2400" dirty="0"/>
              <a:t>user</a:t>
            </a:r>
            <a:r>
              <a:rPr lang="en-US" sz="2400" spc="-20" dirty="0"/>
              <a:t> </a:t>
            </a:r>
            <a:r>
              <a:rPr lang="en-US" sz="2400" spc="-67" dirty="0"/>
              <a:t>a 	</a:t>
            </a:r>
            <a:r>
              <a:rPr lang="en-US" sz="2400" dirty="0"/>
              <a:t>false</a:t>
            </a:r>
            <a:r>
              <a:rPr lang="en-US" sz="2400" spc="-53" dirty="0"/>
              <a:t> </a:t>
            </a:r>
            <a:r>
              <a:rPr lang="en-US" sz="2400" dirty="0"/>
              <a:t>sense</a:t>
            </a:r>
            <a:r>
              <a:rPr lang="en-US" sz="2400" spc="-53" dirty="0"/>
              <a:t> </a:t>
            </a:r>
            <a:r>
              <a:rPr lang="en-US" sz="2400" dirty="0"/>
              <a:t>of</a:t>
            </a:r>
            <a:r>
              <a:rPr lang="en-US" sz="2400" spc="-47" dirty="0"/>
              <a:t> </a:t>
            </a:r>
            <a:r>
              <a:rPr lang="en-US" sz="2400" spc="-13" dirty="0"/>
              <a:t>protection.</a:t>
            </a:r>
            <a:endParaRPr lang="en-US" sz="2400" dirty="0"/>
          </a:p>
          <a:p>
            <a:pPr algn="just"/>
            <a:endParaRPr lang="en-GB" sz="2400" dirty="0"/>
          </a:p>
        </p:txBody>
      </p:sp>
      <p:pic>
        <p:nvPicPr>
          <p:cNvPr id="5" name="Picture 4" descr="A close-up of a face mask&#10;&#10;Description automatically generated">
            <a:extLst>
              <a:ext uri="{FF2B5EF4-FFF2-40B4-BE49-F238E27FC236}">
                <a16:creationId xmlns:a16="http://schemas.microsoft.com/office/drawing/2014/main" id="{BBA5F4E0-3E11-85E9-F0B0-26D553C4B828}"/>
              </a:ext>
            </a:extLst>
          </p:cNvPr>
          <p:cNvPicPr>
            <a:picLocks noChangeAspect="1"/>
          </p:cNvPicPr>
          <p:nvPr/>
        </p:nvPicPr>
        <p:blipFill>
          <a:blip r:embed="rId2">
            <a:extLst>
              <a:ext uri="{28A0092B-C50C-407E-A947-70E740481C1C}">
                <a14:useLocalDpi xmlns:a14="http://schemas.microsoft.com/office/drawing/2010/main" val="0"/>
              </a:ext>
            </a:extLst>
          </a:blip>
          <a:srcRect l="17024" r="1935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8513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521676" y="838605"/>
            <a:ext cx="5704491" cy="3843666"/>
          </a:xfrm>
          <a:prstGeom prst="rect">
            <a:avLst/>
          </a:prstGeom>
        </p:spPr>
        <p:txBody>
          <a:bodyPr vert="horz" lIns="91440" tIns="45720" rIns="91440" bIns="45720" rtlCol="0">
            <a:noAutofit/>
          </a:bodyPr>
          <a:lstStyle/>
          <a:p>
            <a:pPr marL="16933" indent="-228600" algn="just">
              <a:lnSpc>
                <a:spcPct val="90000"/>
              </a:lnSpc>
              <a:spcBef>
                <a:spcPts val="133"/>
              </a:spcBef>
              <a:buFont typeface="Arial" panose="020B0604020202020204" pitchFamily="34" charset="0"/>
              <a:buChar char="•"/>
            </a:pPr>
            <a:r>
              <a:rPr lang="en-US" sz="2800" b="1" u="heavy" dirty="0">
                <a:uFill>
                  <a:solidFill>
                    <a:srgbClr val="222222"/>
                  </a:solidFill>
                </a:uFill>
              </a:rPr>
              <a:t>RPE</a:t>
            </a:r>
            <a:r>
              <a:rPr lang="en-US" sz="2800" b="1" u="heavy" spc="20" dirty="0">
                <a:uFill>
                  <a:solidFill>
                    <a:srgbClr val="222222"/>
                  </a:solidFill>
                </a:uFill>
              </a:rPr>
              <a:t> </a:t>
            </a:r>
            <a:r>
              <a:rPr lang="en-US" sz="2800" b="1" u="heavy" spc="-120" dirty="0">
                <a:uFill>
                  <a:solidFill>
                    <a:srgbClr val="222222"/>
                  </a:solidFill>
                </a:uFill>
              </a:rPr>
              <a:t>is</a:t>
            </a:r>
            <a:r>
              <a:rPr lang="en-US" sz="2800" b="1" u="heavy" spc="40" dirty="0">
                <a:uFill>
                  <a:solidFill>
                    <a:srgbClr val="222222"/>
                  </a:solidFill>
                </a:uFill>
              </a:rPr>
              <a:t> </a:t>
            </a:r>
            <a:r>
              <a:rPr lang="en-US" sz="2800" b="1" u="heavy" spc="-187" dirty="0">
                <a:uFill>
                  <a:solidFill>
                    <a:srgbClr val="222222"/>
                  </a:solidFill>
                </a:uFill>
              </a:rPr>
              <a:t>divided</a:t>
            </a:r>
            <a:r>
              <a:rPr lang="en-US" sz="2800" b="1" u="heavy" spc="47" dirty="0">
                <a:uFill>
                  <a:solidFill>
                    <a:srgbClr val="222222"/>
                  </a:solidFill>
                </a:uFill>
              </a:rPr>
              <a:t> </a:t>
            </a:r>
            <a:r>
              <a:rPr lang="en-US" sz="2800" b="1" u="heavy" spc="-127" dirty="0">
                <a:uFill>
                  <a:solidFill>
                    <a:srgbClr val="222222"/>
                  </a:solidFill>
                </a:uFill>
              </a:rPr>
              <a:t>into</a:t>
            </a:r>
            <a:r>
              <a:rPr lang="en-US" sz="2800" b="1" u="heavy" spc="40" dirty="0">
                <a:uFill>
                  <a:solidFill>
                    <a:srgbClr val="222222"/>
                  </a:solidFill>
                </a:uFill>
              </a:rPr>
              <a:t> </a:t>
            </a:r>
            <a:r>
              <a:rPr lang="en-US" sz="2800" b="1" u="heavy" spc="-193" dirty="0">
                <a:uFill>
                  <a:solidFill>
                    <a:srgbClr val="222222"/>
                  </a:solidFill>
                </a:uFill>
              </a:rPr>
              <a:t>two</a:t>
            </a:r>
            <a:r>
              <a:rPr lang="en-US" sz="2800" b="1" u="heavy" spc="47" dirty="0">
                <a:uFill>
                  <a:solidFill>
                    <a:srgbClr val="222222"/>
                  </a:solidFill>
                </a:uFill>
              </a:rPr>
              <a:t> </a:t>
            </a:r>
            <a:r>
              <a:rPr lang="en-US" sz="2800" b="1" u="heavy" spc="-120" dirty="0">
                <a:uFill>
                  <a:solidFill>
                    <a:srgbClr val="222222"/>
                  </a:solidFill>
                </a:uFill>
              </a:rPr>
              <a:t>main</a:t>
            </a:r>
            <a:r>
              <a:rPr lang="en-US" sz="2800" b="1" u="heavy" spc="40" dirty="0">
                <a:uFill>
                  <a:solidFill>
                    <a:srgbClr val="222222"/>
                  </a:solidFill>
                </a:uFill>
              </a:rPr>
              <a:t> </a:t>
            </a:r>
            <a:r>
              <a:rPr lang="en-US" sz="2800" b="1" u="heavy" spc="-152" dirty="0">
                <a:uFill>
                  <a:solidFill>
                    <a:srgbClr val="222222"/>
                  </a:solidFill>
                </a:uFill>
              </a:rPr>
              <a:t>types:</a:t>
            </a:r>
            <a:r>
              <a:rPr lang="en-US" sz="2800" b="1" spc="67" dirty="0"/>
              <a:t> </a:t>
            </a:r>
            <a:r>
              <a:rPr lang="en-US" sz="2800" b="1" spc="-27" dirty="0"/>
              <a:t>Respirator</a:t>
            </a:r>
            <a:r>
              <a:rPr lang="en-US" sz="2800" b="1" spc="40" dirty="0"/>
              <a:t> </a:t>
            </a:r>
            <a:r>
              <a:rPr lang="en-US" sz="2800" b="1" dirty="0"/>
              <a:t>&amp;</a:t>
            </a:r>
            <a:r>
              <a:rPr lang="en-US" sz="2800" b="1" spc="40" dirty="0"/>
              <a:t> </a:t>
            </a:r>
            <a:r>
              <a:rPr lang="en-US" sz="2800" b="1" dirty="0"/>
              <a:t>Breathing</a:t>
            </a:r>
            <a:r>
              <a:rPr lang="en-US" sz="2800" b="1" spc="40" dirty="0"/>
              <a:t> </a:t>
            </a:r>
            <a:r>
              <a:rPr lang="en-US" sz="2800" b="1" spc="-13" dirty="0"/>
              <a:t>apparatus</a:t>
            </a:r>
            <a:endParaRPr lang="en-US" sz="2800" b="1" dirty="0"/>
          </a:p>
          <a:p>
            <a:pPr marL="16933" marR="238754" indent="-228600" algn="just">
              <a:lnSpc>
                <a:spcPct val="90000"/>
              </a:lnSpc>
              <a:spcBef>
                <a:spcPts val="1600"/>
              </a:spcBef>
              <a:buFont typeface="Arial" panose="020B0604020202020204" pitchFamily="34" charset="0"/>
              <a:buChar char="•"/>
            </a:pPr>
            <a:r>
              <a:rPr lang="en-US" sz="2800" b="1" u="heavy" spc="-27" dirty="0">
                <a:uFill>
                  <a:solidFill>
                    <a:srgbClr val="222222"/>
                  </a:solidFill>
                </a:uFill>
              </a:rPr>
              <a:t>Respirator</a:t>
            </a:r>
            <a:r>
              <a:rPr lang="en-US" sz="2800" b="1" u="heavy" spc="-47" dirty="0">
                <a:uFill>
                  <a:solidFill>
                    <a:srgbClr val="222222"/>
                  </a:solidFill>
                </a:uFill>
              </a:rPr>
              <a:t> </a:t>
            </a:r>
            <a:r>
              <a:rPr lang="en-US" sz="2800" b="1" u="heavy" spc="-33" dirty="0">
                <a:uFill>
                  <a:solidFill>
                    <a:srgbClr val="222222"/>
                  </a:solidFill>
                </a:uFill>
              </a:rPr>
              <a:t>(filtering</a:t>
            </a:r>
            <a:r>
              <a:rPr lang="en-US" sz="2800" b="1" u="heavy" spc="-27" dirty="0">
                <a:uFill>
                  <a:solidFill>
                    <a:srgbClr val="222222"/>
                  </a:solidFill>
                </a:uFill>
              </a:rPr>
              <a:t> </a:t>
            </a:r>
            <a:r>
              <a:rPr lang="en-US" sz="2800" b="1" u="heavy" spc="-53" dirty="0">
                <a:uFill>
                  <a:solidFill>
                    <a:srgbClr val="222222"/>
                  </a:solidFill>
                </a:uFill>
              </a:rPr>
              <a:t>device)</a:t>
            </a:r>
            <a:r>
              <a:rPr lang="en-US" sz="2800" b="1" spc="-20" dirty="0"/>
              <a:t> </a:t>
            </a:r>
            <a:r>
              <a:rPr lang="en-US" sz="2800" b="1" spc="-87" dirty="0"/>
              <a:t>uses</a:t>
            </a:r>
            <a:r>
              <a:rPr lang="en-US" sz="2800" b="1" spc="-27" dirty="0"/>
              <a:t> </a:t>
            </a:r>
            <a:r>
              <a:rPr lang="en-US" sz="2800" b="1" spc="-13" dirty="0"/>
              <a:t>filters</a:t>
            </a:r>
            <a:r>
              <a:rPr lang="en-US" sz="2800" b="1" spc="-27" dirty="0"/>
              <a:t> </a:t>
            </a:r>
            <a:r>
              <a:rPr lang="en-US" sz="2800" b="1" dirty="0"/>
              <a:t>to</a:t>
            </a:r>
            <a:r>
              <a:rPr lang="en-US" sz="2800" b="1" spc="-33" dirty="0"/>
              <a:t> </a:t>
            </a:r>
            <a:r>
              <a:rPr lang="en-US" sz="2800" b="1" spc="-107" dirty="0"/>
              <a:t>remove</a:t>
            </a:r>
            <a:r>
              <a:rPr lang="en-US" sz="2800" b="1" spc="-7" dirty="0"/>
              <a:t> </a:t>
            </a:r>
            <a:r>
              <a:rPr lang="en-US" sz="2800" b="1" spc="-13" dirty="0"/>
              <a:t>contaminants</a:t>
            </a:r>
            <a:r>
              <a:rPr lang="en-US" sz="2800" b="1" spc="-27" dirty="0"/>
              <a:t> </a:t>
            </a:r>
            <a:r>
              <a:rPr lang="en-US" sz="2800" b="1" dirty="0"/>
              <a:t>in</a:t>
            </a:r>
            <a:r>
              <a:rPr lang="en-US" sz="2800" b="1" spc="-27" dirty="0"/>
              <a:t> </a:t>
            </a:r>
            <a:r>
              <a:rPr lang="en-US" sz="2800" b="1" dirty="0"/>
              <a:t>the</a:t>
            </a:r>
            <a:r>
              <a:rPr lang="en-US" sz="2800" b="1" spc="-27" dirty="0"/>
              <a:t> </a:t>
            </a:r>
            <a:r>
              <a:rPr lang="en-US" sz="2800" b="1" spc="-53" dirty="0"/>
              <a:t>workplace</a:t>
            </a:r>
            <a:r>
              <a:rPr lang="en-US" sz="2800" b="1" spc="-27" dirty="0"/>
              <a:t> air, </a:t>
            </a:r>
            <a:r>
              <a:rPr lang="en-US" sz="2800" b="1" spc="-40" dirty="0"/>
              <a:t>there</a:t>
            </a:r>
            <a:r>
              <a:rPr lang="en-US" sz="2800" b="1" spc="-80" dirty="0"/>
              <a:t> </a:t>
            </a:r>
            <a:r>
              <a:rPr lang="en-US" sz="2800" b="1" spc="-53" dirty="0"/>
              <a:t>are</a:t>
            </a:r>
            <a:r>
              <a:rPr lang="en-US" sz="2800" b="1" spc="-60" dirty="0"/>
              <a:t> </a:t>
            </a:r>
            <a:r>
              <a:rPr lang="en-US" sz="2800" b="1" spc="-13" dirty="0"/>
              <a:t>two</a:t>
            </a:r>
            <a:r>
              <a:rPr lang="en-US" sz="2800" b="1" spc="-107" dirty="0"/>
              <a:t> </a:t>
            </a:r>
            <a:r>
              <a:rPr lang="en-US" sz="2800" b="1" dirty="0"/>
              <a:t>main</a:t>
            </a:r>
            <a:r>
              <a:rPr lang="en-US" sz="2800" b="1" spc="-87" dirty="0"/>
              <a:t> </a:t>
            </a:r>
            <a:r>
              <a:rPr lang="en-US" sz="2800" b="1" spc="-13" dirty="0"/>
              <a:t>types</a:t>
            </a:r>
            <a:endParaRPr lang="en-US" sz="2800" b="1" dirty="0"/>
          </a:p>
          <a:p>
            <a:pPr marL="626518" marR="83818" indent="-228600" algn="just">
              <a:lnSpc>
                <a:spcPct val="90000"/>
              </a:lnSpc>
              <a:spcBef>
                <a:spcPts val="1600"/>
              </a:spcBef>
              <a:buFont typeface="Arial" panose="020B0604020202020204" pitchFamily="34" charset="0"/>
              <a:buChar char="•"/>
              <a:tabLst>
                <a:tab pos="626518" algn="l"/>
              </a:tabLst>
            </a:pPr>
            <a:r>
              <a:rPr lang="en-US" sz="2800" b="1" u="heavy" spc="-40" dirty="0">
                <a:uFill>
                  <a:solidFill>
                    <a:srgbClr val="222222"/>
                  </a:solidFill>
                </a:uFill>
              </a:rPr>
              <a:t>Non-</a:t>
            </a:r>
            <a:r>
              <a:rPr lang="en-US" sz="2800" b="1" u="heavy" spc="-100" dirty="0">
                <a:uFill>
                  <a:solidFill>
                    <a:srgbClr val="222222"/>
                  </a:solidFill>
                </a:uFill>
              </a:rPr>
              <a:t>powered</a:t>
            </a:r>
            <a:r>
              <a:rPr lang="en-US" sz="2800" b="1" u="heavy" spc="-20" dirty="0">
                <a:uFill>
                  <a:solidFill>
                    <a:srgbClr val="222222"/>
                  </a:solidFill>
                </a:uFill>
              </a:rPr>
              <a:t> </a:t>
            </a:r>
            <a:r>
              <a:rPr lang="en-US" sz="2800" b="1" u="heavy" spc="-67" dirty="0">
                <a:uFill>
                  <a:solidFill>
                    <a:srgbClr val="222222"/>
                  </a:solidFill>
                </a:uFill>
              </a:rPr>
              <a:t>respirators</a:t>
            </a:r>
            <a:r>
              <a:rPr lang="en-US" sz="2800" b="1" spc="-7" dirty="0"/>
              <a:t> </a:t>
            </a:r>
            <a:r>
              <a:rPr lang="en-US" sz="2800" b="1" dirty="0"/>
              <a:t>-</a:t>
            </a:r>
            <a:r>
              <a:rPr lang="en-US" sz="2800" b="1" spc="-20" dirty="0"/>
              <a:t> </a:t>
            </a:r>
            <a:r>
              <a:rPr lang="en-US" sz="2800" b="1" spc="-13" dirty="0"/>
              <a:t>rely </a:t>
            </a:r>
            <a:r>
              <a:rPr lang="en-US" sz="2800" b="1" dirty="0"/>
              <a:t>on</a:t>
            </a:r>
            <a:r>
              <a:rPr lang="en-US" sz="2800" b="1" spc="-20" dirty="0"/>
              <a:t> </a:t>
            </a:r>
            <a:r>
              <a:rPr lang="en-US" sz="2800" b="1" dirty="0"/>
              <a:t>the</a:t>
            </a:r>
            <a:r>
              <a:rPr lang="en-US" sz="2800" b="1" spc="-13" dirty="0"/>
              <a:t> </a:t>
            </a:r>
            <a:r>
              <a:rPr lang="en-US" sz="2800" b="1" spc="-100" dirty="0"/>
              <a:t>wearer's</a:t>
            </a:r>
            <a:r>
              <a:rPr lang="en-US" sz="2800" b="1" spc="-20" dirty="0"/>
              <a:t> </a:t>
            </a:r>
            <a:r>
              <a:rPr lang="en-US" sz="2800" b="1" spc="-27" dirty="0"/>
              <a:t>breathing</a:t>
            </a:r>
            <a:r>
              <a:rPr lang="en-US" sz="2800" b="1" spc="-7" dirty="0"/>
              <a:t> </a:t>
            </a:r>
            <a:r>
              <a:rPr lang="en-US" sz="2800" b="1" dirty="0"/>
              <a:t>to</a:t>
            </a:r>
            <a:r>
              <a:rPr lang="en-US" sz="2800" b="1" spc="-13" dirty="0"/>
              <a:t> </a:t>
            </a:r>
            <a:r>
              <a:rPr lang="en-US" sz="2800" b="1" spc="-80" dirty="0"/>
              <a:t>draw</a:t>
            </a:r>
            <a:r>
              <a:rPr lang="en-US" sz="2800" b="1" spc="-20" dirty="0"/>
              <a:t> </a:t>
            </a:r>
            <a:r>
              <a:rPr lang="en-US" sz="2800" b="1" dirty="0"/>
              <a:t>air</a:t>
            </a:r>
            <a:r>
              <a:rPr lang="en-US" sz="2800" b="1" spc="-13" dirty="0"/>
              <a:t> through</a:t>
            </a:r>
            <a:r>
              <a:rPr lang="en-US" sz="2800" b="1" spc="-20" dirty="0"/>
              <a:t> </a:t>
            </a:r>
            <a:r>
              <a:rPr lang="en-US" sz="2800" b="1" spc="-33" dirty="0"/>
              <a:t>the </a:t>
            </a:r>
            <a:r>
              <a:rPr lang="en-US" sz="2800" b="1" spc="-13" dirty="0"/>
              <a:t>filter</a:t>
            </a:r>
            <a:endParaRPr lang="en-US" sz="2800" b="1" dirty="0"/>
          </a:p>
          <a:p>
            <a:pPr marL="626518" marR="6773" indent="-228600" algn="just">
              <a:lnSpc>
                <a:spcPct val="90000"/>
              </a:lnSpc>
              <a:buFont typeface="Arial" panose="020B0604020202020204" pitchFamily="34" charset="0"/>
              <a:buChar char="•"/>
              <a:tabLst>
                <a:tab pos="626518" algn="l"/>
              </a:tabLst>
            </a:pPr>
            <a:r>
              <a:rPr lang="en-US" sz="2800" b="1" u="heavy" spc="-93" dirty="0">
                <a:uFill>
                  <a:solidFill>
                    <a:srgbClr val="222222"/>
                  </a:solidFill>
                </a:uFill>
              </a:rPr>
              <a:t>Powered</a:t>
            </a:r>
            <a:r>
              <a:rPr lang="en-US" sz="2800" b="1" u="heavy" spc="-20" dirty="0">
                <a:uFill>
                  <a:solidFill>
                    <a:srgbClr val="222222"/>
                  </a:solidFill>
                </a:uFill>
              </a:rPr>
              <a:t> </a:t>
            </a:r>
            <a:r>
              <a:rPr lang="en-US" sz="2800" b="1" u="heavy" spc="-67" dirty="0">
                <a:uFill>
                  <a:solidFill>
                    <a:srgbClr val="222222"/>
                  </a:solidFill>
                </a:uFill>
              </a:rPr>
              <a:t>respirators</a:t>
            </a:r>
            <a:r>
              <a:rPr lang="en-US" sz="2800" b="1" spc="-20" dirty="0"/>
              <a:t> </a:t>
            </a:r>
            <a:r>
              <a:rPr lang="en-US" sz="2800" b="1" dirty="0"/>
              <a:t>-</a:t>
            </a:r>
            <a:r>
              <a:rPr lang="en-US" sz="2800" b="1" spc="-13" dirty="0"/>
              <a:t> </a:t>
            </a:r>
            <a:r>
              <a:rPr lang="en-US" sz="2800" b="1" spc="-67" dirty="0"/>
              <a:t>use</a:t>
            </a:r>
            <a:r>
              <a:rPr lang="en-US" sz="2800" b="1" spc="-20" dirty="0"/>
              <a:t> </a:t>
            </a:r>
            <a:r>
              <a:rPr lang="en-US" sz="2800" b="1" dirty="0"/>
              <a:t>a</a:t>
            </a:r>
            <a:r>
              <a:rPr lang="en-US" sz="2800" b="1" spc="-20" dirty="0"/>
              <a:t> </a:t>
            </a:r>
            <a:r>
              <a:rPr lang="en-US" sz="2800" b="1" spc="-27" dirty="0"/>
              <a:t>motor</a:t>
            </a:r>
            <a:r>
              <a:rPr lang="en-US" sz="2800" b="1" spc="-20" dirty="0"/>
              <a:t> </a:t>
            </a:r>
            <a:r>
              <a:rPr lang="en-US" sz="2800" b="1" dirty="0"/>
              <a:t>to</a:t>
            </a:r>
            <a:r>
              <a:rPr lang="en-US" sz="2800" b="1" spc="-20" dirty="0"/>
              <a:t> </a:t>
            </a:r>
            <a:r>
              <a:rPr lang="en-US" sz="2800" b="1" spc="-53" dirty="0"/>
              <a:t>pass</a:t>
            </a:r>
            <a:r>
              <a:rPr lang="en-US" sz="2800" b="1" spc="-20" dirty="0"/>
              <a:t> </a:t>
            </a:r>
            <a:r>
              <a:rPr lang="en-US" sz="2800" b="1" dirty="0"/>
              <a:t>air</a:t>
            </a:r>
            <a:r>
              <a:rPr lang="en-US" sz="2800" b="1" spc="-20" dirty="0"/>
              <a:t> </a:t>
            </a:r>
            <a:r>
              <a:rPr lang="en-US" sz="2800" b="1" spc="-13" dirty="0"/>
              <a:t>through</a:t>
            </a:r>
            <a:r>
              <a:rPr lang="en-US" sz="2800" b="1" spc="-20" dirty="0"/>
              <a:t> </a:t>
            </a:r>
            <a:r>
              <a:rPr lang="en-US" sz="2800" b="1" dirty="0"/>
              <a:t>the</a:t>
            </a:r>
            <a:r>
              <a:rPr lang="en-US" sz="2800" b="1" spc="-20" dirty="0"/>
              <a:t> </a:t>
            </a:r>
            <a:r>
              <a:rPr lang="en-US" sz="2800" b="1" dirty="0"/>
              <a:t>filter</a:t>
            </a:r>
            <a:r>
              <a:rPr lang="en-US" sz="2800" b="1" spc="-20" dirty="0"/>
              <a:t> </a:t>
            </a:r>
            <a:r>
              <a:rPr lang="en-US" sz="2800" b="1" dirty="0"/>
              <a:t>to</a:t>
            </a:r>
            <a:r>
              <a:rPr lang="en-US" sz="2800" b="1" spc="-20" dirty="0"/>
              <a:t> </a:t>
            </a:r>
            <a:r>
              <a:rPr lang="en-US" sz="2800" b="1" spc="-33" dirty="0"/>
              <a:t>give</a:t>
            </a:r>
            <a:r>
              <a:rPr lang="en-US" sz="2800" b="1" spc="-20" dirty="0"/>
              <a:t> </a:t>
            </a:r>
            <a:r>
              <a:rPr lang="en-US" sz="2800" b="1" dirty="0"/>
              <a:t>a</a:t>
            </a:r>
            <a:r>
              <a:rPr lang="en-US" sz="2800" b="1" spc="-20" dirty="0"/>
              <a:t> </a:t>
            </a:r>
            <a:r>
              <a:rPr lang="en-US" sz="2800" b="1" spc="-27" dirty="0"/>
              <a:t>supply</a:t>
            </a:r>
            <a:r>
              <a:rPr lang="en-US" sz="2800" b="1" spc="-20" dirty="0"/>
              <a:t> </a:t>
            </a:r>
            <a:r>
              <a:rPr lang="en-US" sz="2800" b="1" spc="-33" dirty="0"/>
              <a:t>of </a:t>
            </a:r>
            <a:r>
              <a:rPr lang="en-US" sz="2800" b="1" spc="-27" dirty="0"/>
              <a:t>clean</a:t>
            </a:r>
            <a:r>
              <a:rPr lang="en-US" sz="2800" b="1" spc="-33" dirty="0"/>
              <a:t> </a:t>
            </a:r>
            <a:r>
              <a:rPr lang="en-US" sz="2800" b="1" dirty="0"/>
              <a:t>air</a:t>
            </a:r>
            <a:r>
              <a:rPr lang="en-US" sz="2800" b="1" spc="-33" dirty="0"/>
              <a:t> </a:t>
            </a:r>
            <a:r>
              <a:rPr lang="en-US" sz="2800" b="1" dirty="0"/>
              <a:t>to</a:t>
            </a:r>
            <a:r>
              <a:rPr lang="en-US" sz="2800" b="1" spc="-33" dirty="0"/>
              <a:t> </a:t>
            </a:r>
            <a:r>
              <a:rPr lang="en-US" sz="2800" b="1" dirty="0"/>
              <a:t>the</a:t>
            </a:r>
            <a:r>
              <a:rPr lang="en-US" sz="2800" b="1" spc="-33" dirty="0"/>
              <a:t> </a:t>
            </a:r>
            <a:r>
              <a:rPr lang="en-US" sz="2800" b="1" spc="-13" dirty="0"/>
              <a:t>wearer</a:t>
            </a:r>
            <a:endParaRPr lang="en-US" sz="2800" b="1" dirty="0"/>
          </a:p>
        </p:txBody>
      </p:sp>
      <p:pic>
        <p:nvPicPr>
          <p:cNvPr id="4" name="Picture 3" descr="A person wearing a gas mask&#10;&#10;Description automatically generated">
            <a:extLst>
              <a:ext uri="{FF2B5EF4-FFF2-40B4-BE49-F238E27FC236}">
                <a16:creationId xmlns:a16="http://schemas.microsoft.com/office/drawing/2014/main" id="{B0229067-F7A7-1048-BE47-F8FDEE319310}"/>
              </a:ext>
            </a:extLst>
          </p:cNvPr>
          <p:cNvPicPr>
            <a:picLocks noChangeAspect="1"/>
          </p:cNvPicPr>
          <p:nvPr/>
        </p:nvPicPr>
        <p:blipFill>
          <a:blip r:embed="rId2">
            <a:extLst>
              <a:ext uri="{28A0092B-C50C-407E-A947-70E740481C1C}">
                <a14:useLocalDpi xmlns:a14="http://schemas.microsoft.com/office/drawing/2010/main" val="0"/>
              </a:ext>
            </a:extLst>
          </a:blip>
          <a:srcRect l="51271" r="19602"/>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scuba mask with a strap&#10;&#10;Description automatically generated">
            <a:extLst>
              <a:ext uri="{FF2B5EF4-FFF2-40B4-BE49-F238E27FC236}">
                <a16:creationId xmlns:a16="http://schemas.microsoft.com/office/drawing/2014/main" id="{900179C5-EBFC-1F71-1607-F91E4C731D66}"/>
              </a:ext>
            </a:extLst>
          </p:cNvPr>
          <p:cNvPicPr>
            <a:picLocks noChangeAspect="1"/>
          </p:cNvPicPr>
          <p:nvPr/>
        </p:nvPicPr>
        <p:blipFill>
          <a:blip r:embed="rId2">
            <a:extLst>
              <a:ext uri="{28A0092B-C50C-407E-A947-70E740481C1C}">
                <a14:useLocalDpi xmlns:a14="http://schemas.microsoft.com/office/drawing/2010/main" val="0"/>
              </a:ext>
            </a:extLst>
          </a:blip>
          <a:srcRect b="633"/>
          <a:stretch/>
        </p:blipFill>
        <p:spPr>
          <a:xfrm>
            <a:off x="-590723" y="369287"/>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2" name="object 2"/>
          <p:cNvSpPr txBox="1"/>
          <p:nvPr/>
        </p:nvSpPr>
        <p:spPr>
          <a:xfrm>
            <a:off x="5720265" y="136702"/>
            <a:ext cx="6471735" cy="7934636"/>
          </a:xfrm>
          <a:prstGeom prst="rect">
            <a:avLst/>
          </a:prstGeom>
        </p:spPr>
        <p:txBody>
          <a:bodyPr vert="horz" lIns="91440" tIns="45720" rIns="91440" bIns="45720" rtlCol="0">
            <a:noAutofit/>
          </a:bodyPr>
          <a:lstStyle/>
          <a:p>
            <a:pPr marL="16933" marR="6773" indent="-228600">
              <a:lnSpc>
                <a:spcPct val="90000"/>
              </a:lnSpc>
              <a:spcBef>
                <a:spcPts val="133"/>
              </a:spcBef>
              <a:buFont typeface="Arial" panose="020B0604020202020204" pitchFamily="34" charset="0"/>
              <a:buChar char="•"/>
            </a:pPr>
            <a:r>
              <a:rPr lang="en-US" sz="2400" u="heavy" dirty="0">
                <a:uFill>
                  <a:solidFill>
                    <a:srgbClr val="222222"/>
                  </a:solidFill>
                </a:uFill>
              </a:rPr>
              <a:t>Breathing</a:t>
            </a:r>
            <a:r>
              <a:rPr lang="en-US" sz="2400" u="heavy" spc="-20" dirty="0">
                <a:uFill>
                  <a:solidFill>
                    <a:srgbClr val="222222"/>
                  </a:solidFill>
                </a:uFill>
              </a:rPr>
              <a:t> </a:t>
            </a:r>
            <a:r>
              <a:rPr lang="en-US" sz="2400" u="heavy" spc="-27" dirty="0">
                <a:uFill>
                  <a:solidFill>
                    <a:srgbClr val="222222"/>
                  </a:solidFill>
                </a:uFill>
              </a:rPr>
              <a:t>apparatus</a:t>
            </a:r>
            <a:r>
              <a:rPr lang="en-US" sz="2400" u="heavy" spc="-13" dirty="0">
                <a:uFill>
                  <a:solidFill>
                    <a:srgbClr val="222222"/>
                  </a:solidFill>
                </a:uFill>
              </a:rPr>
              <a:t> </a:t>
            </a:r>
            <a:r>
              <a:rPr lang="en-US" sz="2400" u="heavy" dirty="0">
                <a:uFill>
                  <a:solidFill>
                    <a:srgbClr val="222222"/>
                  </a:solidFill>
                </a:uFill>
              </a:rPr>
              <a:t>(BA)</a:t>
            </a:r>
            <a:r>
              <a:rPr lang="en-US" sz="2400" spc="-13" dirty="0"/>
              <a:t> </a:t>
            </a:r>
            <a:r>
              <a:rPr lang="en-US" sz="2400" dirty="0"/>
              <a:t>-</a:t>
            </a:r>
            <a:r>
              <a:rPr lang="en-US" sz="2400" spc="-13" dirty="0"/>
              <a:t> </a:t>
            </a:r>
            <a:r>
              <a:rPr lang="en-US" sz="2400" spc="-87" dirty="0"/>
              <a:t>needs</a:t>
            </a:r>
            <a:r>
              <a:rPr lang="en-US" sz="2400" spc="-20" dirty="0"/>
              <a:t> </a:t>
            </a:r>
            <a:r>
              <a:rPr lang="en-US" sz="2400" dirty="0"/>
              <a:t>a</a:t>
            </a:r>
            <a:r>
              <a:rPr lang="en-US" sz="2400" spc="-13" dirty="0"/>
              <a:t> </a:t>
            </a:r>
            <a:r>
              <a:rPr lang="en-US" sz="2400" spc="-27" dirty="0"/>
              <a:t>supply</a:t>
            </a:r>
            <a:r>
              <a:rPr lang="en-US" sz="2400" spc="-13" dirty="0"/>
              <a:t> </a:t>
            </a:r>
            <a:r>
              <a:rPr lang="en-US" sz="2400" dirty="0"/>
              <a:t>of</a:t>
            </a:r>
            <a:r>
              <a:rPr lang="en-US" sz="2400" spc="272" dirty="0"/>
              <a:t> </a:t>
            </a:r>
            <a:r>
              <a:rPr lang="en-US" sz="2400" spc="-27" dirty="0"/>
              <a:t>breathing</a:t>
            </a:r>
            <a:r>
              <a:rPr lang="en-US" sz="2400" spc="-13" dirty="0"/>
              <a:t> </a:t>
            </a:r>
            <a:r>
              <a:rPr lang="en-US" sz="2400" dirty="0"/>
              <a:t>quality</a:t>
            </a:r>
            <a:r>
              <a:rPr lang="en-US" sz="2400" spc="-20" dirty="0"/>
              <a:t> </a:t>
            </a:r>
            <a:r>
              <a:rPr lang="en-US" sz="2400" dirty="0"/>
              <a:t>air</a:t>
            </a:r>
            <a:r>
              <a:rPr lang="en-US" sz="2400" spc="-13" dirty="0"/>
              <a:t> </a:t>
            </a:r>
            <a:r>
              <a:rPr lang="en-US" sz="2400" spc="-27" dirty="0"/>
              <a:t>from</a:t>
            </a:r>
            <a:r>
              <a:rPr lang="en-US" sz="2400" spc="-13" dirty="0"/>
              <a:t> </a:t>
            </a:r>
            <a:r>
              <a:rPr lang="en-US" sz="2400" dirty="0"/>
              <a:t>an</a:t>
            </a:r>
            <a:r>
              <a:rPr lang="en-US" sz="2400" spc="-13" dirty="0"/>
              <a:t> independent </a:t>
            </a:r>
            <a:r>
              <a:rPr lang="en-US" sz="2400" spc="-80" dirty="0"/>
              <a:t>source</a:t>
            </a:r>
            <a:r>
              <a:rPr lang="en-US" sz="2400" spc="-40" dirty="0"/>
              <a:t> </a:t>
            </a:r>
            <a:r>
              <a:rPr lang="en-US" sz="2400" spc="-47" dirty="0"/>
              <a:t>(</a:t>
            </a:r>
            <a:r>
              <a:rPr lang="en-US" sz="2400" spc="-47" dirty="0" err="1"/>
              <a:t>eg</a:t>
            </a:r>
            <a:r>
              <a:rPr lang="en-US" sz="2400" spc="-67" dirty="0"/>
              <a:t> </a:t>
            </a:r>
            <a:r>
              <a:rPr lang="en-US" sz="2400" dirty="0"/>
              <a:t>air</a:t>
            </a:r>
            <a:r>
              <a:rPr lang="en-US" sz="2400" spc="-60" dirty="0"/>
              <a:t> </a:t>
            </a:r>
            <a:r>
              <a:rPr lang="en-US" sz="2400" spc="-27" dirty="0"/>
              <a:t>cylinder</a:t>
            </a:r>
            <a:r>
              <a:rPr lang="en-US" sz="2400" spc="-60" dirty="0"/>
              <a:t> </a:t>
            </a:r>
            <a:r>
              <a:rPr lang="en-US" sz="2400" spc="-27" dirty="0"/>
              <a:t>or</a:t>
            </a:r>
            <a:r>
              <a:rPr lang="en-US" sz="2400" spc="-53" dirty="0"/>
              <a:t> </a:t>
            </a:r>
            <a:r>
              <a:rPr lang="en-US" sz="2400" dirty="0"/>
              <a:t>air</a:t>
            </a:r>
            <a:r>
              <a:rPr lang="en-US" sz="2400" spc="-53" dirty="0"/>
              <a:t> </a:t>
            </a:r>
            <a:r>
              <a:rPr lang="en-US" sz="2400" spc="-13" dirty="0"/>
              <a:t>compressor)</a:t>
            </a:r>
            <a:endParaRPr lang="en-US" sz="2400" dirty="0"/>
          </a:p>
          <a:p>
            <a:pPr marL="16933" marR="417396" indent="-228600">
              <a:lnSpc>
                <a:spcPct val="90000"/>
              </a:lnSpc>
              <a:spcBef>
                <a:spcPts val="1600"/>
              </a:spcBef>
              <a:buFont typeface="Arial" panose="020B0604020202020204" pitchFamily="34" charset="0"/>
              <a:buChar char="•"/>
            </a:pPr>
            <a:r>
              <a:rPr lang="en-US" sz="2400" dirty="0"/>
              <a:t>Both</a:t>
            </a:r>
            <a:r>
              <a:rPr lang="en-US" sz="2400" spc="-27" dirty="0"/>
              <a:t> </a:t>
            </a:r>
            <a:r>
              <a:rPr lang="en-US" sz="2400" spc="-67" dirty="0"/>
              <a:t>respirators</a:t>
            </a:r>
            <a:r>
              <a:rPr lang="en-US" sz="2400" spc="-20" dirty="0"/>
              <a:t> </a:t>
            </a:r>
            <a:r>
              <a:rPr lang="en-US" sz="2400" dirty="0"/>
              <a:t>and</a:t>
            </a:r>
            <a:r>
              <a:rPr lang="en-US" sz="2400" spc="-20" dirty="0"/>
              <a:t> </a:t>
            </a:r>
            <a:r>
              <a:rPr lang="en-US" sz="2400" spc="113" dirty="0"/>
              <a:t>BA</a:t>
            </a:r>
            <a:r>
              <a:rPr lang="en-US" sz="2400" spc="-20" dirty="0"/>
              <a:t> </a:t>
            </a:r>
            <a:r>
              <a:rPr lang="en-US" sz="2400" spc="-53" dirty="0"/>
              <a:t>are</a:t>
            </a:r>
            <a:r>
              <a:rPr lang="en-US" sz="2400" spc="-20" dirty="0"/>
              <a:t> </a:t>
            </a:r>
            <a:r>
              <a:rPr lang="en-US" sz="2400" spc="-40" dirty="0"/>
              <a:t>available</a:t>
            </a:r>
            <a:r>
              <a:rPr lang="en-US" sz="2400" spc="-20" dirty="0"/>
              <a:t> </a:t>
            </a:r>
            <a:r>
              <a:rPr lang="en-US" sz="2400" dirty="0"/>
              <a:t>in</a:t>
            </a:r>
            <a:r>
              <a:rPr lang="en-US" sz="2400" spc="-27" dirty="0"/>
              <a:t> </a:t>
            </a:r>
            <a:r>
              <a:rPr lang="en-US" sz="2400" dirty="0"/>
              <a:t>a</a:t>
            </a:r>
            <a:r>
              <a:rPr lang="en-US" sz="2400" spc="-20" dirty="0"/>
              <a:t> </a:t>
            </a:r>
            <a:r>
              <a:rPr lang="en-US" sz="2400" spc="-33" dirty="0"/>
              <a:t>range</a:t>
            </a:r>
            <a:r>
              <a:rPr lang="en-US" sz="2400" spc="-20" dirty="0"/>
              <a:t> </a:t>
            </a:r>
            <a:r>
              <a:rPr lang="en-US" sz="2400" dirty="0"/>
              <a:t>of</a:t>
            </a:r>
            <a:r>
              <a:rPr lang="en-US" sz="2400" spc="267" dirty="0"/>
              <a:t> </a:t>
            </a:r>
            <a:r>
              <a:rPr lang="en-US" sz="2400" spc="-13" dirty="0" err="1"/>
              <a:t>difterent</a:t>
            </a:r>
            <a:r>
              <a:rPr lang="en-US" sz="2400" spc="-27" dirty="0"/>
              <a:t> </a:t>
            </a:r>
            <a:r>
              <a:rPr lang="en-US" sz="2400" dirty="0"/>
              <a:t>styles,</a:t>
            </a:r>
            <a:r>
              <a:rPr lang="en-US" sz="2400" spc="-20" dirty="0"/>
              <a:t> </a:t>
            </a:r>
            <a:r>
              <a:rPr lang="en-US" sz="2400" spc="-33" dirty="0"/>
              <a:t>which</a:t>
            </a:r>
            <a:r>
              <a:rPr lang="en-US" sz="2400" spc="-20" dirty="0"/>
              <a:t> </a:t>
            </a:r>
            <a:r>
              <a:rPr lang="en-US" sz="2400" dirty="0"/>
              <a:t>can</a:t>
            </a:r>
            <a:r>
              <a:rPr lang="en-US" sz="2400" spc="-20" dirty="0"/>
              <a:t> </a:t>
            </a:r>
            <a:r>
              <a:rPr lang="en-US" sz="2400" dirty="0"/>
              <a:t>be</a:t>
            </a:r>
            <a:r>
              <a:rPr lang="en-US" sz="2400" spc="-20" dirty="0"/>
              <a:t> </a:t>
            </a:r>
            <a:r>
              <a:rPr lang="en-US" sz="2400" spc="-33" dirty="0"/>
              <a:t>put </a:t>
            </a:r>
            <a:r>
              <a:rPr lang="en-US" sz="2400" dirty="0"/>
              <a:t>into</a:t>
            </a:r>
            <a:r>
              <a:rPr lang="en-US" sz="2400" spc="-87" dirty="0"/>
              <a:t> </a:t>
            </a:r>
            <a:r>
              <a:rPr lang="en-US" sz="2400" spc="-13" dirty="0"/>
              <a:t>two</a:t>
            </a:r>
            <a:r>
              <a:rPr lang="en-US" sz="2400" spc="-87" dirty="0"/>
              <a:t> </a:t>
            </a:r>
            <a:r>
              <a:rPr lang="en-US" sz="2400" dirty="0"/>
              <a:t>main</a:t>
            </a:r>
            <a:r>
              <a:rPr lang="en-US" sz="2400" spc="-87" dirty="0"/>
              <a:t> </a:t>
            </a:r>
            <a:r>
              <a:rPr lang="en-US" sz="2400" spc="-13" dirty="0"/>
              <a:t>groups:</a:t>
            </a:r>
            <a:endParaRPr lang="en-US" sz="2400" dirty="0"/>
          </a:p>
          <a:p>
            <a:pPr marL="626518" marR="484281" indent="-228600">
              <a:lnSpc>
                <a:spcPct val="90000"/>
              </a:lnSpc>
              <a:spcBef>
                <a:spcPts val="1600"/>
              </a:spcBef>
              <a:buFont typeface="Arial" panose="020B0604020202020204" pitchFamily="34" charset="0"/>
              <a:buChar char="•"/>
              <a:tabLst>
                <a:tab pos="626518" algn="l"/>
              </a:tabLst>
            </a:pPr>
            <a:r>
              <a:rPr lang="en-US" sz="2400" u="heavy" dirty="0">
                <a:uFill>
                  <a:solidFill>
                    <a:srgbClr val="222222"/>
                  </a:solidFill>
                </a:uFill>
              </a:rPr>
              <a:t>Tight-fitting</a:t>
            </a:r>
            <a:r>
              <a:rPr lang="en-US" sz="2400" u="heavy" spc="-20" dirty="0">
                <a:uFill>
                  <a:solidFill>
                    <a:srgbClr val="222222"/>
                  </a:solidFill>
                </a:uFill>
              </a:rPr>
              <a:t> </a:t>
            </a:r>
            <a:r>
              <a:rPr lang="en-US" sz="2400" u="heavy" spc="-53" dirty="0">
                <a:uFill>
                  <a:solidFill>
                    <a:srgbClr val="222222"/>
                  </a:solidFill>
                </a:uFill>
              </a:rPr>
              <a:t>facepieces</a:t>
            </a:r>
            <a:r>
              <a:rPr lang="en-US" sz="2400" spc="-7" dirty="0"/>
              <a:t> </a:t>
            </a:r>
            <a:r>
              <a:rPr lang="en-US" sz="2400" spc="-33" dirty="0"/>
              <a:t>(often</a:t>
            </a:r>
            <a:r>
              <a:rPr lang="en-US" sz="2400" spc="-20" dirty="0"/>
              <a:t> </a:t>
            </a:r>
            <a:r>
              <a:rPr lang="en-US" sz="2400" spc="-80" dirty="0"/>
              <a:t>referred</a:t>
            </a:r>
            <a:r>
              <a:rPr lang="en-US" sz="2400" spc="-20" dirty="0"/>
              <a:t> </a:t>
            </a:r>
            <a:r>
              <a:rPr lang="en-US" sz="2400" dirty="0"/>
              <a:t>to</a:t>
            </a:r>
            <a:r>
              <a:rPr lang="en-US" sz="2400" spc="-13" dirty="0"/>
              <a:t> </a:t>
            </a:r>
            <a:r>
              <a:rPr lang="en-US" sz="2400" dirty="0"/>
              <a:t>as</a:t>
            </a:r>
            <a:r>
              <a:rPr lang="en-US" sz="2400" spc="-20" dirty="0"/>
              <a:t> </a:t>
            </a:r>
            <a:r>
              <a:rPr lang="en-US" sz="2400" spc="-67" dirty="0"/>
              <a:t>masks)</a:t>
            </a:r>
            <a:r>
              <a:rPr lang="en-US" sz="2400" spc="-20" dirty="0"/>
              <a:t> </a:t>
            </a:r>
            <a:r>
              <a:rPr lang="en-US" sz="2400" dirty="0"/>
              <a:t>-</a:t>
            </a:r>
            <a:r>
              <a:rPr lang="en-US" sz="2400" spc="-20" dirty="0"/>
              <a:t> </a:t>
            </a:r>
            <a:r>
              <a:rPr lang="en-US" sz="2400" spc="-13" dirty="0"/>
              <a:t>rely </a:t>
            </a:r>
            <a:r>
              <a:rPr lang="en-US" sz="2400" dirty="0"/>
              <a:t>on</a:t>
            </a:r>
            <a:r>
              <a:rPr lang="en-US" sz="2400" spc="-20" dirty="0"/>
              <a:t> </a:t>
            </a:r>
            <a:r>
              <a:rPr lang="en-US" sz="2400" dirty="0"/>
              <a:t>having</a:t>
            </a:r>
            <a:r>
              <a:rPr lang="en-US" sz="2400" spc="-20" dirty="0"/>
              <a:t> </a:t>
            </a:r>
            <a:r>
              <a:rPr lang="en-US" sz="2400" dirty="0"/>
              <a:t>a</a:t>
            </a:r>
            <a:r>
              <a:rPr lang="en-US" sz="2400" spc="-20" dirty="0"/>
              <a:t> </a:t>
            </a:r>
            <a:r>
              <a:rPr lang="en-US" sz="2400" spc="-53" dirty="0"/>
              <a:t>good</a:t>
            </a:r>
            <a:r>
              <a:rPr lang="en-US" sz="2400" spc="-13" dirty="0"/>
              <a:t> </a:t>
            </a:r>
            <a:r>
              <a:rPr lang="en-US" sz="2400" spc="-27" dirty="0"/>
              <a:t>seal </a:t>
            </a:r>
            <a:r>
              <a:rPr lang="en-US" sz="2400" dirty="0"/>
              <a:t>with</a:t>
            </a:r>
            <a:r>
              <a:rPr lang="en-US" sz="2400" spc="-53" dirty="0"/>
              <a:t> </a:t>
            </a:r>
            <a:r>
              <a:rPr lang="en-US" sz="2400" dirty="0"/>
              <a:t>the</a:t>
            </a:r>
            <a:r>
              <a:rPr lang="en-US" sz="2400" spc="-27" dirty="0"/>
              <a:t> </a:t>
            </a:r>
            <a:r>
              <a:rPr lang="en-US" sz="2400" spc="-100" dirty="0"/>
              <a:t>wearer's</a:t>
            </a:r>
            <a:r>
              <a:rPr lang="en-US" sz="2400" spc="-13" dirty="0"/>
              <a:t> </a:t>
            </a:r>
            <a:r>
              <a:rPr lang="en-US" sz="2400" dirty="0"/>
              <a:t>face.</a:t>
            </a:r>
            <a:r>
              <a:rPr lang="en-US" sz="2400" spc="-27" dirty="0"/>
              <a:t> </a:t>
            </a:r>
            <a:r>
              <a:rPr lang="en-US" sz="2400" spc="-33" dirty="0"/>
              <a:t>These</a:t>
            </a:r>
            <a:r>
              <a:rPr lang="en-US" sz="2400" spc="-27" dirty="0"/>
              <a:t> </a:t>
            </a:r>
            <a:r>
              <a:rPr lang="en-US" sz="2400" spc="-53" dirty="0"/>
              <a:t>are</a:t>
            </a:r>
            <a:r>
              <a:rPr lang="en-US" sz="2400" spc="-27" dirty="0"/>
              <a:t> </a:t>
            </a:r>
            <a:r>
              <a:rPr lang="en-US" sz="2400" spc="-40" dirty="0"/>
              <a:t>available</a:t>
            </a:r>
            <a:r>
              <a:rPr lang="en-US" sz="2400" spc="-27" dirty="0"/>
              <a:t> </a:t>
            </a:r>
            <a:r>
              <a:rPr lang="en-US" sz="2400" dirty="0"/>
              <a:t>as</a:t>
            </a:r>
            <a:r>
              <a:rPr lang="en-US" sz="2400" spc="-27" dirty="0"/>
              <a:t> </a:t>
            </a:r>
            <a:r>
              <a:rPr lang="en-US" sz="2400" dirty="0"/>
              <a:t>both</a:t>
            </a:r>
            <a:r>
              <a:rPr lang="en-US" sz="2400" spc="-20" dirty="0"/>
              <a:t> </a:t>
            </a:r>
            <a:r>
              <a:rPr lang="en-US" sz="2400" spc="-67" dirty="0"/>
              <a:t>non-</a:t>
            </a:r>
            <a:r>
              <a:rPr lang="en-US" sz="2400" spc="-107" dirty="0"/>
              <a:t>powered</a:t>
            </a:r>
            <a:r>
              <a:rPr lang="en-US" sz="2400" spc="-13" dirty="0"/>
              <a:t> </a:t>
            </a:r>
            <a:r>
              <a:rPr lang="en-US" sz="2400" dirty="0"/>
              <a:t>and</a:t>
            </a:r>
            <a:r>
              <a:rPr lang="en-US" sz="2400" spc="-27" dirty="0"/>
              <a:t> </a:t>
            </a:r>
            <a:r>
              <a:rPr lang="en-US" sz="2400" spc="-13" dirty="0"/>
              <a:t>powered </a:t>
            </a:r>
            <a:r>
              <a:rPr lang="en-US" sz="2400" spc="-67" dirty="0"/>
              <a:t>respirators</a:t>
            </a:r>
            <a:r>
              <a:rPr lang="en-US" sz="2400" spc="-7" dirty="0"/>
              <a:t> </a:t>
            </a:r>
            <a:r>
              <a:rPr lang="en-US" sz="2400" dirty="0"/>
              <a:t>and</a:t>
            </a:r>
            <a:r>
              <a:rPr lang="en-US" sz="2400" spc="-7" dirty="0"/>
              <a:t> </a:t>
            </a:r>
            <a:r>
              <a:rPr lang="en-US" sz="2400" spc="120" dirty="0"/>
              <a:t>BA.</a:t>
            </a:r>
            <a:r>
              <a:rPr lang="en-US" sz="2400" spc="-7" dirty="0"/>
              <a:t> </a:t>
            </a:r>
            <a:r>
              <a:rPr lang="en-US" sz="2400" dirty="0"/>
              <a:t>Examples </a:t>
            </a:r>
            <a:r>
              <a:rPr lang="en-US" sz="2400" spc="-53" dirty="0"/>
              <a:t>are</a:t>
            </a:r>
            <a:r>
              <a:rPr lang="en-US" sz="2400" spc="-7" dirty="0"/>
              <a:t> </a:t>
            </a:r>
            <a:r>
              <a:rPr lang="en-US" sz="2400" spc="-27" dirty="0"/>
              <a:t>filtering</a:t>
            </a:r>
            <a:r>
              <a:rPr lang="en-US" sz="2400" spc="-7" dirty="0"/>
              <a:t> </a:t>
            </a:r>
            <a:r>
              <a:rPr lang="en-US" sz="2400" spc="-40" dirty="0"/>
              <a:t>facepieces,</a:t>
            </a:r>
            <a:r>
              <a:rPr lang="en-US" sz="2400" spc="-7" dirty="0"/>
              <a:t> </a:t>
            </a:r>
            <a:r>
              <a:rPr lang="en-US" sz="2400" dirty="0"/>
              <a:t>half</a:t>
            </a:r>
            <a:r>
              <a:rPr lang="en-US" sz="2400" spc="293" dirty="0"/>
              <a:t> </a:t>
            </a:r>
            <a:r>
              <a:rPr lang="en-US" sz="2400" dirty="0"/>
              <a:t>and</a:t>
            </a:r>
            <a:r>
              <a:rPr lang="en-US" sz="2400" spc="-7" dirty="0"/>
              <a:t> </a:t>
            </a:r>
            <a:r>
              <a:rPr lang="en-US" sz="2400" dirty="0"/>
              <a:t>full</a:t>
            </a:r>
            <a:r>
              <a:rPr lang="en-US" sz="2400" spc="-7" dirty="0"/>
              <a:t> </a:t>
            </a:r>
            <a:r>
              <a:rPr lang="en-US" sz="2400" spc="-13" dirty="0"/>
              <a:t>face</a:t>
            </a:r>
            <a:r>
              <a:rPr lang="en-US" sz="2400" spc="-7" dirty="0"/>
              <a:t> </a:t>
            </a:r>
            <a:r>
              <a:rPr lang="en-US" sz="2400" spc="-13" dirty="0"/>
              <a:t>masks.</a:t>
            </a:r>
            <a:endParaRPr lang="en-US" sz="2400" dirty="0"/>
          </a:p>
          <a:p>
            <a:pPr marL="626518" marR="375911" indent="-228600">
              <a:lnSpc>
                <a:spcPct val="90000"/>
              </a:lnSpc>
              <a:buFont typeface="Arial" panose="020B0604020202020204" pitchFamily="34" charset="0"/>
              <a:buChar char="•"/>
              <a:tabLst>
                <a:tab pos="626518" algn="l"/>
              </a:tabLst>
            </a:pPr>
            <a:r>
              <a:rPr lang="en-US" sz="2400" u="heavy" spc="-27" dirty="0">
                <a:uFill>
                  <a:solidFill>
                    <a:srgbClr val="222222"/>
                  </a:solidFill>
                </a:uFill>
              </a:rPr>
              <a:t>Loose-</a:t>
            </a:r>
            <a:r>
              <a:rPr lang="en-US" sz="2400" u="heavy" dirty="0">
                <a:uFill>
                  <a:solidFill>
                    <a:srgbClr val="222222"/>
                  </a:solidFill>
                </a:uFill>
              </a:rPr>
              <a:t>fitting</a:t>
            </a:r>
            <a:r>
              <a:rPr lang="en-US" sz="2400" u="heavy" spc="-47" dirty="0">
                <a:uFill>
                  <a:solidFill>
                    <a:srgbClr val="222222"/>
                  </a:solidFill>
                </a:uFill>
              </a:rPr>
              <a:t> </a:t>
            </a:r>
            <a:r>
              <a:rPr lang="en-US" sz="2400" u="heavy" spc="-53" dirty="0">
                <a:uFill>
                  <a:solidFill>
                    <a:srgbClr val="222222"/>
                  </a:solidFill>
                </a:uFill>
              </a:rPr>
              <a:t>facepieces</a:t>
            </a:r>
            <a:r>
              <a:rPr lang="en-US" sz="2400" spc="-27" dirty="0"/>
              <a:t> </a:t>
            </a:r>
            <a:r>
              <a:rPr lang="en-US" sz="2400" spc="-13" dirty="0"/>
              <a:t>rely</a:t>
            </a:r>
            <a:r>
              <a:rPr lang="en-US" sz="2400" spc="-33" dirty="0"/>
              <a:t> </a:t>
            </a:r>
            <a:r>
              <a:rPr lang="en-US" sz="2400" dirty="0"/>
              <a:t>on</a:t>
            </a:r>
            <a:r>
              <a:rPr lang="en-US" sz="2400" spc="-33" dirty="0"/>
              <a:t> </a:t>
            </a:r>
            <a:r>
              <a:rPr lang="en-US" sz="2400" spc="-47" dirty="0"/>
              <a:t>enough</a:t>
            </a:r>
            <a:r>
              <a:rPr lang="en-US" sz="2400" spc="-40" dirty="0"/>
              <a:t> </a:t>
            </a:r>
            <a:r>
              <a:rPr lang="en-US" sz="2400" spc="-27" dirty="0"/>
              <a:t>clean</a:t>
            </a:r>
            <a:r>
              <a:rPr lang="en-US" sz="2400" spc="-33" dirty="0"/>
              <a:t> </a:t>
            </a:r>
            <a:r>
              <a:rPr lang="en-US" sz="2400" dirty="0"/>
              <a:t>air</a:t>
            </a:r>
            <a:r>
              <a:rPr lang="en-US" sz="2400" spc="-33" dirty="0"/>
              <a:t> </a:t>
            </a:r>
            <a:r>
              <a:rPr lang="en-US" sz="2400" spc="-27" dirty="0"/>
              <a:t>being</a:t>
            </a:r>
            <a:r>
              <a:rPr lang="en-US" sz="2400" spc="-33" dirty="0"/>
              <a:t> </a:t>
            </a:r>
            <a:r>
              <a:rPr lang="en-US" sz="2400" spc="-60" dirty="0"/>
              <a:t>provided</a:t>
            </a:r>
            <a:r>
              <a:rPr lang="en-US" sz="2400" spc="-40" dirty="0"/>
              <a:t> </a:t>
            </a:r>
            <a:r>
              <a:rPr lang="en-US" sz="2400" dirty="0"/>
              <a:t>to</a:t>
            </a:r>
            <a:r>
              <a:rPr lang="en-US" sz="2400" spc="-33" dirty="0"/>
              <a:t> </a:t>
            </a:r>
            <a:r>
              <a:rPr lang="en-US" sz="2400" dirty="0"/>
              <a:t>the</a:t>
            </a:r>
            <a:r>
              <a:rPr lang="en-US" sz="2400" spc="-33" dirty="0"/>
              <a:t> </a:t>
            </a:r>
            <a:r>
              <a:rPr lang="en-US" sz="2400" spc="-93" dirty="0"/>
              <a:t>wearer</a:t>
            </a:r>
            <a:r>
              <a:rPr lang="en-US" sz="2400" spc="-27" dirty="0"/>
              <a:t> </a:t>
            </a:r>
            <a:r>
              <a:rPr lang="en-US" sz="2400" spc="-33" dirty="0"/>
              <a:t>to </a:t>
            </a:r>
            <a:r>
              <a:rPr lang="en-US" sz="2400" spc="-47" dirty="0"/>
              <a:t>prevent</a:t>
            </a:r>
            <a:r>
              <a:rPr lang="en-US" sz="2400" spc="-73" dirty="0"/>
              <a:t> </a:t>
            </a:r>
            <a:r>
              <a:rPr lang="en-US" sz="2400" dirty="0"/>
              <a:t>contaminant</a:t>
            </a:r>
            <a:r>
              <a:rPr lang="en-US" sz="2400" spc="-53" dirty="0"/>
              <a:t> </a:t>
            </a:r>
            <a:r>
              <a:rPr lang="en-US" sz="2400" spc="-13" dirty="0"/>
              <a:t>leaking</a:t>
            </a:r>
            <a:r>
              <a:rPr lang="en-US" sz="2400" spc="-47" dirty="0"/>
              <a:t> </a:t>
            </a:r>
            <a:r>
              <a:rPr lang="en-US" sz="2400" dirty="0"/>
              <a:t>in</a:t>
            </a:r>
            <a:r>
              <a:rPr lang="en-US" sz="2400" spc="-47" dirty="0"/>
              <a:t> </a:t>
            </a:r>
            <a:r>
              <a:rPr lang="en-US" sz="2400" spc="-27" dirty="0"/>
              <a:t>(only</a:t>
            </a:r>
            <a:r>
              <a:rPr lang="en-US" sz="2400" spc="-47" dirty="0"/>
              <a:t> </a:t>
            </a:r>
            <a:r>
              <a:rPr lang="en-US" sz="2400" spc="-40" dirty="0"/>
              <a:t>available </a:t>
            </a:r>
            <a:r>
              <a:rPr lang="en-US" sz="2400" dirty="0"/>
              <a:t>as</a:t>
            </a:r>
            <a:r>
              <a:rPr lang="en-US" sz="2400" spc="-47" dirty="0"/>
              <a:t> </a:t>
            </a:r>
            <a:r>
              <a:rPr lang="en-US" sz="2400" spc="-107" dirty="0"/>
              <a:t>powered</a:t>
            </a:r>
            <a:r>
              <a:rPr lang="en-US" sz="2400" spc="-13" dirty="0"/>
              <a:t> </a:t>
            </a:r>
            <a:r>
              <a:rPr lang="en-US" sz="2400" spc="-67" dirty="0"/>
              <a:t>respirators</a:t>
            </a:r>
            <a:r>
              <a:rPr lang="en-US" sz="2400" spc="-47" dirty="0"/>
              <a:t> </a:t>
            </a:r>
            <a:r>
              <a:rPr lang="en-US" sz="2400" spc="-27" dirty="0"/>
              <a:t>or</a:t>
            </a:r>
            <a:r>
              <a:rPr lang="en-US" sz="2400" spc="-40" dirty="0"/>
              <a:t> </a:t>
            </a:r>
            <a:r>
              <a:rPr lang="en-US" sz="2400" spc="-27" dirty="0"/>
              <a:t>BA). </a:t>
            </a:r>
            <a:r>
              <a:rPr lang="en-US" sz="2400" dirty="0"/>
              <a:t>Examples</a:t>
            </a:r>
            <a:r>
              <a:rPr lang="en-US" sz="2400" spc="-33" dirty="0"/>
              <a:t> </a:t>
            </a:r>
            <a:r>
              <a:rPr lang="en-US" sz="2400" spc="-53" dirty="0"/>
              <a:t>are</a:t>
            </a:r>
            <a:r>
              <a:rPr lang="en-US" sz="2400" spc="-33" dirty="0"/>
              <a:t> </a:t>
            </a:r>
            <a:r>
              <a:rPr lang="en-US" sz="2400" spc="-67" dirty="0"/>
              <a:t>hoods</a:t>
            </a:r>
            <a:r>
              <a:rPr lang="en-US" sz="2400" spc="-33" dirty="0"/>
              <a:t> </a:t>
            </a:r>
            <a:r>
              <a:rPr lang="en-US" sz="2400" spc="-27" dirty="0"/>
              <a:t>helmets,</a:t>
            </a:r>
            <a:r>
              <a:rPr lang="en-US" sz="2400" spc="-33" dirty="0"/>
              <a:t> </a:t>
            </a:r>
            <a:r>
              <a:rPr lang="en-US" sz="2400" spc="-13" dirty="0"/>
              <a:t>visors,</a:t>
            </a:r>
            <a:r>
              <a:rPr lang="en-US" sz="2400" spc="-33" dirty="0"/>
              <a:t> </a:t>
            </a:r>
            <a:r>
              <a:rPr lang="en-US" sz="2400" spc="-73" dirty="0"/>
              <a:t>blouses</a:t>
            </a:r>
            <a:r>
              <a:rPr lang="en-US" sz="2400" spc="-33" dirty="0"/>
              <a:t> </a:t>
            </a:r>
            <a:r>
              <a:rPr lang="en-US" sz="2400" dirty="0"/>
              <a:t>and</a:t>
            </a:r>
            <a:r>
              <a:rPr lang="en-US" sz="2400" spc="-27" dirty="0"/>
              <a:t> </a:t>
            </a:r>
            <a:r>
              <a:rPr lang="en-US" sz="2400" spc="-13" dirty="0"/>
              <a:t>suits.</a:t>
            </a:r>
            <a:endParaRPr lang="en-US" sz="2400" dirty="0"/>
          </a:p>
          <a:p>
            <a:pPr marL="16933" indent="-228600">
              <a:lnSpc>
                <a:spcPct val="90000"/>
              </a:lnSpc>
              <a:spcBef>
                <a:spcPts val="1980"/>
              </a:spcBef>
              <a:buFont typeface="Arial" panose="020B0604020202020204" pitchFamily="34" charset="0"/>
              <a:buChar char="•"/>
            </a:pPr>
            <a:r>
              <a:rPr lang="en-US" sz="2400" dirty="0"/>
              <a:t>Only</a:t>
            </a:r>
            <a:r>
              <a:rPr lang="en-US" sz="2400" spc="-13" dirty="0"/>
              <a:t> </a:t>
            </a:r>
            <a:r>
              <a:rPr lang="en-US" sz="2400" u="heavy" spc="113" dirty="0">
                <a:uFill>
                  <a:solidFill>
                    <a:srgbClr val="222222"/>
                  </a:solidFill>
                </a:uFill>
              </a:rPr>
              <a:t>BA</a:t>
            </a:r>
            <a:r>
              <a:rPr lang="en-US" sz="2400" u="heavy" spc="-13" dirty="0">
                <a:uFill>
                  <a:solidFill>
                    <a:srgbClr val="222222"/>
                  </a:solidFill>
                </a:uFill>
              </a:rPr>
              <a:t> </a:t>
            </a:r>
            <a:r>
              <a:rPr lang="en-US" sz="2400" u="heavy" dirty="0">
                <a:uFill>
                  <a:solidFill>
                    <a:srgbClr val="222222"/>
                  </a:solidFill>
                </a:uFill>
              </a:rPr>
              <a:t>is</a:t>
            </a:r>
            <a:r>
              <a:rPr lang="en-US" sz="2400" u="heavy" spc="-13" dirty="0">
                <a:uFill>
                  <a:solidFill>
                    <a:srgbClr val="222222"/>
                  </a:solidFill>
                </a:uFill>
              </a:rPr>
              <a:t> </a:t>
            </a:r>
            <a:r>
              <a:rPr lang="en-US" sz="2400" u="heavy" spc="-33" dirty="0">
                <a:uFill>
                  <a:solidFill>
                    <a:srgbClr val="222222"/>
                  </a:solidFill>
                </a:uFill>
              </a:rPr>
              <a:t>suitable</a:t>
            </a:r>
            <a:r>
              <a:rPr lang="en-US" sz="2400" u="heavy" spc="-13" dirty="0">
                <a:uFill>
                  <a:solidFill>
                    <a:srgbClr val="222222"/>
                  </a:solidFill>
                </a:uFill>
              </a:rPr>
              <a:t> for </a:t>
            </a:r>
            <a:r>
              <a:rPr lang="en-US" sz="2400" u="heavy" spc="-67" dirty="0">
                <a:uFill>
                  <a:solidFill>
                    <a:srgbClr val="222222"/>
                  </a:solidFill>
                </a:uFill>
              </a:rPr>
              <a:t>use</a:t>
            </a:r>
            <a:r>
              <a:rPr lang="en-US" sz="2400" u="heavy" spc="-20" dirty="0">
                <a:uFill>
                  <a:solidFill>
                    <a:srgbClr val="222222"/>
                  </a:solidFill>
                </a:uFill>
              </a:rPr>
              <a:t> </a:t>
            </a:r>
            <a:r>
              <a:rPr lang="en-US" sz="2400" u="heavy" dirty="0">
                <a:uFill>
                  <a:solidFill>
                    <a:srgbClr val="222222"/>
                  </a:solidFill>
                </a:uFill>
              </a:rPr>
              <a:t>in</a:t>
            </a:r>
            <a:r>
              <a:rPr lang="en-US" sz="2400" u="heavy" spc="-13" dirty="0">
                <a:uFill>
                  <a:solidFill>
                    <a:srgbClr val="222222"/>
                  </a:solidFill>
                </a:uFill>
              </a:rPr>
              <a:t> </a:t>
            </a:r>
            <a:r>
              <a:rPr lang="en-US" sz="2400" u="heavy" spc="-27" dirty="0">
                <a:uFill>
                  <a:solidFill>
                    <a:srgbClr val="222222"/>
                  </a:solidFill>
                </a:uFill>
              </a:rPr>
              <a:t>oxygen</a:t>
            </a:r>
            <a:r>
              <a:rPr lang="en-US" sz="2400" u="heavy" spc="-13" dirty="0">
                <a:uFill>
                  <a:solidFill>
                    <a:srgbClr val="222222"/>
                  </a:solidFill>
                </a:uFill>
              </a:rPr>
              <a:t> </a:t>
            </a:r>
            <a:r>
              <a:rPr lang="en-US" sz="2400" u="heavy" spc="-27" dirty="0">
                <a:uFill>
                  <a:solidFill>
                    <a:srgbClr val="222222"/>
                  </a:solidFill>
                </a:uFill>
              </a:rPr>
              <a:t>deficient</a:t>
            </a:r>
            <a:r>
              <a:rPr lang="en-US" sz="2400" u="heavy" spc="-13" dirty="0">
                <a:uFill>
                  <a:solidFill>
                    <a:srgbClr val="222222"/>
                  </a:solidFill>
                </a:uFill>
              </a:rPr>
              <a:t> atmospheres.</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EAF10-F20D-A743-8A15-BFD95C51EFD9}"/>
              </a:ext>
            </a:extLst>
          </p:cNvPr>
          <p:cNvSpPr>
            <a:spLocks noGrp="1"/>
          </p:cNvSpPr>
          <p:nvPr>
            <p:ph type="title"/>
          </p:nvPr>
        </p:nvSpPr>
        <p:spPr>
          <a:xfrm>
            <a:off x="2419678" y="293076"/>
            <a:ext cx="5930177" cy="917963"/>
          </a:xfrm>
        </p:spPr>
        <p:txBody>
          <a:bodyPr>
            <a:noAutofit/>
          </a:bodyPr>
          <a:lstStyle/>
          <a:p>
            <a:r>
              <a:rPr lang="en-US" b="1" dirty="0"/>
              <a:t>RESPIRATORY PROTECTION</a:t>
            </a:r>
          </a:p>
        </p:txBody>
      </p:sp>
      <p:pic>
        <p:nvPicPr>
          <p:cNvPr id="6" name="Picture 6">
            <a:extLst>
              <a:ext uri="{FF2B5EF4-FFF2-40B4-BE49-F238E27FC236}">
                <a16:creationId xmlns:a16="http://schemas.microsoft.com/office/drawing/2014/main" id="{7ED8D198-9723-B544-A302-B2605CA82B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5337" y="1300843"/>
            <a:ext cx="6703885" cy="3601961"/>
          </a:xfrm>
          <a:prstGeom prst="rect">
            <a:avLst/>
          </a:prstGeom>
        </p:spPr>
      </p:pic>
      <p:pic>
        <p:nvPicPr>
          <p:cNvPr id="10" name="Picture 5">
            <a:extLst>
              <a:ext uri="{FF2B5EF4-FFF2-40B4-BE49-F238E27FC236}">
                <a16:creationId xmlns:a16="http://schemas.microsoft.com/office/drawing/2014/main" id="{ADA9EF48-5F83-194F-8C87-36A553B4F208}"/>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40225" t="19208" r="31472" b="18233"/>
          <a:stretch/>
        </p:blipFill>
        <p:spPr>
          <a:xfrm>
            <a:off x="10229222" y="-133651"/>
            <a:ext cx="1850571" cy="2253343"/>
          </a:xfrm>
        </p:spPr>
      </p:pic>
      <p:pic>
        <p:nvPicPr>
          <p:cNvPr id="15" name="Picture 15">
            <a:extLst>
              <a:ext uri="{FF2B5EF4-FFF2-40B4-BE49-F238E27FC236}">
                <a16:creationId xmlns:a16="http://schemas.microsoft.com/office/drawing/2014/main" id="{A1DCAA21-E5A1-3742-B56A-D4086066AB99}"/>
              </a:ext>
            </a:extLst>
          </p:cNvPr>
          <p:cNvPicPr>
            <a:picLocks noChangeAspect="1"/>
          </p:cNvPicPr>
          <p:nvPr/>
        </p:nvPicPr>
        <p:blipFill rotWithShape="1">
          <a:blip r:embed="rId4">
            <a:extLst>
              <a:ext uri="{28A0092B-C50C-407E-A947-70E740481C1C}">
                <a14:useLocalDpi xmlns:a14="http://schemas.microsoft.com/office/drawing/2010/main" val="0"/>
              </a:ext>
            </a:extLst>
          </a:blip>
          <a:srcRect r="47901" b="42601"/>
          <a:stretch/>
        </p:blipFill>
        <p:spPr>
          <a:xfrm>
            <a:off x="3994145" y="4902804"/>
            <a:ext cx="4938840" cy="2488266"/>
          </a:xfrm>
          <a:prstGeom prst="rect">
            <a:avLst/>
          </a:prstGeom>
        </p:spPr>
      </p:pic>
      <p:pic>
        <p:nvPicPr>
          <p:cNvPr id="17" name="Picture 15">
            <a:extLst>
              <a:ext uri="{FF2B5EF4-FFF2-40B4-BE49-F238E27FC236}">
                <a16:creationId xmlns:a16="http://schemas.microsoft.com/office/drawing/2014/main" id="{B20968DC-F126-9749-8AD9-F926D34DD3E8}"/>
              </a:ext>
            </a:extLst>
          </p:cNvPr>
          <p:cNvPicPr>
            <a:picLocks noChangeAspect="1"/>
          </p:cNvPicPr>
          <p:nvPr/>
        </p:nvPicPr>
        <p:blipFill rotWithShape="1">
          <a:blip r:embed="rId4">
            <a:extLst>
              <a:ext uri="{28A0092B-C50C-407E-A947-70E740481C1C}">
                <a14:useLocalDpi xmlns:a14="http://schemas.microsoft.com/office/drawing/2010/main" val="0"/>
              </a:ext>
            </a:extLst>
          </a:blip>
          <a:srcRect l="53178" b="10781"/>
          <a:stretch/>
        </p:blipFill>
        <p:spPr>
          <a:xfrm>
            <a:off x="95498" y="1300843"/>
            <a:ext cx="3777956" cy="4834467"/>
          </a:xfrm>
          <a:prstGeom prst="rect">
            <a:avLst/>
          </a:prstGeom>
        </p:spPr>
      </p:pic>
      <p:pic>
        <p:nvPicPr>
          <p:cNvPr id="19" name="Picture 5">
            <a:extLst>
              <a:ext uri="{FF2B5EF4-FFF2-40B4-BE49-F238E27FC236}">
                <a16:creationId xmlns:a16="http://schemas.microsoft.com/office/drawing/2014/main" id="{B4298C53-0EDB-234F-BE43-E88A574EC813}"/>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70230" t="21290" b="20618"/>
          <a:stretch/>
        </p:blipFill>
        <p:spPr>
          <a:xfrm>
            <a:off x="95498" y="-739044"/>
            <a:ext cx="1946431" cy="2092476"/>
          </a:xfrm>
        </p:spPr>
      </p:pic>
    </p:spTree>
    <p:extLst>
      <p:ext uri="{BB962C8B-B14F-4D97-AF65-F5344CB8AC3E}">
        <p14:creationId xmlns:p14="http://schemas.microsoft.com/office/powerpoint/2010/main" val="2034103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BEFF-8747-2F4F-BBB2-5A4C65044070}"/>
              </a:ext>
            </a:extLst>
          </p:cNvPr>
          <p:cNvSpPr>
            <a:spLocks noGrp="1"/>
          </p:cNvSpPr>
          <p:nvPr>
            <p:ph type="title"/>
          </p:nvPr>
        </p:nvSpPr>
        <p:spPr/>
        <p:txBody>
          <a:bodyPr/>
          <a:lstStyle/>
          <a:p>
            <a:endParaRPr lang="en-US"/>
          </a:p>
        </p:txBody>
      </p:sp>
      <p:pic>
        <p:nvPicPr>
          <p:cNvPr id="5" name="Picture 5">
            <a:extLst>
              <a:ext uri="{FF2B5EF4-FFF2-40B4-BE49-F238E27FC236}">
                <a16:creationId xmlns:a16="http://schemas.microsoft.com/office/drawing/2014/main" id="{67CF7807-AE1B-5045-88DC-60ACEF7A1F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35533" y="2056097"/>
            <a:ext cx="8469587" cy="4965700"/>
          </a:xfrm>
        </p:spPr>
      </p:pic>
    </p:spTree>
    <p:extLst>
      <p:ext uri="{BB962C8B-B14F-4D97-AF65-F5344CB8AC3E}">
        <p14:creationId xmlns:p14="http://schemas.microsoft.com/office/powerpoint/2010/main" val="237729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9201EE2-C341-D67F-ED39-E72DFB8200BB}"/>
              </a:ext>
            </a:extLst>
          </p:cNvPr>
          <p:cNvSpPr>
            <a:spLocks noGrp="1"/>
          </p:cNvSpPr>
          <p:nvPr>
            <p:ph type="dt" sz="half" idx="10"/>
          </p:nvPr>
        </p:nvSpPr>
        <p:spPr/>
        <p:txBody>
          <a:bodyPr/>
          <a:lstStyle/>
          <a:p>
            <a:r>
              <a:rPr lang="en-US"/>
              <a:t>ARJUN P K</a:t>
            </a:r>
            <a:endParaRPr lang="en-US" dirty="0"/>
          </a:p>
        </p:txBody>
      </p:sp>
      <p:pic>
        <p:nvPicPr>
          <p:cNvPr id="1026" name="Picture 2" descr="Illustration: types of respiratory protection">
            <a:extLst>
              <a:ext uri="{FF2B5EF4-FFF2-40B4-BE49-F238E27FC236}">
                <a16:creationId xmlns:a16="http://schemas.microsoft.com/office/drawing/2014/main" id="{47A9673F-FD8C-16B4-82C1-1D34B3F74F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284"/>
          <a:stretch/>
        </p:blipFill>
        <p:spPr bwMode="auto">
          <a:xfrm>
            <a:off x="0" y="0"/>
            <a:ext cx="1222655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732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What Respirator Do I Need?">
            <a:extLst>
              <a:ext uri="{FF2B5EF4-FFF2-40B4-BE49-F238E27FC236}">
                <a16:creationId xmlns:a16="http://schemas.microsoft.com/office/drawing/2014/main" id="{2163DA8C-F9A4-2B49-17F1-3C5D7C1321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72709" y="643467"/>
            <a:ext cx="9246582" cy="557106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B769FF9C-3AC0-28DE-BF02-2EA916EB9F8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r>
              <a:rPr lang="en-US">
                <a:solidFill>
                  <a:srgbClr val="FFFFFF"/>
                </a:solidFill>
              </a:rPr>
              <a:t>ARJUN P K</a:t>
            </a:r>
          </a:p>
        </p:txBody>
      </p:sp>
    </p:spTree>
    <p:extLst>
      <p:ext uri="{BB962C8B-B14F-4D97-AF65-F5344CB8AC3E}">
        <p14:creationId xmlns:p14="http://schemas.microsoft.com/office/powerpoint/2010/main" val="211694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DC69-7E74-FC4F-7C17-2C5E51AAB76C}"/>
              </a:ext>
            </a:extLst>
          </p:cNvPr>
          <p:cNvSpPr>
            <a:spLocks noGrp="1"/>
          </p:cNvSpPr>
          <p:nvPr>
            <p:ph type="title"/>
          </p:nvPr>
        </p:nvSpPr>
        <p:spPr>
          <a:xfrm>
            <a:off x="2702560" y="207878"/>
            <a:ext cx="6786880" cy="1018035"/>
          </a:xfrm>
        </p:spPr>
        <p:txBody>
          <a:bodyPr>
            <a:normAutofit fontScale="90000"/>
          </a:bodyPr>
          <a:lstStyle/>
          <a:p>
            <a:r>
              <a:rPr lang="en-US" b="1" dirty="0"/>
              <a:t>Types of PPE that can be used FOR WHOLE BODY</a:t>
            </a:r>
            <a:endParaRPr lang="en-IN" b="1" dirty="0"/>
          </a:p>
        </p:txBody>
      </p:sp>
      <p:sp>
        <p:nvSpPr>
          <p:cNvPr id="3" name="Content Placeholder 2">
            <a:extLst>
              <a:ext uri="{FF2B5EF4-FFF2-40B4-BE49-F238E27FC236}">
                <a16:creationId xmlns:a16="http://schemas.microsoft.com/office/drawing/2014/main" id="{310D0B71-C08A-5784-5DBE-CF7CD22CB267}"/>
              </a:ext>
            </a:extLst>
          </p:cNvPr>
          <p:cNvSpPr>
            <a:spLocks noGrp="1"/>
          </p:cNvSpPr>
          <p:nvPr>
            <p:ph idx="1"/>
          </p:nvPr>
        </p:nvSpPr>
        <p:spPr>
          <a:xfrm>
            <a:off x="2" y="1341121"/>
            <a:ext cx="8182185" cy="5516879"/>
          </a:xfrm>
        </p:spPr>
        <p:txBody>
          <a:bodyPr>
            <a:normAutofit fontScale="40000" lnSpcReduction="20000"/>
          </a:bodyPr>
          <a:lstStyle/>
          <a:p>
            <a:pPr marL="0" indent="0">
              <a:buNone/>
            </a:pPr>
            <a:r>
              <a:rPr lang="en-US" sz="5333" b="1" dirty="0">
                <a:solidFill>
                  <a:srgbClr val="C00000"/>
                </a:solidFill>
              </a:rPr>
              <a:t>Whole body</a:t>
            </a:r>
          </a:p>
          <a:p>
            <a:r>
              <a:rPr lang="en-US" sz="5733" b="1" u="sng" dirty="0"/>
              <a:t>Hazards</a:t>
            </a:r>
          </a:p>
          <a:p>
            <a:pPr>
              <a:lnSpc>
                <a:spcPct val="120000"/>
              </a:lnSpc>
            </a:pPr>
            <a:r>
              <a:rPr lang="en-US" sz="5733" dirty="0"/>
              <a:t>Heat, chemical or metal splash, spray from pressure leaks or spray guns, contaminated dust, impact or penetration, excessive wear or entanglement of own clothing</a:t>
            </a:r>
          </a:p>
          <a:p>
            <a:pPr>
              <a:lnSpc>
                <a:spcPct val="120000"/>
              </a:lnSpc>
            </a:pPr>
            <a:r>
              <a:rPr lang="en-US" sz="5733" b="1" u="sng" dirty="0"/>
              <a:t>Options</a:t>
            </a:r>
          </a:p>
          <a:p>
            <a:pPr>
              <a:lnSpc>
                <a:spcPct val="120000"/>
              </a:lnSpc>
            </a:pPr>
            <a:r>
              <a:rPr lang="en-US" sz="5733" dirty="0"/>
              <a:t>Conventional or disposable overalls, boiler suits, aprons, chemical suits</a:t>
            </a:r>
          </a:p>
          <a:p>
            <a:pPr>
              <a:lnSpc>
                <a:spcPct val="120000"/>
              </a:lnSpc>
            </a:pPr>
            <a:r>
              <a:rPr lang="en-US" sz="5733" dirty="0"/>
              <a:t>The choice of materials includes flame-retardant, anti-static, chain mail, chemically impermeable, and high-visibility.</a:t>
            </a:r>
          </a:p>
          <a:p>
            <a:pPr>
              <a:lnSpc>
                <a:spcPct val="120000"/>
              </a:lnSpc>
            </a:pPr>
            <a:r>
              <a:rPr lang="en-US" sz="5733" dirty="0"/>
              <a:t>Don’t forget other protection, like safety harnesses or life jackets.</a:t>
            </a:r>
          </a:p>
        </p:txBody>
      </p:sp>
      <p:pic>
        <p:nvPicPr>
          <p:cNvPr id="7" name="Picture 6">
            <a:extLst>
              <a:ext uri="{FF2B5EF4-FFF2-40B4-BE49-F238E27FC236}">
                <a16:creationId xmlns:a16="http://schemas.microsoft.com/office/drawing/2014/main" id="{448E0792-3EFB-9C3A-1BDD-095CE12565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90833" y="1496531"/>
            <a:ext cx="3117427" cy="3117427"/>
          </a:xfrm>
          <a:prstGeom prst="rect">
            <a:avLst/>
          </a:prstGeom>
        </p:spPr>
      </p:pic>
      <p:pic>
        <p:nvPicPr>
          <p:cNvPr id="11" name="Picture 10">
            <a:extLst>
              <a:ext uri="{FF2B5EF4-FFF2-40B4-BE49-F238E27FC236}">
                <a16:creationId xmlns:a16="http://schemas.microsoft.com/office/drawing/2014/main" id="{3558CD07-B111-850D-BB68-DD22C4F6E3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1416" y="4086954"/>
            <a:ext cx="3117427" cy="2771045"/>
          </a:xfrm>
          <a:prstGeom prst="rect">
            <a:avLst/>
          </a:prstGeom>
        </p:spPr>
      </p:pic>
      <p:pic>
        <p:nvPicPr>
          <p:cNvPr id="15" name="Picture 14">
            <a:extLst>
              <a:ext uri="{FF2B5EF4-FFF2-40B4-BE49-F238E27FC236}">
                <a16:creationId xmlns:a16="http://schemas.microsoft.com/office/drawing/2014/main" id="{C8F786FD-724D-D185-AF6A-6094E829FA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08260" y="1341120"/>
            <a:ext cx="2629379" cy="3780461"/>
          </a:xfrm>
          <a:prstGeom prst="rect">
            <a:avLst/>
          </a:prstGeom>
        </p:spPr>
      </p:pic>
      <p:pic>
        <p:nvPicPr>
          <p:cNvPr id="17" name="Picture 16">
            <a:extLst>
              <a:ext uri="{FF2B5EF4-FFF2-40B4-BE49-F238E27FC236}">
                <a16:creationId xmlns:a16="http://schemas.microsoft.com/office/drawing/2014/main" id="{38F85D7E-D1BE-EFAE-08BA-C440A8906B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98560" y="1973329"/>
            <a:ext cx="2439123" cy="2113624"/>
          </a:xfrm>
          <a:prstGeom prst="rect">
            <a:avLst/>
          </a:prstGeom>
        </p:spPr>
      </p:pic>
    </p:spTree>
    <p:extLst>
      <p:ext uri="{BB962C8B-B14F-4D97-AF65-F5344CB8AC3E}">
        <p14:creationId xmlns:p14="http://schemas.microsoft.com/office/powerpoint/2010/main" val="462855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construction gear&#10;&#10;Description automatically generated">
            <a:extLst>
              <a:ext uri="{FF2B5EF4-FFF2-40B4-BE49-F238E27FC236}">
                <a16:creationId xmlns:a16="http://schemas.microsoft.com/office/drawing/2014/main" id="{4855E631-77C8-2289-A1CC-71D40F2D5963}"/>
              </a:ext>
            </a:extLst>
          </p:cNvPr>
          <p:cNvPicPr>
            <a:picLocks noChangeAspect="1"/>
          </p:cNvPicPr>
          <p:nvPr/>
        </p:nvPicPr>
        <p:blipFill>
          <a:blip r:embed="rId2">
            <a:extLst>
              <a:ext uri="{28A0092B-C50C-407E-A947-70E740481C1C}">
                <a14:useLocalDpi xmlns:a14="http://schemas.microsoft.com/office/drawing/2010/main" val="0"/>
              </a:ext>
            </a:extLst>
          </a:blip>
          <a:srcRect r="-1" b="3985"/>
          <a:stretch/>
        </p:blipFill>
        <p:spPr>
          <a:xfrm>
            <a:off x="-1" y="10"/>
            <a:ext cx="12228129" cy="4666928"/>
          </a:xfrm>
          <a:prstGeom prst="rect">
            <a:avLst/>
          </a:prstGeom>
        </p:spPr>
      </p:pic>
      <p:grpSp>
        <p:nvGrpSpPr>
          <p:cNvPr id="12" name="Group 11">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3" name="Freeform: Shape 12">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6" name="Freeform: Shape 15">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object 2"/>
          <p:cNvSpPr txBox="1">
            <a:spLocks noGrp="1"/>
          </p:cNvSpPr>
          <p:nvPr>
            <p:ph type="title"/>
          </p:nvPr>
        </p:nvSpPr>
        <p:spPr>
          <a:xfrm>
            <a:off x="0" y="4344166"/>
            <a:ext cx="5021782" cy="1509931"/>
          </a:xfrm>
          <a:prstGeom prst="rect">
            <a:avLst/>
          </a:prstGeom>
        </p:spPr>
        <p:txBody>
          <a:bodyPr vert="horz" lIns="91440" tIns="45720" rIns="91440" bIns="45720" rtlCol="0" anchor="ctr">
            <a:noAutofit/>
          </a:bodyPr>
          <a:lstStyle/>
          <a:p>
            <a:pPr marL="16933"/>
            <a:r>
              <a:rPr lang="en-US" sz="4000" b="1" dirty="0">
                <a:solidFill>
                  <a:schemeClr val="tx2"/>
                </a:solidFill>
              </a:rPr>
              <a:t>INDIAN</a:t>
            </a:r>
            <a:r>
              <a:rPr lang="en-US" sz="4000" b="1" spc="20" dirty="0">
                <a:solidFill>
                  <a:schemeClr val="tx2"/>
                </a:solidFill>
              </a:rPr>
              <a:t> </a:t>
            </a:r>
            <a:br>
              <a:rPr lang="en-US" sz="4000" b="1" spc="20" dirty="0">
                <a:solidFill>
                  <a:schemeClr val="tx2"/>
                </a:solidFill>
              </a:rPr>
            </a:br>
            <a:r>
              <a:rPr lang="en-US" sz="4000" b="1" spc="-40" dirty="0">
                <a:solidFill>
                  <a:schemeClr val="tx2"/>
                </a:solidFill>
              </a:rPr>
              <a:t>STANDARDS</a:t>
            </a:r>
            <a:r>
              <a:rPr lang="en-US" sz="4000" b="1" spc="20" dirty="0">
                <a:solidFill>
                  <a:schemeClr val="tx2"/>
                </a:solidFill>
              </a:rPr>
              <a:t> </a:t>
            </a:r>
            <a:br>
              <a:rPr lang="en-US" sz="4000" b="1" spc="20" dirty="0">
                <a:solidFill>
                  <a:schemeClr val="tx2"/>
                </a:solidFill>
              </a:rPr>
            </a:br>
            <a:r>
              <a:rPr lang="en-US" sz="4000" b="1" dirty="0">
                <a:solidFill>
                  <a:schemeClr val="tx2"/>
                </a:solidFill>
              </a:rPr>
              <a:t>FOR</a:t>
            </a:r>
            <a:r>
              <a:rPr lang="en-US" sz="4000" b="1" spc="20" dirty="0">
                <a:solidFill>
                  <a:schemeClr val="tx2"/>
                </a:solidFill>
              </a:rPr>
              <a:t> </a:t>
            </a:r>
            <a:r>
              <a:rPr lang="en-US" sz="4000" b="1" spc="-33" dirty="0">
                <a:solidFill>
                  <a:schemeClr val="tx2"/>
                </a:solidFill>
              </a:rPr>
              <a:t>PPE</a:t>
            </a:r>
            <a:endParaRPr lang="en-US" sz="4000" b="1" dirty="0">
              <a:solidFill>
                <a:schemeClr val="tx2"/>
              </a:solidFill>
            </a:endParaRPr>
          </a:p>
        </p:txBody>
      </p:sp>
      <p:sp>
        <p:nvSpPr>
          <p:cNvPr id="3" name="object 3"/>
          <p:cNvSpPr txBox="1"/>
          <p:nvPr/>
        </p:nvSpPr>
        <p:spPr>
          <a:xfrm>
            <a:off x="2919046" y="4551037"/>
            <a:ext cx="9048573" cy="1509935"/>
          </a:xfrm>
          <a:prstGeom prst="rect">
            <a:avLst/>
          </a:prstGeom>
        </p:spPr>
        <p:txBody>
          <a:bodyPr vert="horz" lIns="91440" tIns="45720" rIns="91440" bIns="45720" rtlCol="0" anchor="ctr">
            <a:noAutofit/>
          </a:bodyPr>
          <a:lstStyle/>
          <a:p>
            <a:pPr marL="433482" indent="-228600" algn="just">
              <a:lnSpc>
                <a:spcPct val="90000"/>
              </a:lnSpc>
              <a:spcBef>
                <a:spcPts val="133"/>
              </a:spcBef>
              <a:buFont typeface="Arial" panose="020B0604020202020204" pitchFamily="34" charset="0"/>
              <a:buChar char="•"/>
              <a:tabLst>
                <a:tab pos="433482" algn="l"/>
              </a:tabLst>
            </a:pP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Bureau</a:t>
            </a:r>
            <a:r>
              <a:rPr lang="en-US" sz="2000" u="sng" spc="-33"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of</a:t>
            </a:r>
            <a:r>
              <a:rPr lang="en-US" sz="2000" u="sng" spc="-33"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Indian</a:t>
            </a:r>
            <a:r>
              <a:rPr lang="en-US" sz="2000" u="sng" spc="-33"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Standard</a:t>
            </a:r>
            <a:r>
              <a:rPr lang="en-US" sz="2000" u="sng" spc="-33"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(BIS)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has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brought</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out</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many</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standards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describing</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quality</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Personal</a:t>
            </a:r>
            <a:endParaRPr lang="en-US" sz="2000" dirty="0">
              <a:solidFill>
                <a:schemeClr val="tx2"/>
              </a:solidFill>
              <a:latin typeface="Times New Roman" panose="02020603050405020304" pitchFamily="18" charset="0"/>
              <a:cs typeface="Times New Roman" panose="02020603050405020304" pitchFamily="18" charset="0"/>
            </a:endParaRPr>
          </a:p>
          <a:p>
            <a:pPr indent="-228600" algn="just">
              <a:lnSpc>
                <a:spcPct val="90000"/>
              </a:lnSpc>
              <a:spcBef>
                <a:spcPts val="73"/>
              </a:spcBef>
              <a:buClr>
                <a:srgbClr val="222222"/>
              </a:buClr>
              <a:buFont typeface="Arial" panose="020B0604020202020204" pitchFamily="34" charset="0"/>
              <a:buChar char="•"/>
            </a:pPr>
            <a:endParaRPr lang="en-US" sz="2000" dirty="0">
              <a:solidFill>
                <a:schemeClr val="tx2"/>
              </a:solidFill>
              <a:latin typeface="Times New Roman" panose="02020603050405020304" pitchFamily="18" charset="0"/>
              <a:cs typeface="Times New Roman" panose="02020603050405020304" pitchFamily="18" charset="0"/>
            </a:endParaRPr>
          </a:p>
          <a:p>
            <a:pPr marL="433482" indent="-228600" algn="just">
              <a:lnSpc>
                <a:spcPct val="90000"/>
              </a:lnSpc>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Protective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Equipment</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used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for</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protection</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head,</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eyes,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face,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arms,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hands,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legs,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feet</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body.</a:t>
            </a:r>
            <a:endParaRPr lang="en-US" sz="2000" dirty="0">
              <a:solidFill>
                <a:schemeClr val="tx2"/>
              </a:solidFill>
              <a:latin typeface="Times New Roman" panose="02020603050405020304" pitchFamily="18" charset="0"/>
              <a:cs typeface="Times New Roman" panose="02020603050405020304" pitchFamily="18" charset="0"/>
            </a:endParaRPr>
          </a:p>
          <a:p>
            <a:pPr marL="433482" marR="6773" indent="-228600" algn="just">
              <a:lnSpc>
                <a:spcPct val="90000"/>
              </a:lnSpc>
              <a:buFont typeface="Arial" panose="020B0604020202020204" pitchFamily="34" charset="0"/>
              <a:buChar char="•"/>
              <a:tabLst>
                <a:tab pos="433482" algn="l"/>
              </a:tabLst>
            </a:pPr>
            <a:r>
              <a:rPr lang="en-US" sz="2000" spc="-13" dirty="0">
                <a:solidFill>
                  <a:schemeClr val="tx2"/>
                </a:solidFill>
                <a:latin typeface="Times New Roman" panose="02020603050405020304" pitchFamily="18" charset="0"/>
                <a:cs typeface="Times New Roman" panose="02020603050405020304" pitchFamily="18" charset="0"/>
              </a:rPr>
              <a:t>However,</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testing</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facilities</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to</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spc="-13" dirty="0">
                <a:solidFill>
                  <a:schemeClr val="tx2"/>
                </a:solidFill>
                <a:uFill>
                  <a:solidFill>
                    <a:srgbClr val="222222"/>
                  </a:solidFill>
                </a:uFill>
                <a:latin typeface="Times New Roman" panose="02020603050405020304" pitchFamily="18" charset="0"/>
                <a:cs typeface="Times New Roman" panose="02020603050405020304" pitchFamily="18" charset="0"/>
              </a:rPr>
              <a:t>examine</a:t>
            </a:r>
            <a:r>
              <a:rPr lang="en-US" sz="2000" u="sng" spc="-2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the</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quality</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Personal</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Protective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Equipment</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per</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specification</a:t>
            </a:r>
            <a:r>
              <a:rPr lang="en-US" sz="2000" spc="-27" dirty="0">
                <a:solidFill>
                  <a:schemeClr val="tx2"/>
                </a:solidFill>
                <a:latin typeface="Times New Roman" panose="02020603050405020304" pitchFamily="18" charset="0"/>
                <a:cs typeface="Times New Roman" panose="02020603050405020304" pitchFamily="18" charset="0"/>
              </a:rPr>
              <a:t> laid </a:t>
            </a:r>
            <a:r>
              <a:rPr lang="en-US" sz="2000" dirty="0">
                <a:solidFill>
                  <a:schemeClr val="tx2"/>
                </a:solidFill>
                <a:latin typeface="Times New Roman" panose="02020603050405020304" pitchFamily="18" charset="0"/>
                <a:cs typeface="Times New Roman" panose="02020603050405020304" pitchFamily="18" charset="0"/>
              </a:rPr>
              <a:t>down</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by</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BIS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are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u="sng" spc="-13" dirty="0">
                <a:solidFill>
                  <a:schemeClr val="tx2"/>
                </a:solidFill>
                <a:uFill>
                  <a:solidFill>
                    <a:srgbClr val="222222"/>
                  </a:solidFill>
                </a:uFill>
                <a:latin typeface="Times New Roman" panose="02020603050405020304" pitchFamily="18" charset="0"/>
                <a:cs typeface="Times New Roman" panose="02020603050405020304" pitchFamily="18" charset="0"/>
              </a:rPr>
              <a:t>available</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only</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in</a:t>
            </a:r>
            <a:r>
              <a:rPr lang="en-US" sz="2000" u="sng" spc="-4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some</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manufacturing</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units</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and</a:t>
            </a:r>
            <a:r>
              <a:rPr lang="en-US" sz="2000" u="sng" spc="-4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government</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laboratories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with</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specific</a:t>
            </a:r>
            <a:r>
              <a:rPr lang="en-US" sz="2000" spc="66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purpose.</a:t>
            </a:r>
            <a:endParaRPr lang="en-US" sz="2000" dirty="0">
              <a:solidFill>
                <a:schemeClr val="tx2"/>
              </a:solidFill>
              <a:latin typeface="Times New Roman" panose="02020603050405020304" pitchFamily="18" charset="0"/>
              <a:cs typeface="Times New Roman" panose="02020603050405020304" pitchFamily="18" charset="0"/>
            </a:endParaRPr>
          </a:p>
          <a:p>
            <a:pPr marL="433482" marR="220974" indent="-228600" algn="just">
              <a:lnSpc>
                <a:spcPct val="90000"/>
              </a:lnSpc>
              <a:buFont typeface="Arial" panose="020B0604020202020204" pitchFamily="34" charset="0"/>
              <a:buChar char="•"/>
              <a:tabLst>
                <a:tab pos="433482" algn="l"/>
              </a:tabLst>
            </a:pPr>
            <a:r>
              <a:rPr lang="en-US" sz="2000" dirty="0">
                <a:solidFill>
                  <a:schemeClr val="tx2"/>
                </a:solidFill>
                <a:latin typeface="Times New Roman" panose="02020603050405020304" pitchFamily="18" charset="0"/>
                <a:cs typeface="Times New Roman" panose="02020603050405020304" pitchFamily="18" charset="0"/>
              </a:rPr>
              <a:t>Specifications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for</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Industrial</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Safety</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Helmets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292</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1984)</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Specifications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for</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Leather</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err="1">
                <a:solidFill>
                  <a:schemeClr val="tx2"/>
                </a:solidFill>
                <a:latin typeface="Times New Roman" panose="02020603050405020304" pitchFamily="18" charset="0"/>
                <a:cs typeface="Times New Roman" panose="02020603050405020304" pitchFamily="18" charset="0"/>
              </a:rPr>
              <a:t>Coton</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Gloves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spc="-27" dirty="0">
                <a:solidFill>
                  <a:schemeClr val="tx2"/>
                </a:solidFill>
                <a:latin typeface="Times New Roman" panose="02020603050405020304" pitchFamily="18" charset="0"/>
                <a:cs typeface="Times New Roman" panose="02020603050405020304" pitchFamily="18" charset="0"/>
              </a:rPr>
              <a:t>[IS: </a:t>
            </a:r>
            <a:r>
              <a:rPr lang="en-US" sz="2000" dirty="0">
                <a:solidFill>
                  <a:schemeClr val="tx2"/>
                </a:solidFill>
                <a:latin typeface="Times New Roman" panose="02020603050405020304" pitchFamily="18" charset="0"/>
                <a:cs typeface="Times New Roman" panose="02020603050405020304" pitchFamily="18" charset="0"/>
              </a:rPr>
              <a:t>690</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err="1">
                <a:solidFill>
                  <a:schemeClr val="tx2"/>
                </a:solidFill>
                <a:latin typeface="Times New Roman" panose="02020603050405020304" pitchFamily="18" charset="0"/>
                <a:cs typeface="Times New Roman" panose="02020603050405020304" pitchFamily="18" charset="0"/>
              </a:rPr>
              <a:t>IPart</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1)-</a:t>
            </a:r>
            <a:r>
              <a:rPr lang="en-US" sz="2000" dirty="0">
                <a:solidFill>
                  <a:schemeClr val="tx2"/>
                </a:solidFill>
                <a:latin typeface="Times New Roman" panose="02020603050405020304" pitchFamily="18" charset="0"/>
                <a:cs typeface="Times New Roman" panose="02020603050405020304" pitchFamily="18" charset="0"/>
              </a:rPr>
              <a:t>1973]</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are</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discussed</a:t>
            </a:r>
            <a:r>
              <a:rPr lang="en-US" sz="2000" spc="-27" dirty="0">
                <a:solidFill>
                  <a:schemeClr val="tx2"/>
                </a:solidFill>
                <a:latin typeface="Times New Roman" panose="02020603050405020304" pitchFamily="18" charset="0"/>
                <a:cs typeface="Times New Roman" panose="02020603050405020304" pitchFamily="18" charset="0"/>
              </a:rPr>
              <a:t> here</a:t>
            </a:r>
            <a:endParaRPr lang="en-US" sz="2000"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4399" y="565406"/>
            <a:ext cx="10512295" cy="447986"/>
          </a:xfrm>
          <a:prstGeom prst="rect">
            <a:avLst/>
          </a:prstGeom>
        </p:spPr>
        <p:txBody>
          <a:bodyPr vert="horz" wrap="square" lIns="0" tIns="16933" rIns="0" bIns="0" rtlCol="0">
            <a:spAutoFit/>
          </a:bodyPr>
          <a:lstStyle/>
          <a:p>
            <a:pPr marL="16933">
              <a:spcBef>
                <a:spcPts val="133"/>
              </a:spcBef>
            </a:pPr>
            <a:r>
              <a:rPr lang="en-GB" sz="2800" b="1">
                <a:solidFill>
                  <a:srgbClr val="FF0000"/>
                </a:solidFill>
                <a:latin typeface="Times New Roman" panose="02020603050405020304" pitchFamily="18" charset="0"/>
                <a:cs typeface="Times New Roman" panose="02020603050405020304" pitchFamily="18" charset="0"/>
              </a:rPr>
              <a:t>Specifications</a:t>
            </a:r>
            <a:r>
              <a:rPr lang="en-GB" sz="2800" b="1" spc="-47">
                <a:solidFill>
                  <a:srgbClr val="FF0000"/>
                </a:solidFill>
                <a:latin typeface="Times New Roman" panose="02020603050405020304" pitchFamily="18" charset="0"/>
                <a:cs typeface="Times New Roman" panose="02020603050405020304" pitchFamily="18" charset="0"/>
              </a:rPr>
              <a:t> </a:t>
            </a:r>
            <a:r>
              <a:rPr lang="en-GB" sz="2800" b="1">
                <a:solidFill>
                  <a:srgbClr val="FF0000"/>
                </a:solidFill>
                <a:latin typeface="Times New Roman" panose="02020603050405020304" pitchFamily="18" charset="0"/>
                <a:cs typeface="Times New Roman" panose="02020603050405020304" pitchFamily="18" charset="0"/>
              </a:rPr>
              <a:t>for</a:t>
            </a:r>
            <a:r>
              <a:rPr lang="en-GB" sz="2800" b="1" spc="-47">
                <a:solidFill>
                  <a:srgbClr val="FF0000"/>
                </a:solidFill>
                <a:latin typeface="Times New Roman" panose="02020603050405020304" pitchFamily="18" charset="0"/>
                <a:cs typeface="Times New Roman" panose="02020603050405020304" pitchFamily="18" charset="0"/>
              </a:rPr>
              <a:t> </a:t>
            </a:r>
            <a:r>
              <a:rPr lang="en-GB" sz="2800" b="1">
                <a:solidFill>
                  <a:srgbClr val="FF0000"/>
                </a:solidFill>
                <a:latin typeface="Times New Roman" panose="02020603050405020304" pitchFamily="18" charset="0"/>
                <a:cs typeface="Times New Roman" panose="02020603050405020304" pitchFamily="18" charset="0"/>
              </a:rPr>
              <a:t>Industrial</a:t>
            </a:r>
            <a:r>
              <a:rPr lang="en-GB" sz="2800" b="1" spc="-47">
                <a:solidFill>
                  <a:srgbClr val="FF0000"/>
                </a:solidFill>
                <a:latin typeface="Times New Roman" panose="02020603050405020304" pitchFamily="18" charset="0"/>
                <a:cs typeface="Times New Roman" panose="02020603050405020304" pitchFamily="18" charset="0"/>
              </a:rPr>
              <a:t> </a:t>
            </a:r>
            <a:r>
              <a:rPr lang="en-GB" sz="2800" b="1">
                <a:solidFill>
                  <a:srgbClr val="FF0000"/>
                </a:solidFill>
                <a:latin typeface="Times New Roman" panose="02020603050405020304" pitchFamily="18" charset="0"/>
                <a:cs typeface="Times New Roman" panose="02020603050405020304" pitchFamily="18" charset="0"/>
              </a:rPr>
              <a:t>Safety</a:t>
            </a:r>
            <a:r>
              <a:rPr lang="en-GB" sz="2800" b="1" spc="-47">
                <a:solidFill>
                  <a:srgbClr val="FF0000"/>
                </a:solidFill>
                <a:latin typeface="Times New Roman" panose="02020603050405020304" pitchFamily="18" charset="0"/>
                <a:cs typeface="Times New Roman" panose="02020603050405020304" pitchFamily="18" charset="0"/>
              </a:rPr>
              <a:t> </a:t>
            </a:r>
            <a:r>
              <a:rPr lang="en-GB" sz="2800" b="1">
                <a:solidFill>
                  <a:srgbClr val="FF0000"/>
                </a:solidFill>
                <a:latin typeface="Times New Roman" panose="02020603050405020304" pitchFamily="18" charset="0"/>
                <a:cs typeface="Times New Roman" panose="02020603050405020304" pitchFamily="18" charset="0"/>
              </a:rPr>
              <a:t>Helmets</a:t>
            </a:r>
            <a:r>
              <a:rPr lang="en-GB" sz="2800" b="1" spc="-47">
                <a:solidFill>
                  <a:srgbClr val="FF0000"/>
                </a:solidFill>
                <a:latin typeface="Times New Roman" panose="02020603050405020304" pitchFamily="18" charset="0"/>
                <a:cs typeface="Times New Roman" panose="02020603050405020304" pitchFamily="18" charset="0"/>
              </a:rPr>
              <a:t> </a:t>
            </a:r>
            <a:r>
              <a:rPr lang="en-GB" sz="2800" b="1">
                <a:solidFill>
                  <a:srgbClr val="FF0000"/>
                </a:solidFill>
                <a:latin typeface="Times New Roman" panose="02020603050405020304" pitchFamily="18" charset="0"/>
                <a:cs typeface="Times New Roman" panose="02020603050405020304" pitchFamily="18" charset="0"/>
              </a:rPr>
              <a:t>(IS:</a:t>
            </a:r>
            <a:r>
              <a:rPr lang="en-GB" sz="2800" b="1" spc="-40">
                <a:solidFill>
                  <a:srgbClr val="FF0000"/>
                </a:solidFill>
                <a:latin typeface="Times New Roman" panose="02020603050405020304" pitchFamily="18" charset="0"/>
                <a:cs typeface="Times New Roman" panose="02020603050405020304" pitchFamily="18" charset="0"/>
              </a:rPr>
              <a:t> </a:t>
            </a:r>
            <a:r>
              <a:rPr lang="en-GB" sz="2800" b="1">
                <a:solidFill>
                  <a:srgbClr val="FF0000"/>
                </a:solidFill>
                <a:latin typeface="Times New Roman" panose="02020603050405020304" pitchFamily="18" charset="0"/>
                <a:cs typeface="Times New Roman" panose="02020603050405020304" pitchFamily="18" charset="0"/>
              </a:rPr>
              <a:t>292</a:t>
            </a:r>
            <a:r>
              <a:rPr lang="en-GB" sz="2800" b="1" spc="-47">
                <a:solidFill>
                  <a:srgbClr val="FF0000"/>
                </a:solidFill>
                <a:latin typeface="Times New Roman" panose="02020603050405020304" pitchFamily="18" charset="0"/>
                <a:cs typeface="Times New Roman" panose="02020603050405020304" pitchFamily="18" charset="0"/>
              </a:rPr>
              <a:t> </a:t>
            </a:r>
            <a:r>
              <a:rPr lang="en-GB" sz="2800" b="1" spc="-13">
                <a:solidFill>
                  <a:srgbClr val="FF0000"/>
                </a:solidFill>
                <a:latin typeface="Times New Roman" panose="02020603050405020304" pitchFamily="18" charset="0"/>
                <a:cs typeface="Times New Roman" panose="02020603050405020304" pitchFamily="18" charset="0"/>
              </a:rPr>
              <a:t>1984):</a:t>
            </a:r>
            <a:endParaRPr lang="en-GB" sz="2800"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765305" y="1367951"/>
            <a:ext cx="5704767" cy="1453710"/>
          </a:xfrm>
          <a:prstGeom prst="rect">
            <a:avLst/>
          </a:prstGeom>
        </p:spPr>
        <p:txBody>
          <a:bodyPr vert="horz" wrap="square" lIns="0" tIns="16933" rIns="0" bIns="0" rtlCol="0">
            <a:spAutoFit/>
          </a:bodyPr>
          <a:lstStyle/>
          <a:p>
            <a:pPr marL="476661" indent="-459729">
              <a:spcBef>
                <a:spcPts val="133"/>
              </a:spcBef>
              <a:buAutoNum type="arabicPeriod"/>
              <a:tabLst>
                <a:tab pos="476661" algn="l"/>
              </a:tabLst>
            </a:pPr>
            <a:r>
              <a:rPr lang="en-GB" sz="1867" b="1" spc="-13" dirty="0">
                <a:solidFill>
                  <a:srgbClr val="222222"/>
                </a:solidFill>
                <a:latin typeface="Times New Roman" panose="02020603050405020304" pitchFamily="18" charset="0"/>
                <a:cs typeface="Times New Roman" panose="02020603050405020304" pitchFamily="18" charset="0"/>
              </a:rPr>
              <a:t>Material:</a:t>
            </a:r>
            <a:endParaRPr lang="en-GB" sz="1867" dirty="0">
              <a:latin typeface="Times New Roman" panose="02020603050405020304" pitchFamily="18" charset="0"/>
              <a:cs typeface="Times New Roman" panose="02020603050405020304" pitchFamily="18" charset="0"/>
            </a:endParaRPr>
          </a:p>
          <a:p>
            <a:pPr marL="476661"/>
            <a:r>
              <a:rPr lang="en-GB" sz="1867" dirty="0">
                <a:solidFill>
                  <a:srgbClr val="222222"/>
                </a:solidFill>
                <a:latin typeface="Times New Roman" panose="02020603050405020304" pitchFamily="18" charset="0"/>
                <a:cs typeface="Times New Roman" panose="02020603050405020304" pitchFamily="18" charset="0"/>
              </a:rPr>
              <a:t>Shell:</a:t>
            </a:r>
            <a:r>
              <a:rPr lang="en-GB" sz="1867" spc="-27" dirty="0">
                <a:solidFill>
                  <a:srgbClr val="222222"/>
                </a:solidFill>
                <a:latin typeface="Times New Roman" panose="02020603050405020304" pitchFamily="18" charset="0"/>
                <a:cs typeface="Times New Roman" panose="02020603050405020304" pitchFamily="18" charset="0"/>
              </a:rPr>
              <a:t> non-</a:t>
            </a:r>
            <a:r>
              <a:rPr lang="en-GB" sz="1867" spc="-13" dirty="0">
                <a:solidFill>
                  <a:srgbClr val="222222"/>
                </a:solidFill>
                <a:latin typeface="Times New Roman" panose="02020603050405020304" pitchFamily="18" charset="0"/>
                <a:cs typeface="Times New Roman" panose="02020603050405020304" pitchFamily="18" charset="0"/>
              </a:rPr>
              <a:t>metallic.</a:t>
            </a:r>
            <a:endParaRPr lang="en-GB" sz="1867" dirty="0">
              <a:latin typeface="Times New Roman" panose="02020603050405020304" pitchFamily="18" charset="0"/>
              <a:cs typeface="Times New Roman" panose="02020603050405020304" pitchFamily="18" charset="0"/>
            </a:endParaRPr>
          </a:p>
          <a:p>
            <a:pPr marL="476661" indent="-459729">
              <a:buAutoNum type="arabicPeriod" startAt="2"/>
              <a:tabLst>
                <a:tab pos="476661" algn="l"/>
              </a:tabLst>
            </a:pPr>
            <a:r>
              <a:rPr lang="en-GB" sz="1867" b="1" spc="-27" dirty="0">
                <a:solidFill>
                  <a:srgbClr val="222222"/>
                </a:solidFill>
                <a:latin typeface="Times New Roman" panose="02020603050405020304" pitchFamily="18" charset="0"/>
                <a:cs typeface="Times New Roman" panose="02020603050405020304" pitchFamily="18" charset="0"/>
              </a:rPr>
              <a:t>Size</a:t>
            </a:r>
            <a:endParaRPr lang="en-GB" sz="1867" dirty="0">
              <a:latin typeface="Times New Roman" panose="02020603050405020304" pitchFamily="18" charset="0"/>
              <a:cs typeface="Times New Roman" panose="02020603050405020304" pitchFamily="18" charset="0"/>
            </a:endParaRPr>
          </a:p>
          <a:p>
            <a:pPr marL="476661" marR="6773"/>
            <a:r>
              <a:rPr lang="en-GB" sz="1867" dirty="0">
                <a:solidFill>
                  <a:srgbClr val="222222"/>
                </a:solidFill>
                <a:latin typeface="Times New Roman" panose="02020603050405020304" pitchFamily="18" charset="0"/>
                <a:cs typeface="Times New Roman" panose="02020603050405020304" pitchFamily="18" charset="0"/>
              </a:rPr>
              <a:t>Circumference</a:t>
            </a:r>
            <a:r>
              <a:rPr lang="en-GB" sz="1867" spc="-8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inside</a:t>
            </a:r>
            <a:r>
              <a:rPr lang="en-GB" sz="1867" spc="-80"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headband: </a:t>
            </a:r>
            <a:r>
              <a:rPr lang="en-GB" sz="1867" dirty="0">
                <a:solidFill>
                  <a:srgbClr val="222222"/>
                </a:solidFill>
                <a:latin typeface="Times New Roman" panose="02020603050405020304" pitchFamily="18" charset="0"/>
                <a:cs typeface="Times New Roman" panose="02020603050405020304" pitchFamily="18" charset="0"/>
              </a:rPr>
              <a:t>Small:</a:t>
            </a:r>
            <a:r>
              <a:rPr lang="en-GB" sz="1867" spc="-6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500</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540</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spc="-33" dirty="0">
                <a:solidFill>
                  <a:srgbClr val="222222"/>
                </a:solidFill>
                <a:latin typeface="Times New Roman" panose="02020603050405020304" pitchFamily="18" charset="0"/>
                <a:cs typeface="Times New Roman" panose="02020603050405020304" pitchFamily="18" charset="0"/>
              </a:rPr>
              <a:t>mm.</a:t>
            </a:r>
            <a:endParaRPr lang="en-GB" sz="1867" dirty="0">
              <a:latin typeface="Times New Roman" panose="02020603050405020304" pitchFamily="18" charset="0"/>
              <a:cs typeface="Times New Roman" panose="02020603050405020304" pitchFamily="18" charset="0"/>
            </a:endParaRPr>
          </a:p>
          <a:p>
            <a:pPr marL="476661" marR="772141"/>
            <a:r>
              <a:rPr lang="en-GB" sz="1867" dirty="0">
                <a:solidFill>
                  <a:srgbClr val="222222"/>
                </a:solidFill>
                <a:latin typeface="Times New Roman" panose="02020603050405020304" pitchFamily="18" charset="0"/>
                <a:cs typeface="Times New Roman" panose="02020603050405020304" pitchFamily="18" charset="0"/>
              </a:rPr>
              <a:t>Medium</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spc="-27" dirty="0">
                <a:solidFill>
                  <a:srgbClr val="222222"/>
                </a:solidFill>
                <a:latin typeface="Times New Roman" panose="02020603050405020304" pitchFamily="18" charset="0"/>
                <a:cs typeface="Times New Roman" panose="02020603050405020304" pitchFamily="18" charset="0"/>
              </a:rPr>
              <a:t>540-</a:t>
            </a:r>
            <a:r>
              <a:rPr lang="en-GB" sz="1867" dirty="0">
                <a:solidFill>
                  <a:srgbClr val="222222"/>
                </a:solidFill>
                <a:latin typeface="Times New Roman" panose="02020603050405020304" pitchFamily="18" charset="0"/>
                <a:cs typeface="Times New Roman" panose="02020603050405020304" pitchFamily="18" charset="0"/>
              </a:rPr>
              <a:t>590</a:t>
            </a:r>
            <a:r>
              <a:rPr lang="en-GB" sz="1867" spc="-13" dirty="0">
                <a:solidFill>
                  <a:srgbClr val="222222"/>
                </a:solidFill>
                <a:latin typeface="Times New Roman" panose="02020603050405020304" pitchFamily="18" charset="0"/>
                <a:cs typeface="Times New Roman" panose="02020603050405020304" pitchFamily="18" charset="0"/>
              </a:rPr>
              <a:t> </a:t>
            </a:r>
            <a:r>
              <a:rPr lang="en-GB" sz="1867" spc="-33" dirty="0">
                <a:solidFill>
                  <a:srgbClr val="222222"/>
                </a:solidFill>
                <a:latin typeface="Times New Roman" panose="02020603050405020304" pitchFamily="18" charset="0"/>
                <a:cs typeface="Times New Roman" panose="02020603050405020304" pitchFamily="18" charset="0"/>
              </a:rPr>
              <a:t>mm. </a:t>
            </a:r>
            <a:r>
              <a:rPr lang="en-GB" sz="1867" dirty="0">
                <a:solidFill>
                  <a:srgbClr val="222222"/>
                </a:solidFill>
                <a:latin typeface="Times New Roman" panose="02020603050405020304" pitchFamily="18" charset="0"/>
                <a:cs typeface="Times New Roman" panose="02020603050405020304" pitchFamily="18" charset="0"/>
              </a:rPr>
              <a:t>Large:</a:t>
            </a:r>
            <a:r>
              <a:rPr lang="en-GB" sz="1867" spc="-13" dirty="0">
                <a:solidFill>
                  <a:srgbClr val="222222"/>
                </a:solidFill>
                <a:latin typeface="Times New Roman" panose="02020603050405020304" pitchFamily="18" charset="0"/>
                <a:cs typeface="Times New Roman" panose="02020603050405020304" pitchFamily="18" charset="0"/>
              </a:rPr>
              <a:t> </a:t>
            </a:r>
            <a:r>
              <a:rPr lang="en-GB" sz="1867" spc="-27" dirty="0">
                <a:solidFill>
                  <a:srgbClr val="222222"/>
                </a:solidFill>
                <a:latin typeface="Times New Roman" panose="02020603050405020304" pitchFamily="18" charset="0"/>
                <a:cs typeface="Times New Roman" panose="02020603050405020304" pitchFamily="18" charset="0"/>
              </a:rPr>
              <a:t>590-</a:t>
            </a:r>
            <a:r>
              <a:rPr lang="en-GB" sz="1867" dirty="0">
                <a:solidFill>
                  <a:srgbClr val="222222"/>
                </a:solidFill>
                <a:latin typeface="Times New Roman" panose="02020603050405020304" pitchFamily="18" charset="0"/>
                <a:cs typeface="Times New Roman" panose="02020603050405020304" pitchFamily="18" charset="0"/>
              </a:rPr>
              <a:t>640</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spc="-33" dirty="0">
                <a:solidFill>
                  <a:srgbClr val="222222"/>
                </a:solidFill>
                <a:latin typeface="Times New Roman" panose="02020603050405020304" pitchFamily="18" charset="0"/>
                <a:cs typeface="Times New Roman" panose="02020603050405020304" pitchFamily="18" charset="0"/>
              </a:rPr>
              <a:t>mm.</a:t>
            </a:r>
            <a:endParaRPr lang="en-GB" sz="1867" dirty="0">
              <a:latin typeface="Times New Roman" panose="02020603050405020304" pitchFamily="18" charset="0"/>
              <a:cs typeface="Times New Roman" panose="02020603050405020304" pitchFamily="18" charset="0"/>
            </a:endParaRPr>
          </a:p>
        </p:txBody>
      </p:sp>
      <p:sp>
        <p:nvSpPr>
          <p:cNvPr id="4" name="object 4"/>
          <p:cNvSpPr txBox="1"/>
          <p:nvPr/>
        </p:nvSpPr>
        <p:spPr>
          <a:xfrm>
            <a:off x="811487" y="3132463"/>
            <a:ext cx="3090876" cy="304421"/>
          </a:xfrm>
          <a:prstGeom prst="rect">
            <a:avLst/>
          </a:prstGeom>
        </p:spPr>
        <p:txBody>
          <a:bodyPr vert="horz" wrap="square" lIns="0" tIns="16933" rIns="0" bIns="0" rtlCol="0">
            <a:spAutoFit/>
          </a:bodyPr>
          <a:lstStyle/>
          <a:p>
            <a:pPr marL="16933">
              <a:spcBef>
                <a:spcPts val="133"/>
              </a:spcBef>
              <a:tabLst>
                <a:tab pos="476661" algn="l"/>
              </a:tabLst>
            </a:pPr>
            <a:r>
              <a:rPr lang="en-GB" sz="1867" b="1" spc="-33">
                <a:solidFill>
                  <a:srgbClr val="222222"/>
                </a:solidFill>
                <a:latin typeface="Times New Roman" panose="02020603050405020304" pitchFamily="18" charset="0"/>
                <a:cs typeface="Times New Roman" panose="02020603050405020304" pitchFamily="18" charset="0"/>
              </a:rPr>
              <a:t>3.</a:t>
            </a:r>
            <a:r>
              <a:rPr lang="en-GB" sz="1867" b="1">
                <a:solidFill>
                  <a:srgbClr val="222222"/>
                </a:solidFill>
                <a:latin typeface="Times New Roman" panose="02020603050405020304" pitchFamily="18" charset="0"/>
                <a:cs typeface="Times New Roman" panose="02020603050405020304" pitchFamily="18" charset="0"/>
              </a:rPr>
              <a:t>	Essential</a:t>
            </a:r>
            <a:r>
              <a:rPr lang="en-GB" sz="1867" b="1" spc="-60">
                <a:solidFill>
                  <a:srgbClr val="222222"/>
                </a:solidFill>
                <a:latin typeface="Times New Roman" panose="02020603050405020304" pitchFamily="18" charset="0"/>
                <a:cs typeface="Times New Roman" panose="02020603050405020304" pitchFamily="18" charset="0"/>
              </a:rPr>
              <a:t> </a:t>
            </a:r>
            <a:r>
              <a:rPr lang="en-GB" sz="1867" b="1" spc="-13">
                <a:solidFill>
                  <a:srgbClr val="222222"/>
                </a:solidFill>
                <a:latin typeface="Times New Roman" panose="02020603050405020304" pitchFamily="18" charset="0"/>
                <a:cs typeface="Times New Roman" panose="02020603050405020304" pitchFamily="18" charset="0"/>
              </a:rPr>
              <a:t>Parts:</a:t>
            </a:r>
            <a:endParaRPr lang="en-GB" sz="1867" dirty="0">
              <a:latin typeface="Times New Roman" panose="02020603050405020304" pitchFamily="18" charset="0"/>
              <a:cs typeface="Times New Roman" panose="02020603050405020304" pitchFamily="18" charset="0"/>
            </a:endParaRPr>
          </a:p>
        </p:txBody>
      </p:sp>
      <p:sp>
        <p:nvSpPr>
          <p:cNvPr id="5" name="object 5"/>
          <p:cNvSpPr txBox="1"/>
          <p:nvPr/>
        </p:nvSpPr>
        <p:spPr>
          <a:xfrm>
            <a:off x="1434140" y="3510957"/>
            <a:ext cx="3963360" cy="1166387"/>
          </a:xfrm>
          <a:prstGeom prst="rect">
            <a:avLst/>
          </a:prstGeom>
        </p:spPr>
        <p:txBody>
          <a:bodyPr vert="horz" wrap="square" lIns="0" tIns="16933" rIns="0" bIns="0" rtlCol="0">
            <a:spAutoFit/>
          </a:bodyPr>
          <a:lstStyle/>
          <a:p>
            <a:pPr marL="433482" indent="-416550">
              <a:spcBef>
                <a:spcPts val="133"/>
              </a:spcBef>
              <a:buChar char="●"/>
              <a:tabLst>
                <a:tab pos="433482" algn="l"/>
              </a:tabLst>
            </a:pPr>
            <a:r>
              <a:rPr lang="en-GB" sz="1867">
                <a:solidFill>
                  <a:srgbClr val="222222"/>
                </a:solidFill>
                <a:latin typeface="Times New Roman" panose="02020603050405020304" pitchFamily="18" charset="0"/>
                <a:cs typeface="Times New Roman" panose="02020603050405020304" pitchFamily="18" charset="0"/>
              </a:rPr>
              <a:t>Shell,</a:t>
            </a:r>
            <a:r>
              <a:rPr lang="en-GB" sz="1867" spc="-4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peak,</a:t>
            </a:r>
            <a:r>
              <a:rPr lang="en-GB" sz="1867" spc="-33">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ventilation</a:t>
            </a:r>
            <a:r>
              <a:rPr lang="en-GB" sz="1867" spc="-33">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holes.</a:t>
            </a:r>
            <a:endParaRPr lang="en-GB" sz="1867">
              <a:latin typeface="Times New Roman" panose="02020603050405020304" pitchFamily="18" charset="0"/>
              <a:cs typeface="Times New Roman" panose="02020603050405020304" pitchFamily="18" charset="0"/>
            </a:endParaRPr>
          </a:p>
          <a:p>
            <a:pPr marL="433482" indent="-416550">
              <a:buChar char="●"/>
              <a:tabLst>
                <a:tab pos="433482" algn="l"/>
              </a:tabLst>
            </a:pPr>
            <a:r>
              <a:rPr lang="en-GB" sz="1867">
                <a:solidFill>
                  <a:srgbClr val="222222"/>
                </a:solidFill>
                <a:latin typeface="Times New Roman" panose="02020603050405020304" pitchFamily="18" charset="0"/>
                <a:cs typeface="Times New Roman" panose="02020603050405020304" pitchFamily="18" charset="0"/>
              </a:rPr>
              <a:t>Harness</a:t>
            </a:r>
            <a:r>
              <a:rPr lang="en-GB" sz="1867" spc="-27">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consisting</a:t>
            </a:r>
            <a:r>
              <a:rPr lang="en-GB" sz="1867" spc="-27">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of</a:t>
            </a:r>
            <a:r>
              <a:rPr lang="en-GB" sz="1867" spc="-20">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headband.</a:t>
            </a:r>
            <a:endParaRPr lang="en-GB" sz="1867">
              <a:latin typeface="Times New Roman" panose="02020603050405020304" pitchFamily="18" charset="0"/>
              <a:cs typeface="Times New Roman" panose="02020603050405020304" pitchFamily="18" charset="0"/>
            </a:endParaRPr>
          </a:p>
          <a:p>
            <a:pPr marL="433482" indent="-416550">
              <a:buChar char="●"/>
              <a:tabLst>
                <a:tab pos="433482" algn="l"/>
              </a:tabLst>
            </a:pPr>
            <a:r>
              <a:rPr lang="en-GB" sz="1867" spc="-13">
                <a:solidFill>
                  <a:srgbClr val="222222"/>
                </a:solidFill>
                <a:latin typeface="Times New Roman" panose="02020603050405020304" pitchFamily="18" charset="0"/>
                <a:cs typeface="Times New Roman" panose="02020603050405020304" pitchFamily="18" charset="0"/>
              </a:rPr>
              <a:t>Anti-concussion</a:t>
            </a:r>
            <a:r>
              <a:rPr lang="en-GB" sz="1867" spc="-7">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tapes.</a:t>
            </a:r>
            <a:endParaRPr lang="en-GB" sz="1867">
              <a:latin typeface="Times New Roman" panose="02020603050405020304" pitchFamily="18" charset="0"/>
              <a:cs typeface="Times New Roman" panose="02020603050405020304" pitchFamily="18" charset="0"/>
            </a:endParaRPr>
          </a:p>
          <a:p>
            <a:pPr marL="433482" indent="-416550">
              <a:buChar char="●"/>
              <a:tabLst>
                <a:tab pos="433482" algn="l"/>
              </a:tabLst>
            </a:pPr>
            <a:r>
              <a:rPr lang="en-GB" sz="1867">
                <a:solidFill>
                  <a:srgbClr val="222222"/>
                </a:solidFill>
                <a:latin typeface="Times New Roman" panose="02020603050405020304" pitchFamily="18" charset="0"/>
                <a:cs typeface="Times New Roman" panose="02020603050405020304" pitchFamily="18" charset="0"/>
              </a:rPr>
              <a:t>Chin</a:t>
            </a:r>
            <a:r>
              <a:rPr lang="en-GB" sz="1867" spc="-60">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strap.</a:t>
            </a:r>
            <a:endParaRPr lang="en-GB" sz="1867" dirty="0">
              <a:latin typeface="Times New Roman" panose="02020603050405020304" pitchFamily="18" charset="0"/>
              <a:cs typeface="Times New Roman" panose="02020603050405020304" pitchFamily="18" charset="0"/>
            </a:endParaRPr>
          </a:p>
        </p:txBody>
      </p:sp>
      <p:sp>
        <p:nvSpPr>
          <p:cNvPr id="6" name="object 6"/>
          <p:cNvSpPr txBox="1"/>
          <p:nvPr/>
        </p:nvSpPr>
        <p:spPr>
          <a:xfrm>
            <a:off x="825343" y="4632507"/>
            <a:ext cx="3063167" cy="304421"/>
          </a:xfrm>
          <a:prstGeom prst="rect">
            <a:avLst/>
          </a:prstGeom>
        </p:spPr>
        <p:txBody>
          <a:bodyPr vert="horz" wrap="square" lIns="0" tIns="16933" rIns="0" bIns="0" rtlCol="0">
            <a:spAutoFit/>
          </a:bodyPr>
          <a:lstStyle/>
          <a:p>
            <a:pPr marL="16933">
              <a:spcBef>
                <a:spcPts val="133"/>
              </a:spcBef>
              <a:tabLst>
                <a:tab pos="476661" algn="l"/>
              </a:tabLst>
            </a:pPr>
            <a:r>
              <a:rPr lang="en-GB" sz="1867" b="1" spc="-33">
                <a:solidFill>
                  <a:srgbClr val="222222"/>
                </a:solidFill>
                <a:latin typeface="Times New Roman" panose="02020603050405020304" pitchFamily="18" charset="0"/>
                <a:cs typeface="Times New Roman" panose="02020603050405020304" pitchFamily="18" charset="0"/>
              </a:rPr>
              <a:t>4.</a:t>
            </a:r>
            <a:r>
              <a:rPr lang="en-GB" sz="1867" b="1">
                <a:solidFill>
                  <a:srgbClr val="222222"/>
                </a:solidFill>
                <a:latin typeface="Times New Roman" panose="02020603050405020304" pitchFamily="18" charset="0"/>
                <a:cs typeface="Times New Roman" panose="02020603050405020304" pitchFamily="18" charset="0"/>
              </a:rPr>
              <a:t>	</a:t>
            </a:r>
            <a:r>
              <a:rPr lang="en-GB" sz="1867" b="1" spc="-13">
                <a:solidFill>
                  <a:srgbClr val="222222"/>
                </a:solidFill>
                <a:latin typeface="Times New Roman" panose="02020603050405020304" pitchFamily="18" charset="0"/>
                <a:cs typeface="Times New Roman" panose="02020603050405020304" pitchFamily="18" charset="0"/>
              </a:rPr>
              <a:t>Marking:</a:t>
            </a:r>
            <a:endParaRPr lang="en-GB" sz="1867" dirty="0">
              <a:latin typeface="Times New Roman" panose="02020603050405020304" pitchFamily="18" charset="0"/>
              <a:cs typeface="Times New Roman" panose="02020603050405020304" pitchFamily="18" charset="0"/>
            </a:endParaRPr>
          </a:p>
        </p:txBody>
      </p:sp>
      <p:sp>
        <p:nvSpPr>
          <p:cNvPr id="7" name="object 7"/>
          <p:cNvSpPr txBox="1"/>
          <p:nvPr/>
        </p:nvSpPr>
        <p:spPr>
          <a:xfrm>
            <a:off x="1320800" y="5011000"/>
            <a:ext cx="4635133" cy="981914"/>
          </a:xfrm>
          <a:prstGeom prst="rect">
            <a:avLst/>
          </a:prstGeom>
        </p:spPr>
        <p:txBody>
          <a:bodyPr vert="horz" wrap="square" lIns="0" tIns="16933" rIns="0" bIns="0" rtlCol="0">
            <a:spAutoFit/>
          </a:bodyPr>
          <a:lstStyle/>
          <a:p>
            <a:pPr marL="16933" marR="6773">
              <a:lnSpc>
                <a:spcPct val="114999"/>
              </a:lnSpc>
              <a:spcBef>
                <a:spcPts val="133"/>
              </a:spcBef>
            </a:pPr>
            <a:r>
              <a:rPr lang="en-GB" sz="1867">
                <a:solidFill>
                  <a:srgbClr val="222222"/>
                </a:solidFill>
                <a:latin typeface="Times New Roman" panose="02020603050405020304" pitchFamily="18" charset="0"/>
                <a:cs typeface="Times New Roman" panose="02020603050405020304" pitchFamily="18" charset="0"/>
              </a:rPr>
              <a:t>The</a:t>
            </a:r>
            <a:r>
              <a:rPr lang="en-GB" sz="1867" spc="-40">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following</a:t>
            </a:r>
            <a:r>
              <a:rPr lang="en-GB" sz="1867" spc="-4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should</a:t>
            </a:r>
            <a:r>
              <a:rPr lang="en-GB" sz="1867" spc="-33">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be</a:t>
            </a:r>
            <a:r>
              <a:rPr lang="en-GB" sz="1867" spc="-4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marked</a:t>
            </a:r>
            <a:r>
              <a:rPr lang="en-GB" sz="1867" spc="-4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on</a:t>
            </a:r>
            <a:r>
              <a:rPr lang="en-GB" sz="1867" spc="-33">
                <a:solidFill>
                  <a:srgbClr val="222222"/>
                </a:solidFill>
                <a:latin typeface="Times New Roman" panose="02020603050405020304" pitchFamily="18" charset="0"/>
                <a:cs typeface="Times New Roman" panose="02020603050405020304" pitchFamily="18" charset="0"/>
              </a:rPr>
              <a:t> the </a:t>
            </a:r>
            <a:r>
              <a:rPr lang="en-GB" sz="1867">
                <a:solidFill>
                  <a:srgbClr val="222222"/>
                </a:solidFill>
                <a:latin typeface="Times New Roman" panose="02020603050405020304" pitchFamily="18" charset="0"/>
                <a:cs typeface="Times New Roman" panose="02020603050405020304" pitchFamily="18" charset="0"/>
              </a:rPr>
              <a:t>helmet:</a:t>
            </a:r>
            <a:r>
              <a:rPr lang="en-GB" sz="1867" spc="-87">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Trademark</a:t>
            </a:r>
            <a:r>
              <a:rPr lang="en-GB" sz="1867" spc="-53">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of</a:t>
            </a:r>
            <a:r>
              <a:rPr lang="en-GB" sz="1867" spc="-6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manufacturer,</a:t>
            </a:r>
            <a:r>
              <a:rPr lang="en-GB" sz="1867" spc="-6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size,</a:t>
            </a:r>
            <a:r>
              <a:rPr lang="en-GB" sz="1867" spc="-60">
                <a:solidFill>
                  <a:srgbClr val="222222"/>
                </a:solidFill>
                <a:latin typeface="Times New Roman" panose="02020603050405020304" pitchFamily="18" charset="0"/>
                <a:cs typeface="Times New Roman" panose="02020603050405020304" pitchFamily="18" charset="0"/>
              </a:rPr>
              <a:t> </a:t>
            </a:r>
            <a:r>
              <a:rPr lang="en-GB" sz="1867" spc="-33">
                <a:solidFill>
                  <a:srgbClr val="222222"/>
                </a:solidFill>
                <a:latin typeface="Times New Roman" panose="02020603050405020304" pitchFamily="18" charset="0"/>
                <a:cs typeface="Times New Roman" panose="02020603050405020304" pitchFamily="18" charset="0"/>
              </a:rPr>
              <a:t>ISI </a:t>
            </a:r>
            <a:r>
              <a:rPr lang="en-GB" sz="1867">
                <a:solidFill>
                  <a:srgbClr val="222222"/>
                </a:solidFill>
                <a:latin typeface="Times New Roman" panose="02020603050405020304" pitchFamily="18" charset="0"/>
                <a:cs typeface="Times New Roman" panose="02020603050405020304" pitchFamily="18" charset="0"/>
              </a:rPr>
              <a:t>marking,</a:t>
            </a:r>
            <a:r>
              <a:rPr lang="en-GB" sz="1867" spc="-33">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and</a:t>
            </a:r>
            <a:r>
              <a:rPr lang="en-GB" sz="1867" spc="-27">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year</a:t>
            </a:r>
            <a:r>
              <a:rPr lang="en-GB" sz="1867" spc="-33">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of</a:t>
            </a:r>
            <a:r>
              <a:rPr lang="en-GB" sz="1867" spc="-27">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manufacture.</a:t>
            </a:r>
            <a:endParaRPr lang="en-GB" sz="1867" dirty="0">
              <a:latin typeface="Times New Roman" panose="02020603050405020304" pitchFamily="18" charset="0"/>
              <a:cs typeface="Times New Roman" panose="02020603050405020304" pitchFamily="18" charset="0"/>
            </a:endParaRPr>
          </a:p>
        </p:txBody>
      </p:sp>
      <p:sp>
        <p:nvSpPr>
          <p:cNvPr id="8" name="object 8"/>
          <p:cNvSpPr txBox="1"/>
          <p:nvPr/>
        </p:nvSpPr>
        <p:spPr>
          <a:xfrm>
            <a:off x="6470071" y="1359879"/>
            <a:ext cx="5246751" cy="591743"/>
          </a:xfrm>
          <a:prstGeom prst="rect">
            <a:avLst/>
          </a:prstGeom>
        </p:spPr>
        <p:txBody>
          <a:bodyPr vert="horz" wrap="square" lIns="0" tIns="16933" rIns="0" bIns="0" rtlCol="0">
            <a:spAutoFit/>
          </a:bodyPr>
          <a:lstStyle/>
          <a:p>
            <a:pPr marL="625671" indent="-608738">
              <a:spcBef>
                <a:spcPts val="133"/>
              </a:spcBef>
              <a:buFont typeface="Arial MT"/>
              <a:buAutoNum type="arabicPeriod" startAt="5"/>
              <a:tabLst>
                <a:tab pos="625671" algn="l"/>
              </a:tabLst>
            </a:pPr>
            <a:r>
              <a:rPr lang="en-GB" sz="1867" b="1">
                <a:solidFill>
                  <a:srgbClr val="222222"/>
                </a:solidFill>
                <a:latin typeface="Times New Roman" panose="02020603050405020304" pitchFamily="18" charset="0"/>
                <a:cs typeface="Times New Roman" panose="02020603050405020304" pitchFamily="18" charset="0"/>
              </a:rPr>
              <a:t>Mass:</a:t>
            </a:r>
            <a:r>
              <a:rPr lang="en-GB" sz="1867" b="1" spc="-27">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400</a:t>
            </a:r>
            <a:r>
              <a:rPr lang="en-GB" sz="1867" spc="-20">
                <a:solidFill>
                  <a:srgbClr val="222222"/>
                </a:solidFill>
                <a:latin typeface="Times New Roman" panose="02020603050405020304" pitchFamily="18" charset="0"/>
                <a:cs typeface="Times New Roman" panose="02020603050405020304" pitchFamily="18" charset="0"/>
              </a:rPr>
              <a:t> </a:t>
            </a:r>
            <a:r>
              <a:rPr lang="en-GB" sz="1867">
                <a:solidFill>
                  <a:srgbClr val="222222"/>
                </a:solidFill>
                <a:latin typeface="Times New Roman" panose="02020603050405020304" pitchFamily="18" charset="0"/>
                <a:cs typeface="Times New Roman" panose="02020603050405020304" pitchFamily="18" charset="0"/>
              </a:rPr>
              <a:t>g</a:t>
            </a:r>
            <a:r>
              <a:rPr lang="en-GB" sz="1867" spc="-20">
                <a:solidFill>
                  <a:srgbClr val="222222"/>
                </a:solidFill>
                <a:latin typeface="Times New Roman" panose="02020603050405020304" pitchFamily="18" charset="0"/>
                <a:cs typeface="Times New Roman" panose="02020603050405020304" pitchFamily="18" charset="0"/>
              </a:rPr>
              <a:t> </a:t>
            </a:r>
            <a:r>
              <a:rPr lang="en-GB" sz="1867" spc="-13">
                <a:solidFill>
                  <a:srgbClr val="222222"/>
                </a:solidFill>
                <a:latin typeface="Times New Roman" panose="02020603050405020304" pitchFamily="18" charset="0"/>
                <a:cs typeface="Times New Roman" panose="02020603050405020304" pitchFamily="18" charset="0"/>
              </a:rPr>
              <a:t>(maximum)</a:t>
            </a:r>
            <a:endParaRPr lang="en-GB" sz="1867">
              <a:latin typeface="Times New Roman" panose="02020603050405020304" pitchFamily="18" charset="0"/>
              <a:cs typeface="Times New Roman" panose="02020603050405020304" pitchFamily="18" charset="0"/>
            </a:endParaRPr>
          </a:p>
          <a:p>
            <a:pPr marL="625671" indent="-608738">
              <a:buFont typeface="Arial MT"/>
              <a:buAutoNum type="arabicPeriod" startAt="5"/>
              <a:tabLst>
                <a:tab pos="625671" algn="l"/>
              </a:tabLst>
            </a:pPr>
            <a:r>
              <a:rPr lang="en-GB" sz="1867" b="1" spc="-13">
                <a:solidFill>
                  <a:srgbClr val="222222"/>
                </a:solidFill>
                <a:latin typeface="Times New Roman" panose="02020603050405020304" pitchFamily="18" charset="0"/>
                <a:cs typeface="Times New Roman" panose="02020603050405020304" pitchFamily="18" charset="0"/>
              </a:rPr>
              <a:t>Test</a:t>
            </a:r>
            <a:r>
              <a:rPr lang="en-GB" sz="1867" b="1" spc="-67">
                <a:solidFill>
                  <a:srgbClr val="222222"/>
                </a:solidFill>
                <a:latin typeface="Times New Roman" panose="02020603050405020304" pitchFamily="18" charset="0"/>
                <a:cs typeface="Times New Roman" panose="02020603050405020304" pitchFamily="18" charset="0"/>
              </a:rPr>
              <a:t> </a:t>
            </a:r>
            <a:r>
              <a:rPr lang="en-GB" sz="1867" b="1">
                <a:solidFill>
                  <a:srgbClr val="222222"/>
                </a:solidFill>
                <a:latin typeface="Times New Roman" panose="02020603050405020304" pitchFamily="18" charset="0"/>
                <a:cs typeface="Times New Roman" panose="02020603050405020304" pitchFamily="18" charset="0"/>
              </a:rPr>
              <a:t>and</a:t>
            </a:r>
            <a:r>
              <a:rPr lang="en-GB" sz="1867" b="1" spc="-67">
                <a:solidFill>
                  <a:srgbClr val="222222"/>
                </a:solidFill>
                <a:latin typeface="Times New Roman" panose="02020603050405020304" pitchFamily="18" charset="0"/>
                <a:cs typeface="Times New Roman" panose="02020603050405020304" pitchFamily="18" charset="0"/>
              </a:rPr>
              <a:t> </a:t>
            </a:r>
            <a:r>
              <a:rPr lang="en-GB" sz="1867" b="1">
                <a:solidFill>
                  <a:srgbClr val="222222"/>
                </a:solidFill>
                <a:latin typeface="Times New Roman" panose="02020603050405020304" pitchFamily="18" charset="0"/>
                <a:cs typeface="Times New Roman" panose="02020603050405020304" pitchFamily="18" charset="0"/>
              </a:rPr>
              <a:t>Performance</a:t>
            </a:r>
            <a:r>
              <a:rPr lang="en-GB" sz="1867" b="1" spc="-67">
                <a:solidFill>
                  <a:srgbClr val="222222"/>
                </a:solidFill>
                <a:latin typeface="Times New Roman" panose="02020603050405020304" pitchFamily="18" charset="0"/>
                <a:cs typeface="Times New Roman" panose="02020603050405020304" pitchFamily="18" charset="0"/>
              </a:rPr>
              <a:t> </a:t>
            </a:r>
            <a:r>
              <a:rPr lang="en-GB" sz="1867" b="1" spc="-13">
                <a:solidFill>
                  <a:srgbClr val="222222"/>
                </a:solidFill>
                <a:latin typeface="Times New Roman" panose="02020603050405020304" pitchFamily="18" charset="0"/>
                <a:cs typeface="Times New Roman" panose="02020603050405020304" pitchFamily="18" charset="0"/>
              </a:rPr>
              <a:t>Requirements:</a:t>
            </a:r>
            <a:endParaRPr lang="en-GB" sz="1867" dirty="0">
              <a:latin typeface="Times New Roman" panose="02020603050405020304" pitchFamily="18" charset="0"/>
              <a:cs typeface="Times New Roman" panose="02020603050405020304" pitchFamily="18" charset="0"/>
            </a:endParaRPr>
          </a:p>
        </p:txBody>
      </p:sp>
      <p:sp>
        <p:nvSpPr>
          <p:cNvPr id="9" name="object 9"/>
          <p:cNvSpPr txBox="1"/>
          <p:nvPr/>
        </p:nvSpPr>
        <p:spPr>
          <a:xfrm>
            <a:off x="6859466" y="1872430"/>
            <a:ext cx="5264572" cy="4873236"/>
          </a:xfrm>
          <a:prstGeom prst="rect">
            <a:avLst/>
          </a:prstGeom>
        </p:spPr>
        <p:txBody>
          <a:bodyPr vert="horz" wrap="square" lIns="0" tIns="16933" rIns="0" bIns="0" rtlCol="0">
            <a:spAutoFit/>
          </a:bodyPr>
          <a:lstStyle/>
          <a:p>
            <a:pPr marL="433482" marR="121917" indent="-417396">
              <a:lnSpc>
                <a:spcPct val="114999"/>
              </a:lnSpc>
              <a:spcBef>
                <a:spcPts val="133"/>
              </a:spcBef>
              <a:buChar char="●"/>
              <a:tabLst>
                <a:tab pos="433482" algn="l"/>
              </a:tabLst>
            </a:pPr>
            <a:r>
              <a:rPr lang="en-GB" sz="1867" dirty="0">
                <a:solidFill>
                  <a:srgbClr val="222222"/>
                </a:solidFill>
                <a:latin typeface="Times New Roman" panose="02020603050405020304" pitchFamily="18" charset="0"/>
                <a:cs typeface="Times New Roman" panose="02020603050405020304" pitchFamily="18" charset="0"/>
              </a:rPr>
              <a:t>Shock</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absorption</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resistance</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against</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wooden</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block</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of</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spc="-67" dirty="0">
                <a:solidFill>
                  <a:srgbClr val="222222"/>
                </a:solidFill>
                <a:latin typeface="Times New Roman" panose="02020603050405020304" pitchFamily="18" charset="0"/>
                <a:cs typeface="Times New Roman" panose="02020603050405020304" pitchFamily="18" charset="0"/>
              </a:rPr>
              <a:t>3 </a:t>
            </a:r>
            <a:r>
              <a:rPr lang="en-GB" sz="1867" dirty="0">
                <a:solidFill>
                  <a:srgbClr val="222222"/>
                </a:solidFill>
                <a:latin typeface="Times New Roman" panose="02020603050405020304" pitchFamily="18" charset="0"/>
                <a:cs typeface="Times New Roman" panose="02020603050405020304" pitchFamily="18" charset="0"/>
              </a:rPr>
              <a:t>kg</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dropped</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from</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height</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of</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1.5</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spc="-33" dirty="0">
                <a:solidFill>
                  <a:srgbClr val="222222"/>
                </a:solidFill>
                <a:latin typeface="Times New Roman" panose="02020603050405020304" pitchFamily="18" charset="0"/>
                <a:cs typeface="Times New Roman" panose="02020603050405020304" pitchFamily="18" charset="0"/>
              </a:rPr>
              <a:t>m.,</a:t>
            </a:r>
            <a:endParaRPr lang="en-GB" sz="1867" dirty="0">
              <a:latin typeface="Times New Roman" panose="02020603050405020304" pitchFamily="18" charset="0"/>
              <a:cs typeface="Times New Roman" panose="02020603050405020304" pitchFamily="18" charset="0"/>
            </a:endParaRPr>
          </a:p>
          <a:p>
            <a:pPr marL="433482" marR="495288" indent="-417396">
              <a:lnSpc>
                <a:spcPct val="114999"/>
              </a:lnSpc>
              <a:buChar char="●"/>
              <a:tabLst>
                <a:tab pos="433482" algn="l"/>
              </a:tabLst>
            </a:pPr>
            <a:r>
              <a:rPr lang="en-GB" sz="1867" dirty="0">
                <a:solidFill>
                  <a:srgbClr val="222222"/>
                </a:solidFill>
                <a:latin typeface="Times New Roman" panose="02020603050405020304" pitchFamily="18" charset="0"/>
                <a:cs typeface="Times New Roman" panose="02020603050405020304" pitchFamily="18" charset="0"/>
              </a:rPr>
              <a:t>Penetration</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resistance</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against</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plumb</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of</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500</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g</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spc="-27" dirty="0">
                <a:solidFill>
                  <a:srgbClr val="222222"/>
                </a:solidFill>
                <a:latin typeface="Times New Roman" panose="02020603050405020304" pitchFamily="18" charset="0"/>
                <a:cs typeface="Times New Roman" panose="02020603050405020304" pitchFamily="18" charset="0"/>
              </a:rPr>
              <a:t>with </a:t>
            </a:r>
            <a:r>
              <a:rPr lang="en-GB" sz="1867" dirty="0">
                <a:solidFill>
                  <a:srgbClr val="222222"/>
                </a:solidFill>
                <a:latin typeface="Times New Roman" panose="02020603050405020304" pitchFamily="18" charset="0"/>
                <a:cs typeface="Times New Roman" panose="02020603050405020304" pitchFamily="18" charset="0"/>
              </a:rPr>
              <a:t>conical</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steel</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point</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falling</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from</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height</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of</a:t>
            </a:r>
            <a:r>
              <a:rPr lang="en-GB" sz="1867" spc="-5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3</a:t>
            </a:r>
            <a:r>
              <a:rPr lang="en-GB" sz="1867" spc="-47" dirty="0">
                <a:solidFill>
                  <a:srgbClr val="222222"/>
                </a:solidFill>
                <a:latin typeface="Times New Roman" panose="02020603050405020304" pitchFamily="18" charset="0"/>
                <a:cs typeface="Times New Roman" panose="02020603050405020304" pitchFamily="18" charset="0"/>
              </a:rPr>
              <a:t> </a:t>
            </a:r>
            <a:r>
              <a:rPr lang="en-GB" sz="1867" spc="-33" dirty="0">
                <a:solidFill>
                  <a:srgbClr val="222222"/>
                </a:solidFill>
                <a:latin typeface="Times New Roman" panose="02020603050405020304" pitchFamily="18" charset="0"/>
                <a:cs typeface="Times New Roman" panose="02020603050405020304" pitchFamily="18" charset="0"/>
              </a:rPr>
              <a:t>m.,</a:t>
            </a:r>
            <a:endParaRPr lang="en-GB" sz="1867" dirty="0">
              <a:latin typeface="Times New Roman" panose="02020603050405020304" pitchFamily="18" charset="0"/>
              <a:cs typeface="Times New Roman" panose="02020603050405020304" pitchFamily="18" charset="0"/>
            </a:endParaRPr>
          </a:p>
          <a:p>
            <a:pPr marL="433482" indent="-416550">
              <a:spcBef>
                <a:spcPts val="260"/>
              </a:spcBef>
              <a:buChar char="●"/>
              <a:tabLst>
                <a:tab pos="433482" algn="l"/>
              </a:tabLst>
            </a:pPr>
            <a:r>
              <a:rPr lang="en-GB" sz="1867" spc="-13" dirty="0">
                <a:solidFill>
                  <a:srgbClr val="222222"/>
                </a:solidFill>
                <a:latin typeface="Times New Roman" panose="02020603050405020304" pitchFamily="18" charset="0"/>
                <a:cs typeface="Times New Roman" panose="02020603050405020304" pitchFamily="18" charset="0"/>
              </a:rPr>
              <a:t>Electrical</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resistance</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against</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2000</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spc="-60" dirty="0">
                <a:solidFill>
                  <a:srgbClr val="222222"/>
                </a:solidFill>
                <a:latin typeface="Times New Roman" panose="02020603050405020304" pitchFamily="18" charset="0"/>
                <a:cs typeface="Times New Roman" panose="02020603050405020304" pitchFamily="18" charset="0"/>
              </a:rPr>
              <a:t>V,</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50</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Hz</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for</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one</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minute.</a:t>
            </a:r>
            <a:endParaRPr lang="en-GB" sz="1867" dirty="0">
              <a:latin typeface="Times New Roman" panose="02020603050405020304" pitchFamily="18" charset="0"/>
              <a:cs typeface="Times New Roman" panose="02020603050405020304" pitchFamily="18" charset="0"/>
            </a:endParaRPr>
          </a:p>
          <a:p>
            <a:pPr marL="433482" marR="416550" indent="-417396">
              <a:lnSpc>
                <a:spcPct val="114999"/>
              </a:lnSpc>
              <a:buChar char="●"/>
              <a:tabLst>
                <a:tab pos="433482" algn="l"/>
              </a:tabLst>
            </a:pPr>
            <a:r>
              <a:rPr lang="en-GB" sz="1867" dirty="0">
                <a:solidFill>
                  <a:srgbClr val="222222"/>
                </a:solidFill>
                <a:latin typeface="Times New Roman" panose="02020603050405020304" pitchFamily="18" charset="0"/>
                <a:cs typeface="Times New Roman" panose="02020603050405020304" pitchFamily="18" charset="0"/>
              </a:rPr>
              <a:t>&gt;5%</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water</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absorption</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when</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immersed</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in</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water</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for</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spc="-47" dirty="0">
                <a:solidFill>
                  <a:srgbClr val="222222"/>
                </a:solidFill>
                <a:latin typeface="Times New Roman" panose="02020603050405020304" pitchFamily="18" charset="0"/>
                <a:cs typeface="Times New Roman" panose="02020603050405020304" pitchFamily="18" charset="0"/>
              </a:rPr>
              <a:t>24 </a:t>
            </a:r>
            <a:r>
              <a:rPr lang="en-GB" sz="1867" dirty="0">
                <a:solidFill>
                  <a:srgbClr val="222222"/>
                </a:solidFill>
                <a:latin typeface="Times New Roman" panose="02020603050405020304" pitchFamily="18" charset="0"/>
                <a:cs typeface="Times New Roman" panose="02020603050405020304" pitchFamily="18" charset="0"/>
              </a:rPr>
              <a:t>hours</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at</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2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temperature</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of</a:t>
            </a:r>
            <a:r>
              <a:rPr lang="en-GB" sz="1867" spc="-27" dirty="0">
                <a:solidFill>
                  <a:srgbClr val="222222"/>
                </a:solidFill>
                <a:latin typeface="Times New Roman" panose="02020603050405020304" pitchFamily="18" charset="0"/>
                <a:cs typeface="Times New Roman" panose="02020603050405020304" pitchFamily="18" charset="0"/>
              </a:rPr>
              <a:t> 25°C.</a:t>
            </a:r>
            <a:endParaRPr lang="en-GB" sz="1867" dirty="0">
              <a:latin typeface="Times New Roman" panose="02020603050405020304" pitchFamily="18" charset="0"/>
              <a:cs typeface="Times New Roman" panose="02020603050405020304" pitchFamily="18" charset="0"/>
            </a:endParaRPr>
          </a:p>
          <a:p>
            <a:pPr marL="433482" indent="-416550">
              <a:spcBef>
                <a:spcPts val="267"/>
              </a:spcBef>
              <a:buChar char="●"/>
              <a:tabLst>
                <a:tab pos="433482" algn="l"/>
              </a:tabLst>
            </a:pPr>
            <a:r>
              <a:rPr lang="en-GB" sz="1867" dirty="0">
                <a:solidFill>
                  <a:srgbClr val="222222"/>
                </a:solidFill>
                <a:latin typeface="Times New Roman" panose="02020603050405020304" pitchFamily="18" charset="0"/>
                <a:cs typeface="Times New Roman" panose="02020603050405020304" pitchFamily="18" charset="0"/>
              </a:rPr>
              <a:t>Heat</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resistance</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in</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an</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oven</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at</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93°</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t</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50°C</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for</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15</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min.,</a:t>
            </a:r>
            <a:endParaRPr lang="en-GB" sz="1867" dirty="0">
              <a:latin typeface="Times New Roman" panose="02020603050405020304" pitchFamily="18" charset="0"/>
              <a:cs typeface="Times New Roman" panose="02020603050405020304" pitchFamily="18" charset="0"/>
            </a:endParaRPr>
          </a:p>
          <a:p>
            <a:pPr marL="433482" marR="204888" indent="-417396">
              <a:lnSpc>
                <a:spcPct val="114999"/>
              </a:lnSpc>
              <a:buChar char="●"/>
              <a:tabLst>
                <a:tab pos="433482" algn="l"/>
              </a:tabLst>
            </a:pPr>
            <a:r>
              <a:rPr lang="en-GB" sz="1867" dirty="0">
                <a:solidFill>
                  <a:srgbClr val="222222"/>
                </a:solidFill>
                <a:latin typeface="Times New Roman" panose="02020603050405020304" pitchFamily="18" charset="0"/>
                <a:cs typeface="Times New Roman" panose="02020603050405020304" pitchFamily="18" charset="0"/>
              </a:rPr>
              <a:t>Non</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visible</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damage</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when</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flame</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from</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a:t>
            </a:r>
            <a:r>
              <a:rPr lang="en-GB" sz="1867" spc="-40" dirty="0">
                <a:solidFill>
                  <a:srgbClr val="222222"/>
                </a:solidFill>
                <a:latin typeface="Times New Roman" panose="02020603050405020304" pitchFamily="18" charset="0"/>
                <a:cs typeface="Times New Roman" panose="02020603050405020304" pitchFamily="18" charset="0"/>
              </a:rPr>
              <a:t> </a:t>
            </a:r>
            <a:r>
              <a:rPr lang="en-GB" sz="1867" dirty="0" err="1">
                <a:solidFill>
                  <a:srgbClr val="222222"/>
                </a:solidFill>
                <a:latin typeface="Times New Roman" panose="02020603050405020304" pitchFamily="18" charset="0"/>
                <a:cs typeface="Times New Roman" panose="02020603050405020304" pitchFamily="18" charset="0"/>
              </a:rPr>
              <a:t>barthel</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spc="-13" dirty="0" err="1">
                <a:solidFill>
                  <a:srgbClr val="222222"/>
                </a:solidFill>
                <a:latin typeface="Times New Roman" panose="02020603050405020304" pitchFamily="18" charset="0"/>
                <a:cs typeface="Times New Roman" panose="02020603050405020304" pitchFamily="18" charset="0"/>
              </a:rPr>
              <a:t>Durner</a:t>
            </a:r>
            <a:r>
              <a:rPr lang="en-GB" sz="1867" spc="-1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(IS:</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4355-</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1977)</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is</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applied</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on</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the</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shell</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for</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10</a:t>
            </a:r>
            <a:r>
              <a:rPr lang="en-GB" sz="1867" spc="-33"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seconds,</a:t>
            </a:r>
            <a:endParaRPr lang="en-GB" sz="1867" dirty="0">
              <a:latin typeface="Times New Roman" panose="02020603050405020304" pitchFamily="18" charset="0"/>
              <a:cs typeface="Times New Roman" panose="02020603050405020304" pitchFamily="18" charset="0"/>
            </a:endParaRPr>
          </a:p>
          <a:p>
            <a:pPr marL="433482" indent="-416550">
              <a:spcBef>
                <a:spcPts val="260"/>
              </a:spcBef>
              <a:buChar char="●"/>
              <a:tabLst>
                <a:tab pos="433482" algn="l"/>
              </a:tabLst>
            </a:pPr>
            <a:r>
              <a:rPr lang="en-GB" sz="1867" spc="-13" dirty="0">
                <a:solidFill>
                  <a:srgbClr val="222222"/>
                </a:solidFill>
                <a:latin typeface="Times New Roman" panose="02020603050405020304" pitchFamily="18" charset="0"/>
                <a:cs typeface="Times New Roman" panose="02020603050405020304" pitchFamily="18" charset="0"/>
              </a:rPr>
              <a:t>Sterilisation</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and</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corrosion</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dirty="0">
                <a:solidFill>
                  <a:srgbClr val="222222"/>
                </a:solidFill>
                <a:latin typeface="Times New Roman" panose="02020603050405020304" pitchFamily="18" charset="0"/>
                <a:cs typeface="Times New Roman" panose="02020603050405020304" pitchFamily="18" charset="0"/>
              </a:rPr>
              <a:t>resistance</a:t>
            </a:r>
            <a:r>
              <a:rPr lang="en-GB" sz="1867" spc="-27" dirty="0">
                <a:solidFill>
                  <a:srgbClr val="222222"/>
                </a:solidFill>
                <a:latin typeface="Times New Roman" panose="02020603050405020304" pitchFamily="18" charset="0"/>
                <a:cs typeface="Times New Roman" panose="02020603050405020304" pitchFamily="18" charset="0"/>
              </a:rPr>
              <a:t> </a:t>
            </a:r>
            <a:r>
              <a:rPr lang="en-GB" sz="1867" spc="-13" dirty="0">
                <a:solidFill>
                  <a:srgbClr val="222222"/>
                </a:solidFill>
                <a:latin typeface="Times New Roman" panose="02020603050405020304" pitchFamily="18" charset="0"/>
                <a:cs typeface="Times New Roman" panose="02020603050405020304" pitchFamily="18" charset="0"/>
              </a:rPr>
              <a:t>tests.</a:t>
            </a:r>
            <a:endParaRPr lang="en-GB" sz="1867" dirty="0">
              <a:latin typeface="Times New Roman" panose="02020603050405020304" pitchFamily="18" charset="0"/>
              <a:cs typeface="Times New Roman" panose="02020603050405020304" pitchFamily="18" charset="0"/>
            </a:endParaRPr>
          </a:p>
        </p:txBody>
      </p:sp>
      <p:pic>
        <p:nvPicPr>
          <p:cNvPr id="11" name="Picture 10" descr="A clear face shield with a clear visor&#10;&#10;Description automatically generated">
            <a:extLst>
              <a:ext uri="{FF2B5EF4-FFF2-40B4-BE49-F238E27FC236}">
                <a16:creationId xmlns:a16="http://schemas.microsoft.com/office/drawing/2014/main" id="{34545513-0468-B5F7-3252-E78E25251194}"/>
              </a:ext>
            </a:extLst>
          </p:cNvPr>
          <p:cNvPicPr>
            <a:picLocks noChangeAspect="1"/>
          </p:cNvPicPr>
          <p:nvPr/>
        </p:nvPicPr>
        <p:blipFill>
          <a:blip r:embed="rId2">
            <a:alphaModFix amt="38000"/>
            <a:extLst>
              <a:ext uri="{28A0092B-C50C-407E-A947-70E740481C1C}">
                <a14:useLocalDpi xmlns:a14="http://schemas.microsoft.com/office/drawing/2010/main" val="0"/>
              </a:ext>
            </a:extLst>
          </a:blip>
          <a:stretch>
            <a:fillRect/>
          </a:stretch>
        </p:blipFill>
        <p:spPr>
          <a:xfrm>
            <a:off x="0" y="22542"/>
            <a:ext cx="12192000" cy="672312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air of gloves on hands&#10;&#10;Description automatically generated">
            <a:extLst>
              <a:ext uri="{FF2B5EF4-FFF2-40B4-BE49-F238E27FC236}">
                <a16:creationId xmlns:a16="http://schemas.microsoft.com/office/drawing/2014/main" id="{92332805-E7C5-6605-C6F7-99D95F6BDBC5}"/>
              </a:ext>
            </a:extLst>
          </p:cNvPr>
          <p:cNvPicPr>
            <a:picLocks noChangeAspect="1"/>
          </p:cNvPicPr>
          <p:nvPr/>
        </p:nvPicPr>
        <p:blipFill>
          <a:blip r:embed="rId2">
            <a:alphaModFix amt="70000"/>
            <a:extLst>
              <a:ext uri="{28A0092B-C50C-407E-A947-70E740481C1C}">
                <a14:useLocalDpi xmlns:a14="http://schemas.microsoft.com/office/drawing/2010/main" val="0"/>
              </a:ext>
            </a:extLst>
          </a:blip>
          <a:srcRect l="13844" r="20090"/>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2" name="object 2"/>
          <p:cNvSpPr txBox="1"/>
          <p:nvPr/>
        </p:nvSpPr>
        <p:spPr>
          <a:xfrm>
            <a:off x="4044462" y="135220"/>
            <a:ext cx="8144490" cy="6722770"/>
          </a:xfrm>
          <a:prstGeom prst="rect">
            <a:avLst/>
          </a:prstGeom>
        </p:spPr>
        <p:txBody>
          <a:bodyPr vert="horz" lIns="91440" tIns="45720" rIns="91440" bIns="45720" rtlCol="0">
            <a:noAutofit/>
          </a:bodyPr>
          <a:lstStyle/>
          <a:p>
            <a:pPr marL="16933" indent="-228600">
              <a:lnSpc>
                <a:spcPct val="90000"/>
              </a:lnSpc>
              <a:spcBef>
                <a:spcPts val="133"/>
              </a:spcBef>
              <a:buFont typeface="Arial" panose="020B0604020202020204" pitchFamily="34" charset="0"/>
              <a:buChar char="•"/>
            </a:pPr>
            <a:r>
              <a:rPr lang="en-US" sz="3200" b="1" dirty="0"/>
              <a:t>Specifications</a:t>
            </a:r>
            <a:r>
              <a:rPr lang="en-US" sz="3200" b="1" spc="-53" dirty="0"/>
              <a:t> </a:t>
            </a:r>
            <a:r>
              <a:rPr lang="en-US" sz="3200" b="1" dirty="0"/>
              <a:t>for</a:t>
            </a:r>
            <a:r>
              <a:rPr lang="en-US" sz="3200" b="1" spc="-47" dirty="0"/>
              <a:t> </a:t>
            </a:r>
            <a:r>
              <a:rPr lang="en-US" sz="3200" b="1" dirty="0"/>
              <a:t>Leather</a:t>
            </a:r>
            <a:r>
              <a:rPr lang="en-US" sz="3200" b="1" spc="-53" dirty="0"/>
              <a:t> </a:t>
            </a:r>
            <a:r>
              <a:rPr lang="en-US" sz="3200" b="1" dirty="0"/>
              <a:t>and</a:t>
            </a:r>
            <a:r>
              <a:rPr lang="en-US" sz="3200" b="1" spc="-47" dirty="0"/>
              <a:t> </a:t>
            </a:r>
            <a:r>
              <a:rPr lang="en-US" sz="3200" b="1" dirty="0"/>
              <a:t>Cotton</a:t>
            </a:r>
            <a:r>
              <a:rPr lang="en-US" sz="3200" b="1" spc="-47" dirty="0"/>
              <a:t> </a:t>
            </a:r>
            <a:r>
              <a:rPr lang="en-US" sz="3200" b="1" dirty="0"/>
              <a:t>Gloves</a:t>
            </a:r>
            <a:r>
              <a:rPr lang="en-US" sz="3200" b="1" spc="-47" dirty="0"/>
              <a:t> </a:t>
            </a:r>
            <a:r>
              <a:rPr lang="en-US" sz="3200" b="1" dirty="0"/>
              <a:t>[IS:</a:t>
            </a:r>
            <a:r>
              <a:rPr lang="en-US" sz="3200" b="1" spc="-47" dirty="0"/>
              <a:t> </a:t>
            </a:r>
            <a:r>
              <a:rPr lang="en-US" sz="3200" b="1" dirty="0"/>
              <a:t>690</a:t>
            </a:r>
            <a:r>
              <a:rPr lang="en-US" sz="3200" b="1" spc="-53" dirty="0"/>
              <a:t> </a:t>
            </a:r>
            <a:r>
              <a:rPr lang="en-US" sz="3200" b="1" dirty="0" err="1"/>
              <a:t>IPart</a:t>
            </a:r>
            <a:r>
              <a:rPr lang="en-US" sz="3200" b="1" spc="-47" dirty="0"/>
              <a:t> </a:t>
            </a:r>
            <a:r>
              <a:rPr lang="en-US" sz="3200" b="1" dirty="0"/>
              <a:t>1)-</a:t>
            </a:r>
            <a:r>
              <a:rPr lang="en-US" sz="3200" b="1" spc="-13" dirty="0"/>
              <a:t>1973</a:t>
            </a:r>
            <a:r>
              <a:rPr lang="en-US" sz="2000" b="1" spc="-13" dirty="0"/>
              <a:t>]</a:t>
            </a:r>
            <a:endParaRPr lang="en-US" sz="2000" dirty="0"/>
          </a:p>
          <a:p>
            <a:pPr indent="-228600">
              <a:lnSpc>
                <a:spcPct val="90000"/>
              </a:lnSpc>
              <a:spcBef>
                <a:spcPts val="173"/>
              </a:spcBef>
              <a:buFont typeface="Arial" panose="020B0604020202020204" pitchFamily="34" charset="0"/>
              <a:buChar char="•"/>
            </a:pPr>
            <a:endParaRPr lang="en-US" sz="2000" dirty="0"/>
          </a:p>
          <a:p>
            <a:pPr marL="16933" indent="-228600">
              <a:lnSpc>
                <a:spcPct val="90000"/>
              </a:lnSpc>
              <a:buFont typeface="Arial" panose="020B0604020202020204" pitchFamily="34" charset="0"/>
              <a:buChar char="•"/>
            </a:pPr>
            <a:r>
              <a:rPr lang="en-US" sz="2000" dirty="0"/>
              <a:t>It</a:t>
            </a:r>
            <a:r>
              <a:rPr lang="en-US" sz="2000" spc="-27" dirty="0"/>
              <a:t> </a:t>
            </a:r>
            <a:r>
              <a:rPr lang="en-US" sz="2000" dirty="0"/>
              <a:t>covers</a:t>
            </a:r>
            <a:r>
              <a:rPr lang="en-US" sz="2000" spc="-20" dirty="0"/>
              <a:t> </a:t>
            </a:r>
            <a:r>
              <a:rPr lang="en-US" sz="2000" dirty="0"/>
              <a:t>eleven</a:t>
            </a:r>
            <a:r>
              <a:rPr lang="en-US" sz="2000" spc="-27" dirty="0"/>
              <a:t> </a:t>
            </a:r>
            <a:r>
              <a:rPr lang="en-US" sz="2000" dirty="0"/>
              <a:t>types</a:t>
            </a:r>
            <a:r>
              <a:rPr lang="en-US" sz="2000" spc="-20" dirty="0"/>
              <a:t> </a:t>
            </a:r>
            <a:r>
              <a:rPr lang="en-US" sz="2000" dirty="0"/>
              <a:t>of</a:t>
            </a:r>
            <a:r>
              <a:rPr lang="en-US" sz="2000" spc="-20" dirty="0"/>
              <a:t> </a:t>
            </a:r>
            <a:r>
              <a:rPr lang="en-US" sz="2000" spc="-13" dirty="0"/>
              <a:t>industrial</a:t>
            </a:r>
            <a:r>
              <a:rPr lang="en-US" sz="2000" spc="-27" dirty="0"/>
              <a:t> </a:t>
            </a:r>
            <a:r>
              <a:rPr lang="en-US" sz="2000" dirty="0"/>
              <a:t>gloves</a:t>
            </a:r>
            <a:r>
              <a:rPr lang="en-US" sz="2000" spc="-20" dirty="0"/>
              <a:t> </a:t>
            </a:r>
            <a:r>
              <a:rPr lang="en-US" sz="2000" dirty="0"/>
              <a:t>made</a:t>
            </a:r>
            <a:r>
              <a:rPr lang="en-US" sz="2000" spc="-27" dirty="0"/>
              <a:t> </a:t>
            </a:r>
            <a:r>
              <a:rPr lang="en-US" sz="2000" dirty="0"/>
              <a:t>of</a:t>
            </a:r>
            <a:r>
              <a:rPr lang="en-US" sz="2000" spc="-20" dirty="0"/>
              <a:t> </a:t>
            </a:r>
            <a:r>
              <a:rPr lang="en-US" sz="2000" dirty="0"/>
              <a:t>leather</a:t>
            </a:r>
            <a:r>
              <a:rPr lang="en-US" sz="2000" spc="-20" dirty="0"/>
              <a:t> </a:t>
            </a:r>
            <a:r>
              <a:rPr lang="en-US" sz="2000" dirty="0"/>
              <a:t>and</a:t>
            </a:r>
            <a:r>
              <a:rPr lang="en-US" sz="2000" spc="-27" dirty="0"/>
              <a:t> </a:t>
            </a:r>
            <a:r>
              <a:rPr lang="en-US" sz="2000" spc="-13" dirty="0"/>
              <a:t>cotton.</a:t>
            </a:r>
            <a:endParaRPr lang="en-US" sz="2000" dirty="0"/>
          </a:p>
          <a:p>
            <a:pPr marL="626518" marR="395383" indent="-228600">
              <a:lnSpc>
                <a:spcPct val="90000"/>
              </a:lnSpc>
              <a:spcBef>
                <a:spcPts val="1600"/>
              </a:spcBef>
              <a:buFont typeface="Arial" panose="020B0604020202020204" pitchFamily="34" charset="0"/>
              <a:buChar char="•"/>
              <a:tabLst>
                <a:tab pos="626518" algn="l"/>
              </a:tabLst>
            </a:pPr>
            <a:r>
              <a:rPr lang="en-US" sz="2000" b="1" dirty="0"/>
              <a:t>Material</a:t>
            </a:r>
            <a:r>
              <a:rPr lang="en-US" sz="2000" b="1" spc="-40" dirty="0"/>
              <a:t> </a:t>
            </a:r>
            <a:r>
              <a:rPr lang="en-US" sz="2000" b="1" dirty="0"/>
              <a:t>for</a:t>
            </a:r>
            <a:r>
              <a:rPr lang="en-US" sz="2000" b="1" spc="-33" dirty="0"/>
              <a:t> </a:t>
            </a:r>
            <a:r>
              <a:rPr lang="en-US" sz="2000" b="1" dirty="0"/>
              <a:t>leather</a:t>
            </a:r>
            <a:r>
              <a:rPr lang="en-US" sz="2000" b="1" spc="-40" dirty="0"/>
              <a:t> </a:t>
            </a:r>
            <a:r>
              <a:rPr lang="en-US" sz="2000" b="1" dirty="0"/>
              <a:t>gloves:</a:t>
            </a:r>
            <a:r>
              <a:rPr lang="en-US" sz="2000" b="1" spc="-27" dirty="0"/>
              <a:t> </a:t>
            </a:r>
            <a:r>
              <a:rPr lang="en-US" sz="2000" dirty="0"/>
              <a:t>Chrome,</a:t>
            </a:r>
            <a:r>
              <a:rPr lang="en-US" sz="2000" spc="-33" dirty="0"/>
              <a:t> </a:t>
            </a:r>
            <a:r>
              <a:rPr lang="en-US" sz="2000" dirty="0"/>
              <a:t>tanned</a:t>
            </a:r>
            <a:r>
              <a:rPr lang="en-US" sz="2000" spc="-40" dirty="0"/>
              <a:t> </a:t>
            </a:r>
            <a:r>
              <a:rPr lang="en-US" sz="2000" dirty="0"/>
              <a:t>cow</a:t>
            </a:r>
            <a:r>
              <a:rPr lang="en-US" sz="2000" spc="-33" dirty="0"/>
              <a:t> </a:t>
            </a:r>
            <a:r>
              <a:rPr lang="en-US" sz="2000" dirty="0"/>
              <a:t>or</a:t>
            </a:r>
            <a:r>
              <a:rPr lang="en-US" sz="2000" spc="-33" dirty="0"/>
              <a:t> </a:t>
            </a:r>
            <a:r>
              <a:rPr lang="en-US" sz="2000" dirty="0"/>
              <a:t>young</a:t>
            </a:r>
            <a:r>
              <a:rPr lang="en-US" sz="2000" spc="-40" dirty="0"/>
              <a:t> </a:t>
            </a:r>
            <a:r>
              <a:rPr lang="en-US" sz="2000" dirty="0"/>
              <a:t>buffalo</a:t>
            </a:r>
            <a:r>
              <a:rPr lang="en-US" sz="2000" spc="-33" dirty="0"/>
              <a:t> </a:t>
            </a:r>
            <a:r>
              <a:rPr lang="en-US" sz="2000" dirty="0"/>
              <a:t>grain</a:t>
            </a:r>
            <a:r>
              <a:rPr lang="en-US" sz="2000" spc="-40" dirty="0"/>
              <a:t> </a:t>
            </a:r>
            <a:r>
              <a:rPr lang="en-US" sz="2000" dirty="0"/>
              <a:t>or</a:t>
            </a:r>
            <a:r>
              <a:rPr lang="en-US" sz="2000" spc="-33" dirty="0"/>
              <a:t> </a:t>
            </a:r>
            <a:r>
              <a:rPr lang="en-US" sz="2000" dirty="0"/>
              <a:t>split</a:t>
            </a:r>
            <a:r>
              <a:rPr lang="en-US" sz="2000" spc="-33" dirty="0"/>
              <a:t> </a:t>
            </a:r>
            <a:r>
              <a:rPr lang="en-US" sz="2000" dirty="0"/>
              <a:t>leather</a:t>
            </a:r>
            <a:r>
              <a:rPr lang="en-US" sz="2000" spc="-40" dirty="0"/>
              <a:t> </a:t>
            </a:r>
            <a:r>
              <a:rPr lang="en-US" sz="2000" dirty="0"/>
              <a:t>to</a:t>
            </a:r>
            <a:r>
              <a:rPr lang="en-US" sz="2000" spc="-33" dirty="0"/>
              <a:t> </a:t>
            </a:r>
            <a:r>
              <a:rPr lang="en-US" sz="2000" dirty="0"/>
              <a:t>conform</a:t>
            </a:r>
            <a:r>
              <a:rPr lang="en-US" sz="2000" spc="-33" dirty="0"/>
              <a:t> </a:t>
            </a:r>
            <a:r>
              <a:rPr lang="en-US" sz="2000" dirty="0"/>
              <a:t>to</a:t>
            </a:r>
            <a:r>
              <a:rPr lang="en-US" sz="2000" spc="-40" dirty="0"/>
              <a:t> </a:t>
            </a:r>
            <a:r>
              <a:rPr lang="en-US" sz="2000" spc="-33" dirty="0"/>
              <a:t>the </a:t>
            </a:r>
            <a:r>
              <a:rPr lang="en-US" sz="2000" spc="-13" dirty="0"/>
              <a:t>following</a:t>
            </a:r>
            <a:r>
              <a:rPr lang="en-US" sz="2000" dirty="0"/>
              <a:t> </a:t>
            </a:r>
            <a:r>
              <a:rPr lang="en-US" sz="2000" spc="-13" dirty="0"/>
              <a:t>requirements:</a:t>
            </a:r>
            <a:endParaRPr lang="en-US" sz="2000" dirty="0"/>
          </a:p>
          <a:p>
            <a:pPr marL="625671" indent="-228600">
              <a:lnSpc>
                <a:spcPct val="90000"/>
              </a:lnSpc>
              <a:spcBef>
                <a:spcPts val="267"/>
              </a:spcBef>
              <a:buFont typeface="Arial" panose="020B0604020202020204" pitchFamily="34" charset="0"/>
              <a:buChar char="•"/>
              <a:tabLst>
                <a:tab pos="625671" algn="l"/>
              </a:tabLst>
            </a:pPr>
            <a:r>
              <a:rPr lang="en-US" sz="2000" b="1" dirty="0"/>
              <a:t>Material</a:t>
            </a:r>
            <a:r>
              <a:rPr lang="en-US" sz="2000" b="1" spc="-53" dirty="0"/>
              <a:t> </a:t>
            </a:r>
            <a:r>
              <a:rPr lang="en-US" sz="2000" b="1" dirty="0"/>
              <a:t>for</a:t>
            </a:r>
            <a:r>
              <a:rPr lang="en-US" sz="2000" b="1" spc="-47" dirty="0"/>
              <a:t> </a:t>
            </a:r>
            <a:r>
              <a:rPr lang="en-US" sz="2000" b="1" dirty="0"/>
              <a:t>cotton</a:t>
            </a:r>
            <a:r>
              <a:rPr lang="en-US" sz="2000" b="1" spc="-47" dirty="0"/>
              <a:t> </a:t>
            </a:r>
            <a:r>
              <a:rPr lang="en-US" sz="2000" b="1" dirty="0"/>
              <a:t>drill</a:t>
            </a:r>
            <a:r>
              <a:rPr lang="en-US" sz="2000" b="1" spc="-47" dirty="0"/>
              <a:t> </a:t>
            </a:r>
            <a:r>
              <a:rPr lang="en-US" sz="2000" b="1" spc="-13" dirty="0"/>
              <a:t>gloves:</a:t>
            </a:r>
            <a:endParaRPr lang="en-US" sz="2000" dirty="0"/>
          </a:p>
          <a:p>
            <a:pPr marL="1235256" lvl="1" indent="-228600">
              <a:lnSpc>
                <a:spcPct val="90000"/>
              </a:lnSpc>
              <a:spcBef>
                <a:spcPts val="267"/>
              </a:spcBef>
              <a:buFont typeface="Arial" panose="020B0604020202020204" pitchFamily="34" charset="0"/>
              <a:buChar char="•"/>
              <a:tabLst>
                <a:tab pos="1235256" algn="l"/>
              </a:tabLst>
            </a:pPr>
            <a:r>
              <a:rPr lang="en-US" sz="2000" dirty="0"/>
              <a:t>Cotton</a:t>
            </a:r>
            <a:r>
              <a:rPr lang="en-US" sz="2000" spc="-40" dirty="0"/>
              <a:t> </a:t>
            </a:r>
            <a:r>
              <a:rPr lang="en-US" sz="2000" dirty="0"/>
              <a:t>drill</a:t>
            </a:r>
            <a:r>
              <a:rPr lang="en-US" sz="2000" spc="-33" dirty="0"/>
              <a:t> </a:t>
            </a:r>
            <a:r>
              <a:rPr lang="en-US" sz="2000" dirty="0"/>
              <a:t>shall</a:t>
            </a:r>
            <a:r>
              <a:rPr lang="en-US" sz="2000" spc="-40" dirty="0"/>
              <a:t> </a:t>
            </a:r>
            <a:r>
              <a:rPr lang="en-US" sz="2000" dirty="0"/>
              <a:t>be</a:t>
            </a:r>
            <a:r>
              <a:rPr lang="en-US" sz="2000" spc="-33" dirty="0"/>
              <a:t> </a:t>
            </a:r>
            <a:r>
              <a:rPr lang="en-US" sz="2000" spc="-13" dirty="0"/>
              <a:t>unbleached</a:t>
            </a:r>
            <a:r>
              <a:rPr lang="en-US" sz="2000" spc="-33" dirty="0"/>
              <a:t> </a:t>
            </a:r>
            <a:r>
              <a:rPr lang="en-US" sz="2000" dirty="0"/>
              <a:t>315g/m2</a:t>
            </a:r>
            <a:r>
              <a:rPr lang="en-US" sz="2000" spc="-40" dirty="0"/>
              <a:t> </a:t>
            </a:r>
            <a:r>
              <a:rPr lang="en-US" sz="2000" dirty="0"/>
              <a:t>with</a:t>
            </a:r>
            <a:r>
              <a:rPr lang="en-US" sz="2000" spc="-33" dirty="0"/>
              <a:t> </a:t>
            </a:r>
            <a:r>
              <a:rPr lang="en-US" sz="2000" dirty="0"/>
              <a:t>a</a:t>
            </a:r>
            <a:r>
              <a:rPr lang="en-US" sz="2000" spc="-33" dirty="0"/>
              <a:t> </a:t>
            </a:r>
            <a:r>
              <a:rPr lang="en-US" sz="2000" dirty="0"/>
              <a:t>tolerance</a:t>
            </a:r>
            <a:r>
              <a:rPr lang="en-US" sz="2000" spc="-40" dirty="0"/>
              <a:t> </a:t>
            </a:r>
            <a:r>
              <a:rPr lang="en-US" sz="2000" dirty="0"/>
              <a:t>of</a:t>
            </a:r>
            <a:r>
              <a:rPr lang="en-US" sz="2000" spc="-33" dirty="0"/>
              <a:t> </a:t>
            </a:r>
            <a:r>
              <a:rPr lang="en-US" sz="2000" dirty="0"/>
              <a:t>19</a:t>
            </a:r>
            <a:r>
              <a:rPr lang="en-US" sz="2000" spc="-40" dirty="0"/>
              <a:t> </a:t>
            </a:r>
            <a:r>
              <a:rPr lang="en-US" sz="2000" dirty="0"/>
              <a:t>g/</a:t>
            </a:r>
            <a:r>
              <a:rPr lang="en-US" sz="2000" spc="-33" dirty="0"/>
              <a:t> </a:t>
            </a:r>
            <a:r>
              <a:rPr lang="en-US" sz="2000" spc="-13" dirty="0" err="1"/>
              <a:t>sq.m</a:t>
            </a:r>
            <a:r>
              <a:rPr lang="en-US" sz="2000" spc="-13" dirty="0"/>
              <a:t>.</a:t>
            </a:r>
            <a:endParaRPr lang="en-US" sz="2000" dirty="0"/>
          </a:p>
          <a:p>
            <a:pPr marL="1235256" lvl="1" indent="-228600">
              <a:lnSpc>
                <a:spcPct val="90000"/>
              </a:lnSpc>
              <a:spcBef>
                <a:spcPts val="260"/>
              </a:spcBef>
              <a:buFont typeface="Arial" panose="020B0604020202020204" pitchFamily="34" charset="0"/>
              <a:buChar char="•"/>
              <a:tabLst>
                <a:tab pos="1235256" algn="l"/>
              </a:tabLst>
            </a:pPr>
            <a:r>
              <a:rPr lang="en-US" sz="2000" dirty="0"/>
              <a:t>Knitted</a:t>
            </a:r>
            <a:r>
              <a:rPr lang="en-US" sz="2000" spc="-47" dirty="0"/>
              <a:t> </a:t>
            </a:r>
            <a:r>
              <a:rPr lang="en-US" sz="2000" dirty="0"/>
              <a:t>fabrics</a:t>
            </a:r>
            <a:r>
              <a:rPr lang="en-US" sz="2000" spc="-40" dirty="0"/>
              <a:t> </a:t>
            </a:r>
            <a:r>
              <a:rPr lang="en-US" sz="2000" dirty="0"/>
              <a:t>for</a:t>
            </a:r>
            <a:r>
              <a:rPr lang="en-US" sz="2000" spc="-40" dirty="0"/>
              <a:t> </a:t>
            </a:r>
            <a:r>
              <a:rPr lang="en-US" sz="2000" dirty="0"/>
              <a:t>cuffs</a:t>
            </a:r>
            <a:r>
              <a:rPr lang="en-US" sz="2000" spc="-40" dirty="0"/>
              <a:t> </a:t>
            </a:r>
            <a:r>
              <a:rPr lang="en-US" sz="2000" dirty="0"/>
              <a:t>:2/20</a:t>
            </a:r>
            <a:r>
              <a:rPr lang="en-US" sz="2000" spc="-40" dirty="0"/>
              <a:t> </a:t>
            </a:r>
            <a:r>
              <a:rPr lang="en-US" sz="2000" dirty="0"/>
              <a:t>all</a:t>
            </a:r>
            <a:r>
              <a:rPr lang="en-US" sz="2000" spc="-40" dirty="0"/>
              <a:t> </a:t>
            </a:r>
            <a:r>
              <a:rPr lang="en-US" sz="2000" spc="-13" dirty="0"/>
              <a:t>cotton.</a:t>
            </a:r>
            <a:endParaRPr lang="en-US" sz="2000" dirty="0"/>
          </a:p>
          <a:p>
            <a:pPr marL="1235256" lvl="1" indent="-228600">
              <a:lnSpc>
                <a:spcPct val="90000"/>
              </a:lnSpc>
              <a:spcBef>
                <a:spcPts val="267"/>
              </a:spcBef>
              <a:buFont typeface="Arial" panose="020B0604020202020204" pitchFamily="34" charset="0"/>
              <a:buChar char="•"/>
              <a:tabLst>
                <a:tab pos="1235256" algn="l"/>
              </a:tabLst>
            </a:pPr>
            <a:r>
              <a:rPr lang="en-US" sz="2000" dirty="0"/>
              <a:t>Thread</a:t>
            </a:r>
            <a:r>
              <a:rPr lang="en-US" sz="2000" spc="-40" dirty="0"/>
              <a:t> </a:t>
            </a:r>
            <a:r>
              <a:rPr lang="en-US" sz="2000" dirty="0"/>
              <a:t>Cotton</a:t>
            </a:r>
            <a:r>
              <a:rPr lang="en-US" sz="2000" spc="-40" dirty="0"/>
              <a:t> </a:t>
            </a:r>
            <a:r>
              <a:rPr lang="en-US" sz="2000" dirty="0"/>
              <a:t>sewing</a:t>
            </a:r>
            <a:r>
              <a:rPr lang="en-US" sz="2000" spc="-40" dirty="0"/>
              <a:t> </a:t>
            </a:r>
            <a:r>
              <a:rPr lang="en-US" sz="2000" dirty="0"/>
              <a:t>thread</a:t>
            </a:r>
            <a:r>
              <a:rPr lang="en-US" sz="2000" spc="-33" dirty="0"/>
              <a:t> </a:t>
            </a:r>
            <a:r>
              <a:rPr lang="en-US" sz="2000" dirty="0"/>
              <a:t>as</a:t>
            </a:r>
            <a:r>
              <a:rPr lang="en-US" sz="2000" spc="-40" dirty="0"/>
              <a:t> </a:t>
            </a:r>
            <a:r>
              <a:rPr lang="en-US" sz="2000" dirty="0"/>
              <a:t>per</a:t>
            </a:r>
            <a:r>
              <a:rPr lang="en-US" sz="2000" spc="-40" dirty="0"/>
              <a:t> </a:t>
            </a:r>
            <a:r>
              <a:rPr lang="en-US" sz="2000" dirty="0"/>
              <a:t>IS:</a:t>
            </a:r>
            <a:r>
              <a:rPr lang="en-US" sz="2000" spc="-40" dirty="0"/>
              <a:t> </a:t>
            </a:r>
            <a:r>
              <a:rPr lang="en-US" sz="2000" spc="-13" dirty="0"/>
              <a:t>1720-1969.</a:t>
            </a:r>
            <a:endParaRPr lang="en-US" sz="2000" dirty="0"/>
          </a:p>
          <a:p>
            <a:pPr marL="1235256" lvl="1" indent="-228600">
              <a:lnSpc>
                <a:spcPct val="90000"/>
              </a:lnSpc>
              <a:spcBef>
                <a:spcPts val="260"/>
              </a:spcBef>
              <a:buFont typeface="Arial" panose="020B0604020202020204" pitchFamily="34" charset="0"/>
              <a:buChar char="•"/>
              <a:tabLst>
                <a:tab pos="1235256" algn="l"/>
              </a:tabLst>
            </a:pPr>
            <a:r>
              <a:rPr lang="en-US" sz="2000" dirty="0"/>
              <a:t>Size,</a:t>
            </a:r>
            <a:r>
              <a:rPr lang="en-US" sz="2000" spc="-60" dirty="0"/>
              <a:t> </a:t>
            </a:r>
            <a:r>
              <a:rPr lang="en-US" sz="2000" dirty="0"/>
              <a:t>design</a:t>
            </a:r>
            <a:r>
              <a:rPr lang="en-US" sz="2000" spc="-33" dirty="0"/>
              <a:t> </a:t>
            </a:r>
            <a:r>
              <a:rPr lang="en-US" sz="2000" dirty="0"/>
              <a:t>and</a:t>
            </a:r>
            <a:r>
              <a:rPr lang="en-US" sz="2000" spc="-33" dirty="0"/>
              <a:t> </a:t>
            </a:r>
            <a:r>
              <a:rPr lang="en-US" sz="2000" spc="-13" dirty="0"/>
              <a:t>stitching:</a:t>
            </a:r>
            <a:r>
              <a:rPr lang="en-US" sz="2000" spc="-87" dirty="0"/>
              <a:t> </a:t>
            </a:r>
            <a:r>
              <a:rPr lang="en-US" sz="2000" dirty="0"/>
              <a:t>As</a:t>
            </a:r>
            <a:r>
              <a:rPr lang="en-US" sz="2000" spc="-33" dirty="0"/>
              <a:t> </a:t>
            </a:r>
            <a:r>
              <a:rPr lang="en-US" sz="2000" dirty="0"/>
              <a:t>per</a:t>
            </a:r>
            <a:r>
              <a:rPr lang="en-US" sz="2000" spc="-33" dirty="0"/>
              <a:t> </a:t>
            </a:r>
            <a:r>
              <a:rPr lang="en-US" sz="2000" dirty="0"/>
              <a:t>IS:</a:t>
            </a:r>
            <a:r>
              <a:rPr lang="en-US" sz="2000" spc="-27" dirty="0"/>
              <a:t> </a:t>
            </a:r>
            <a:r>
              <a:rPr lang="en-US" sz="2000" dirty="0"/>
              <a:t>6994</a:t>
            </a:r>
            <a:r>
              <a:rPr lang="en-US" sz="2000" spc="-33" dirty="0"/>
              <a:t> </a:t>
            </a:r>
            <a:r>
              <a:rPr lang="en-US" sz="2000" dirty="0"/>
              <a:t>(Part</a:t>
            </a:r>
            <a:r>
              <a:rPr lang="en-US" sz="2000" spc="-33" dirty="0"/>
              <a:t> </a:t>
            </a:r>
            <a:r>
              <a:rPr lang="en-US" sz="2000" spc="-13" dirty="0"/>
              <a:t>1)-1973.</a:t>
            </a:r>
            <a:endParaRPr lang="en-US" sz="2000" dirty="0"/>
          </a:p>
          <a:p>
            <a:pPr lvl="1" indent="-228600">
              <a:lnSpc>
                <a:spcPct val="90000"/>
              </a:lnSpc>
              <a:spcBef>
                <a:spcPts val="180"/>
              </a:spcBef>
              <a:buClr>
                <a:srgbClr val="222222"/>
              </a:buClr>
              <a:buFont typeface="Arial" panose="020B0604020202020204" pitchFamily="34" charset="0"/>
              <a:buChar char="•"/>
            </a:pPr>
            <a:endParaRPr lang="en-US" sz="2000" dirty="0"/>
          </a:p>
          <a:p>
            <a:pPr marL="625671" indent="-228600">
              <a:lnSpc>
                <a:spcPct val="90000"/>
              </a:lnSpc>
              <a:buFont typeface="Arial" panose="020B0604020202020204" pitchFamily="34" charset="0"/>
              <a:buChar char="•"/>
              <a:tabLst>
                <a:tab pos="625671" algn="l"/>
              </a:tabLst>
            </a:pPr>
            <a:r>
              <a:rPr lang="en-US" sz="2000" b="1" spc="-13" dirty="0"/>
              <a:t>Markings:</a:t>
            </a:r>
            <a:endParaRPr lang="en-US" sz="2000" dirty="0"/>
          </a:p>
          <a:p>
            <a:pPr indent="-228600">
              <a:lnSpc>
                <a:spcPct val="90000"/>
              </a:lnSpc>
              <a:spcBef>
                <a:spcPts val="173"/>
              </a:spcBef>
              <a:buFont typeface="Arial" panose="020B0604020202020204" pitchFamily="34" charset="0"/>
              <a:buChar char="•"/>
            </a:pPr>
            <a:endParaRPr lang="en-US" sz="2000" dirty="0"/>
          </a:p>
          <a:p>
            <a:pPr marL="626518" indent="-228600">
              <a:lnSpc>
                <a:spcPct val="90000"/>
              </a:lnSpc>
              <a:spcBef>
                <a:spcPts val="7"/>
              </a:spcBef>
              <a:buFont typeface="Arial" panose="020B0604020202020204" pitchFamily="34" charset="0"/>
              <a:buChar char="•"/>
            </a:pPr>
            <a:r>
              <a:rPr lang="en-US" sz="2000" dirty="0"/>
              <a:t>The</a:t>
            </a:r>
            <a:r>
              <a:rPr lang="en-US" sz="2000" spc="-40" dirty="0"/>
              <a:t> </a:t>
            </a:r>
            <a:r>
              <a:rPr lang="en-US" sz="2000" dirty="0"/>
              <a:t>gloves</a:t>
            </a:r>
            <a:r>
              <a:rPr lang="en-US" sz="2000" spc="-40" dirty="0"/>
              <a:t> </a:t>
            </a:r>
            <a:r>
              <a:rPr lang="en-US" sz="2000" dirty="0"/>
              <a:t>shall</a:t>
            </a:r>
            <a:r>
              <a:rPr lang="en-US" sz="2000" spc="-40" dirty="0"/>
              <a:t> </a:t>
            </a:r>
            <a:r>
              <a:rPr lang="en-US" sz="2000" dirty="0"/>
              <a:t>be</a:t>
            </a:r>
            <a:r>
              <a:rPr lang="en-US" sz="2000" spc="-33" dirty="0"/>
              <a:t> </a:t>
            </a:r>
            <a:r>
              <a:rPr lang="en-US" sz="2000" dirty="0"/>
              <a:t>legibly</a:t>
            </a:r>
            <a:r>
              <a:rPr lang="en-US" sz="2000" spc="-40" dirty="0"/>
              <a:t> </a:t>
            </a:r>
            <a:r>
              <a:rPr lang="en-US" sz="2000" dirty="0"/>
              <a:t>stamped</a:t>
            </a:r>
            <a:r>
              <a:rPr lang="en-US" sz="2000" spc="-40" dirty="0"/>
              <a:t> </a:t>
            </a:r>
            <a:r>
              <a:rPr lang="en-US" sz="2000" dirty="0"/>
              <a:t>on</a:t>
            </a:r>
            <a:r>
              <a:rPr lang="en-US" sz="2000" spc="-33" dirty="0"/>
              <a:t> </a:t>
            </a:r>
            <a:r>
              <a:rPr lang="en-US" sz="2000" dirty="0"/>
              <a:t>the</a:t>
            </a:r>
            <a:r>
              <a:rPr lang="en-US" sz="2000" spc="-40" dirty="0"/>
              <a:t> </a:t>
            </a:r>
            <a:r>
              <a:rPr lang="en-US" sz="2000" dirty="0"/>
              <a:t>inside</a:t>
            </a:r>
            <a:r>
              <a:rPr lang="en-US" sz="2000" spc="-40" dirty="0"/>
              <a:t> </a:t>
            </a:r>
            <a:r>
              <a:rPr lang="en-US" sz="2000" dirty="0"/>
              <a:t>of</a:t>
            </a:r>
            <a:r>
              <a:rPr lang="en-US" sz="2000" spc="-33" dirty="0"/>
              <a:t> </a:t>
            </a:r>
            <a:r>
              <a:rPr lang="en-US" sz="2000" dirty="0"/>
              <a:t>the</a:t>
            </a:r>
            <a:r>
              <a:rPr lang="en-US" sz="2000" spc="-40" dirty="0"/>
              <a:t> </a:t>
            </a:r>
            <a:r>
              <a:rPr lang="en-US" sz="2000" dirty="0"/>
              <a:t>cuffs</a:t>
            </a:r>
            <a:r>
              <a:rPr lang="en-US" sz="2000" spc="-40" dirty="0"/>
              <a:t> </a:t>
            </a:r>
            <a:r>
              <a:rPr lang="en-US" sz="2000" dirty="0"/>
              <a:t>with</a:t>
            </a:r>
            <a:r>
              <a:rPr lang="en-US" sz="2000" spc="-33" dirty="0"/>
              <a:t> </a:t>
            </a:r>
            <a:r>
              <a:rPr lang="en-US" sz="2000" dirty="0"/>
              <a:t>the</a:t>
            </a:r>
            <a:r>
              <a:rPr lang="en-US" sz="2000" spc="-40" dirty="0"/>
              <a:t> </a:t>
            </a:r>
            <a:r>
              <a:rPr lang="en-US" sz="2000" spc="-13" dirty="0"/>
              <a:t>following</a:t>
            </a:r>
            <a:r>
              <a:rPr lang="en-US" sz="2000" spc="-40" dirty="0"/>
              <a:t> </a:t>
            </a:r>
            <a:r>
              <a:rPr lang="en-US" sz="2000" spc="-13" dirty="0"/>
              <a:t>information:</a:t>
            </a:r>
            <a:endParaRPr lang="en-US" sz="2000" dirty="0"/>
          </a:p>
          <a:p>
            <a:pPr marL="626518" marR="6773" indent="-228600">
              <a:lnSpc>
                <a:spcPct val="90000"/>
              </a:lnSpc>
              <a:buFont typeface="Arial" panose="020B0604020202020204" pitchFamily="34" charset="0"/>
              <a:buChar char="•"/>
            </a:pPr>
            <a:r>
              <a:rPr lang="en-US" sz="2000" spc="-13" dirty="0"/>
              <a:t>Type</a:t>
            </a:r>
            <a:r>
              <a:rPr lang="en-US" sz="2000" spc="-53" dirty="0"/>
              <a:t> </a:t>
            </a:r>
            <a:r>
              <a:rPr lang="en-US" sz="2000" dirty="0"/>
              <a:t>and</a:t>
            </a:r>
            <a:r>
              <a:rPr lang="en-US" sz="2000" spc="-47" dirty="0"/>
              <a:t> </a:t>
            </a:r>
            <a:r>
              <a:rPr lang="en-US" sz="2000" dirty="0"/>
              <a:t>nominal</a:t>
            </a:r>
            <a:r>
              <a:rPr lang="en-US" sz="2000" spc="-47" dirty="0"/>
              <a:t> </a:t>
            </a:r>
            <a:r>
              <a:rPr lang="en-US" sz="2000" dirty="0"/>
              <a:t>size</a:t>
            </a:r>
            <a:r>
              <a:rPr lang="en-US" sz="2000" spc="-47" dirty="0"/>
              <a:t> </a:t>
            </a:r>
            <a:r>
              <a:rPr lang="en-US" sz="2000" dirty="0"/>
              <a:t>of</a:t>
            </a:r>
            <a:r>
              <a:rPr lang="en-US" sz="2000" spc="-47" dirty="0"/>
              <a:t> </a:t>
            </a:r>
            <a:r>
              <a:rPr lang="en-US" sz="2000" dirty="0"/>
              <a:t>the</a:t>
            </a:r>
            <a:r>
              <a:rPr lang="en-US" sz="2000" spc="-47" dirty="0"/>
              <a:t> </a:t>
            </a:r>
            <a:r>
              <a:rPr lang="en-US" sz="2000" dirty="0"/>
              <a:t>gloves,</a:t>
            </a:r>
            <a:r>
              <a:rPr lang="en-US" sz="2000" spc="-47" dirty="0"/>
              <a:t> </a:t>
            </a:r>
            <a:r>
              <a:rPr lang="en-US" sz="2000" dirty="0"/>
              <a:t>where</a:t>
            </a:r>
            <a:r>
              <a:rPr lang="en-US" sz="2000" spc="-47" dirty="0"/>
              <a:t> </a:t>
            </a:r>
            <a:r>
              <a:rPr lang="en-US" sz="2000" spc="-13" dirty="0"/>
              <a:t>applicable,</a:t>
            </a:r>
            <a:r>
              <a:rPr lang="en-US" sz="2000" spc="-47" dirty="0"/>
              <a:t> </a:t>
            </a:r>
            <a:r>
              <a:rPr lang="en-US" sz="2000" dirty="0"/>
              <a:t>the</a:t>
            </a:r>
            <a:r>
              <a:rPr lang="en-US" sz="2000" spc="-47" dirty="0"/>
              <a:t> </a:t>
            </a:r>
            <a:r>
              <a:rPr lang="en-US" sz="2000" dirty="0"/>
              <a:t>words</a:t>
            </a:r>
            <a:r>
              <a:rPr lang="en-US" sz="2000" spc="-53" dirty="0"/>
              <a:t> </a:t>
            </a:r>
            <a:r>
              <a:rPr lang="en-US" sz="2000" dirty="0"/>
              <a:t>'light</a:t>
            </a:r>
            <a:r>
              <a:rPr lang="en-US" sz="2000" spc="-47" dirty="0"/>
              <a:t> </a:t>
            </a:r>
            <a:r>
              <a:rPr lang="en-US" sz="2000" dirty="0"/>
              <a:t>mass',</a:t>
            </a:r>
            <a:r>
              <a:rPr lang="en-US" sz="2000" spc="-47" dirty="0"/>
              <a:t> </a:t>
            </a:r>
            <a:r>
              <a:rPr lang="en-US" sz="2000" dirty="0"/>
              <a:t>'medium</a:t>
            </a:r>
            <a:r>
              <a:rPr lang="en-US" sz="2000" spc="-47" dirty="0"/>
              <a:t> </a:t>
            </a:r>
            <a:r>
              <a:rPr lang="en-US" sz="2000" dirty="0"/>
              <a:t>mass'</a:t>
            </a:r>
            <a:r>
              <a:rPr lang="en-US" sz="2000" spc="-47" dirty="0"/>
              <a:t> </a:t>
            </a:r>
            <a:r>
              <a:rPr lang="en-US" sz="2000" dirty="0"/>
              <a:t>or</a:t>
            </a:r>
            <a:r>
              <a:rPr lang="en-US" sz="2000" spc="-47" dirty="0"/>
              <a:t> </a:t>
            </a:r>
            <a:r>
              <a:rPr lang="en-US" sz="2000" dirty="0"/>
              <a:t>'heavy</a:t>
            </a:r>
            <a:r>
              <a:rPr lang="en-US" sz="2000" spc="-47" dirty="0"/>
              <a:t> </a:t>
            </a:r>
            <a:r>
              <a:rPr lang="en-US" sz="2000" spc="-13" dirty="0"/>
              <a:t>mass', </a:t>
            </a:r>
            <a:r>
              <a:rPr lang="en-US" sz="2000" dirty="0"/>
              <a:t>manufacturer's</a:t>
            </a:r>
            <a:r>
              <a:rPr lang="en-US" sz="2000" spc="-27" dirty="0"/>
              <a:t> </a:t>
            </a:r>
            <a:r>
              <a:rPr lang="en-US" sz="2000" dirty="0"/>
              <a:t>name</a:t>
            </a:r>
            <a:r>
              <a:rPr lang="en-US" sz="2000" spc="-20" dirty="0"/>
              <a:t> </a:t>
            </a:r>
            <a:r>
              <a:rPr lang="en-US" sz="2000" dirty="0"/>
              <a:t>or</a:t>
            </a:r>
            <a:r>
              <a:rPr lang="en-US" sz="2000" spc="-20" dirty="0"/>
              <a:t> </a:t>
            </a:r>
            <a:r>
              <a:rPr lang="en-US" sz="2000" spc="-13" dirty="0" err="1"/>
              <a:t>recognised</a:t>
            </a:r>
            <a:r>
              <a:rPr lang="en-US" sz="2000" spc="-27" dirty="0"/>
              <a:t> </a:t>
            </a:r>
            <a:r>
              <a:rPr lang="en-US" sz="2000" dirty="0"/>
              <a:t>trademark,</a:t>
            </a:r>
            <a:r>
              <a:rPr lang="en-US" sz="2000" spc="-20" dirty="0"/>
              <a:t> </a:t>
            </a:r>
            <a:r>
              <a:rPr lang="en-US" sz="2000" dirty="0"/>
              <a:t>and</a:t>
            </a:r>
            <a:r>
              <a:rPr lang="en-US" sz="2000" spc="-20" dirty="0"/>
              <a:t> </a:t>
            </a:r>
            <a:r>
              <a:rPr lang="en-US" sz="2000" dirty="0"/>
              <a:t>year</a:t>
            </a:r>
            <a:r>
              <a:rPr lang="en-US" sz="2000" spc="-27" dirty="0"/>
              <a:t> </a:t>
            </a:r>
            <a:r>
              <a:rPr lang="en-US" sz="2000" dirty="0"/>
              <a:t>of</a:t>
            </a:r>
            <a:r>
              <a:rPr lang="en-US" sz="2000" spc="-20" dirty="0"/>
              <a:t> </a:t>
            </a:r>
            <a:r>
              <a:rPr lang="en-US" sz="2000" spc="-13" dirty="0"/>
              <a:t>manufacture.</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ow of colorful boots&#10;&#10;Description automatically generated">
            <a:extLst>
              <a:ext uri="{FF2B5EF4-FFF2-40B4-BE49-F238E27FC236}">
                <a16:creationId xmlns:a16="http://schemas.microsoft.com/office/drawing/2014/main" id="{55D34223-1405-47ED-7800-49416C46D1FB}"/>
              </a:ext>
            </a:extLst>
          </p:cNvPr>
          <p:cNvPicPr>
            <a:picLocks noChangeAspect="1"/>
          </p:cNvPicPr>
          <p:nvPr/>
        </p:nvPicPr>
        <p:blipFill>
          <a:blip r:embed="rId2">
            <a:extLst>
              <a:ext uri="{28A0092B-C50C-407E-A947-70E740481C1C}">
                <a14:useLocalDpi xmlns:a14="http://schemas.microsoft.com/office/drawing/2010/main" val="0"/>
              </a:ext>
            </a:extLst>
          </a:blip>
          <a:srcRect l="26518" r="14023"/>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2" name="object 2"/>
          <p:cNvSpPr txBox="1"/>
          <p:nvPr/>
        </p:nvSpPr>
        <p:spPr>
          <a:xfrm>
            <a:off x="5740064" y="0"/>
            <a:ext cx="6252643" cy="3843666"/>
          </a:xfrm>
          <a:prstGeom prst="rect">
            <a:avLst/>
          </a:prstGeom>
        </p:spPr>
        <p:txBody>
          <a:bodyPr vert="horz" lIns="91440" tIns="45720" rIns="91440" bIns="45720" rtlCol="0">
            <a:noAutofit/>
          </a:bodyPr>
          <a:lstStyle/>
          <a:p>
            <a:pPr marL="16933" indent="-228600" algn="just">
              <a:lnSpc>
                <a:spcPct val="90000"/>
              </a:lnSpc>
              <a:spcBef>
                <a:spcPts val="133"/>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Specifications</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for</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Leather</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Safety</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Boots</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and</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Shoes</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1989</a:t>
            </a:r>
            <a:r>
              <a:rPr lang="en-US" sz="2400" b="1" spc="-47" dirty="0">
                <a:latin typeface="Times New Roman" panose="02020603050405020304" pitchFamily="18" charset="0"/>
                <a:cs typeface="Times New Roman" panose="02020603050405020304" pitchFamily="18" charset="0"/>
              </a:rPr>
              <a:t> </a:t>
            </a:r>
            <a:r>
              <a:rPr lang="en-US" sz="2400" b="1" spc="-13" dirty="0">
                <a:latin typeface="Times New Roman" panose="02020603050405020304" pitchFamily="18" charset="0"/>
                <a:cs typeface="Times New Roman" panose="02020603050405020304" pitchFamily="18" charset="0"/>
              </a:rPr>
              <a:t>(Part-</a:t>
            </a:r>
            <a:r>
              <a:rPr lang="en-US" sz="2400" b="1" dirty="0">
                <a:latin typeface="Times New Roman" panose="02020603050405020304" pitchFamily="18" charset="0"/>
                <a:cs typeface="Times New Roman" panose="02020603050405020304" pitchFamily="18" charset="0"/>
              </a:rPr>
              <a:t>1</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&amp;</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2)-</a:t>
            </a:r>
            <a:r>
              <a:rPr lang="en-US" sz="2400" b="1" spc="-13" dirty="0">
                <a:latin typeface="Times New Roman" panose="02020603050405020304" pitchFamily="18" charset="0"/>
                <a:cs typeface="Times New Roman" panose="02020603050405020304" pitchFamily="18" charset="0"/>
              </a:rPr>
              <a:t>1986]:</a:t>
            </a:r>
            <a:endParaRPr lang="en-US" sz="2400" dirty="0">
              <a:latin typeface="Times New Roman" panose="02020603050405020304" pitchFamily="18" charset="0"/>
              <a:cs typeface="Times New Roman" panose="02020603050405020304" pitchFamily="18" charset="0"/>
            </a:endParaRPr>
          </a:p>
          <a:p>
            <a:pPr indent="-228600" algn="just">
              <a:lnSpc>
                <a:spcPct val="90000"/>
              </a:lnSpc>
              <a:spcBef>
                <a:spcPts val="173"/>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Should</a:t>
            </a:r>
            <a:r>
              <a:rPr lang="en-US" sz="2400" spc="-6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ankle</a:t>
            </a:r>
            <a:r>
              <a:rPr lang="en-US" sz="2400" spc="-6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high.</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267"/>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Should</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have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six</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eyelets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(four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eyelets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less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each</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safety</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shoes.)</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267"/>
              </a:spcBef>
              <a:buFont typeface="Arial" panose="020B0604020202020204" pitchFamily="34" charset="0"/>
              <a:buChar char="•"/>
              <a:tabLst>
                <a:tab pos="625671" algn="l"/>
              </a:tabLst>
            </a:pPr>
            <a:r>
              <a:rPr lang="en-US" sz="2400" spc="-60" dirty="0">
                <a:latin typeface="Times New Roman" panose="02020603050405020304" pitchFamily="18" charset="0"/>
                <a:cs typeface="Times New Roman" panose="02020603050405020304" pitchFamily="18" charset="0"/>
              </a:rPr>
              <a:t>Toe</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reinforced</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steel</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toe</a:t>
            </a:r>
            <a:r>
              <a:rPr lang="en-US" sz="2400" spc="-53" dirty="0">
                <a:latin typeface="Times New Roman" panose="02020603050405020304" pitchFamily="18" charset="0"/>
                <a:cs typeface="Times New Roman" panose="02020603050405020304" pitchFamily="18" charset="0"/>
              </a:rPr>
              <a:t> </a:t>
            </a:r>
            <a:r>
              <a:rPr lang="en-US" sz="2400" spc="-27" dirty="0">
                <a:latin typeface="Times New Roman" panose="02020603050405020304" pitchFamily="18" charset="0"/>
                <a:cs typeface="Times New Roman" panose="02020603050405020304" pitchFamily="18" charset="0"/>
              </a:rPr>
              <a:t>cap.</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260"/>
              </a:spcBef>
              <a:buFont typeface="Arial" panose="020B0604020202020204" pitchFamily="34" charset="0"/>
              <a:buChar char="•"/>
              <a:tabLst>
                <a:tab pos="625671" algn="l"/>
              </a:tabLst>
            </a:pPr>
            <a:r>
              <a:rPr lang="en-US" sz="2400" spc="-33" dirty="0">
                <a:latin typeface="Times New Roman" panose="02020603050405020304" pitchFamily="18" charset="0"/>
                <a:cs typeface="Times New Roman" panose="02020603050405020304" pitchFamily="18" charset="0"/>
              </a:rPr>
              <a:t>Tongue</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5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padded.</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267"/>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Bottom</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made</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2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vegetable-</a:t>
            </a:r>
            <a:r>
              <a:rPr lang="en-US" sz="2400" dirty="0">
                <a:latin typeface="Times New Roman" panose="02020603050405020304" pitchFamily="18" charset="0"/>
                <a:cs typeface="Times New Roman" panose="02020603050405020304" pitchFamily="18" charset="0"/>
              </a:rPr>
              <a:t>tanned</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sole</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leather</a:t>
            </a:r>
            <a:r>
              <a:rPr lang="en-US" sz="2400" spc="-20" dirty="0">
                <a:latin typeface="Times New Roman" panose="02020603050405020304" pitchFamily="18" charset="0"/>
                <a:cs typeface="Times New Roman" panose="02020603050405020304" pitchFamily="18" charset="0"/>
              </a:rPr>
              <a:t> </a:t>
            </a:r>
            <a:r>
              <a:rPr lang="en-US" sz="2400" spc="-13" dirty="0" err="1">
                <a:latin typeface="Times New Roman" panose="02020603050405020304" pitchFamily="18" charset="0"/>
                <a:cs typeface="Times New Roman" panose="02020603050405020304" pitchFamily="18" charset="0"/>
              </a:rPr>
              <a:t>moulded</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rubber</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sole</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2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heel.</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260"/>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Eyelets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made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aluminum</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brass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coated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steel</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size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10</a:t>
            </a:r>
            <a:r>
              <a:rPr lang="en-US" sz="2400" spc="-33" dirty="0">
                <a:latin typeface="Times New Roman" panose="02020603050405020304" pitchFamily="18" charset="0"/>
                <a:cs typeface="Times New Roman" panose="02020603050405020304" pitchFamily="18" charset="0"/>
              </a:rPr>
              <a:t> mm.</a:t>
            </a:r>
            <a:endParaRPr lang="en-US" sz="2400" dirty="0">
              <a:latin typeface="Times New Roman" panose="02020603050405020304" pitchFamily="18" charset="0"/>
              <a:cs typeface="Times New Roman" panose="02020603050405020304" pitchFamily="18" charset="0"/>
            </a:endParaRPr>
          </a:p>
          <a:p>
            <a:pPr marL="626518" marR="6773" indent="-228600" algn="just">
              <a:lnSpc>
                <a:spcPct val="90000"/>
              </a:lnSpc>
              <a:buFont typeface="Arial" panose="020B0604020202020204" pitchFamily="34" charset="0"/>
              <a:buChar char="•"/>
              <a:tabLst>
                <a:tab pos="626518" algn="l"/>
              </a:tabLst>
            </a:pPr>
            <a:r>
              <a:rPr lang="en-US" sz="2400" dirty="0">
                <a:latin typeface="Times New Roman" panose="02020603050405020304" pitchFamily="18" charset="0"/>
                <a:cs typeface="Times New Roman" panose="02020603050405020304" pitchFamily="18" charset="0"/>
              </a:rPr>
              <a:t>Mass: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1750</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g/pair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size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8</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(maximum)</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hobnail,</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tips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heel</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tips,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1650</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z/pair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size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8</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a:t>
            </a:r>
            <a:r>
              <a:rPr lang="en-US" sz="2400" spc="-13" dirty="0" err="1">
                <a:latin typeface="Times New Roman" panose="02020603050405020304" pitchFamily="18" charset="0"/>
                <a:cs typeface="Times New Roman" panose="02020603050405020304" pitchFamily="18" charset="0"/>
              </a:rPr>
              <a:t>rnaximum</a:t>
            </a:r>
            <a:r>
              <a:rPr lang="en-US" sz="2400" spc="-1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without</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hob</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nails,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toe</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tips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heel</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tips.</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mass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shall</a:t>
            </a:r>
            <a:r>
              <a:rPr lang="en-US" sz="2400" spc="-2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increase</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decrease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by</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75g</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per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pair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each</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bigger</a:t>
            </a:r>
            <a:r>
              <a:rPr lang="en-US" sz="2400" spc="-40" dirty="0">
                <a:latin typeface="Times New Roman" panose="02020603050405020304" pitchFamily="18" charset="0"/>
                <a:cs typeface="Times New Roman" panose="02020603050405020304" pitchFamily="18" charset="0"/>
              </a:rPr>
              <a:t> </a:t>
            </a:r>
            <a:r>
              <a:rPr lang="en-US" sz="2400" spc="-33" dirty="0">
                <a:latin typeface="Times New Roman" panose="02020603050405020304" pitchFamily="18" charset="0"/>
                <a:cs typeface="Times New Roman" panose="02020603050405020304" pitchFamily="18" charset="0"/>
              </a:rPr>
              <a:t>or </a:t>
            </a:r>
            <a:r>
              <a:rPr lang="en-US" sz="2400" dirty="0">
                <a:latin typeface="Times New Roman" panose="02020603050405020304" pitchFamily="18" charset="0"/>
                <a:cs typeface="Times New Roman" panose="02020603050405020304" pitchFamily="18" charset="0"/>
              </a:rPr>
              <a:t>smaller</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size</a:t>
            </a:r>
            <a:r>
              <a:rPr lang="en-US" sz="2400" spc="-5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respectively.</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267"/>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Steel</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cap</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per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5852-</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1996</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withstand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blows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14.2</a:t>
            </a:r>
            <a:r>
              <a:rPr lang="en-US" sz="2400" spc="-33" dirty="0">
                <a:latin typeface="Times New Roman" panose="02020603050405020304" pitchFamily="18" charset="0"/>
                <a:cs typeface="Times New Roman" panose="02020603050405020304" pitchFamily="18" charset="0"/>
              </a:rPr>
              <a:t> </a:t>
            </a:r>
            <a:r>
              <a:rPr lang="en-US" sz="2400" spc="-13" dirty="0" err="1">
                <a:latin typeface="Times New Roman" panose="02020603050405020304" pitchFamily="18" charset="0"/>
                <a:cs typeface="Times New Roman" panose="02020603050405020304" pitchFamily="18" charset="0"/>
              </a:rPr>
              <a:t>kgf.m</a:t>
            </a:r>
            <a:r>
              <a:rPr lang="en-US" sz="2400" spc="-13"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erson welding a metal structure&#10;&#10;Description automatically generated with medium confidence">
            <a:extLst>
              <a:ext uri="{FF2B5EF4-FFF2-40B4-BE49-F238E27FC236}">
                <a16:creationId xmlns:a16="http://schemas.microsoft.com/office/drawing/2014/main" id="{7DD73AC6-B1EC-0707-5FF4-F2D0BD2F02B7}"/>
              </a:ext>
            </a:extLst>
          </p:cNvPr>
          <p:cNvPicPr>
            <a:picLocks noChangeAspect="1"/>
          </p:cNvPicPr>
          <p:nvPr/>
        </p:nvPicPr>
        <p:blipFill>
          <a:blip r:embed="rId2">
            <a:alphaModFix/>
            <a:extLst>
              <a:ext uri="{28A0092B-C50C-407E-A947-70E740481C1C}">
                <a14:useLocalDpi xmlns:a14="http://schemas.microsoft.com/office/drawing/2010/main" val="0"/>
              </a:ext>
            </a:extLst>
          </a:blip>
          <a:srcRect r="-1" b="13999"/>
          <a:stretch/>
        </p:blipFill>
        <p:spPr>
          <a:xfrm>
            <a:off x="4547937" y="-5"/>
            <a:ext cx="7644062" cy="3681406"/>
          </a:xfrm>
          <a:prstGeom prst="rect">
            <a:avLst/>
          </a:prstGeom>
        </p:spPr>
      </p:pic>
      <p:pic>
        <p:nvPicPr>
          <p:cNvPr id="4" name="Picture 3" descr="A group of people in white protective suits working at a factory&#10;&#10;Description automatically generated">
            <a:extLst>
              <a:ext uri="{FF2B5EF4-FFF2-40B4-BE49-F238E27FC236}">
                <a16:creationId xmlns:a16="http://schemas.microsoft.com/office/drawing/2014/main" id="{8CD499A4-AF81-BAE8-9BEF-A013A9B945C7}"/>
              </a:ext>
            </a:extLst>
          </p:cNvPr>
          <p:cNvPicPr>
            <a:picLocks noChangeAspect="1"/>
          </p:cNvPicPr>
          <p:nvPr/>
        </p:nvPicPr>
        <p:blipFill>
          <a:blip r:embed="rId3">
            <a:extLst>
              <a:ext uri="{28A0092B-C50C-407E-A947-70E740481C1C}">
                <a14:useLocalDpi xmlns:a14="http://schemas.microsoft.com/office/drawing/2010/main" val="0"/>
              </a:ext>
            </a:extLst>
          </a:blip>
          <a:srcRect l="4347" r="2" b="2"/>
          <a:stretch/>
        </p:blipFill>
        <p:spPr>
          <a:xfrm>
            <a:off x="4547938" y="3681409"/>
            <a:ext cx="7644062" cy="3176595"/>
          </a:xfrm>
          <a:prstGeom prst="rect">
            <a:avLst/>
          </a:prstGeom>
        </p:spPr>
      </p:pic>
      <p:sp>
        <p:nvSpPr>
          <p:cNvPr id="13" name="Rectangle 12">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126479-CD7B-9960-D4F0-8264265F0B48}"/>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400" b="1" kern="1200" dirty="0">
                <a:solidFill>
                  <a:schemeClr val="bg1"/>
                </a:solidFill>
                <a:latin typeface="+mj-lt"/>
                <a:ea typeface="+mj-ea"/>
                <a:cs typeface="+mj-cs"/>
              </a:rPr>
              <a:t>PPE STANDARDS</a:t>
            </a:r>
          </a:p>
        </p:txBody>
      </p:sp>
      <p:cxnSp>
        <p:nvCxnSpPr>
          <p:cNvPr id="15" name="Straight Connector 14">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66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2A76FF-9367-A64B-B5E5-7A6FAB568B1A}"/>
              </a:ext>
            </a:extLst>
          </p:cNvPr>
          <p:cNvSpPr>
            <a:spLocks noGrp="1"/>
          </p:cNvSpPr>
          <p:nvPr>
            <p:ph type="title"/>
          </p:nvPr>
        </p:nvSpPr>
        <p:spPr>
          <a:xfrm>
            <a:off x="838201" y="365125"/>
            <a:ext cx="5251316" cy="1807305"/>
          </a:xfrm>
        </p:spPr>
        <p:txBody>
          <a:bodyPr>
            <a:normAutofit/>
          </a:bodyPr>
          <a:lstStyle/>
          <a:p>
            <a:r>
              <a:rPr lang="en-IN" dirty="0"/>
              <a:t>PPE Standards</a:t>
            </a:r>
          </a:p>
        </p:txBody>
      </p:sp>
      <p:sp>
        <p:nvSpPr>
          <p:cNvPr id="3" name="Content Placeholder 2">
            <a:extLst>
              <a:ext uri="{FF2B5EF4-FFF2-40B4-BE49-F238E27FC236}">
                <a16:creationId xmlns:a16="http://schemas.microsoft.com/office/drawing/2014/main" id="{6DDF6BEB-3228-55FA-9B0A-AA4DE45997B8}"/>
              </a:ext>
            </a:extLst>
          </p:cNvPr>
          <p:cNvSpPr>
            <a:spLocks noGrp="1"/>
          </p:cNvSpPr>
          <p:nvPr>
            <p:ph idx="1"/>
          </p:nvPr>
        </p:nvSpPr>
        <p:spPr>
          <a:xfrm>
            <a:off x="838200" y="2333297"/>
            <a:ext cx="4619621" cy="3843666"/>
          </a:xfrm>
        </p:spPr>
        <p:txBody>
          <a:bodyPr>
            <a:noAutofit/>
          </a:bodyPr>
          <a:lstStyle/>
          <a:p>
            <a:pPr marL="685783" indent="-685783" algn="just">
              <a:buFont typeface="+mj-lt"/>
              <a:buAutoNum type="arabicPeriod"/>
            </a:pPr>
            <a:r>
              <a:rPr lang="en-US" sz="2400" b="1" dirty="0"/>
              <a:t>29 CFR 1910.133 Eye and Face Protection: </a:t>
            </a:r>
          </a:p>
          <a:p>
            <a:pPr lvl="1" algn="just"/>
            <a:r>
              <a:rPr lang="en-US" dirty="0"/>
              <a:t>“The employer shall ensure that each employee uses appropriate eye or face protection when exposed to eye or face hazards from flying particles, molten metal, liquid chemicals, acids or caustic liquids, chemical gases or vapors, or potentially injurious light radiation.” </a:t>
            </a:r>
          </a:p>
        </p:txBody>
      </p:sp>
      <p:pic>
        <p:nvPicPr>
          <p:cNvPr id="6" name="Picture 5" descr="A person wearing a vr headset&#10;&#10;Description automatically generated">
            <a:extLst>
              <a:ext uri="{FF2B5EF4-FFF2-40B4-BE49-F238E27FC236}">
                <a16:creationId xmlns:a16="http://schemas.microsoft.com/office/drawing/2014/main" id="{E8D19724-A20C-1AEF-B432-23CBEDFC6FD0}"/>
              </a:ext>
            </a:extLst>
          </p:cNvPr>
          <p:cNvPicPr>
            <a:picLocks noChangeAspect="1"/>
          </p:cNvPicPr>
          <p:nvPr/>
        </p:nvPicPr>
        <p:blipFill>
          <a:blip r:embed="rId2">
            <a:extLst>
              <a:ext uri="{28A0092B-C50C-407E-A947-70E740481C1C}">
                <a14:useLocalDpi xmlns:a14="http://schemas.microsoft.com/office/drawing/2010/main" val="0"/>
              </a:ext>
            </a:extLst>
          </a:blip>
          <a:srcRect l="12500" r="29463"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348831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oup of safety helmets on a table&#10;&#10;Description automatically generated">
            <a:extLst>
              <a:ext uri="{FF2B5EF4-FFF2-40B4-BE49-F238E27FC236}">
                <a16:creationId xmlns:a16="http://schemas.microsoft.com/office/drawing/2014/main" id="{60439FE0-5990-D8BA-EFE8-728115332A7C}"/>
              </a:ext>
            </a:extLst>
          </p:cNvPr>
          <p:cNvPicPr>
            <a:picLocks noChangeAspect="1"/>
          </p:cNvPicPr>
          <p:nvPr/>
        </p:nvPicPr>
        <p:blipFill>
          <a:blip r:embed="rId2">
            <a:extLst>
              <a:ext uri="{28A0092B-C50C-407E-A947-70E740481C1C}">
                <a14:useLocalDpi xmlns:a14="http://schemas.microsoft.com/office/drawing/2010/main" val="0"/>
              </a:ext>
            </a:extLst>
          </a:blip>
          <a:srcRect l="6001"/>
          <a:stretch/>
        </p:blipFill>
        <p:spPr>
          <a:xfrm>
            <a:off x="1" y="10"/>
            <a:ext cx="9669642" cy="6857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9E611046-1182-EF69-EA84-4F38FEFBE3E9}"/>
              </a:ext>
            </a:extLst>
          </p:cNvPr>
          <p:cNvSpPr>
            <a:spLocks noGrp="1"/>
          </p:cNvSpPr>
          <p:nvPr>
            <p:ph type="title"/>
          </p:nvPr>
        </p:nvSpPr>
        <p:spPr>
          <a:xfrm>
            <a:off x="7700402" y="-497906"/>
            <a:ext cx="3822189" cy="1899912"/>
          </a:xfrm>
        </p:spPr>
        <p:txBody>
          <a:bodyPr>
            <a:normAutofit/>
          </a:bodyPr>
          <a:lstStyle/>
          <a:p>
            <a:r>
              <a:rPr lang="en-IN" sz="4000" dirty="0"/>
              <a:t>PPE Standards</a:t>
            </a:r>
          </a:p>
        </p:txBody>
      </p:sp>
      <p:sp>
        <p:nvSpPr>
          <p:cNvPr id="3" name="Content Placeholder 2">
            <a:extLst>
              <a:ext uri="{FF2B5EF4-FFF2-40B4-BE49-F238E27FC236}">
                <a16:creationId xmlns:a16="http://schemas.microsoft.com/office/drawing/2014/main" id="{7A504AA6-DB15-393A-22FB-EA6708F6BD53}"/>
              </a:ext>
            </a:extLst>
          </p:cNvPr>
          <p:cNvSpPr>
            <a:spLocks noGrp="1"/>
          </p:cNvSpPr>
          <p:nvPr>
            <p:ph idx="1"/>
          </p:nvPr>
        </p:nvSpPr>
        <p:spPr>
          <a:xfrm>
            <a:off x="7282825" y="763663"/>
            <a:ext cx="4657341" cy="3742762"/>
          </a:xfrm>
        </p:spPr>
        <p:txBody>
          <a:bodyPr>
            <a:noAutofit/>
          </a:bodyPr>
          <a:lstStyle/>
          <a:p>
            <a:pPr marL="685783" indent="-685783" algn="just">
              <a:buFont typeface="+mj-lt"/>
              <a:buAutoNum type="arabicPeriod" startAt="2"/>
            </a:pPr>
            <a:r>
              <a:rPr lang="en-US" sz="2400" b="1" dirty="0"/>
              <a:t>29 CFR 1910.134 Respiratory protection: </a:t>
            </a:r>
          </a:p>
          <a:p>
            <a:pPr lvl="1" algn="just"/>
            <a:r>
              <a:rPr lang="en-US" dirty="0"/>
              <a:t>“The employer shall provide a respirator to each employee when such equipment is necessary to protect the health of such employee. </a:t>
            </a:r>
          </a:p>
          <a:p>
            <a:pPr lvl="1" algn="just"/>
            <a:r>
              <a:rPr lang="en-US" dirty="0"/>
              <a:t>The employer shall provide the respirators which are applicable and suitable for the purpose intended. </a:t>
            </a:r>
          </a:p>
          <a:p>
            <a:pPr lvl="1" algn="just"/>
            <a:r>
              <a:rPr lang="en-US" dirty="0"/>
              <a:t>The employer shall be responsible for the establishment and maintenance of a respiratory protection program</a:t>
            </a:r>
            <a:endParaRPr lang="en-IN" dirty="0"/>
          </a:p>
        </p:txBody>
      </p:sp>
    </p:spTree>
    <p:extLst>
      <p:ext uri="{BB962C8B-B14F-4D97-AF65-F5344CB8AC3E}">
        <p14:creationId xmlns:p14="http://schemas.microsoft.com/office/powerpoint/2010/main" val="1639590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E611046-1182-EF69-EA84-4F38FEFBE3E9}"/>
              </a:ext>
            </a:extLst>
          </p:cNvPr>
          <p:cNvSpPr>
            <a:spLocks noGrp="1"/>
          </p:cNvSpPr>
          <p:nvPr>
            <p:ph type="title"/>
          </p:nvPr>
        </p:nvSpPr>
        <p:spPr>
          <a:xfrm>
            <a:off x="6513788" y="365125"/>
            <a:ext cx="4840010" cy="1807305"/>
          </a:xfrm>
        </p:spPr>
        <p:txBody>
          <a:bodyPr>
            <a:normAutofit/>
          </a:bodyPr>
          <a:lstStyle/>
          <a:p>
            <a:r>
              <a:rPr lang="en-IN"/>
              <a:t>PPE Standards</a:t>
            </a:r>
            <a:endParaRPr lang="en-IN" dirty="0"/>
          </a:p>
        </p:txBody>
      </p:sp>
      <p:pic>
        <p:nvPicPr>
          <p:cNvPr id="6" name="Picture 5" descr="A yellow hard hat on the ground&#10;&#10;Description automatically generated">
            <a:extLst>
              <a:ext uri="{FF2B5EF4-FFF2-40B4-BE49-F238E27FC236}">
                <a16:creationId xmlns:a16="http://schemas.microsoft.com/office/drawing/2014/main" id="{BBEA1A2C-AC8C-9EE2-61DD-9BF06AB6F998}"/>
              </a:ext>
            </a:extLst>
          </p:cNvPr>
          <p:cNvPicPr>
            <a:picLocks noChangeAspect="1"/>
          </p:cNvPicPr>
          <p:nvPr/>
        </p:nvPicPr>
        <p:blipFill>
          <a:blip r:embed="rId2">
            <a:extLst>
              <a:ext uri="{28A0092B-C50C-407E-A947-70E740481C1C}">
                <a14:useLocalDpi xmlns:a14="http://schemas.microsoft.com/office/drawing/2010/main" val="0"/>
              </a:ext>
            </a:extLst>
          </a:blip>
          <a:srcRect l="15672" r="24869"/>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7A504AA6-DB15-393A-22FB-EA6708F6BD53}"/>
              </a:ext>
            </a:extLst>
          </p:cNvPr>
          <p:cNvSpPr>
            <a:spLocks noGrp="1"/>
          </p:cNvSpPr>
          <p:nvPr>
            <p:ph idx="1"/>
          </p:nvPr>
        </p:nvSpPr>
        <p:spPr>
          <a:xfrm>
            <a:off x="5890846" y="1770589"/>
            <a:ext cx="5726721" cy="3843666"/>
          </a:xfrm>
        </p:spPr>
        <p:txBody>
          <a:bodyPr>
            <a:noAutofit/>
          </a:bodyPr>
          <a:lstStyle/>
          <a:p>
            <a:pPr marL="685783" indent="-685783" algn="just">
              <a:buFont typeface="+mj-lt"/>
              <a:buAutoNum type="arabicPeriod" startAt="3"/>
            </a:pPr>
            <a:r>
              <a:rPr lang="en-US" sz="2400" b="1" dirty="0"/>
              <a:t>29 CFR 1910.135 Head protection</a:t>
            </a:r>
          </a:p>
          <a:p>
            <a:pPr lvl="1" algn="just"/>
            <a:r>
              <a:rPr lang="en-US" dirty="0"/>
              <a:t>“The employer shall ensure that each affected employee wears a protective helmet when working in areas where there is a potential for injury to the head from falling objects. </a:t>
            </a:r>
          </a:p>
          <a:p>
            <a:pPr lvl="1" algn="just"/>
            <a:r>
              <a:rPr lang="en-US" dirty="0"/>
              <a:t>The employer shall ensure that a protective helmet designed to reduce electrical shock hazard is worn by each such affected employee when near exposed electrical conductors which could contact the head.</a:t>
            </a:r>
            <a:endParaRPr lang="en-IN" dirty="0"/>
          </a:p>
        </p:txBody>
      </p:sp>
    </p:spTree>
    <p:extLst>
      <p:ext uri="{BB962C8B-B14F-4D97-AF65-F5344CB8AC3E}">
        <p14:creationId xmlns:p14="http://schemas.microsoft.com/office/powerpoint/2010/main" val="91334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E611046-1182-EF69-EA84-4F38FEFBE3E9}"/>
              </a:ext>
            </a:extLst>
          </p:cNvPr>
          <p:cNvSpPr>
            <a:spLocks noGrp="1"/>
          </p:cNvSpPr>
          <p:nvPr>
            <p:ph type="title"/>
          </p:nvPr>
        </p:nvSpPr>
        <p:spPr>
          <a:xfrm>
            <a:off x="761803" y="350196"/>
            <a:ext cx="4646904" cy="1624520"/>
          </a:xfrm>
        </p:spPr>
        <p:txBody>
          <a:bodyPr anchor="ctr">
            <a:normAutofit/>
          </a:bodyPr>
          <a:lstStyle/>
          <a:p>
            <a:r>
              <a:rPr lang="en-IN" sz="4000"/>
              <a:t>PPE Standards</a:t>
            </a:r>
          </a:p>
        </p:txBody>
      </p:sp>
      <p:sp>
        <p:nvSpPr>
          <p:cNvPr id="3" name="Content Placeholder 2">
            <a:extLst>
              <a:ext uri="{FF2B5EF4-FFF2-40B4-BE49-F238E27FC236}">
                <a16:creationId xmlns:a16="http://schemas.microsoft.com/office/drawing/2014/main" id="{7A504AA6-DB15-393A-22FB-EA6708F6BD53}"/>
              </a:ext>
            </a:extLst>
          </p:cNvPr>
          <p:cNvSpPr>
            <a:spLocks noGrp="1"/>
          </p:cNvSpPr>
          <p:nvPr>
            <p:ph idx="1"/>
          </p:nvPr>
        </p:nvSpPr>
        <p:spPr>
          <a:xfrm>
            <a:off x="534804" y="1811215"/>
            <a:ext cx="5327371" cy="3613149"/>
          </a:xfrm>
        </p:spPr>
        <p:txBody>
          <a:bodyPr anchor="ctr">
            <a:noAutofit/>
          </a:bodyPr>
          <a:lstStyle/>
          <a:p>
            <a:pPr marL="685783" indent="-685783" algn="just">
              <a:buFont typeface="+mj-lt"/>
              <a:buAutoNum type="arabicPeriod" startAt="4"/>
            </a:pPr>
            <a:r>
              <a:rPr lang="en-US" sz="2400" b="1" dirty="0"/>
              <a:t>29 CFR 1910.136 Occupational foot protection:</a:t>
            </a:r>
          </a:p>
          <a:p>
            <a:pPr marL="1219158" lvl="1" indent="-685783" algn="just"/>
            <a:r>
              <a:rPr lang="en-US" dirty="0"/>
              <a:t>“The employer shall ensure that each affected employee uses protective footwear when working in areas where there is a danger of foot injuries due to falling or rolling objects, or objects piercing the sole, and where such employee's feet are exposed to electrical hazards.” </a:t>
            </a:r>
            <a:endParaRPr lang="en-IN" dirty="0"/>
          </a:p>
        </p:txBody>
      </p:sp>
      <p:pic>
        <p:nvPicPr>
          <p:cNvPr id="6" name="Picture 5" descr="A person wearing yellow boots standing in a puddle&#10;&#10;Description automatically generated">
            <a:extLst>
              <a:ext uri="{FF2B5EF4-FFF2-40B4-BE49-F238E27FC236}">
                <a16:creationId xmlns:a16="http://schemas.microsoft.com/office/drawing/2014/main" id="{62474406-E5EF-BFB6-1920-20CA5FDA8AEF}"/>
              </a:ext>
            </a:extLst>
          </p:cNvPr>
          <p:cNvPicPr>
            <a:picLocks noChangeAspect="1"/>
          </p:cNvPicPr>
          <p:nvPr/>
        </p:nvPicPr>
        <p:blipFill>
          <a:blip r:embed="rId2">
            <a:extLst>
              <a:ext uri="{28A0092B-C50C-407E-A947-70E740481C1C}">
                <a14:useLocalDpi xmlns:a14="http://schemas.microsoft.com/office/drawing/2010/main" val="0"/>
              </a:ext>
            </a:extLst>
          </a:blip>
          <a:srcRect l="19742" r="20933"/>
          <a:stretch/>
        </p:blipFill>
        <p:spPr>
          <a:xfrm>
            <a:off x="6096000" y="1"/>
            <a:ext cx="6102825" cy="6858000"/>
          </a:xfrm>
          <a:prstGeom prst="rect">
            <a:avLst/>
          </a:prstGeom>
        </p:spPr>
      </p:pic>
    </p:spTree>
    <p:extLst>
      <p:ext uri="{BB962C8B-B14F-4D97-AF65-F5344CB8AC3E}">
        <p14:creationId xmlns:p14="http://schemas.microsoft.com/office/powerpoint/2010/main" val="2458551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wearing a hard hat and safety vest&#10;&#10;Description automatically generated">
            <a:extLst>
              <a:ext uri="{FF2B5EF4-FFF2-40B4-BE49-F238E27FC236}">
                <a16:creationId xmlns:a16="http://schemas.microsoft.com/office/drawing/2014/main" id="{8950FE63-D515-1C61-A1D1-D6393FD90A4B}"/>
              </a:ext>
            </a:extLst>
          </p:cNvPr>
          <p:cNvPicPr>
            <a:picLocks noChangeAspect="1"/>
          </p:cNvPicPr>
          <p:nvPr/>
        </p:nvPicPr>
        <p:blipFill>
          <a:blip r:embed="rId2">
            <a:extLst>
              <a:ext uri="{28A0092B-C50C-407E-A947-70E740481C1C}">
                <a14:useLocalDpi xmlns:a14="http://schemas.microsoft.com/office/drawing/2010/main" val="0"/>
              </a:ext>
            </a:extLst>
          </a:blip>
          <a:srcRect l="22066" r="12066"/>
          <a:stretch/>
        </p:blipFill>
        <p:spPr>
          <a:xfrm>
            <a:off x="20" y="1666568"/>
            <a:ext cx="6106195" cy="5191432"/>
          </a:xfrm>
          <a:prstGeom prst="rect">
            <a:avLst/>
          </a:prstGeom>
        </p:spPr>
      </p:pic>
      <p:sp useBgFill="1">
        <p:nvSpPr>
          <p:cNvPr id="13" name="Rectangle 12">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E611046-1182-EF69-EA84-4F38FEFBE3E9}"/>
              </a:ext>
            </a:extLst>
          </p:cNvPr>
          <p:cNvSpPr>
            <a:spLocks noGrp="1"/>
          </p:cNvSpPr>
          <p:nvPr>
            <p:ph type="title"/>
          </p:nvPr>
        </p:nvSpPr>
        <p:spPr>
          <a:xfrm>
            <a:off x="761801" y="352766"/>
            <a:ext cx="10591999" cy="1023584"/>
          </a:xfrm>
        </p:spPr>
        <p:txBody>
          <a:bodyPr>
            <a:normAutofit/>
          </a:bodyPr>
          <a:lstStyle/>
          <a:p>
            <a:r>
              <a:rPr lang="en-IN" sz="4000"/>
              <a:t>PPE Standards</a:t>
            </a:r>
          </a:p>
        </p:txBody>
      </p:sp>
      <p:sp>
        <p:nvSpPr>
          <p:cNvPr id="3" name="Content Placeholder 2">
            <a:extLst>
              <a:ext uri="{FF2B5EF4-FFF2-40B4-BE49-F238E27FC236}">
                <a16:creationId xmlns:a16="http://schemas.microsoft.com/office/drawing/2014/main" id="{7A504AA6-DB15-393A-22FB-EA6708F6BD53}"/>
              </a:ext>
            </a:extLst>
          </p:cNvPr>
          <p:cNvSpPr>
            <a:spLocks noGrp="1"/>
          </p:cNvSpPr>
          <p:nvPr>
            <p:ph idx="1"/>
          </p:nvPr>
        </p:nvSpPr>
        <p:spPr>
          <a:xfrm>
            <a:off x="6576646" y="2249766"/>
            <a:ext cx="4777153" cy="4070303"/>
          </a:xfrm>
        </p:spPr>
        <p:txBody>
          <a:bodyPr anchor="ctr">
            <a:noAutofit/>
          </a:bodyPr>
          <a:lstStyle/>
          <a:p>
            <a:pPr marL="685783" indent="-685783" algn="just">
              <a:buFont typeface="+mj-lt"/>
              <a:buAutoNum type="arabicPeriod" startAt="5"/>
            </a:pPr>
            <a:r>
              <a:rPr lang="en-US" sz="2400" b="1" dirty="0"/>
              <a:t>29 CFR 1910.137 Electrical protective equipment:</a:t>
            </a:r>
          </a:p>
          <a:p>
            <a:pPr marL="1142959" lvl="1" indent="-609585" algn="just"/>
            <a:r>
              <a:rPr lang="en-US" dirty="0"/>
              <a:t>details the design requirements for specific types of electrical protective equipment—rubber insulating blankets, rubber insulating matting, rubber insulating covers, rubber insulating line hose, rubber insulating gloves, and rubber insulating sleeves used for the primary insulation of employees from energized circuit parts.</a:t>
            </a:r>
            <a:endParaRPr lang="en-IN" dirty="0"/>
          </a:p>
        </p:txBody>
      </p:sp>
    </p:spTree>
    <p:extLst>
      <p:ext uri="{BB962C8B-B14F-4D97-AF65-F5344CB8AC3E}">
        <p14:creationId xmlns:p14="http://schemas.microsoft.com/office/powerpoint/2010/main" val="3093457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E611046-1182-EF69-EA84-4F38FEFBE3E9}"/>
              </a:ext>
            </a:extLst>
          </p:cNvPr>
          <p:cNvSpPr>
            <a:spLocks noGrp="1"/>
          </p:cNvSpPr>
          <p:nvPr>
            <p:ph type="title"/>
          </p:nvPr>
        </p:nvSpPr>
        <p:spPr>
          <a:xfrm>
            <a:off x="761800" y="762001"/>
            <a:ext cx="5334197" cy="1708242"/>
          </a:xfrm>
        </p:spPr>
        <p:txBody>
          <a:bodyPr anchor="ctr">
            <a:normAutofit/>
          </a:bodyPr>
          <a:lstStyle/>
          <a:p>
            <a:r>
              <a:rPr lang="en-IN" sz="4000"/>
              <a:t>PPE Standards</a:t>
            </a:r>
          </a:p>
        </p:txBody>
      </p:sp>
      <p:sp>
        <p:nvSpPr>
          <p:cNvPr id="3" name="Content Placeholder 2">
            <a:extLst>
              <a:ext uri="{FF2B5EF4-FFF2-40B4-BE49-F238E27FC236}">
                <a16:creationId xmlns:a16="http://schemas.microsoft.com/office/drawing/2014/main" id="{7A504AA6-DB15-393A-22FB-EA6708F6BD53}"/>
              </a:ext>
            </a:extLst>
          </p:cNvPr>
          <p:cNvSpPr>
            <a:spLocks noGrp="1"/>
          </p:cNvSpPr>
          <p:nvPr>
            <p:ph idx="1"/>
          </p:nvPr>
        </p:nvSpPr>
        <p:spPr>
          <a:xfrm>
            <a:off x="761800" y="2470244"/>
            <a:ext cx="5334197" cy="3769835"/>
          </a:xfrm>
        </p:spPr>
        <p:txBody>
          <a:bodyPr anchor="ctr">
            <a:noAutofit/>
          </a:bodyPr>
          <a:lstStyle/>
          <a:p>
            <a:pPr marL="685783" indent="-685783" algn="just">
              <a:buFont typeface="+mj-lt"/>
              <a:buAutoNum type="arabicPeriod" startAt="6"/>
            </a:pPr>
            <a:r>
              <a:rPr lang="en-US" sz="2400" b="1" dirty="0"/>
              <a:t>29 CFR 1910.140 Hand protection:</a:t>
            </a:r>
          </a:p>
          <a:p>
            <a:pPr marL="1142959" lvl="1" indent="-609585" algn="just"/>
            <a:r>
              <a:rPr lang="en-US" dirty="0"/>
              <a:t>“Employers shall select and require employees to use appropriate hand protection when employees' hands are exposed to hazards such as those from skin absorption of harmful substances; severe cuts or lacerations; severe abrasions; punctures; chemical burns; thermal burns; and harmful temperature extremes.” </a:t>
            </a:r>
            <a:endParaRPr lang="en-IN" dirty="0"/>
          </a:p>
        </p:txBody>
      </p:sp>
      <p:pic>
        <p:nvPicPr>
          <p:cNvPr id="6" name="Picture 5" descr="A person wearing blue gloves&#10;&#10;Description automatically generated">
            <a:extLst>
              <a:ext uri="{FF2B5EF4-FFF2-40B4-BE49-F238E27FC236}">
                <a16:creationId xmlns:a16="http://schemas.microsoft.com/office/drawing/2014/main" id="{97F7E750-6061-8E1A-7773-876A5FBE6C91}"/>
              </a:ext>
            </a:extLst>
          </p:cNvPr>
          <p:cNvPicPr>
            <a:picLocks noChangeAspect="1"/>
          </p:cNvPicPr>
          <p:nvPr/>
        </p:nvPicPr>
        <p:blipFill>
          <a:blip r:embed="rId2">
            <a:extLst>
              <a:ext uri="{28A0092B-C50C-407E-A947-70E740481C1C}">
                <a14:useLocalDpi xmlns:a14="http://schemas.microsoft.com/office/drawing/2010/main" val="0"/>
              </a:ext>
            </a:extLst>
          </a:blip>
          <a:srcRect l="15686" r="32397"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2026303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E611046-1182-EF69-EA84-4F38FEFBE3E9}"/>
              </a:ext>
            </a:extLst>
          </p:cNvPr>
          <p:cNvSpPr>
            <a:spLocks noGrp="1"/>
          </p:cNvSpPr>
          <p:nvPr>
            <p:ph type="title"/>
          </p:nvPr>
        </p:nvSpPr>
        <p:spPr>
          <a:xfrm>
            <a:off x="6513788" y="365125"/>
            <a:ext cx="4840010" cy="1807305"/>
          </a:xfrm>
        </p:spPr>
        <p:txBody>
          <a:bodyPr>
            <a:normAutofit/>
          </a:bodyPr>
          <a:lstStyle/>
          <a:p>
            <a:r>
              <a:rPr lang="en-IN" dirty="0"/>
              <a:t>PPE Standards</a:t>
            </a:r>
          </a:p>
        </p:txBody>
      </p:sp>
      <p:pic>
        <p:nvPicPr>
          <p:cNvPr id="6" name="Picture 5" descr="A yellow hard hat and glasses&#10;&#10;Description automatically generated">
            <a:extLst>
              <a:ext uri="{FF2B5EF4-FFF2-40B4-BE49-F238E27FC236}">
                <a16:creationId xmlns:a16="http://schemas.microsoft.com/office/drawing/2014/main" id="{A1BD78D1-8915-FA0E-21C5-60439B579573}"/>
              </a:ext>
            </a:extLst>
          </p:cNvPr>
          <p:cNvPicPr>
            <a:picLocks noChangeAspect="1"/>
          </p:cNvPicPr>
          <p:nvPr/>
        </p:nvPicPr>
        <p:blipFill>
          <a:blip r:embed="rId2">
            <a:extLst>
              <a:ext uri="{28A0092B-C50C-407E-A947-70E740481C1C}">
                <a14:useLocalDpi xmlns:a14="http://schemas.microsoft.com/office/drawing/2010/main" val="0"/>
              </a:ext>
            </a:extLst>
          </a:blip>
          <a:srcRect l="27784" r="15135"/>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7A504AA6-DB15-393A-22FB-EA6708F6BD53}"/>
              </a:ext>
            </a:extLst>
          </p:cNvPr>
          <p:cNvSpPr>
            <a:spLocks noGrp="1"/>
          </p:cNvSpPr>
          <p:nvPr>
            <p:ph idx="1"/>
          </p:nvPr>
        </p:nvSpPr>
        <p:spPr>
          <a:xfrm>
            <a:off x="5134708" y="1507166"/>
            <a:ext cx="6834552" cy="5174987"/>
          </a:xfrm>
        </p:spPr>
        <p:txBody>
          <a:bodyPr>
            <a:noAutofit/>
          </a:bodyPr>
          <a:lstStyle/>
          <a:p>
            <a:pPr marL="685783" indent="-685783" algn="just">
              <a:buFont typeface="+mj-lt"/>
              <a:buAutoNum type="arabicPeriod" startAt="7"/>
            </a:pPr>
            <a:r>
              <a:rPr lang="en-US" sz="2000" b="1" dirty="0">
                <a:latin typeface="Times New Roman" panose="02020603050405020304" pitchFamily="18" charset="0"/>
                <a:cs typeface="Times New Roman" panose="02020603050405020304" pitchFamily="18" charset="0"/>
              </a:rPr>
              <a:t>29 CFR 1910.132 General requirements:</a:t>
            </a:r>
          </a:p>
          <a:p>
            <a:pPr lvl="1" algn="just"/>
            <a:r>
              <a:rPr lang="en-US" sz="2000" dirty="0">
                <a:latin typeface="Times New Roman" panose="02020603050405020304" pitchFamily="18" charset="0"/>
                <a:cs typeface="Times New Roman" panose="02020603050405020304" pitchFamily="18" charset="0"/>
              </a:rPr>
              <a:t>says that all PPE has to meet these minimum requirements:</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Provide adequate protection against the particular hazards for which they are designed</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Be of safe design and construction for the work to be performed</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Be reasonably comfortable when worn under the designated conditions</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Fit snugly and not unduly interfere with the movements of the wearer</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Be durable</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Be capable of being disinfected</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Be easily cleanable</a:t>
            </a:r>
          </a:p>
          <a:p>
            <a:pPr marL="1828724" lvl="2" indent="-609585" algn="just">
              <a:buFont typeface="+mj-lt"/>
              <a:buAutoNum type="arabicPeriod"/>
            </a:pPr>
            <a:r>
              <a:rPr lang="en-US" dirty="0">
                <a:latin typeface="Times New Roman" panose="02020603050405020304" pitchFamily="18" charset="0"/>
                <a:cs typeface="Times New Roman" panose="02020603050405020304" pitchFamily="18" charset="0"/>
              </a:rPr>
              <a:t>Be distinctly marked to facilitate identification only of the manufacturer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7967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3B7AC3-15E2-DF51-107C-9A89100F375F}"/>
              </a:ext>
            </a:extLst>
          </p:cNvPr>
          <p:cNvSpPr>
            <a:spLocks noGrp="1"/>
          </p:cNvSpPr>
          <p:nvPr>
            <p:ph type="title"/>
          </p:nvPr>
        </p:nvSpPr>
        <p:spPr>
          <a:xfrm>
            <a:off x="4125223" y="-457200"/>
            <a:ext cx="7098153" cy="1807305"/>
          </a:xfrm>
        </p:spPr>
        <p:txBody>
          <a:bodyPr>
            <a:normAutofit/>
          </a:bodyPr>
          <a:lstStyle/>
          <a:p>
            <a:r>
              <a:rPr lang="en-IN" b="1" dirty="0"/>
              <a:t>IS Standards related to PPEs</a:t>
            </a:r>
          </a:p>
        </p:txBody>
      </p:sp>
      <p:pic>
        <p:nvPicPr>
          <p:cNvPr id="6" name="Picture 5" descr="A person wearing gloves holding a hard hat&#10;&#10;Description automatically generated">
            <a:extLst>
              <a:ext uri="{FF2B5EF4-FFF2-40B4-BE49-F238E27FC236}">
                <a16:creationId xmlns:a16="http://schemas.microsoft.com/office/drawing/2014/main" id="{C523B44B-E347-FD68-2CD3-BB935E687292}"/>
              </a:ext>
            </a:extLst>
          </p:cNvPr>
          <p:cNvPicPr>
            <a:picLocks noChangeAspect="1"/>
          </p:cNvPicPr>
          <p:nvPr/>
        </p:nvPicPr>
        <p:blipFill>
          <a:blip r:embed="rId2">
            <a:extLst>
              <a:ext uri="{28A0092B-C50C-407E-A947-70E740481C1C}">
                <a14:useLocalDpi xmlns:a14="http://schemas.microsoft.com/office/drawing/2010/main" val="0"/>
              </a:ext>
            </a:extLst>
          </a:blip>
          <a:srcRect l="12906" r="37148"/>
          <a:stretch/>
        </p:blipFill>
        <p:spPr>
          <a:xfrm>
            <a:off x="-833832" y="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E9D74BF2-0C89-4411-A5D2-00C6643D7B6C}"/>
              </a:ext>
            </a:extLst>
          </p:cNvPr>
          <p:cNvSpPr>
            <a:spLocks noGrp="1"/>
          </p:cNvSpPr>
          <p:nvPr>
            <p:ph idx="1"/>
          </p:nvPr>
        </p:nvSpPr>
        <p:spPr>
          <a:xfrm>
            <a:off x="4514909" y="1092496"/>
            <a:ext cx="7476275" cy="5765494"/>
          </a:xfrm>
        </p:spPr>
        <p:txBody>
          <a:bodyPr>
            <a:noAutofit/>
          </a:bodyPr>
          <a:lstStyle/>
          <a:p>
            <a:pPr marL="0" indent="0" algn="just">
              <a:buNone/>
            </a:pPr>
            <a:r>
              <a:rPr lang="en-IN" sz="2000" b="1" dirty="0">
                <a:latin typeface="Times New Roman" panose="02020603050405020304" pitchFamily="18" charset="0"/>
                <a:cs typeface="Times New Roman" panose="02020603050405020304" pitchFamily="18" charset="0"/>
              </a:rPr>
              <a:t>HEAD PROTECTION</a:t>
            </a:r>
          </a:p>
          <a:p>
            <a:pPr algn="just"/>
            <a:r>
              <a:rPr lang="en-IN" sz="2000" b="1" dirty="0">
                <a:latin typeface="Times New Roman" panose="02020603050405020304" pitchFamily="18" charset="0"/>
                <a:cs typeface="Times New Roman" panose="02020603050405020304" pitchFamily="18" charset="0"/>
              </a:rPr>
              <a:t>IS CODE 2745 : 1983 </a:t>
            </a:r>
            <a:r>
              <a:rPr lang="en-IN" sz="2000" dirty="0">
                <a:latin typeface="Times New Roman" panose="02020603050405020304" pitchFamily="18" charset="0"/>
                <a:cs typeface="Times New Roman" panose="02020603050405020304" pitchFamily="18" charset="0"/>
              </a:rPr>
              <a:t>– Specification for non-metal helmet for firemen and civil defence personnel.</a:t>
            </a:r>
          </a:p>
          <a:p>
            <a:pPr algn="just"/>
            <a:r>
              <a:rPr lang="en-IN" sz="2000" b="1" dirty="0">
                <a:latin typeface="Times New Roman" panose="02020603050405020304" pitchFamily="18" charset="0"/>
                <a:cs typeface="Times New Roman" panose="02020603050405020304" pitchFamily="18" charset="0"/>
              </a:rPr>
              <a:t>IS CODE  2925 : 1984 </a:t>
            </a:r>
            <a:r>
              <a:rPr lang="en-IN" sz="2000" dirty="0">
                <a:latin typeface="Times New Roman" panose="02020603050405020304" pitchFamily="18" charset="0"/>
                <a:cs typeface="Times New Roman" panose="02020603050405020304" pitchFamily="18" charset="0"/>
              </a:rPr>
              <a:t>– Specification Industrial safety helmet.</a:t>
            </a:r>
          </a:p>
          <a:p>
            <a:pPr algn="just"/>
            <a:r>
              <a:rPr lang="en-IN" sz="2000" b="1" dirty="0">
                <a:latin typeface="Times New Roman" panose="02020603050405020304" pitchFamily="18" charset="0"/>
                <a:cs typeface="Times New Roman" panose="02020603050405020304" pitchFamily="18" charset="0"/>
              </a:rPr>
              <a:t>IS CODE 4151 : 1993 </a:t>
            </a:r>
            <a:r>
              <a:rPr lang="en-IN" sz="2000" dirty="0">
                <a:latin typeface="Times New Roman" panose="02020603050405020304" pitchFamily="18" charset="0"/>
                <a:cs typeface="Times New Roman" panose="02020603050405020304" pitchFamily="18" charset="0"/>
              </a:rPr>
              <a:t>– Specification for protective helmets for scooter and motorcycle riders.</a:t>
            </a:r>
          </a:p>
          <a:p>
            <a:pPr marL="0" indent="0" algn="just">
              <a:buNone/>
            </a:pPr>
            <a:r>
              <a:rPr lang="en-IN" sz="2000" b="1" dirty="0">
                <a:latin typeface="Times New Roman" panose="02020603050405020304" pitchFamily="18" charset="0"/>
                <a:cs typeface="Times New Roman" panose="02020603050405020304" pitchFamily="18" charset="0"/>
              </a:rPr>
              <a:t>BODY PROTECTION</a:t>
            </a:r>
          </a:p>
          <a:p>
            <a:pPr algn="just"/>
            <a:r>
              <a:rPr lang="en-US" sz="2000" b="1" dirty="0">
                <a:latin typeface="Times New Roman" panose="02020603050405020304" pitchFamily="18" charset="0"/>
                <a:cs typeface="Times New Roman" panose="02020603050405020304" pitchFamily="18" charset="0"/>
              </a:rPr>
              <a:t>IS CODE 3521 : 1999 </a:t>
            </a:r>
            <a:r>
              <a:rPr lang="en-US" sz="2000" dirty="0">
                <a:latin typeface="Times New Roman" panose="02020603050405020304" pitchFamily="18" charset="0"/>
                <a:cs typeface="Times New Roman" panose="02020603050405020304" pitchFamily="18" charset="0"/>
              </a:rPr>
              <a:t>– Industrial safety belt and harness.</a:t>
            </a:r>
          </a:p>
          <a:p>
            <a:pPr algn="just"/>
            <a:r>
              <a:rPr lang="en-US" sz="2000" b="1" dirty="0">
                <a:latin typeface="Times New Roman" panose="02020603050405020304" pitchFamily="18" charset="0"/>
                <a:cs typeface="Times New Roman" panose="02020603050405020304" pitchFamily="18" charset="0"/>
              </a:rPr>
              <a:t>IS CODE 4501 : 1981 </a:t>
            </a:r>
            <a:r>
              <a:rPr lang="en-US" sz="2000" dirty="0">
                <a:latin typeface="Times New Roman" panose="02020603050405020304" pitchFamily="18" charset="0"/>
                <a:cs typeface="Times New Roman" panose="02020603050405020304" pitchFamily="18" charset="0"/>
              </a:rPr>
              <a:t>– Specification for aprons.</a:t>
            </a:r>
          </a:p>
          <a:p>
            <a:pPr algn="just"/>
            <a:r>
              <a:rPr lang="en-US" sz="2000" b="1" dirty="0">
                <a:latin typeface="Times New Roman" panose="02020603050405020304" pitchFamily="18" charset="0"/>
                <a:cs typeface="Times New Roman" panose="02020603050405020304" pitchFamily="18" charset="0"/>
              </a:rPr>
              <a:t>IS CODE 6153 : 1971 </a:t>
            </a:r>
            <a:r>
              <a:rPr lang="en-US" sz="2000" dirty="0">
                <a:latin typeface="Times New Roman" panose="02020603050405020304" pitchFamily="18" charset="0"/>
                <a:cs typeface="Times New Roman" panose="02020603050405020304" pitchFamily="18" charset="0"/>
              </a:rPr>
              <a:t>– Protective leather clothing.</a:t>
            </a:r>
          </a:p>
          <a:p>
            <a:pPr algn="just"/>
            <a:r>
              <a:rPr lang="en-US" sz="2000" b="1" dirty="0">
                <a:latin typeface="Times New Roman" panose="02020603050405020304" pitchFamily="18" charset="0"/>
                <a:cs typeface="Times New Roman" panose="02020603050405020304" pitchFamily="18" charset="0"/>
              </a:rPr>
              <a:t>IS CODE 7352 : 1974 </a:t>
            </a:r>
            <a:r>
              <a:rPr lang="en-US" sz="2000" dirty="0">
                <a:latin typeface="Times New Roman" panose="02020603050405020304" pitchFamily="18" charset="0"/>
                <a:cs typeface="Times New Roman" panose="02020603050405020304" pitchFamily="18" charset="0"/>
              </a:rPr>
              <a:t>– X-ray lead protective aprons.</a:t>
            </a:r>
          </a:p>
          <a:p>
            <a:pPr algn="just"/>
            <a:r>
              <a:rPr lang="en-US" sz="2000" b="1" dirty="0">
                <a:latin typeface="Times New Roman" panose="02020603050405020304" pitchFamily="18" charset="0"/>
                <a:cs typeface="Times New Roman" panose="02020603050405020304" pitchFamily="18" charset="0"/>
              </a:rPr>
              <a:t>IS CODE 8519 : 1977 </a:t>
            </a:r>
            <a:r>
              <a:rPr lang="en-US" sz="2000" dirty="0">
                <a:latin typeface="Times New Roman" panose="02020603050405020304" pitchFamily="18" charset="0"/>
                <a:cs typeface="Times New Roman" panose="02020603050405020304" pitchFamily="18" charset="0"/>
              </a:rPr>
              <a:t>– Guide for selection industrial safety equipment for the body.</a:t>
            </a:r>
          </a:p>
          <a:p>
            <a:pPr algn="just"/>
            <a:r>
              <a:rPr lang="en-US" sz="2000" b="1" dirty="0">
                <a:latin typeface="Times New Roman" panose="02020603050405020304" pitchFamily="18" charset="0"/>
                <a:cs typeface="Times New Roman" panose="02020603050405020304" pitchFamily="18" charset="0"/>
              </a:rPr>
              <a:t>IS CODE 8990 : 1978 </a:t>
            </a:r>
            <a:r>
              <a:rPr lang="en-US" sz="2000" dirty="0">
                <a:latin typeface="Times New Roman" panose="02020603050405020304" pitchFamily="18" charset="0"/>
                <a:cs typeface="Times New Roman" panose="02020603050405020304" pitchFamily="18" charset="0"/>
              </a:rPr>
              <a:t>– Code of practice for care and maintenance of industrial safety clothing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51247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B7AC3-15E2-DF51-107C-9A89100F375F}"/>
              </a:ext>
            </a:extLst>
          </p:cNvPr>
          <p:cNvSpPr>
            <a:spLocks noGrp="1"/>
          </p:cNvSpPr>
          <p:nvPr>
            <p:ph type="title"/>
          </p:nvPr>
        </p:nvSpPr>
        <p:spPr>
          <a:xfrm>
            <a:off x="5337387" y="220147"/>
            <a:ext cx="6711719" cy="1018035"/>
          </a:xfrm>
        </p:spPr>
        <p:txBody>
          <a:bodyPr>
            <a:normAutofit/>
          </a:bodyPr>
          <a:lstStyle/>
          <a:p>
            <a:r>
              <a:rPr lang="en-IN" dirty="0"/>
              <a:t>IS Standards related to PPEs</a:t>
            </a:r>
          </a:p>
        </p:txBody>
      </p:sp>
      <p:sp>
        <p:nvSpPr>
          <p:cNvPr id="3" name="Content Placeholder 2">
            <a:extLst>
              <a:ext uri="{FF2B5EF4-FFF2-40B4-BE49-F238E27FC236}">
                <a16:creationId xmlns:a16="http://schemas.microsoft.com/office/drawing/2014/main" id="{E9D74BF2-0C89-4411-A5D2-00C6643D7B6C}"/>
              </a:ext>
            </a:extLst>
          </p:cNvPr>
          <p:cNvSpPr>
            <a:spLocks noGrp="1"/>
          </p:cNvSpPr>
          <p:nvPr>
            <p:ph idx="1"/>
          </p:nvPr>
        </p:nvSpPr>
        <p:spPr>
          <a:xfrm>
            <a:off x="142896" y="1446659"/>
            <a:ext cx="12049105" cy="4965287"/>
          </a:xfrm>
        </p:spPr>
        <p:txBody>
          <a:bodyPr>
            <a:normAutofit fontScale="92500" lnSpcReduction="20000"/>
          </a:bodyPr>
          <a:lstStyle/>
          <a:p>
            <a:pPr marL="0" indent="0">
              <a:buNone/>
            </a:pPr>
            <a:r>
              <a:rPr lang="en-IN" b="1" dirty="0"/>
              <a:t>EAR PROTECTION</a:t>
            </a:r>
          </a:p>
          <a:p>
            <a:r>
              <a:rPr lang="en-US" b="1" dirty="0">
                <a:solidFill>
                  <a:srgbClr val="C00000"/>
                </a:solidFill>
              </a:rPr>
              <a:t>IS CODE 6229 : 1980 </a:t>
            </a:r>
            <a:r>
              <a:rPr lang="en-US" dirty="0"/>
              <a:t>– Methods for measurement of real-ear protection of hearing protectors and physical attenuation of ear muffs.</a:t>
            </a:r>
          </a:p>
          <a:p>
            <a:r>
              <a:rPr lang="en-US" b="1" dirty="0">
                <a:solidFill>
                  <a:srgbClr val="C00000"/>
                </a:solidFill>
              </a:rPr>
              <a:t>IS CODE 8520 : 1977 </a:t>
            </a:r>
            <a:r>
              <a:rPr lang="en-US" dirty="0"/>
              <a:t>– Guide for selection of industrial safety equipment for eye, face and ear protection.</a:t>
            </a:r>
          </a:p>
          <a:p>
            <a:r>
              <a:rPr lang="en-US" b="1" dirty="0">
                <a:solidFill>
                  <a:srgbClr val="C00000"/>
                </a:solidFill>
              </a:rPr>
              <a:t>IS CODE 9167 : 1779 </a:t>
            </a:r>
            <a:r>
              <a:rPr lang="en-US" dirty="0"/>
              <a:t>– Specification for ear protectors</a:t>
            </a:r>
          </a:p>
          <a:p>
            <a:pPr marL="0" indent="0">
              <a:buNone/>
            </a:pPr>
            <a:r>
              <a:rPr lang="en-IN" b="1" dirty="0"/>
              <a:t>EYE AND FACE PROTECTION</a:t>
            </a:r>
          </a:p>
          <a:p>
            <a:r>
              <a:rPr lang="en-US" b="1" dirty="0">
                <a:solidFill>
                  <a:srgbClr val="C00000"/>
                </a:solidFill>
              </a:rPr>
              <a:t>IS CODE 1179 : 1967 </a:t>
            </a:r>
            <a:r>
              <a:rPr lang="en-US" dirty="0"/>
              <a:t>– Equipment for eye and face protection during welding</a:t>
            </a:r>
            <a:r>
              <a:rPr lang="en-US" b="1" dirty="0">
                <a:solidFill>
                  <a:srgbClr val="C00000"/>
                </a:solidFill>
              </a:rPr>
              <a:t>.</a:t>
            </a:r>
          </a:p>
          <a:p>
            <a:r>
              <a:rPr lang="en-US" b="1" dirty="0">
                <a:solidFill>
                  <a:srgbClr val="C00000"/>
                </a:solidFill>
              </a:rPr>
              <a:t>IS CODE 5983 : 1980 </a:t>
            </a:r>
            <a:r>
              <a:rPr lang="en-US" dirty="0"/>
              <a:t>– Eye Protector.</a:t>
            </a:r>
          </a:p>
          <a:p>
            <a:r>
              <a:rPr lang="en-US" b="1" dirty="0">
                <a:solidFill>
                  <a:srgbClr val="C00000"/>
                </a:solidFill>
              </a:rPr>
              <a:t>IS CODE 7524 : 1980 </a:t>
            </a:r>
            <a:r>
              <a:rPr lang="en-US" dirty="0"/>
              <a:t>– Method of test for eye protectors: -non optical tests. (part -1)</a:t>
            </a:r>
          </a:p>
          <a:p>
            <a:r>
              <a:rPr lang="en-US" b="1" dirty="0">
                <a:solidFill>
                  <a:srgbClr val="C00000"/>
                </a:solidFill>
              </a:rPr>
              <a:t>IS CODE 2521 : </a:t>
            </a:r>
            <a:r>
              <a:rPr lang="en-US" dirty="0"/>
              <a:t>1977 – Industrial safety face shield with plastic visor (part – 1)</a:t>
            </a:r>
          </a:p>
          <a:p>
            <a:r>
              <a:rPr lang="en-US" b="1" dirty="0">
                <a:solidFill>
                  <a:srgbClr val="C00000"/>
                </a:solidFill>
              </a:rPr>
              <a:t>IS CODE 2521 : 1994 </a:t>
            </a:r>
            <a:r>
              <a:rPr lang="en-US" dirty="0"/>
              <a:t>– Industrial safety face shield with wire mesh visor (part – 2)</a:t>
            </a:r>
            <a:endParaRPr lang="en-IN" dirty="0"/>
          </a:p>
          <a:p>
            <a:endParaRPr lang="en-IN" dirty="0"/>
          </a:p>
        </p:txBody>
      </p:sp>
    </p:spTree>
    <p:extLst>
      <p:ext uri="{BB962C8B-B14F-4D97-AF65-F5344CB8AC3E}">
        <p14:creationId xmlns:p14="http://schemas.microsoft.com/office/powerpoint/2010/main" val="1611528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2000"/>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74BF2-0C89-4411-A5D2-00C6643D7B6C}"/>
              </a:ext>
            </a:extLst>
          </p:cNvPr>
          <p:cNvSpPr>
            <a:spLocks noGrp="1"/>
          </p:cNvSpPr>
          <p:nvPr>
            <p:ph idx="1"/>
          </p:nvPr>
        </p:nvSpPr>
        <p:spPr>
          <a:xfrm>
            <a:off x="318743" y="554226"/>
            <a:ext cx="11691550" cy="5411341"/>
          </a:xfrm>
        </p:spPr>
        <p:txBody>
          <a:bodyPr>
            <a:normAutofit fontScale="85000" lnSpcReduction="20000"/>
          </a:bodyPr>
          <a:lstStyle/>
          <a:p>
            <a:pPr marL="0" indent="0" algn="just">
              <a:buNone/>
            </a:pPr>
            <a:r>
              <a:rPr lang="en-IN" b="1" dirty="0"/>
              <a:t>FEET AND LEG PROTECTION</a:t>
            </a:r>
          </a:p>
          <a:p>
            <a:pPr algn="just"/>
            <a:r>
              <a:rPr lang="en-US" b="1" dirty="0">
                <a:solidFill>
                  <a:srgbClr val="C00000"/>
                </a:solidFill>
              </a:rPr>
              <a:t>IS CODE 1989 : 1986 </a:t>
            </a:r>
            <a:r>
              <a:rPr lang="en-US" dirty="0"/>
              <a:t>– Specification for leather safety boots and shoes – for miners (part – 1).</a:t>
            </a:r>
          </a:p>
          <a:p>
            <a:pPr algn="just"/>
            <a:r>
              <a:rPr lang="en-US" b="1" dirty="0">
                <a:solidFill>
                  <a:srgbClr val="C00000"/>
                </a:solidFill>
              </a:rPr>
              <a:t>IS CODE 1989 : 1986 </a:t>
            </a:r>
            <a:r>
              <a:rPr lang="en-US" dirty="0"/>
              <a:t>– Specification for leather safety boots and shoes -for heavy metal industries (part – 2)</a:t>
            </a:r>
          </a:p>
          <a:p>
            <a:pPr algn="just"/>
            <a:r>
              <a:rPr lang="en-US" b="1" dirty="0">
                <a:solidFill>
                  <a:srgbClr val="C00000"/>
                </a:solidFill>
              </a:rPr>
              <a:t>IS CODE 3737 : 1966 </a:t>
            </a:r>
            <a:r>
              <a:rPr lang="en-US" dirty="0"/>
              <a:t>– Leather safety boots for workers in heavy metal industries.</a:t>
            </a:r>
          </a:p>
          <a:p>
            <a:pPr algn="just"/>
            <a:r>
              <a:rPr lang="en-US" b="1" dirty="0">
                <a:solidFill>
                  <a:srgbClr val="C00000"/>
                </a:solidFill>
              </a:rPr>
              <a:t>IS CODE 3738 : 1998 </a:t>
            </a:r>
            <a:r>
              <a:rPr lang="en-US" dirty="0"/>
              <a:t>– Rubber boots – Specification.</a:t>
            </a:r>
          </a:p>
          <a:p>
            <a:pPr algn="just"/>
            <a:r>
              <a:rPr lang="en-US" b="1" dirty="0">
                <a:solidFill>
                  <a:srgbClr val="C00000"/>
                </a:solidFill>
              </a:rPr>
              <a:t>IS CODE 3976 : 2003 </a:t>
            </a:r>
            <a:r>
              <a:rPr lang="en-US" dirty="0"/>
              <a:t>– Protective rubber canvas boots for miners – Specification.</a:t>
            </a:r>
          </a:p>
          <a:p>
            <a:pPr marL="0" indent="0" algn="just">
              <a:buNone/>
            </a:pPr>
            <a:r>
              <a:rPr lang="en-IN" b="1" dirty="0"/>
              <a:t>HANDS PROTECTION</a:t>
            </a:r>
          </a:p>
          <a:p>
            <a:pPr algn="just"/>
            <a:r>
              <a:rPr lang="en-US" b="1" dirty="0">
                <a:solidFill>
                  <a:srgbClr val="C00000"/>
                </a:solidFill>
              </a:rPr>
              <a:t>IS CODE 2573 : 1986 </a:t>
            </a:r>
            <a:r>
              <a:rPr lang="en-US" dirty="0"/>
              <a:t>–</a:t>
            </a:r>
            <a:r>
              <a:rPr lang="en-US" b="1" dirty="0">
                <a:solidFill>
                  <a:srgbClr val="C00000"/>
                </a:solidFill>
              </a:rPr>
              <a:t> </a:t>
            </a:r>
            <a:r>
              <a:rPr lang="en-US" dirty="0"/>
              <a:t>Specification for leather, gauntlets and mittens.</a:t>
            </a:r>
          </a:p>
          <a:p>
            <a:pPr algn="just"/>
            <a:r>
              <a:rPr lang="en-US" b="1" dirty="0">
                <a:solidFill>
                  <a:srgbClr val="C00000"/>
                </a:solidFill>
              </a:rPr>
              <a:t>IS CODE 4770 : 1991 </a:t>
            </a:r>
            <a:r>
              <a:rPr lang="en-US" dirty="0"/>
              <a:t>–</a:t>
            </a:r>
            <a:r>
              <a:rPr lang="en-US" b="1" dirty="0">
                <a:solidFill>
                  <a:srgbClr val="C00000"/>
                </a:solidFill>
              </a:rPr>
              <a:t> </a:t>
            </a:r>
            <a:r>
              <a:rPr lang="en-US" dirty="0"/>
              <a:t>Rubber Gloves – electrical purposes – specification.</a:t>
            </a:r>
          </a:p>
          <a:p>
            <a:pPr algn="just"/>
            <a:r>
              <a:rPr lang="en-US" b="1" dirty="0">
                <a:solidFill>
                  <a:srgbClr val="C00000"/>
                </a:solidFill>
              </a:rPr>
              <a:t>IS CODE 6994 : 1973 </a:t>
            </a:r>
            <a:r>
              <a:rPr lang="en-US" dirty="0"/>
              <a:t>–</a:t>
            </a:r>
            <a:r>
              <a:rPr lang="en-US" b="1" dirty="0">
                <a:solidFill>
                  <a:srgbClr val="C00000"/>
                </a:solidFill>
              </a:rPr>
              <a:t> </a:t>
            </a:r>
            <a:r>
              <a:rPr lang="en-US" dirty="0"/>
              <a:t>Specification for safety gloves –leather and cotton gloves (part – 1).</a:t>
            </a:r>
          </a:p>
          <a:p>
            <a:pPr algn="just"/>
            <a:r>
              <a:rPr lang="en-US" b="1" dirty="0">
                <a:solidFill>
                  <a:srgbClr val="C00000"/>
                </a:solidFill>
              </a:rPr>
              <a:t>IS CODE 8807 : 1978 </a:t>
            </a:r>
            <a:r>
              <a:rPr lang="en-US" dirty="0"/>
              <a:t>–</a:t>
            </a:r>
            <a:r>
              <a:rPr lang="en-US" b="1" dirty="0">
                <a:solidFill>
                  <a:srgbClr val="C00000"/>
                </a:solidFill>
              </a:rPr>
              <a:t> </a:t>
            </a:r>
            <a:r>
              <a:rPr lang="en-US" dirty="0"/>
              <a:t>Guide for selection of industrial safety equipment for the protection of arms and hands.</a:t>
            </a:r>
            <a:endParaRPr lang="en-IN" dirty="0"/>
          </a:p>
          <a:p>
            <a:pPr algn="just"/>
            <a:endParaRPr lang="en-IN" dirty="0"/>
          </a:p>
        </p:txBody>
      </p:sp>
    </p:spTree>
    <p:extLst>
      <p:ext uri="{BB962C8B-B14F-4D97-AF65-F5344CB8AC3E}">
        <p14:creationId xmlns:p14="http://schemas.microsoft.com/office/powerpoint/2010/main" val="3533115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B7AC3-15E2-DF51-107C-9A89100F375F}"/>
              </a:ext>
            </a:extLst>
          </p:cNvPr>
          <p:cNvSpPr>
            <a:spLocks noGrp="1"/>
          </p:cNvSpPr>
          <p:nvPr>
            <p:ph type="title"/>
          </p:nvPr>
        </p:nvSpPr>
        <p:spPr>
          <a:xfrm>
            <a:off x="5337387" y="220147"/>
            <a:ext cx="6711719" cy="1018035"/>
          </a:xfrm>
        </p:spPr>
        <p:txBody>
          <a:bodyPr>
            <a:normAutofit/>
          </a:bodyPr>
          <a:lstStyle/>
          <a:p>
            <a:r>
              <a:rPr lang="en-IN" dirty="0"/>
              <a:t>IS Standards related to PPEs</a:t>
            </a:r>
          </a:p>
        </p:txBody>
      </p:sp>
      <p:sp>
        <p:nvSpPr>
          <p:cNvPr id="3" name="Content Placeholder 2">
            <a:extLst>
              <a:ext uri="{FF2B5EF4-FFF2-40B4-BE49-F238E27FC236}">
                <a16:creationId xmlns:a16="http://schemas.microsoft.com/office/drawing/2014/main" id="{E9D74BF2-0C89-4411-A5D2-00C6643D7B6C}"/>
              </a:ext>
            </a:extLst>
          </p:cNvPr>
          <p:cNvSpPr>
            <a:spLocks noGrp="1"/>
          </p:cNvSpPr>
          <p:nvPr>
            <p:ph idx="1"/>
          </p:nvPr>
        </p:nvSpPr>
        <p:spPr>
          <a:xfrm>
            <a:off x="1" y="1310364"/>
            <a:ext cx="12192000" cy="5411341"/>
          </a:xfrm>
        </p:spPr>
        <p:txBody>
          <a:bodyPr>
            <a:normAutofit/>
          </a:bodyPr>
          <a:lstStyle/>
          <a:p>
            <a:pPr marL="0" indent="0">
              <a:buNone/>
            </a:pPr>
            <a:r>
              <a:rPr lang="en-IN" b="1" dirty="0"/>
              <a:t>RESPIRATORY PROTECTION</a:t>
            </a:r>
          </a:p>
          <a:p>
            <a:r>
              <a:rPr lang="en-US" b="1" dirty="0">
                <a:solidFill>
                  <a:srgbClr val="C00000"/>
                </a:solidFill>
              </a:rPr>
              <a:t>IS CODE 8318 : 1977 </a:t>
            </a:r>
            <a:r>
              <a:rPr lang="en-US" dirty="0"/>
              <a:t>–</a:t>
            </a:r>
            <a:r>
              <a:rPr lang="en-US" b="1" dirty="0">
                <a:solidFill>
                  <a:srgbClr val="C00000"/>
                </a:solidFill>
              </a:rPr>
              <a:t> </a:t>
            </a:r>
            <a:r>
              <a:rPr lang="en-US" dirty="0" err="1"/>
              <a:t>Colour</a:t>
            </a:r>
            <a:r>
              <a:rPr lang="en-US" dirty="0"/>
              <a:t> identification markings for air purifying canisters and cartridges.</a:t>
            </a:r>
          </a:p>
          <a:p>
            <a:r>
              <a:rPr lang="en-US" b="1" dirty="0">
                <a:solidFill>
                  <a:srgbClr val="C00000"/>
                </a:solidFill>
              </a:rPr>
              <a:t>IS CODE 8347 : 1977 </a:t>
            </a:r>
            <a:r>
              <a:rPr lang="en-US" dirty="0"/>
              <a:t>–</a:t>
            </a:r>
            <a:r>
              <a:rPr lang="en-US" b="1" dirty="0">
                <a:solidFill>
                  <a:srgbClr val="C00000"/>
                </a:solidFill>
              </a:rPr>
              <a:t> </a:t>
            </a:r>
            <a:r>
              <a:rPr lang="en-US" dirty="0"/>
              <a:t>Glossary of terms relating to respiratory protective devices.</a:t>
            </a:r>
          </a:p>
          <a:p>
            <a:r>
              <a:rPr lang="en-US" b="1" dirty="0">
                <a:solidFill>
                  <a:srgbClr val="C00000"/>
                </a:solidFill>
              </a:rPr>
              <a:t>IS CODE 8522 : 1977 </a:t>
            </a:r>
            <a:r>
              <a:rPr lang="en-US" dirty="0"/>
              <a:t>–</a:t>
            </a:r>
            <a:r>
              <a:rPr lang="en-US" b="1" dirty="0">
                <a:solidFill>
                  <a:srgbClr val="C00000"/>
                </a:solidFill>
              </a:rPr>
              <a:t> </a:t>
            </a:r>
            <a:r>
              <a:rPr lang="en-US" dirty="0"/>
              <a:t>Respirators chemical cartridge.</a:t>
            </a:r>
          </a:p>
          <a:p>
            <a:r>
              <a:rPr lang="en-US" b="1" dirty="0">
                <a:solidFill>
                  <a:srgbClr val="C00000"/>
                </a:solidFill>
              </a:rPr>
              <a:t>IS CODE 8523 : 1977 </a:t>
            </a:r>
            <a:r>
              <a:rPr lang="en-US" dirty="0"/>
              <a:t>–</a:t>
            </a:r>
            <a:r>
              <a:rPr lang="en-US" b="1" dirty="0">
                <a:solidFill>
                  <a:srgbClr val="C00000"/>
                </a:solidFill>
              </a:rPr>
              <a:t> </a:t>
            </a:r>
            <a:r>
              <a:rPr lang="en-US" dirty="0"/>
              <a:t>Respirators canister type gas masks.</a:t>
            </a:r>
          </a:p>
          <a:p>
            <a:r>
              <a:rPr lang="en-US" b="1" dirty="0">
                <a:solidFill>
                  <a:srgbClr val="C00000"/>
                </a:solidFill>
              </a:rPr>
              <a:t>IS CODE 9473 : 2002 </a:t>
            </a:r>
            <a:r>
              <a:rPr lang="en-US" dirty="0"/>
              <a:t>–</a:t>
            </a:r>
            <a:r>
              <a:rPr lang="en-US" b="1" dirty="0">
                <a:solidFill>
                  <a:srgbClr val="C00000"/>
                </a:solidFill>
              </a:rPr>
              <a:t> </a:t>
            </a:r>
            <a:r>
              <a:rPr lang="en-US" dirty="0"/>
              <a:t>Respiratory protective devices -filtering half masks to protect against particles – specification</a:t>
            </a:r>
          </a:p>
          <a:p>
            <a:r>
              <a:rPr lang="en-US" b="1" dirty="0">
                <a:solidFill>
                  <a:srgbClr val="C00000"/>
                </a:solidFill>
              </a:rPr>
              <a:t>IS CODE 9563 : 1980 </a:t>
            </a:r>
            <a:r>
              <a:rPr lang="en-US" dirty="0"/>
              <a:t>–</a:t>
            </a:r>
            <a:r>
              <a:rPr lang="en-US" b="1" dirty="0">
                <a:solidFill>
                  <a:srgbClr val="C00000"/>
                </a:solidFill>
              </a:rPr>
              <a:t> </a:t>
            </a:r>
            <a:r>
              <a:rPr lang="en-US" dirty="0"/>
              <a:t>Carbon monoxide filter self rescuers.</a:t>
            </a:r>
            <a:endParaRPr lang="en-IN" dirty="0"/>
          </a:p>
        </p:txBody>
      </p:sp>
    </p:spTree>
    <p:extLst>
      <p:ext uri="{BB962C8B-B14F-4D97-AF65-F5344CB8AC3E}">
        <p14:creationId xmlns:p14="http://schemas.microsoft.com/office/powerpoint/2010/main" val="25738825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61021E-033A-E2E5-FD66-5FCFD682DC71}"/>
              </a:ext>
            </a:extLst>
          </p:cNvPr>
          <p:cNvSpPr>
            <a:spLocks noGrp="1"/>
          </p:cNvSpPr>
          <p:nvPr>
            <p:ph type="title"/>
          </p:nvPr>
        </p:nvSpPr>
        <p:spPr>
          <a:xfrm>
            <a:off x="572493" y="238539"/>
            <a:ext cx="11018520" cy="1434415"/>
          </a:xfrm>
        </p:spPr>
        <p:txBody>
          <a:bodyPr anchor="b">
            <a:normAutofit/>
          </a:bodyPr>
          <a:lstStyle/>
          <a:p>
            <a:r>
              <a:rPr lang="en-IN" sz="4600" b="1" dirty="0"/>
              <a:t>Monitoring Safety</a:t>
            </a:r>
            <a:br>
              <a:rPr lang="en-IN" sz="4600" b="1" dirty="0"/>
            </a:br>
            <a:r>
              <a:rPr lang="en-IN" sz="4600" b="1" dirty="0"/>
              <a:t>Performance:</a:t>
            </a:r>
          </a:p>
        </p:txBody>
      </p:sp>
      <p:sp>
        <p:nvSpPr>
          <p:cNvPr id="2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DA45ED-A8B8-CD3D-E083-B7594B583A05}"/>
              </a:ext>
            </a:extLst>
          </p:cNvPr>
          <p:cNvSpPr>
            <a:spLocks noGrp="1"/>
          </p:cNvSpPr>
          <p:nvPr>
            <p:ph idx="1"/>
          </p:nvPr>
        </p:nvSpPr>
        <p:spPr>
          <a:xfrm>
            <a:off x="140677" y="1672954"/>
            <a:ext cx="7666892" cy="4780600"/>
          </a:xfrm>
        </p:spPr>
        <p:txBody>
          <a:bodyPr anchor="t">
            <a:noAutofit/>
          </a:bodyPr>
          <a:lstStyle/>
          <a:p>
            <a:pPr algn="just"/>
            <a:r>
              <a:rPr lang="en-US" sz="2400" dirty="0">
                <a:latin typeface="Times New Roman" panose="02020603050405020304" pitchFamily="18" charset="0"/>
                <a:cs typeface="Times New Roman" panose="02020603050405020304" pitchFamily="18" charset="0"/>
              </a:rPr>
              <a:t>The primary goal of a safety system is to reduce operational risks and improve the overall process safety of a plant over its entire lifecycle.</a:t>
            </a:r>
          </a:p>
          <a:p>
            <a:pPr algn="just"/>
            <a:r>
              <a:rPr lang="en-US" sz="2400" dirty="0">
                <a:latin typeface="Times New Roman" panose="02020603050405020304" pitchFamily="18" charset="0"/>
                <a:cs typeface="Times New Roman" panose="02020603050405020304" pitchFamily="18" charset="0"/>
              </a:rPr>
              <a:t>In the event of a deviation or failure of the safety system, Safety Instrumented Systems (SIS) are there to ensure that a plant is taken into a safe state, limiting the negative consequences to people, equipment and the environment. </a:t>
            </a:r>
          </a:p>
          <a:p>
            <a:pPr algn="just"/>
            <a:r>
              <a:rPr lang="en-US" sz="2400" dirty="0">
                <a:latin typeface="Times New Roman" panose="02020603050405020304" pitchFamily="18" charset="0"/>
                <a:cs typeface="Times New Roman" panose="02020603050405020304" pitchFamily="18" charset="0"/>
              </a:rPr>
              <a:t>It is important that organizations in the process industry are able to react quickly under variable conditions and have the capabilities to continuously monitor and evaluate safety system performance. </a:t>
            </a:r>
          </a:p>
          <a:p>
            <a:pPr algn="just"/>
            <a:r>
              <a:rPr lang="en-US" sz="2400" dirty="0">
                <a:latin typeface="Times New Roman" panose="02020603050405020304" pitchFamily="18" charset="0"/>
                <a:cs typeface="Times New Roman" panose="02020603050405020304" pitchFamily="18" charset="0"/>
              </a:rPr>
              <a:t>Lets discuss about a few factors which are useful for the statistical analysis of safety.</a:t>
            </a:r>
            <a:endParaRPr lang="en-IN" sz="2400" dirty="0">
              <a:latin typeface="Times New Roman" panose="02020603050405020304" pitchFamily="18" charset="0"/>
              <a:cs typeface="Times New Roman" panose="02020603050405020304" pitchFamily="18" charset="0"/>
            </a:endParaRPr>
          </a:p>
        </p:txBody>
      </p:sp>
      <p:pic>
        <p:nvPicPr>
          <p:cNvPr id="6" name="Picture 5" descr="A person working on a pipe&#10;&#10;Description automatically generated">
            <a:extLst>
              <a:ext uri="{FF2B5EF4-FFF2-40B4-BE49-F238E27FC236}">
                <a16:creationId xmlns:a16="http://schemas.microsoft.com/office/drawing/2014/main" id="{899E3EFA-A87F-17E5-1EA6-DBAA5C24872C}"/>
              </a:ext>
            </a:extLst>
          </p:cNvPr>
          <p:cNvPicPr>
            <a:picLocks noChangeAspect="1"/>
          </p:cNvPicPr>
          <p:nvPr/>
        </p:nvPicPr>
        <p:blipFill>
          <a:blip r:embed="rId2">
            <a:extLst>
              <a:ext uri="{28A0092B-C50C-407E-A947-70E740481C1C}">
                <a14:useLocalDpi xmlns:a14="http://schemas.microsoft.com/office/drawing/2010/main" val="0"/>
              </a:ext>
            </a:extLst>
          </a:blip>
          <a:srcRect l="28411" r="17714"/>
          <a:stretch/>
        </p:blipFill>
        <p:spPr>
          <a:xfrm>
            <a:off x="8110259" y="1911493"/>
            <a:ext cx="3941064" cy="4096512"/>
          </a:xfrm>
          <a:prstGeom prst="rect">
            <a:avLst/>
          </a:prstGeom>
        </p:spPr>
      </p:pic>
    </p:spTree>
    <p:extLst>
      <p:ext uri="{BB962C8B-B14F-4D97-AF65-F5344CB8AC3E}">
        <p14:creationId xmlns:p14="http://schemas.microsoft.com/office/powerpoint/2010/main" val="1165528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erson in a yellow protective suit&#10;&#10;Description automatically generated">
            <a:extLst>
              <a:ext uri="{FF2B5EF4-FFF2-40B4-BE49-F238E27FC236}">
                <a16:creationId xmlns:a16="http://schemas.microsoft.com/office/drawing/2014/main" id="{8E9AFC2E-18E1-409A-D3EE-A1FA13859780}"/>
              </a:ext>
            </a:extLst>
          </p:cNvPr>
          <p:cNvPicPr>
            <a:picLocks noChangeAspect="1"/>
          </p:cNvPicPr>
          <p:nvPr/>
        </p:nvPicPr>
        <p:blipFill>
          <a:blip r:embed="rId2">
            <a:extLst>
              <a:ext uri="{28A0092B-C50C-407E-A947-70E740481C1C}">
                <a14:useLocalDpi xmlns:a14="http://schemas.microsoft.com/office/drawing/2010/main" val="0"/>
              </a:ext>
            </a:extLst>
          </a:blip>
          <a:srcRect l="48596" r="1615"/>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3" name="object 3"/>
          <p:cNvSpPr txBox="1"/>
          <p:nvPr/>
        </p:nvSpPr>
        <p:spPr>
          <a:xfrm>
            <a:off x="5750169" y="152766"/>
            <a:ext cx="6301154" cy="6703647"/>
          </a:xfrm>
          <a:prstGeom prst="rect">
            <a:avLst/>
          </a:prstGeom>
        </p:spPr>
        <p:txBody>
          <a:bodyPr vert="horz" lIns="91440" tIns="45720" rIns="91440" bIns="45720" rtlCol="0">
            <a:noAutofit/>
          </a:bodyPr>
          <a:lstStyle/>
          <a:p>
            <a:pPr marL="453802" indent="-228600" algn="just">
              <a:lnSpc>
                <a:spcPct val="90000"/>
              </a:lnSpc>
              <a:spcBef>
                <a:spcPts val="440"/>
              </a:spcBef>
              <a:buFont typeface="Arial" panose="020B0604020202020204" pitchFamily="34" charset="0"/>
              <a:buChar char="•"/>
              <a:tabLst>
                <a:tab pos="453802" algn="l"/>
              </a:tabLst>
            </a:pPr>
            <a:r>
              <a:rPr lang="en-US" sz="2200" dirty="0">
                <a:latin typeface="Times New Roman" panose="02020603050405020304" pitchFamily="18" charset="0"/>
                <a:cs typeface="Times New Roman" panose="02020603050405020304" pitchFamily="18" charset="0"/>
              </a:rPr>
              <a:t>Evolution</a:t>
            </a:r>
            <a:r>
              <a:rPr lang="en-US" sz="2200" spc="-12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27"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safety</a:t>
            </a:r>
            <a:r>
              <a:rPr lang="en-US" sz="2200" u="heavy" spc="-12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performance</a:t>
            </a:r>
            <a:r>
              <a:rPr lang="en-US" sz="2200" u="heavy" spc="-120"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indicators</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a:t>
            </a:r>
            <a:r>
              <a:rPr lang="en-US" sz="2200" spc="-12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27"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best</a:t>
            </a:r>
            <a:r>
              <a:rPr lang="en-US" sz="2200" u="heavy" spc="-12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tool</a:t>
            </a:r>
            <a:r>
              <a:rPr lang="en-US" sz="2200" spc="-1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a:t>
            </a:r>
            <a:r>
              <a:rPr lang="en-US" sz="2200" spc="-127" dirty="0">
                <a:latin typeface="Times New Roman" panose="02020603050405020304" pitchFamily="18" charset="0"/>
                <a:cs typeface="Times New Roman" panose="02020603050405020304" pitchFamily="18" charset="0"/>
              </a:rPr>
              <a:t> </a:t>
            </a:r>
            <a:r>
              <a:rPr lang="en-US" sz="2200" spc="-47" dirty="0">
                <a:latin typeface="Times New Roman" panose="02020603050405020304" pitchFamily="18" charset="0"/>
                <a:cs typeface="Times New Roman" panose="02020603050405020304" pitchFamily="18" charset="0"/>
              </a:rPr>
              <a:t>gauging</a:t>
            </a:r>
            <a:r>
              <a:rPr lang="en-US" sz="2200" spc="-12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20"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performance.</a:t>
            </a:r>
            <a:endParaRPr lang="en-US" sz="2200" dirty="0">
              <a:latin typeface="Times New Roman" panose="02020603050405020304" pitchFamily="18" charset="0"/>
              <a:cs typeface="Times New Roman" panose="02020603050405020304" pitchFamily="18" charset="0"/>
            </a:endParaRPr>
          </a:p>
          <a:p>
            <a:pPr marL="453802" marR="326805" indent="-228600" algn="just">
              <a:lnSpc>
                <a:spcPct val="90000"/>
              </a:lnSpc>
              <a:buFont typeface="Arial" panose="020B0604020202020204" pitchFamily="34" charset="0"/>
              <a:buChar char="•"/>
              <a:tabLst>
                <a:tab pos="453802" algn="l"/>
              </a:tabLst>
            </a:pPr>
            <a:r>
              <a:rPr lang="en-US" sz="2200" spc="-40" dirty="0">
                <a:latin typeface="Times New Roman" panose="02020603050405020304" pitchFamily="18" charset="0"/>
                <a:cs typeface="Times New Roman" panose="02020603050405020304" pitchFamily="18" charset="0"/>
              </a:rPr>
              <a:t>It</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helps</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140"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determining</a:t>
            </a:r>
            <a:r>
              <a:rPr lang="en-US" sz="2200" u="heavy" spc="-140"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the</a:t>
            </a:r>
            <a:r>
              <a:rPr lang="en-US" sz="2200" u="heavy" spc="-140" dirty="0">
                <a:uFill>
                  <a:solidFill>
                    <a:srgbClr val="595959"/>
                  </a:solidFill>
                </a:uFill>
                <a:latin typeface="Times New Roman" panose="02020603050405020304" pitchFamily="18" charset="0"/>
                <a:cs typeface="Times New Roman" panose="02020603050405020304" pitchFamily="18" charset="0"/>
              </a:rPr>
              <a:t> </a:t>
            </a:r>
            <a:r>
              <a:rPr lang="en-US" sz="2200" u="heavy" spc="-13" dirty="0">
                <a:uFill>
                  <a:solidFill>
                    <a:srgbClr val="595959"/>
                  </a:solidFill>
                </a:uFill>
                <a:latin typeface="Times New Roman" panose="02020603050405020304" pitchFamily="18" charset="0"/>
                <a:cs typeface="Times New Roman" panose="02020603050405020304" pitchFamily="18" charset="0"/>
              </a:rPr>
              <a:t>main</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contributor</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accident</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&amp;</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determining</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40" dirty="0">
                <a:latin typeface="Times New Roman" panose="02020603050405020304" pitchFamily="18" charset="0"/>
                <a:cs typeface="Times New Roman" panose="02020603050405020304" pitchFamily="18" charset="0"/>
              </a:rPr>
              <a:t> </a:t>
            </a:r>
            <a:r>
              <a:rPr lang="en-US" sz="2200" spc="-53" dirty="0">
                <a:latin typeface="Times New Roman" panose="02020603050405020304" pitchFamily="18" charset="0"/>
                <a:cs typeface="Times New Roman" panose="02020603050405020304" pitchFamily="18" charset="0"/>
              </a:rPr>
              <a:t>cause,</a:t>
            </a:r>
            <a:r>
              <a:rPr lang="en-US" sz="2200" spc="-147"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learning</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about</a:t>
            </a:r>
            <a:r>
              <a:rPr lang="en-US" sz="2200" u="heavy" spc="-140" dirty="0">
                <a:uFill>
                  <a:solidFill>
                    <a:srgbClr val="595959"/>
                  </a:solidFill>
                </a:uFill>
                <a:latin typeface="Times New Roman" panose="02020603050405020304" pitchFamily="18" charset="0"/>
                <a:cs typeface="Times New Roman" panose="02020603050405020304" pitchFamily="18" charset="0"/>
              </a:rPr>
              <a:t> </a:t>
            </a:r>
            <a:r>
              <a:rPr lang="en-US" sz="2200" u="heavy" spc="-27" dirty="0">
                <a:uFill>
                  <a:solidFill>
                    <a:srgbClr val="595959"/>
                  </a:solidFill>
                </a:uFill>
                <a:latin typeface="Times New Roman" panose="02020603050405020304" pitchFamily="18" charset="0"/>
                <a:cs typeface="Times New Roman" panose="02020603050405020304" pitchFamily="18" charset="0"/>
              </a:rPr>
              <a:t>what</a:t>
            </a:r>
            <a:r>
              <a:rPr lang="en-US" sz="2200" spc="-27"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practice</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went</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wrong</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so</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that</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a:t>
            </a:r>
            <a:r>
              <a:rPr lang="en-US" sz="2200" spc="-147"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prevent</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err="1">
                <a:uFill>
                  <a:solidFill>
                    <a:srgbClr val="595959"/>
                  </a:solidFill>
                </a:uFill>
                <a:latin typeface="Times New Roman" panose="02020603050405020304" pitchFamily="18" charset="0"/>
                <a:cs typeface="Times New Roman" panose="02020603050405020304" pitchFamily="18" charset="0"/>
              </a:rPr>
              <a:t>reocurrence</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4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such</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accidents</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&amp;</a:t>
            </a:r>
            <a:r>
              <a:rPr lang="en-US" sz="2200" spc="-147" dirty="0">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adopting</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best</a:t>
            </a:r>
            <a:r>
              <a:rPr lang="en-US" sz="2200" u="heavy" spc="-147" dirty="0">
                <a:uFill>
                  <a:solidFill>
                    <a:srgbClr val="595959"/>
                  </a:solidFill>
                </a:uFill>
                <a:latin typeface="Times New Roman" panose="02020603050405020304" pitchFamily="18" charset="0"/>
                <a:cs typeface="Times New Roman" panose="02020603050405020304" pitchFamily="18" charset="0"/>
              </a:rPr>
              <a:t> </a:t>
            </a:r>
            <a:r>
              <a:rPr lang="en-US" sz="2200" u="heavy" dirty="0">
                <a:uFill>
                  <a:solidFill>
                    <a:srgbClr val="595959"/>
                  </a:solidFill>
                </a:uFill>
                <a:latin typeface="Times New Roman" panose="02020603050405020304" pitchFamily="18" charset="0"/>
                <a:cs typeface="Times New Roman" panose="02020603050405020304" pitchFamily="18" charset="0"/>
              </a:rPr>
              <a:t>practices</a:t>
            </a:r>
            <a:r>
              <a:rPr lang="en-US" sz="2200" spc="-152" dirty="0">
                <a:latin typeface="Times New Roman" panose="02020603050405020304" pitchFamily="18" charset="0"/>
                <a:cs typeface="Times New Roman" panose="02020603050405020304" pitchFamily="18" charset="0"/>
              </a:rPr>
              <a:t> </a:t>
            </a:r>
            <a:r>
              <a:rPr lang="en-US" sz="2200" spc="-33" dirty="0">
                <a:latin typeface="Times New Roman" panose="02020603050405020304" pitchFamily="18" charset="0"/>
                <a:cs typeface="Times New Roman" panose="02020603050405020304" pitchFamily="18" charset="0"/>
              </a:rPr>
              <a:t>to </a:t>
            </a:r>
            <a:r>
              <a:rPr lang="en-US" sz="2200" dirty="0">
                <a:latin typeface="Times New Roman" panose="02020603050405020304" pitchFamily="18" charset="0"/>
                <a:cs typeface="Times New Roman" panose="02020603050405020304" pitchFamily="18" charset="0"/>
              </a:rPr>
              <a:t>improve</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4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performance.</a:t>
            </a:r>
            <a:endParaRPr lang="en-US" sz="2200" dirty="0">
              <a:latin typeface="Times New Roman" panose="02020603050405020304" pitchFamily="18" charset="0"/>
              <a:cs typeface="Times New Roman" panose="02020603050405020304" pitchFamily="18" charset="0"/>
            </a:endParaRPr>
          </a:p>
          <a:p>
            <a:pPr marL="453802" marR="1142125" indent="-228600" algn="just">
              <a:lnSpc>
                <a:spcPct val="90000"/>
              </a:lnSpc>
              <a:buFont typeface="Arial" panose="020B0604020202020204" pitchFamily="34" charset="0"/>
              <a:buChar char="•"/>
              <a:tabLst>
                <a:tab pos="453802" algn="l"/>
              </a:tabLst>
            </a:pPr>
            <a:r>
              <a:rPr lang="en-US" sz="2200" b="1" u="heavy" dirty="0">
                <a:uFill>
                  <a:solidFill>
                    <a:srgbClr val="595959"/>
                  </a:solidFill>
                </a:uFill>
                <a:latin typeface="Times New Roman" panose="02020603050405020304" pitchFamily="18" charset="0"/>
                <a:cs typeface="Times New Roman" panose="02020603050405020304" pitchFamily="18" charset="0"/>
              </a:rPr>
              <a:t>Safety</a:t>
            </a:r>
            <a:r>
              <a:rPr lang="en-US" sz="2200" b="1" u="heavy" spc="-147" dirty="0">
                <a:uFill>
                  <a:solidFill>
                    <a:srgbClr val="595959"/>
                  </a:solidFill>
                </a:uFill>
                <a:latin typeface="Times New Roman" panose="02020603050405020304" pitchFamily="18" charset="0"/>
                <a:cs typeface="Times New Roman" panose="02020603050405020304" pitchFamily="18" charset="0"/>
              </a:rPr>
              <a:t> </a:t>
            </a:r>
            <a:r>
              <a:rPr lang="en-US" sz="2200" b="1" u="heavy" spc="-27" dirty="0">
                <a:uFill>
                  <a:solidFill>
                    <a:srgbClr val="595959"/>
                  </a:solidFill>
                </a:uFill>
                <a:latin typeface="Times New Roman" panose="02020603050405020304" pitchFamily="18" charset="0"/>
                <a:cs typeface="Times New Roman" panose="02020603050405020304" pitchFamily="18" charset="0"/>
              </a:rPr>
              <a:t>Indices</a:t>
            </a:r>
            <a:r>
              <a:rPr lang="en-US" sz="2200" b="1"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which</a:t>
            </a:r>
            <a:r>
              <a:rPr lang="en-US" sz="2200" spc="-147" dirty="0">
                <a:latin typeface="Times New Roman" panose="02020603050405020304" pitchFamily="18" charset="0"/>
                <a:cs typeface="Times New Roman" panose="02020603050405020304" pitchFamily="18" charset="0"/>
              </a:rPr>
              <a:t> are</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indicators</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are</a:t>
            </a:r>
            <a:r>
              <a:rPr lang="en-US" sz="2200" spc="-14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used</a:t>
            </a:r>
            <a:r>
              <a:rPr lang="en-US" sz="2200" spc="-140" dirty="0">
                <a:latin typeface="Times New Roman" panose="02020603050405020304" pitchFamily="18" charset="0"/>
                <a:cs typeface="Times New Roman" panose="02020603050405020304" pitchFamily="18" charset="0"/>
              </a:rPr>
              <a:t> </a:t>
            </a:r>
            <a:r>
              <a:rPr lang="en-US" sz="2200" spc="-47" dirty="0">
                <a:latin typeface="Times New Roman" panose="02020603050405020304" pitchFamily="18" charset="0"/>
                <a:cs typeface="Times New Roman" panose="02020603050405020304" pitchFamily="18" charset="0"/>
              </a:rPr>
              <a:t>as</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tool</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4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performance </a:t>
            </a:r>
            <a:r>
              <a:rPr lang="en-US" sz="2200" dirty="0">
                <a:latin typeface="Times New Roman" panose="02020603050405020304" pitchFamily="18" charset="0"/>
                <a:cs typeface="Times New Roman" panose="02020603050405020304" pitchFamily="18" charset="0"/>
              </a:rPr>
              <a:t>measurement</a:t>
            </a:r>
            <a:r>
              <a:rPr lang="en-US" sz="2200" spc="-1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a:t>
            </a:r>
            <a:r>
              <a:rPr lang="en-US" sz="2200" spc="-133"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assessment</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relative</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performance</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33" dirty="0">
                <a:latin typeface="Times New Roman" panose="02020603050405020304" pitchFamily="18" charset="0"/>
                <a:cs typeface="Times New Roman" panose="02020603050405020304" pitchFamily="18" charset="0"/>
              </a:rPr>
              <a:t> </a:t>
            </a:r>
            <a:r>
              <a:rPr lang="en-US" sz="2200" spc="-33" dirty="0">
                <a:latin typeface="Times New Roman" panose="02020603050405020304" pitchFamily="18" charset="0"/>
                <a:cs typeface="Times New Roman" panose="02020603050405020304" pitchFamily="18" charset="0"/>
              </a:rPr>
              <a:t>management</a:t>
            </a:r>
            <a:r>
              <a:rPr lang="en-US" sz="2200" spc="-133"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system.</a:t>
            </a:r>
            <a:endParaRPr lang="en-US" sz="2200" dirty="0">
              <a:latin typeface="Times New Roman" panose="02020603050405020304" pitchFamily="18" charset="0"/>
              <a:cs typeface="Times New Roman" panose="02020603050405020304" pitchFamily="18" charset="0"/>
            </a:endParaRPr>
          </a:p>
          <a:p>
            <a:pPr marL="453802" marR="6773" indent="-228600" algn="just">
              <a:lnSpc>
                <a:spcPct val="90000"/>
              </a:lnSpc>
              <a:buFont typeface="Arial" panose="020B0604020202020204" pitchFamily="34" charset="0"/>
              <a:buChar char="•"/>
              <a:tabLst>
                <a:tab pos="453802" algn="l"/>
              </a:tabLst>
            </a:pPr>
            <a:r>
              <a:rPr lang="en-US" sz="2200" b="1" u="heavy" dirty="0">
                <a:uFill>
                  <a:solidFill>
                    <a:srgbClr val="595959"/>
                  </a:solidFill>
                </a:uFill>
                <a:latin typeface="Times New Roman" panose="02020603050405020304" pitchFamily="18" charset="0"/>
                <a:cs typeface="Times New Roman" panose="02020603050405020304" pitchFamily="18" charset="0"/>
              </a:rPr>
              <a:t>Quantitative</a:t>
            </a:r>
            <a:r>
              <a:rPr lang="en-US" sz="2200" b="1" u="heavy" spc="-133" dirty="0">
                <a:uFill>
                  <a:solidFill>
                    <a:srgbClr val="595959"/>
                  </a:solidFill>
                </a:uFill>
                <a:latin typeface="Times New Roman" panose="02020603050405020304" pitchFamily="18" charset="0"/>
                <a:cs typeface="Times New Roman" panose="02020603050405020304" pitchFamily="18" charset="0"/>
              </a:rPr>
              <a:t> </a:t>
            </a:r>
            <a:r>
              <a:rPr lang="en-US" sz="2200" b="1" u="heavy" dirty="0">
                <a:uFill>
                  <a:solidFill>
                    <a:srgbClr val="595959"/>
                  </a:solidFill>
                </a:uFill>
                <a:latin typeface="Times New Roman" panose="02020603050405020304" pitchFamily="18" charset="0"/>
                <a:cs typeface="Times New Roman" panose="02020603050405020304" pitchFamily="18" charset="0"/>
              </a:rPr>
              <a:t>measurement</a:t>
            </a:r>
            <a:r>
              <a:rPr lang="en-US" sz="2200" b="1"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performance</a:t>
            </a:r>
            <a:r>
              <a:rPr lang="en-US" sz="2200" spc="-133"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gives</a:t>
            </a:r>
            <a:r>
              <a:rPr lang="en-US" sz="2200" spc="-133" dirty="0">
                <a:latin typeface="Times New Roman" panose="02020603050405020304" pitchFamily="18" charset="0"/>
                <a:cs typeface="Times New Roman" panose="02020603050405020304" pitchFamily="18" charset="0"/>
              </a:rPr>
              <a:t> </a:t>
            </a:r>
            <a:r>
              <a:rPr lang="en-US" sz="2200" spc="-53" dirty="0">
                <a:latin typeface="Times New Roman" panose="02020603050405020304" pitchFamily="18" charset="0"/>
                <a:cs typeface="Times New Roman" panose="02020603050405020304" pitchFamily="18" charset="0"/>
              </a:rPr>
              <a:t>a</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proper</a:t>
            </a:r>
            <a:r>
              <a:rPr lang="en-US" sz="2200" spc="-133"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valve</a:t>
            </a:r>
            <a:r>
              <a:rPr lang="en-US" sz="2200" spc="-12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&amp;</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clear</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information</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about</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33"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most</a:t>
            </a:r>
            <a:r>
              <a:rPr lang="en-US" sz="2200" spc="-133" dirty="0">
                <a:latin typeface="Times New Roman" panose="02020603050405020304" pitchFamily="18" charset="0"/>
                <a:cs typeface="Times New Roman" panose="02020603050405020304" pitchFamily="18" charset="0"/>
              </a:rPr>
              <a:t> </a:t>
            </a:r>
            <a:r>
              <a:rPr lang="en-US" sz="2200" spc="-67" dirty="0">
                <a:latin typeface="Times New Roman" panose="02020603050405020304" pitchFamily="18" charset="0"/>
                <a:cs typeface="Times New Roman" panose="02020603050405020304" pitchFamily="18" charset="0"/>
              </a:rPr>
              <a:t>&amp; </a:t>
            </a:r>
            <a:r>
              <a:rPr lang="en-US" sz="2200" dirty="0">
                <a:latin typeface="Times New Roman" panose="02020603050405020304" pitchFamily="18" charset="0"/>
                <a:cs typeface="Times New Roman" panose="02020603050405020304" pitchFamily="18" charset="0"/>
              </a:rPr>
              <a:t>least</a:t>
            </a:r>
            <a:r>
              <a:rPr lang="en-US" sz="2200" spc="-152"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unsafe</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work</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terms</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lost</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time</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injuries</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&amp;</a:t>
            </a:r>
            <a:r>
              <a:rPr lang="en-US" sz="2200" spc="-152" dirty="0">
                <a:latin typeface="Times New Roman" panose="02020603050405020304" pitchFamily="18" charset="0"/>
                <a:cs typeface="Times New Roman" panose="02020603050405020304" pitchFamily="18" charset="0"/>
              </a:rPr>
              <a:t> </a:t>
            </a:r>
            <a:r>
              <a:rPr lang="en-US" sz="2200" spc="-33" dirty="0">
                <a:latin typeface="Times New Roman" panose="02020603050405020304" pitchFamily="18" charset="0"/>
                <a:cs typeface="Times New Roman" panose="02020603050405020304" pitchFamily="18" charset="0"/>
              </a:rPr>
              <a:t>man</a:t>
            </a:r>
            <a:r>
              <a:rPr lang="en-US" sz="2200" spc="-152" dirty="0">
                <a:latin typeface="Times New Roman" panose="02020603050405020304" pitchFamily="18" charset="0"/>
                <a:cs typeface="Times New Roman" panose="02020603050405020304" pitchFamily="18" charset="0"/>
              </a:rPr>
              <a:t> </a:t>
            </a:r>
            <a:r>
              <a:rPr lang="en-US" sz="2200" spc="-27" dirty="0">
                <a:latin typeface="Times New Roman" panose="02020603050405020304" pitchFamily="18" charset="0"/>
                <a:cs typeface="Times New Roman" panose="02020603050405020304" pitchFamily="18" charset="0"/>
              </a:rPr>
              <a:t>days</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lost</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between</a:t>
            </a:r>
            <a:r>
              <a:rPr lang="en-US" sz="2200" spc="-14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52"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consecutive</a:t>
            </a:r>
            <a:r>
              <a:rPr lang="en-US" sz="2200" spc="-14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years.</a:t>
            </a:r>
            <a:endParaRPr lang="en-US" sz="2200" dirty="0">
              <a:latin typeface="Times New Roman" panose="02020603050405020304" pitchFamily="18" charset="0"/>
              <a:cs typeface="Times New Roman" panose="02020603050405020304" pitchFamily="18" charset="0"/>
            </a:endParaRPr>
          </a:p>
          <a:p>
            <a:pPr marL="453802" marR="369137" indent="-228600" algn="just">
              <a:lnSpc>
                <a:spcPct val="90000"/>
              </a:lnSpc>
              <a:buFont typeface="Arial" panose="020B0604020202020204" pitchFamily="34" charset="0"/>
              <a:buChar char="•"/>
              <a:tabLst>
                <a:tab pos="453802" algn="l"/>
              </a:tabLst>
            </a:pPr>
            <a:r>
              <a:rPr lang="en-US" sz="2200" spc="-40" dirty="0">
                <a:latin typeface="Times New Roman" panose="02020603050405020304" pitchFamily="18" charset="0"/>
                <a:cs typeface="Times New Roman" panose="02020603050405020304" pitchFamily="18" charset="0"/>
              </a:rPr>
              <a:t>It</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also</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helps</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find</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out</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deficiency</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or</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draw</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back</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67" dirty="0">
                <a:latin typeface="Times New Roman" panose="02020603050405020304" pitchFamily="18" charset="0"/>
                <a:cs typeface="Times New Roman" panose="02020603050405020304" pitchFamily="18" charset="0"/>
              </a:rPr>
              <a:t> </a:t>
            </a:r>
            <a:r>
              <a:rPr lang="en-US" sz="2200" spc="-33" dirty="0">
                <a:latin typeface="Times New Roman" panose="02020603050405020304" pitchFamily="18" charset="0"/>
                <a:cs typeface="Times New Roman" panose="02020603050405020304" pitchFamily="18" charset="0"/>
              </a:rPr>
              <a:t>management</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system</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&amp;</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a:t>
            </a:r>
            <a:r>
              <a:rPr lang="en-US" sz="2200" spc="-160" dirty="0">
                <a:latin typeface="Times New Roman" panose="02020603050405020304" pitchFamily="18" charset="0"/>
                <a:cs typeface="Times New Roman" panose="02020603050405020304" pitchFamily="18" charset="0"/>
              </a:rPr>
              <a:t> </a:t>
            </a:r>
            <a:r>
              <a:rPr lang="en-US" sz="2200" spc="-27" dirty="0">
                <a:latin typeface="Times New Roman" panose="02020603050405020304" pitchFamily="18" charset="0"/>
                <a:cs typeface="Times New Roman" panose="02020603050405020304" pitchFamily="18" charset="0"/>
              </a:rPr>
              <a:t>suggest</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60"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safety measures</a:t>
            </a:r>
            <a:r>
              <a:rPr lang="en-US" sz="2200" spc="-16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area</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where</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improvement</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necessary</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raise</a:t>
            </a:r>
            <a:r>
              <a:rPr lang="en-US" sz="2200" spc="-167"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its</a:t>
            </a:r>
            <a:r>
              <a:rPr lang="en-US" sz="2200" spc="-1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safety</a:t>
            </a:r>
            <a:r>
              <a:rPr lang="en-US" sz="2200" spc="-167" dirty="0">
                <a:latin typeface="Times New Roman" panose="02020603050405020304" pitchFamily="18" charset="0"/>
                <a:cs typeface="Times New Roman" panose="02020603050405020304" pitchFamily="18" charset="0"/>
              </a:rPr>
              <a:t> </a:t>
            </a:r>
            <a:r>
              <a:rPr lang="en-US" sz="2200" spc="-13" dirty="0">
                <a:latin typeface="Times New Roman" panose="02020603050405020304" pitchFamily="18" charset="0"/>
                <a:cs typeface="Times New Roman" panose="02020603050405020304" pitchFamily="18" charset="0"/>
              </a:rPr>
              <a:t>performance.</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2400" y="237372"/>
            <a:ext cx="3624385" cy="632651"/>
          </a:xfrm>
          <a:prstGeom prst="rect">
            <a:avLst/>
          </a:prstGeom>
        </p:spPr>
        <p:txBody>
          <a:bodyPr vert="horz" wrap="square" lIns="0" tIns="16933" rIns="0" bIns="0" rtlCol="0" anchor="ctr">
            <a:spAutoFit/>
          </a:bodyPr>
          <a:lstStyle/>
          <a:p>
            <a:pPr marL="16933">
              <a:lnSpc>
                <a:spcPct val="100000"/>
              </a:lnSpc>
              <a:spcBef>
                <a:spcPts val="133"/>
              </a:spcBef>
            </a:pPr>
            <a:r>
              <a:rPr sz="4000" b="1" spc="-13" dirty="0">
                <a:solidFill>
                  <a:schemeClr val="tx2">
                    <a:lumMod val="90000"/>
                    <a:lumOff val="10000"/>
                  </a:schemeClr>
                </a:solidFill>
                <a:latin typeface="Times New Roman" panose="02020603050405020304" pitchFamily="18" charset="0"/>
                <a:cs typeface="Times New Roman" panose="02020603050405020304" pitchFamily="18" charset="0"/>
              </a:rPr>
              <a:t>Definitions</a:t>
            </a:r>
            <a:endParaRPr sz="4000" b="1" dirty="0">
              <a:solidFill>
                <a:schemeClr val="tx2">
                  <a:lumMod val="90000"/>
                  <a:lumOff val="10000"/>
                </a:schemeClr>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707292" y="790477"/>
            <a:ext cx="11176000" cy="4921133"/>
          </a:xfrm>
          <a:prstGeom prst="rect">
            <a:avLst/>
          </a:prstGeom>
        </p:spPr>
        <p:txBody>
          <a:bodyPr vert="horz" wrap="square" lIns="0" tIns="16933" rIns="0" bIns="0" rtlCol="0">
            <a:spAutoFit/>
          </a:bodyPr>
          <a:lstStyle/>
          <a:p>
            <a:pPr marL="433482" marR="527460" indent="-417396" algn="just">
              <a:lnSpc>
                <a:spcPct val="114999"/>
              </a:lnSpc>
              <a:buFont typeface="Arial MT"/>
              <a:buChar char="●"/>
              <a:tabLst>
                <a:tab pos="433482" algn="l"/>
              </a:tabLst>
            </a:pPr>
            <a:r>
              <a:rPr sz="2200" b="1" dirty="0">
                <a:solidFill>
                  <a:srgbClr val="222222"/>
                </a:solidFill>
                <a:latin typeface="Times New Roman" panose="02020603050405020304" pitchFamily="18" charset="0"/>
                <a:cs typeface="Times New Roman" panose="02020603050405020304" pitchFamily="18" charset="0"/>
              </a:rPr>
              <a:t>Accident:</a:t>
            </a:r>
            <a:r>
              <a:rPr sz="2200" b="1"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t>
            </a:r>
            <a:r>
              <a:rPr sz="2200" spc="-10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An</a:t>
            </a:r>
            <a:r>
              <a:rPr sz="2200" spc="-2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unplanned</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t>
            </a:r>
            <a:r>
              <a:rPr sz="2200" spc="-33"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unintended</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occurrence</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arising</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out</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&amp;</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the</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course</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employment</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a:t>
            </a:r>
            <a:r>
              <a:rPr sz="2200" spc="-2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person resulting</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injury/</a:t>
            </a:r>
            <a:r>
              <a:rPr sz="2200" spc="-33"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damage.</a:t>
            </a:r>
            <a:endParaRPr sz="2200" dirty="0">
              <a:latin typeface="Times New Roman" panose="02020603050405020304" pitchFamily="18" charset="0"/>
              <a:cs typeface="Times New Roman" panose="02020603050405020304" pitchFamily="18" charset="0"/>
            </a:endParaRPr>
          </a:p>
          <a:p>
            <a:pPr marL="433482" marR="6773" indent="-417396" algn="just">
              <a:lnSpc>
                <a:spcPct val="114999"/>
              </a:lnSpc>
              <a:buFont typeface="Arial MT"/>
              <a:buChar char="●"/>
              <a:tabLst>
                <a:tab pos="433482" algn="l"/>
              </a:tabLst>
            </a:pPr>
            <a:r>
              <a:rPr sz="2200" b="1" dirty="0">
                <a:solidFill>
                  <a:srgbClr val="222222"/>
                </a:solidFill>
                <a:latin typeface="Times New Roman" panose="02020603050405020304" pitchFamily="18" charset="0"/>
                <a:cs typeface="Times New Roman" panose="02020603050405020304" pitchFamily="18" charset="0"/>
              </a:rPr>
              <a:t>Near</a:t>
            </a:r>
            <a:r>
              <a:rPr sz="2200" b="1" spc="-27" dirty="0">
                <a:solidFill>
                  <a:srgbClr val="222222"/>
                </a:solidFill>
                <a:latin typeface="Times New Roman" panose="02020603050405020304" pitchFamily="18" charset="0"/>
                <a:cs typeface="Times New Roman" panose="02020603050405020304" pitchFamily="18" charset="0"/>
              </a:rPr>
              <a:t> </a:t>
            </a:r>
            <a:r>
              <a:rPr sz="2200" b="1" spc="-13" dirty="0">
                <a:solidFill>
                  <a:srgbClr val="222222"/>
                </a:solidFill>
                <a:latin typeface="Times New Roman" panose="02020603050405020304" pitchFamily="18" charset="0"/>
                <a:cs typeface="Times New Roman" panose="02020603050405020304" pitchFamily="18" charset="0"/>
              </a:rPr>
              <a:t>miss</a:t>
            </a:r>
            <a:r>
              <a:rPr sz="2200" spc="-13" dirty="0">
                <a:solidFill>
                  <a:srgbClr val="222222"/>
                </a:solidFill>
                <a:latin typeface="Times New Roman" panose="02020603050405020304" pitchFamily="18" charset="0"/>
                <a:cs typeface="Times New Roman" panose="02020603050405020304" pitchFamily="18" charset="0"/>
              </a:rPr>
              <a:t>:-</a:t>
            </a:r>
            <a:r>
              <a:rPr sz="2200" dirty="0">
                <a:solidFill>
                  <a:srgbClr val="222222"/>
                </a:solidFill>
                <a:latin typeface="Times New Roman" panose="02020603050405020304" pitchFamily="18" charset="0"/>
                <a:cs typeface="Times New Roman" panose="02020603050405020304" pitchFamily="18" charset="0"/>
              </a:rPr>
              <a:t>Nothing</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really</a:t>
            </a:r>
            <a:r>
              <a:rPr sz="2200" spc="-2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happened</a:t>
            </a:r>
            <a:r>
              <a:rPr sz="2200" spc="-20"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because</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another</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barrier</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stopped</a:t>
            </a:r>
            <a:r>
              <a:rPr sz="2200" spc="-2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the</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event,</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near</a:t>
            </a:r>
            <a:r>
              <a:rPr sz="2200" spc="-2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misses</a:t>
            </a:r>
            <a:r>
              <a:rPr sz="2200" spc="-2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indicate</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holes</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a:t>
            </a:r>
            <a:r>
              <a:rPr sz="2200" spc="-20" dirty="0">
                <a:solidFill>
                  <a:srgbClr val="222222"/>
                </a:solidFill>
                <a:latin typeface="Times New Roman" panose="02020603050405020304" pitchFamily="18" charset="0"/>
                <a:cs typeface="Times New Roman" panose="02020603050405020304" pitchFamily="18" charset="0"/>
              </a:rPr>
              <a:t> </a:t>
            </a:r>
            <a:r>
              <a:rPr sz="2200" spc="-33" dirty="0">
                <a:solidFill>
                  <a:srgbClr val="222222"/>
                </a:solidFill>
                <a:latin typeface="Times New Roman" panose="02020603050405020304" pitchFamily="18" charset="0"/>
                <a:cs typeface="Times New Roman" panose="02020603050405020304" pitchFamily="18" charset="0"/>
              </a:rPr>
              <a:t>the </a:t>
            </a:r>
            <a:r>
              <a:rPr sz="2200" dirty="0">
                <a:solidFill>
                  <a:srgbClr val="222222"/>
                </a:solidFill>
                <a:latin typeface="Times New Roman" panose="02020603050405020304" pitchFamily="18" charset="0"/>
                <a:cs typeface="Times New Roman" panose="02020603050405020304" pitchFamily="18" charset="0"/>
              </a:rPr>
              <a:t>layer</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2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defense.</a:t>
            </a:r>
            <a:endParaRPr sz="2200" dirty="0">
              <a:latin typeface="Times New Roman" panose="02020603050405020304" pitchFamily="18" charset="0"/>
              <a:cs typeface="Times New Roman" panose="02020603050405020304" pitchFamily="18" charset="0"/>
            </a:endParaRPr>
          </a:p>
          <a:p>
            <a:pPr marL="433482" indent="-416550" algn="just">
              <a:spcBef>
                <a:spcPts val="267"/>
              </a:spcBef>
              <a:buFont typeface="Arial MT"/>
              <a:buChar char="●"/>
              <a:tabLst>
                <a:tab pos="433482" algn="l"/>
              </a:tabLst>
            </a:pPr>
            <a:r>
              <a:rPr sz="2200" b="1" spc="-13" dirty="0">
                <a:solidFill>
                  <a:srgbClr val="222222"/>
                </a:solidFill>
                <a:latin typeface="Times New Roman" panose="02020603050405020304" pitchFamily="18" charset="0"/>
                <a:cs typeface="Times New Roman" panose="02020603050405020304" pitchFamily="18" charset="0"/>
              </a:rPr>
              <a:t>Reportable</a:t>
            </a:r>
            <a:r>
              <a:rPr sz="2200" b="1" spc="-27" dirty="0">
                <a:solidFill>
                  <a:srgbClr val="222222"/>
                </a:solidFill>
                <a:latin typeface="Times New Roman" panose="02020603050405020304" pitchFamily="18" charset="0"/>
                <a:cs typeface="Times New Roman" panose="02020603050405020304" pitchFamily="18" charset="0"/>
              </a:rPr>
              <a:t> </a:t>
            </a:r>
            <a:r>
              <a:rPr sz="2200" b="1" dirty="0">
                <a:solidFill>
                  <a:srgbClr val="222222"/>
                </a:solidFill>
                <a:latin typeface="Times New Roman" panose="02020603050405020304" pitchFamily="18" charset="0"/>
                <a:cs typeface="Times New Roman" panose="02020603050405020304" pitchFamily="18" charset="0"/>
              </a:rPr>
              <a:t>accident:</a:t>
            </a:r>
            <a:r>
              <a:rPr sz="2200" b="1"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t>
            </a:r>
            <a:r>
              <a:rPr sz="2200" spc="-100"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Accident</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which</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occur</a:t>
            </a:r>
            <a:r>
              <a:rPr sz="2200" spc="-20"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disablement</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to</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work</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for</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a:t>
            </a:r>
            <a:r>
              <a:rPr sz="2200" spc="-2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period</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48</a:t>
            </a:r>
            <a:r>
              <a:rPr sz="2200" spc="-2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hr.</a:t>
            </a:r>
            <a:r>
              <a:rPr sz="2200" spc="-2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or</a:t>
            </a:r>
            <a:r>
              <a:rPr sz="2200" spc="-2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more.</a:t>
            </a:r>
            <a:endParaRPr sz="2200" dirty="0">
              <a:latin typeface="Times New Roman" panose="02020603050405020304" pitchFamily="18" charset="0"/>
              <a:cs typeface="Times New Roman" panose="02020603050405020304" pitchFamily="18" charset="0"/>
            </a:endParaRPr>
          </a:p>
          <a:p>
            <a:pPr marL="433482" indent="-416550" algn="just">
              <a:spcBef>
                <a:spcPts val="260"/>
              </a:spcBef>
              <a:buFont typeface="Arial MT"/>
              <a:buChar char="●"/>
              <a:tabLst>
                <a:tab pos="433482" algn="l"/>
              </a:tabLst>
            </a:pPr>
            <a:r>
              <a:rPr sz="2200" b="1" spc="-27" dirty="0">
                <a:solidFill>
                  <a:srgbClr val="222222"/>
                </a:solidFill>
                <a:latin typeface="Times New Roman" panose="02020603050405020304" pitchFamily="18" charset="0"/>
                <a:cs typeface="Times New Roman" panose="02020603050405020304" pitchFamily="18" charset="0"/>
              </a:rPr>
              <a:t>Non-</a:t>
            </a:r>
            <a:r>
              <a:rPr sz="2200" b="1" spc="-13" dirty="0">
                <a:solidFill>
                  <a:srgbClr val="222222"/>
                </a:solidFill>
                <a:latin typeface="Times New Roman" panose="02020603050405020304" pitchFamily="18" charset="0"/>
                <a:cs typeface="Times New Roman" panose="02020603050405020304" pitchFamily="18" charset="0"/>
              </a:rPr>
              <a:t>Disabling</a:t>
            </a:r>
            <a:r>
              <a:rPr sz="2200" b="1" spc="-53" dirty="0">
                <a:solidFill>
                  <a:srgbClr val="222222"/>
                </a:solidFill>
                <a:latin typeface="Times New Roman" panose="02020603050405020304" pitchFamily="18" charset="0"/>
                <a:cs typeface="Times New Roman" panose="02020603050405020304" pitchFamily="18" charset="0"/>
              </a:rPr>
              <a:t> </a:t>
            </a:r>
            <a:r>
              <a:rPr sz="2200" b="1" dirty="0">
                <a:solidFill>
                  <a:srgbClr val="222222"/>
                </a:solidFill>
                <a:latin typeface="Times New Roman" panose="02020603050405020304" pitchFamily="18" charset="0"/>
                <a:cs typeface="Times New Roman" panose="02020603050405020304" pitchFamily="18" charset="0"/>
              </a:rPr>
              <a:t>injury:-</a:t>
            </a:r>
            <a:r>
              <a:rPr sz="2200" dirty="0">
                <a:solidFill>
                  <a:srgbClr val="222222"/>
                </a:solidFill>
                <a:latin typeface="Times New Roman" panose="02020603050405020304" pitchFamily="18" charset="0"/>
                <a:cs typeface="Times New Roman" panose="02020603050405020304" pitchFamily="18" charset="0"/>
              </a:rPr>
              <a:t>Injury</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requires</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medical</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treatment</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(First</a:t>
            </a:r>
            <a:r>
              <a:rPr sz="2200" spc="-5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aid)</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only</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without</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causing</a:t>
            </a:r>
            <a:r>
              <a:rPr sz="2200" spc="-47"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disablement.</a:t>
            </a:r>
            <a:endParaRPr sz="2200" dirty="0">
              <a:latin typeface="Times New Roman" panose="02020603050405020304" pitchFamily="18" charset="0"/>
              <a:cs typeface="Times New Roman" panose="02020603050405020304" pitchFamily="18" charset="0"/>
            </a:endParaRPr>
          </a:p>
          <a:p>
            <a:pPr marL="426709" marR="423323" indent="-410623" algn="just">
              <a:lnSpc>
                <a:spcPct val="114999"/>
              </a:lnSpc>
              <a:buFont typeface="Arial MT"/>
              <a:buChar char="●"/>
              <a:tabLst>
                <a:tab pos="433482" algn="l"/>
              </a:tabLst>
            </a:pPr>
            <a:r>
              <a:rPr sz="2200" b="1" dirty="0">
                <a:solidFill>
                  <a:srgbClr val="222222"/>
                </a:solidFill>
                <a:latin typeface="Times New Roman" panose="02020603050405020304" pitchFamily="18" charset="0"/>
                <a:cs typeface="Times New Roman" panose="02020603050405020304" pitchFamily="18" charset="0"/>
              </a:rPr>
              <a:t>Man</a:t>
            </a:r>
            <a:r>
              <a:rPr sz="2200" b="1" spc="-40" dirty="0">
                <a:solidFill>
                  <a:srgbClr val="222222"/>
                </a:solidFill>
                <a:latin typeface="Times New Roman" panose="02020603050405020304" pitchFamily="18" charset="0"/>
                <a:cs typeface="Times New Roman" panose="02020603050405020304" pitchFamily="18" charset="0"/>
              </a:rPr>
              <a:t> </a:t>
            </a:r>
            <a:r>
              <a:rPr sz="2200" b="1" dirty="0">
                <a:solidFill>
                  <a:srgbClr val="222222"/>
                </a:solidFill>
                <a:latin typeface="Times New Roman" panose="02020603050405020304" pitchFamily="18" charset="0"/>
                <a:cs typeface="Times New Roman" panose="02020603050405020304" pitchFamily="18" charset="0"/>
              </a:rPr>
              <a:t>days</a:t>
            </a:r>
            <a:r>
              <a:rPr sz="2200" b="1" spc="-40" dirty="0">
                <a:solidFill>
                  <a:srgbClr val="222222"/>
                </a:solidFill>
                <a:latin typeface="Times New Roman" panose="02020603050405020304" pitchFamily="18" charset="0"/>
                <a:cs typeface="Times New Roman" panose="02020603050405020304" pitchFamily="18" charset="0"/>
              </a:rPr>
              <a:t> </a:t>
            </a:r>
            <a:r>
              <a:rPr sz="2200" b="1" dirty="0">
                <a:solidFill>
                  <a:srgbClr val="222222"/>
                </a:solidFill>
                <a:latin typeface="Times New Roman" panose="02020603050405020304" pitchFamily="18" charset="0"/>
                <a:cs typeface="Times New Roman" panose="02020603050405020304" pitchFamily="18" charset="0"/>
              </a:rPr>
              <a:t>lost:</a:t>
            </a:r>
            <a:r>
              <a:rPr sz="2200" b="1"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Charges</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days</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earning</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capacity</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lost</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due</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to</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permanent</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disability</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(total</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or</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death)</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or</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due</a:t>
            </a:r>
            <a:r>
              <a:rPr sz="2200" spc="-40" dirty="0">
                <a:solidFill>
                  <a:srgbClr val="222222"/>
                </a:solidFill>
                <a:latin typeface="Times New Roman" panose="02020603050405020304" pitchFamily="18" charset="0"/>
                <a:cs typeface="Times New Roman" panose="02020603050405020304" pitchFamily="18" charset="0"/>
              </a:rPr>
              <a:t> </a:t>
            </a:r>
            <a:r>
              <a:rPr sz="2200" spc="-33" dirty="0">
                <a:solidFill>
                  <a:srgbClr val="222222"/>
                </a:solidFill>
                <a:latin typeface="Times New Roman" panose="02020603050405020304" pitchFamily="18" charset="0"/>
                <a:cs typeface="Times New Roman" panose="02020603050405020304" pitchFamily="18" charset="0"/>
              </a:rPr>
              <a:t>to 	</a:t>
            </a:r>
            <a:r>
              <a:rPr sz="2200" dirty="0">
                <a:solidFill>
                  <a:srgbClr val="222222"/>
                </a:solidFill>
                <a:latin typeface="Times New Roman" panose="02020603050405020304" pitchFamily="18" charset="0"/>
                <a:cs typeface="Times New Roman" panose="02020603050405020304" pitchFamily="18" charset="0"/>
              </a:rPr>
              <a:t>partial</a:t>
            </a:r>
            <a:r>
              <a:rPr sz="2200" spc="-33"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disablement</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as</a:t>
            </a:r>
            <a:r>
              <a:rPr sz="2200" spc="-33"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specified</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a:t>
            </a:r>
            <a:r>
              <a:rPr sz="2200" spc="-2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IS</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3786.</a:t>
            </a:r>
            <a:endParaRPr sz="2200" dirty="0">
              <a:latin typeface="Times New Roman" panose="02020603050405020304" pitchFamily="18" charset="0"/>
              <a:cs typeface="Times New Roman" panose="02020603050405020304" pitchFamily="18" charset="0"/>
            </a:endParaRPr>
          </a:p>
          <a:p>
            <a:pPr marL="426709" marR="460575" indent="-410623" algn="just">
              <a:lnSpc>
                <a:spcPct val="114999"/>
              </a:lnSpc>
              <a:buFont typeface="Arial MT"/>
              <a:buChar char="●"/>
              <a:tabLst>
                <a:tab pos="433482" algn="l"/>
              </a:tabLst>
            </a:pPr>
            <a:r>
              <a:rPr sz="2200" b="1" dirty="0">
                <a:solidFill>
                  <a:srgbClr val="222222"/>
                </a:solidFill>
                <a:latin typeface="Times New Roman" panose="02020603050405020304" pitchFamily="18" charset="0"/>
                <a:cs typeface="Times New Roman" panose="02020603050405020304" pitchFamily="18" charset="0"/>
              </a:rPr>
              <a:t>Man</a:t>
            </a:r>
            <a:r>
              <a:rPr sz="2200" b="1" spc="-47" dirty="0">
                <a:solidFill>
                  <a:srgbClr val="222222"/>
                </a:solidFill>
                <a:latin typeface="Times New Roman" panose="02020603050405020304" pitchFamily="18" charset="0"/>
                <a:cs typeface="Times New Roman" panose="02020603050405020304" pitchFamily="18" charset="0"/>
              </a:rPr>
              <a:t> </a:t>
            </a:r>
            <a:r>
              <a:rPr sz="2200" b="1" dirty="0">
                <a:solidFill>
                  <a:srgbClr val="222222"/>
                </a:solidFill>
                <a:latin typeface="Times New Roman" panose="02020603050405020304" pitchFamily="18" charset="0"/>
                <a:cs typeface="Times New Roman" panose="02020603050405020304" pitchFamily="18" charset="0"/>
              </a:rPr>
              <a:t>hours</a:t>
            </a:r>
            <a:r>
              <a:rPr sz="2200" b="1" spc="-40" dirty="0">
                <a:solidFill>
                  <a:srgbClr val="222222"/>
                </a:solidFill>
                <a:latin typeface="Times New Roman" panose="02020603050405020304" pitchFamily="18" charset="0"/>
                <a:cs typeface="Times New Roman" panose="02020603050405020304" pitchFamily="18" charset="0"/>
              </a:rPr>
              <a:t> </a:t>
            </a:r>
            <a:r>
              <a:rPr sz="2200" b="1" dirty="0">
                <a:solidFill>
                  <a:srgbClr val="222222"/>
                </a:solidFill>
                <a:latin typeface="Times New Roman" panose="02020603050405020304" pitchFamily="18" charset="0"/>
                <a:cs typeface="Times New Roman" panose="02020603050405020304" pitchFamily="18" charset="0"/>
              </a:rPr>
              <a:t>worked:</a:t>
            </a:r>
            <a:r>
              <a:rPr sz="2200" b="1" spc="-6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The</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total</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number</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of</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employees</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hours</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worked</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by</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all</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employees</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working</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a:t>
            </a:r>
            <a:r>
              <a:rPr sz="2200" spc="-47"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the</a:t>
            </a:r>
            <a:r>
              <a:rPr sz="2200" spc="-40"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industrial </a:t>
            </a:r>
            <a:r>
              <a:rPr sz="2200" dirty="0">
                <a:solidFill>
                  <a:srgbClr val="222222"/>
                </a:solidFill>
                <a:latin typeface="Times New Roman" panose="02020603050405020304" pitchFamily="18" charset="0"/>
                <a:cs typeface="Times New Roman" panose="02020603050405020304" pitchFamily="18" charset="0"/>
              </a:rPr>
              <a:t>premise.</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It</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includes</a:t>
            </a:r>
            <a:r>
              <a:rPr sz="2200" spc="-40"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managerial,</a:t>
            </a:r>
            <a:r>
              <a:rPr sz="2200" spc="-33"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supervisory,</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and</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professional,</a:t>
            </a:r>
            <a:r>
              <a:rPr sz="2200" spc="-40"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technical,</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clerical</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and</a:t>
            </a:r>
            <a:r>
              <a:rPr sz="2200" spc="-33"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other</a:t>
            </a:r>
            <a:r>
              <a:rPr sz="2200" spc="-40" dirty="0">
                <a:solidFill>
                  <a:srgbClr val="222222"/>
                </a:solidFill>
                <a:latin typeface="Times New Roman" panose="02020603050405020304" pitchFamily="18" charset="0"/>
                <a:cs typeface="Times New Roman" panose="02020603050405020304" pitchFamily="18" charset="0"/>
              </a:rPr>
              <a:t> </a:t>
            </a:r>
            <a:r>
              <a:rPr sz="2200" dirty="0">
                <a:solidFill>
                  <a:srgbClr val="222222"/>
                </a:solidFill>
                <a:latin typeface="Times New Roman" panose="02020603050405020304" pitchFamily="18" charset="0"/>
                <a:cs typeface="Times New Roman" panose="02020603050405020304" pitchFamily="18" charset="0"/>
              </a:rPr>
              <a:t>workers</a:t>
            </a:r>
            <a:r>
              <a:rPr sz="2200" spc="-33" dirty="0">
                <a:solidFill>
                  <a:srgbClr val="222222"/>
                </a:solidFill>
                <a:latin typeface="Times New Roman" panose="02020603050405020304" pitchFamily="18" charset="0"/>
                <a:cs typeface="Times New Roman" panose="02020603050405020304" pitchFamily="18" charset="0"/>
              </a:rPr>
              <a:t> </a:t>
            </a:r>
            <a:r>
              <a:rPr sz="2200" spc="-13" dirty="0">
                <a:solidFill>
                  <a:srgbClr val="222222"/>
                </a:solidFill>
                <a:latin typeface="Times New Roman" panose="02020603050405020304" pitchFamily="18" charset="0"/>
                <a:cs typeface="Times New Roman" panose="02020603050405020304" pitchFamily="18" charset="0"/>
              </a:rPr>
              <a:t>including </a:t>
            </a:r>
            <a:r>
              <a:rPr sz="2200" dirty="0">
                <a:solidFill>
                  <a:srgbClr val="222222"/>
                </a:solidFill>
                <a:latin typeface="Times New Roman" panose="02020603050405020304" pitchFamily="18" charset="0"/>
                <a:cs typeface="Times New Roman" panose="02020603050405020304" pitchFamily="18" charset="0"/>
              </a:rPr>
              <a:t>contractor's</a:t>
            </a:r>
            <a:r>
              <a:rPr sz="2200" spc="-7" dirty="0">
                <a:solidFill>
                  <a:srgbClr val="222222"/>
                </a:solidFill>
                <a:latin typeface="Times New Roman" panose="02020603050405020304" pitchFamily="18" charset="0"/>
                <a:cs typeface="Times New Roman" panose="02020603050405020304" pitchFamily="18" charset="0"/>
              </a:rPr>
              <a:t> </a:t>
            </a:r>
            <a:r>
              <a:rPr sz="2200" spc="-27" dirty="0">
                <a:solidFill>
                  <a:srgbClr val="222222"/>
                </a:solidFill>
                <a:latin typeface="Times New Roman" panose="02020603050405020304" pitchFamily="18" charset="0"/>
                <a:cs typeface="Times New Roman" panose="02020603050405020304" pitchFamily="18" charset="0"/>
              </a:rPr>
              <a:t>labor</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3ABA13-743C-E8D4-7065-C452F56B34E8}"/>
              </a:ext>
            </a:extLst>
          </p:cNvPr>
          <p:cNvSpPr>
            <a:spLocks noGrp="1"/>
          </p:cNvSpPr>
          <p:nvPr>
            <p:ph idx="1"/>
          </p:nvPr>
        </p:nvSpPr>
        <p:spPr>
          <a:xfrm>
            <a:off x="492370" y="958850"/>
            <a:ext cx="5215276" cy="3613149"/>
          </a:xfrm>
        </p:spPr>
        <p:txBody>
          <a:bodyPr anchor="ctr">
            <a:noAutofit/>
          </a:bodyPr>
          <a:lstStyle/>
          <a:p>
            <a:pPr algn="just"/>
            <a:r>
              <a:rPr lang="en-US" sz="2400" b="1" dirty="0">
                <a:latin typeface="Times New Roman" panose="02020603050405020304" pitchFamily="18" charset="0"/>
                <a:cs typeface="Times New Roman" panose="02020603050405020304" pitchFamily="18" charset="0"/>
              </a:rPr>
              <a:t>Disabling Injury ( Lost Time Injury ) </a:t>
            </a:r>
            <a:r>
              <a:rPr lang="en-US" sz="2400" dirty="0">
                <a:latin typeface="Times New Roman" panose="02020603050405020304" pitchFamily="18" charset="0"/>
                <a:cs typeface="Times New Roman" panose="02020603050405020304" pitchFamily="18" charset="0"/>
              </a:rPr>
              <a:t>- An injury causing disablement extending beyond the day of shift on which the accident occurred. </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Reportable Disabling Injury ( Reportable Lost Time Injury ) </a:t>
            </a:r>
            <a:r>
              <a:rPr lang="en-US" sz="2400" dirty="0">
                <a:latin typeface="Times New Roman" panose="02020603050405020304" pitchFamily="18" charset="0"/>
                <a:cs typeface="Times New Roman" panose="02020603050405020304" pitchFamily="18" charset="0"/>
              </a:rPr>
              <a:t>- An injury causing death or disablement to an extent as prescribed by the relevant statute. </a:t>
            </a:r>
          </a:p>
          <a:p>
            <a:pPr algn="just"/>
            <a:endParaRPr lang="en-IN" sz="2400" dirty="0">
              <a:latin typeface="Times New Roman" panose="02020603050405020304" pitchFamily="18" charset="0"/>
              <a:cs typeface="Times New Roman" panose="02020603050405020304" pitchFamily="18" charset="0"/>
            </a:endParaRPr>
          </a:p>
        </p:txBody>
      </p:sp>
      <p:pic>
        <p:nvPicPr>
          <p:cNvPr id="5" name="Picture 4" descr="Workers helping a person fall on the ground&#10;&#10;Description automatically generated">
            <a:extLst>
              <a:ext uri="{FF2B5EF4-FFF2-40B4-BE49-F238E27FC236}">
                <a16:creationId xmlns:a16="http://schemas.microsoft.com/office/drawing/2014/main" id="{2314A773-D5C1-7C20-13D9-293F0946B9D8}"/>
              </a:ext>
            </a:extLst>
          </p:cNvPr>
          <p:cNvPicPr>
            <a:picLocks noChangeAspect="1"/>
          </p:cNvPicPr>
          <p:nvPr/>
        </p:nvPicPr>
        <p:blipFill>
          <a:blip r:embed="rId2">
            <a:extLst>
              <a:ext uri="{28A0092B-C50C-407E-A947-70E740481C1C}">
                <a14:useLocalDpi xmlns:a14="http://schemas.microsoft.com/office/drawing/2010/main" val="0"/>
              </a:ext>
            </a:extLst>
          </a:blip>
          <a:srcRect l="25413" r="15261"/>
          <a:stretch/>
        </p:blipFill>
        <p:spPr>
          <a:xfrm>
            <a:off x="6096000" y="1"/>
            <a:ext cx="6102825" cy="6858000"/>
          </a:xfrm>
          <a:prstGeom prst="rect">
            <a:avLst/>
          </a:prstGeom>
        </p:spPr>
      </p:pic>
    </p:spTree>
    <p:extLst>
      <p:ext uri="{BB962C8B-B14F-4D97-AF65-F5344CB8AC3E}">
        <p14:creationId xmlns:p14="http://schemas.microsoft.com/office/powerpoint/2010/main" val="17205411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471" y="505044"/>
            <a:ext cx="10814537" cy="571096"/>
          </a:xfrm>
          <a:prstGeom prst="rect">
            <a:avLst/>
          </a:prstGeom>
        </p:spPr>
        <p:txBody>
          <a:bodyPr vert="horz" wrap="square" lIns="0" tIns="16933" rIns="0" bIns="0" rtlCol="0" anchor="ctr">
            <a:spAutoFit/>
          </a:bodyPr>
          <a:lstStyle/>
          <a:p>
            <a:pPr marL="16933">
              <a:lnSpc>
                <a:spcPct val="100000"/>
              </a:lnSpc>
              <a:spcBef>
                <a:spcPts val="133"/>
              </a:spcBef>
            </a:pPr>
            <a:r>
              <a:rPr lang="en-US" sz="3600" b="1" u="sng" dirty="0">
                <a:solidFill>
                  <a:schemeClr val="accent2">
                    <a:lumMod val="75000"/>
                  </a:schemeClr>
                </a:solidFill>
                <a:latin typeface="Times New Roman" panose="02020603050405020304" pitchFamily="18" charset="0"/>
                <a:cs typeface="Times New Roman" panose="02020603050405020304" pitchFamily="18" charset="0"/>
              </a:rPr>
              <a:t>SAFETY</a:t>
            </a:r>
            <a:r>
              <a:rPr lang="en-US" sz="3600" b="1" u="sng" spc="-73"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u="sng" dirty="0">
                <a:solidFill>
                  <a:schemeClr val="accent2">
                    <a:lumMod val="75000"/>
                  </a:schemeClr>
                </a:solidFill>
                <a:latin typeface="Times New Roman" panose="02020603050405020304" pitchFamily="18" charset="0"/>
                <a:cs typeface="Times New Roman" panose="02020603050405020304" pitchFamily="18" charset="0"/>
              </a:rPr>
              <a:t>PERFORMANCE</a:t>
            </a:r>
            <a:r>
              <a:rPr lang="en-US" sz="3600" b="1" u="sng" spc="-53"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u="sng" spc="-13" dirty="0">
                <a:solidFill>
                  <a:schemeClr val="accent2">
                    <a:lumMod val="75000"/>
                  </a:schemeClr>
                </a:solidFill>
                <a:latin typeface="Times New Roman" panose="02020603050405020304" pitchFamily="18" charset="0"/>
                <a:cs typeface="Times New Roman" panose="02020603050405020304" pitchFamily="18" charset="0"/>
              </a:rPr>
              <a:t>INDICATORS</a:t>
            </a:r>
            <a:endParaRPr lang="en-US" sz="3600"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10416" y="1360651"/>
            <a:ext cx="10824828" cy="386430"/>
          </a:xfrm>
          <a:prstGeom prst="rect">
            <a:avLst/>
          </a:prstGeom>
        </p:spPr>
        <p:txBody>
          <a:bodyPr vert="horz" wrap="square" lIns="0" tIns="16933" rIns="0" bIns="0" rtlCol="0">
            <a:spAutoFit/>
          </a:bodyPr>
          <a:lstStyle/>
          <a:p>
            <a:pPr marL="16933">
              <a:spcBef>
                <a:spcPts val="133"/>
              </a:spcBef>
            </a:pPr>
            <a:r>
              <a:rPr sz="2400" b="1" spc="-13" dirty="0">
                <a:solidFill>
                  <a:srgbClr val="222222"/>
                </a:solidFill>
                <a:latin typeface="Times New Roman" panose="02020603050405020304" pitchFamily="18" charset="0"/>
                <a:cs typeface="Times New Roman" panose="02020603050405020304" pitchFamily="18" charset="0"/>
              </a:rPr>
              <a:t>Frequency</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rate</a:t>
            </a:r>
            <a:r>
              <a:rPr sz="2400" b="1" spc="-27" dirty="0">
                <a:solidFill>
                  <a:srgbClr val="222222"/>
                </a:solidFill>
                <a:latin typeface="Times New Roman" panose="02020603050405020304" pitchFamily="18" charset="0"/>
                <a:cs typeface="Times New Roman" panose="02020603050405020304" pitchFamily="18" charset="0"/>
              </a:rPr>
              <a:t> (F.R) </a:t>
            </a:r>
            <a:r>
              <a:rPr sz="2400" b="1" dirty="0">
                <a:solidFill>
                  <a:srgbClr val="222222"/>
                </a:solidFill>
                <a:latin typeface="Times New Roman" panose="02020603050405020304" pitchFamily="18" charset="0"/>
                <a:cs typeface="Times New Roman" panose="02020603050405020304" pitchFamily="18" charset="0"/>
              </a:rPr>
              <a:t>:-</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Number</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of</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lost</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time</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injuries</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per</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million</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man</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hours</a:t>
            </a:r>
            <a:r>
              <a:rPr sz="2400" b="1" spc="-33" dirty="0">
                <a:solidFill>
                  <a:srgbClr val="222222"/>
                </a:solidFill>
                <a:latin typeface="Times New Roman" panose="02020603050405020304" pitchFamily="18" charset="0"/>
                <a:cs typeface="Times New Roman" panose="02020603050405020304" pitchFamily="18" charset="0"/>
              </a:rPr>
              <a:t> </a:t>
            </a:r>
            <a:r>
              <a:rPr sz="2400" b="1" spc="-13" dirty="0">
                <a:solidFill>
                  <a:srgbClr val="222222"/>
                </a:solidFill>
                <a:latin typeface="Times New Roman" panose="02020603050405020304" pitchFamily="18" charset="0"/>
                <a:cs typeface="Times New Roman" panose="02020603050405020304" pitchFamily="18" charset="0"/>
              </a:rPr>
              <a:t>worked.</a:t>
            </a:r>
            <a:endParaRPr sz="2400" b="1" dirty="0">
              <a:latin typeface="Times New Roman" panose="02020603050405020304" pitchFamily="18" charset="0"/>
              <a:cs typeface="Times New Roman" panose="02020603050405020304" pitchFamily="18" charset="0"/>
            </a:endParaRPr>
          </a:p>
        </p:txBody>
      </p:sp>
      <p:sp>
        <p:nvSpPr>
          <p:cNvPr id="4" name="object 4"/>
          <p:cNvSpPr txBox="1"/>
          <p:nvPr/>
        </p:nvSpPr>
        <p:spPr>
          <a:xfrm>
            <a:off x="610415" y="3029597"/>
            <a:ext cx="10960261" cy="386430"/>
          </a:xfrm>
          <a:prstGeom prst="rect">
            <a:avLst/>
          </a:prstGeom>
        </p:spPr>
        <p:txBody>
          <a:bodyPr vert="horz" wrap="square" lIns="0" tIns="16933" rIns="0" bIns="0" rtlCol="0">
            <a:spAutoFit/>
          </a:bodyPr>
          <a:lstStyle/>
          <a:p>
            <a:pPr marL="16933">
              <a:spcBef>
                <a:spcPts val="133"/>
              </a:spcBef>
            </a:pPr>
            <a:r>
              <a:rPr sz="2400" b="1" dirty="0">
                <a:solidFill>
                  <a:srgbClr val="222222"/>
                </a:solidFill>
                <a:latin typeface="Times New Roman" panose="02020603050405020304" pitchFamily="18" charset="0"/>
                <a:cs typeface="Times New Roman" panose="02020603050405020304" pitchFamily="18" charset="0"/>
              </a:rPr>
              <a:t>Severity</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Rate</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(S.R):</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Number</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of</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man-days</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lost</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per</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million</a:t>
            </a:r>
            <a:r>
              <a:rPr sz="2400" b="1" spc="-33"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manhours</a:t>
            </a:r>
            <a:r>
              <a:rPr sz="2400" b="1" spc="-27" dirty="0">
                <a:solidFill>
                  <a:srgbClr val="222222"/>
                </a:solidFill>
                <a:latin typeface="Times New Roman" panose="02020603050405020304" pitchFamily="18" charset="0"/>
                <a:cs typeface="Times New Roman" panose="02020603050405020304" pitchFamily="18" charset="0"/>
              </a:rPr>
              <a:t> </a:t>
            </a:r>
            <a:r>
              <a:rPr sz="2400" b="1" spc="-13" dirty="0">
                <a:solidFill>
                  <a:srgbClr val="222222"/>
                </a:solidFill>
                <a:latin typeface="Times New Roman" panose="02020603050405020304" pitchFamily="18" charset="0"/>
                <a:cs typeface="Times New Roman" panose="02020603050405020304" pitchFamily="18" charset="0"/>
              </a:rPr>
              <a:t>worked.</a:t>
            </a:r>
            <a:endParaRPr sz="2400" b="1" dirty="0">
              <a:latin typeface="Times New Roman" panose="02020603050405020304" pitchFamily="18" charset="0"/>
              <a:cs typeface="Times New Roman" panose="02020603050405020304" pitchFamily="18" charset="0"/>
            </a:endParaRPr>
          </a:p>
        </p:txBody>
      </p:sp>
      <p:sp>
        <p:nvSpPr>
          <p:cNvPr id="5" name="object 5"/>
          <p:cNvSpPr txBox="1"/>
          <p:nvPr/>
        </p:nvSpPr>
        <p:spPr>
          <a:xfrm>
            <a:off x="812800" y="4616534"/>
            <a:ext cx="11127154" cy="386430"/>
          </a:xfrm>
          <a:prstGeom prst="rect">
            <a:avLst/>
          </a:prstGeom>
        </p:spPr>
        <p:txBody>
          <a:bodyPr vert="horz" wrap="square" lIns="0" tIns="16933" rIns="0" bIns="0" rtlCol="0">
            <a:spAutoFit/>
          </a:bodyPr>
          <a:lstStyle/>
          <a:p>
            <a:pPr marL="16933">
              <a:spcBef>
                <a:spcPts val="133"/>
              </a:spcBef>
            </a:pPr>
            <a:r>
              <a:rPr sz="2400" b="1" spc="-13" dirty="0">
                <a:solidFill>
                  <a:srgbClr val="222222"/>
                </a:solidFill>
                <a:latin typeface="Times New Roman" panose="02020603050405020304" pitchFamily="18" charset="0"/>
                <a:cs typeface="Times New Roman" panose="02020603050405020304" pitchFamily="18" charset="0"/>
              </a:rPr>
              <a:t>Incidence</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Rate</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(IR)</a:t>
            </a:r>
            <a:r>
              <a:rPr sz="2400" b="1" spc="-20"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Number</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of</a:t>
            </a:r>
            <a:r>
              <a:rPr sz="2400" b="1" spc="-20"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lost</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time</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injuries</a:t>
            </a:r>
            <a:r>
              <a:rPr sz="2400" b="1" spc="-20"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per</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thousand</a:t>
            </a:r>
            <a:r>
              <a:rPr sz="2400" b="1" spc="-27" dirty="0">
                <a:solidFill>
                  <a:srgbClr val="222222"/>
                </a:solidFill>
                <a:latin typeface="Times New Roman" panose="02020603050405020304" pitchFamily="18" charset="0"/>
                <a:cs typeface="Times New Roman" panose="02020603050405020304" pitchFamily="18" charset="0"/>
              </a:rPr>
              <a:t> </a:t>
            </a:r>
            <a:r>
              <a:rPr sz="2400" b="1" dirty="0">
                <a:solidFill>
                  <a:srgbClr val="222222"/>
                </a:solidFill>
                <a:latin typeface="Times New Roman" panose="02020603050405020304" pitchFamily="18" charset="0"/>
                <a:cs typeface="Times New Roman" panose="02020603050405020304" pitchFamily="18" charset="0"/>
              </a:rPr>
              <a:t>persons</a:t>
            </a:r>
            <a:r>
              <a:rPr sz="2400" b="1" spc="-20" dirty="0">
                <a:solidFill>
                  <a:srgbClr val="222222"/>
                </a:solidFill>
                <a:latin typeface="Times New Roman" panose="02020603050405020304" pitchFamily="18" charset="0"/>
                <a:cs typeface="Times New Roman" panose="02020603050405020304" pitchFamily="18" charset="0"/>
              </a:rPr>
              <a:t> </a:t>
            </a:r>
            <a:r>
              <a:rPr sz="2400" b="1" spc="-13" dirty="0">
                <a:solidFill>
                  <a:srgbClr val="222222"/>
                </a:solidFill>
                <a:latin typeface="Times New Roman" panose="02020603050405020304" pitchFamily="18" charset="0"/>
                <a:cs typeface="Times New Roman" panose="02020603050405020304" pitchFamily="18" charset="0"/>
              </a:rPr>
              <a:t>employed.</a:t>
            </a:r>
            <a:endParaRPr sz="2400" b="1" dirty="0">
              <a:latin typeface="Times New Roman" panose="02020603050405020304" pitchFamily="18" charset="0"/>
              <a:cs typeface="Times New Roman" panose="02020603050405020304" pitchFamily="18" charset="0"/>
            </a:endParaRPr>
          </a:p>
        </p:txBody>
      </p:sp>
      <p:pic>
        <p:nvPicPr>
          <p:cNvPr id="6" name="object 6"/>
          <p:cNvPicPr/>
          <p:nvPr/>
        </p:nvPicPr>
        <p:blipFill>
          <a:blip r:embed="rId2" cstate="print"/>
          <a:stretch>
            <a:fillRect/>
          </a:stretch>
        </p:blipFill>
        <p:spPr>
          <a:xfrm>
            <a:off x="3454400" y="1897181"/>
            <a:ext cx="5054291" cy="756424"/>
          </a:xfrm>
          <a:prstGeom prst="rect">
            <a:avLst/>
          </a:prstGeom>
        </p:spPr>
      </p:pic>
      <p:pic>
        <p:nvPicPr>
          <p:cNvPr id="7" name="object 7"/>
          <p:cNvPicPr/>
          <p:nvPr/>
        </p:nvPicPr>
        <p:blipFill>
          <a:blip r:embed="rId3" cstate="print"/>
          <a:stretch>
            <a:fillRect/>
          </a:stretch>
        </p:blipFill>
        <p:spPr>
          <a:xfrm>
            <a:off x="3454400" y="3607546"/>
            <a:ext cx="5995011" cy="772793"/>
          </a:xfrm>
          <a:prstGeom prst="rect">
            <a:avLst/>
          </a:prstGeom>
        </p:spPr>
      </p:pic>
      <p:pic>
        <p:nvPicPr>
          <p:cNvPr id="8" name="object 8"/>
          <p:cNvPicPr/>
          <p:nvPr/>
        </p:nvPicPr>
        <p:blipFill>
          <a:blip r:embed="rId4" cstate="print"/>
          <a:stretch>
            <a:fillRect/>
          </a:stretch>
        </p:blipFill>
        <p:spPr>
          <a:xfrm>
            <a:off x="2743201" y="5306119"/>
            <a:ext cx="6551079" cy="713599"/>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p:nvPr/>
        </p:nvSpPr>
        <p:spPr>
          <a:xfrm>
            <a:off x="256499" y="1183086"/>
            <a:ext cx="11379200" cy="2245914"/>
          </a:xfrm>
          <a:prstGeom prst="rect">
            <a:avLst/>
          </a:prstGeom>
        </p:spPr>
        <p:txBody>
          <a:bodyPr vert="horz" wrap="square" lIns="0" tIns="16933" rIns="0" bIns="0" rtlCol="0">
            <a:spAutoFit/>
          </a:bodyPr>
          <a:lstStyle/>
          <a:p>
            <a:pPr marL="16933" algn="just">
              <a:spcBef>
                <a:spcPts val="133"/>
              </a:spcBef>
            </a:pPr>
            <a:r>
              <a:rPr sz="2000" b="1" dirty="0">
                <a:solidFill>
                  <a:srgbClr val="222222"/>
                </a:solidFill>
                <a:latin typeface="Times New Roman" panose="02020603050405020304" pitchFamily="18" charset="0"/>
                <a:cs typeface="Times New Roman" panose="02020603050405020304" pitchFamily="18" charset="0"/>
              </a:rPr>
              <a:t>Safety</a:t>
            </a:r>
            <a:r>
              <a:rPr sz="2000" b="1" spc="-100"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Activity</a:t>
            </a:r>
            <a:r>
              <a:rPr sz="2000" b="1" spc="-5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Rate</a:t>
            </a:r>
            <a:r>
              <a:rPr sz="2000" b="1" spc="-53" dirty="0">
                <a:solidFill>
                  <a:srgbClr val="222222"/>
                </a:solidFill>
                <a:latin typeface="Times New Roman" panose="02020603050405020304" pitchFamily="18" charset="0"/>
                <a:cs typeface="Times New Roman" panose="02020603050405020304" pitchFamily="18" charset="0"/>
              </a:rPr>
              <a:t> </a:t>
            </a:r>
            <a:r>
              <a:rPr sz="2000" b="1" spc="-67" dirty="0">
                <a:solidFill>
                  <a:srgbClr val="222222"/>
                </a:solidFill>
                <a:latin typeface="Times New Roman" panose="02020603050405020304" pitchFamily="18" charset="0"/>
                <a:cs typeface="Times New Roman" panose="02020603050405020304" pitchFamily="18" charset="0"/>
              </a:rPr>
              <a:t>-</a:t>
            </a:r>
            <a:endParaRPr sz="2000" b="1" dirty="0">
              <a:latin typeface="Times New Roman" panose="02020603050405020304" pitchFamily="18" charset="0"/>
              <a:cs typeface="Times New Roman" panose="02020603050405020304" pitchFamily="18" charset="0"/>
            </a:endParaRPr>
          </a:p>
          <a:p>
            <a:pPr marL="626518" marR="6773" indent="-417396" algn="just">
              <a:lnSpc>
                <a:spcPct val="114999"/>
              </a:lnSpc>
              <a:spcBef>
                <a:spcPts val="1600"/>
              </a:spcBef>
              <a:buChar char="●"/>
              <a:tabLst>
                <a:tab pos="626518" algn="l"/>
              </a:tabLst>
            </a:pPr>
            <a:r>
              <a:rPr sz="2000" b="1" dirty="0">
                <a:solidFill>
                  <a:srgbClr val="222222"/>
                </a:solidFill>
                <a:latin typeface="Times New Roman" panose="02020603050405020304" pitchFamily="18" charset="0"/>
                <a:cs typeface="Times New Roman" panose="02020603050405020304" pitchFamily="18" charset="0"/>
              </a:rPr>
              <a:t>The</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safety</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activity</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rate</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is</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the</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overall</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safety</a:t>
            </a:r>
            <a:r>
              <a:rPr sz="2000" b="1" spc="-33"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promotional</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&amp;</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awareness</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activity</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which</a:t>
            </a:r>
            <a:r>
              <a:rPr sz="2000" b="1" spc="-33"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including</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safety</a:t>
            </a:r>
            <a:r>
              <a:rPr sz="2000" b="1" spc="-47"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training</a:t>
            </a:r>
            <a:r>
              <a:rPr sz="2000" b="1" spc="-27" dirty="0">
                <a:solidFill>
                  <a:srgbClr val="222222"/>
                </a:solidFill>
                <a:latin typeface="Times New Roman" panose="02020603050405020304" pitchFamily="18" charset="0"/>
                <a:cs typeface="Times New Roman" panose="02020603050405020304" pitchFamily="18" charset="0"/>
              </a:rPr>
              <a:t> </a:t>
            </a:r>
            <a:r>
              <a:rPr sz="2000" b="1" spc="-67" dirty="0">
                <a:solidFill>
                  <a:srgbClr val="222222"/>
                </a:solidFill>
                <a:latin typeface="Times New Roman" panose="02020603050405020304" pitchFamily="18" charset="0"/>
                <a:cs typeface="Times New Roman" panose="02020603050405020304" pitchFamily="18" charset="0"/>
              </a:rPr>
              <a:t>&amp; </a:t>
            </a:r>
            <a:r>
              <a:rPr sz="2000" b="1" dirty="0">
                <a:solidFill>
                  <a:srgbClr val="222222"/>
                </a:solidFill>
                <a:latin typeface="Times New Roman" panose="02020603050405020304" pitchFamily="18" charset="0"/>
                <a:cs typeface="Times New Roman" panose="02020603050405020304" pitchFamily="18" charset="0"/>
              </a:rPr>
              <a:t>safety</a:t>
            </a:r>
            <a:r>
              <a:rPr sz="2000" b="1" spc="-33"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inspection</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conducted</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in</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year</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with</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respect</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to</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total</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employees</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present</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&amp;</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man</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hours</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worked</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in</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a:t>
            </a:r>
            <a:r>
              <a:rPr sz="2000" b="1" spc="-27"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year.</a:t>
            </a:r>
            <a:endParaRPr sz="2000" b="1" dirty="0">
              <a:latin typeface="Times New Roman" panose="02020603050405020304" pitchFamily="18" charset="0"/>
              <a:cs typeface="Times New Roman" panose="02020603050405020304" pitchFamily="18" charset="0"/>
            </a:endParaRPr>
          </a:p>
          <a:p>
            <a:pPr marL="625671" indent="-416550" algn="just">
              <a:spcBef>
                <a:spcPts val="260"/>
              </a:spcBef>
              <a:buChar char="●"/>
              <a:tabLst>
                <a:tab pos="625671" algn="l"/>
              </a:tabLst>
            </a:pPr>
            <a:r>
              <a:rPr sz="2000" b="1" dirty="0">
                <a:solidFill>
                  <a:srgbClr val="222222"/>
                </a:solidFill>
                <a:latin typeface="Times New Roman" panose="02020603050405020304" pitchFamily="18" charset="0"/>
                <a:cs typeface="Times New Roman" panose="02020603050405020304" pitchFamily="18" charset="0"/>
              </a:rPr>
              <a:t>This</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emphasizes</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the</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cost</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of</a:t>
            </a:r>
            <a:r>
              <a:rPr sz="2000" b="1" spc="-27"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accident</a:t>
            </a:r>
            <a:r>
              <a:rPr sz="2000" b="1" spc="-33"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prevention</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activities</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against</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the</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cost</a:t>
            </a:r>
            <a:r>
              <a:rPr sz="2000" b="1" spc="-33"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of</a:t>
            </a:r>
            <a:r>
              <a:rPr sz="2000" b="1" spc="-27"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accident</a:t>
            </a:r>
            <a:r>
              <a:rPr sz="2000" b="1" spc="-27" dirty="0">
                <a:solidFill>
                  <a:srgbClr val="222222"/>
                </a:solidFill>
                <a:latin typeface="Times New Roman" panose="02020603050405020304" pitchFamily="18" charset="0"/>
                <a:cs typeface="Times New Roman" panose="02020603050405020304" pitchFamily="18" charset="0"/>
              </a:rPr>
              <a:t> </a:t>
            </a:r>
            <a:r>
              <a:rPr sz="2000" b="1" dirty="0">
                <a:solidFill>
                  <a:srgbClr val="222222"/>
                </a:solidFill>
                <a:latin typeface="Times New Roman" panose="02020603050405020304" pitchFamily="18" charset="0"/>
                <a:cs typeface="Times New Roman" panose="02020603050405020304" pitchFamily="18" charset="0"/>
              </a:rPr>
              <a:t>occurrences</a:t>
            </a:r>
            <a:r>
              <a:rPr sz="2000" b="1" spc="-33" dirty="0">
                <a:solidFill>
                  <a:srgbClr val="222222"/>
                </a:solidFill>
                <a:latin typeface="Times New Roman" panose="02020603050405020304" pitchFamily="18" charset="0"/>
                <a:cs typeface="Times New Roman" panose="02020603050405020304" pitchFamily="18" charset="0"/>
              </a:rPr>
              <a:t> </a:t>
            </a:r>
            <a:r>
              <a:rPr sz="2000" b="1" spc="-13" dirty="0">
                <a:solidFill>
                  <a:srgbClr val="222222"/>
                </a:solidFill>
                <a:latin typeface="Times New Roman" panose="02020603050405020304" pitchFamily="18" charset="0"/>
                <a:cs typeface="Times New Roman" panose="02020603050405020304" pitchFamily="18" charset="0"/>
              </a:rPr>
              <a:t>incidents.</a:t>
            </a:r>
            <a:endParaRPr sz="2000" b="1" dirty="0">
              <a:latin typeface="Times New Roman" panose="02020603050405020304" pitchFamily="18" charset="0"/>
              <a:cs typeface="Times New Roman" panose="02020603050405020304" pitchFamily="18" charset="0"/>
            </a:endParaRPr>
          </a:p>
        </p:txBody>
      </p:sp>
      <p:pic>
        <p:nvPicPr>
          <p:cNvPr id="7" name="object 3"/>
          <p:cNvPicPr/>
          <p:nvPr/>
        </p:nvPicPr>
        <p:blipFill>
          <a:blip r:embed="rId2" cstate="print"/>
          <a:stretch>
            <a:fillRect/>
          </a:stretch>
        </p:blipFill>
        <p:spPr>
          <a:xfrm>
            <a:off x="2848848" y="3429000"/>
            <a:ext cx="7887441" cy="146239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E50E3F-9CF9-9456-B230-F8B7B203F2A2}"/>
              </a:ext>
            </a:extLst>
          </p:cNvPr>
          <p:cNvSpPr>
            <a:spLocks noGrp="1"/>
          </p:cNvSpPr>
          <p:nvPr>
            <p:ph type="title"/>
          </p:nvPr>
        </p:nvSpPr>
        <p:spPr>
          <a:xfrm>
            <a:off x="589560" y="856180"/>
            <a:ext cx="4560584" cy="1128068"/>
          </a:xfrm>
        </p:spPr>
        <p:txBody>
          <a:bodyPr anchor="ctr">
            <a:normAutofit/>
          </a:bodyPr>
          <a:lstStyle/>
          <a:p>
            <a:r>
              <a:rPr lang="en-IN" sz="3700" b="1" dirty="0"/>
              <a:t>What does 1000000 mean ?</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6CE34E-48DE-E821-9ECF-D5FC83DA2B36}"/>
              </a:ext>
            </a:extLst>
          </p:cNvPr>
          <p:cNvSpPr>
            <a:spLocks noGrp="1"/>
          </p:cNvSpPr>
          <p:nvPr>
            <p:ph idx="1"/>
          </p:nvPr>
        </p:nvSpPr>
        <p:spPr>
          <a:xfrm>
            <a:off x="590719" y="2330505"/>
            <a:ext cx="5229789" cy="3979585"/>
          </a:xfrm>
        </p:spPr>
        <p:txBody>
          <a:bodyPr anchor="ctr">
            <a:noAutofit/>
          </a:bodyPr>
          <a:lstStyle/>
          <a:p>
            <a:r>
              <a:rPr lang="en-US" sz="2400" dirty="0"/>
              <a:t>No of workers in a year = </a:t>
            </a:r>
            <a:r>
              <a:rPr lang="en-US" sz="2400" b="1" dirty="0"/>
              <a:t>500</a:t>
            </a:r>
          </a:p>
          <a:p>
            <a:r>
              <a:rPr lang="en-US" sz="2400" dirty="0"/>
              <a:t>Daily Hour Worked = </a:t>
            </a:r>
            <a:r>
              <a:rPr lang="en-US" sz="2400" b="1" dirty="0"/>
              <a:t>8 </a:t>
            </a:r>
            <a:r>
              <a:rPr lang="en-US" sz="2400" b="1" dirty="0" err="1"/>
              <a:t>hrs</a:t>
            </a:r>
            <a:endParaRPr lang="en-US" sz="2400" b="1" dirty="0"/>
          </a:p>
          <a:p>
            <a:r>
              <a:rPr lang="en-US" sz="2400" dirty="0"/>
              <a:t>No. of days worked in a week = </a:t>
            </a:r>
            <a:r>
              <a:rPr lang="en-US" sz="2400" b="1" dirty="0"/>
              <a:t>5</a:t>
            </a:r>
            <a:r>
              <a:rPr lang="en-US" sz="2400" dirty="0"/>
              <a:t> </a:t>
            </a:r>
            <a:r>
              <a:rPr lang="en-US" sz="2400" b="1" dirty="0"/>
              <a:t>days</a:t>
            </a:r>
          </a:p>
          <a:p>
            <a:r>
              <a:rPr lang="en-US" sz="2400" dirty="0"/>
              <a:t>Total hours worked in a week = 8 x 5 = </a:t>
            </a:r>
            <a:r>
              <a:rPr lang="en-US" sz="2400" b="1" dirty="0"/>
              <a:t>40 </a:t>
            </a:r>
            <a:r>
              <a:rPr lang="en-US" sz="2400" b="1" dirty="0" err="1"/>
              <a:t>hrs</a:t>
            </a:r>
            <a:endParaRPr lang="en-US" sz="2400" b="1" dirty="0"/>
          </a:p>
          <a:p>
            <a:r>
              <a:rPr lang="en-US" sz="2400" dirty="0"/>
              <a:t>Total week in a year = </a:t>
            </a:r>
            <a:r>
              <a:rPr lang="en-US" sz="2400" b="1" dirty="0"/>
              <a:t>50 week</a:t>
            </a:r>
          </a:p>
          <a:p>
            <a:r>
              <a:rPr lang="en-US" sz="2400" dirty="0"/>
              <a:t>So, In a year = 50 week x 40 </a:t>
            </a:r>
            <a:r>
              <a:rPr lang="en-US" sz="2400" dirty="0" err="1"/>
              <a:t>hrs</a:t>
            </a:r>
            <a:r>
              <a:rPr lang="en-US" sz="2400" dirty="0"/>
              <a:t>/week x 500 workers = </a:t>
            </a:r>
            <a:r>
              <a:rPr lang="en-US" sz="2400" b="1" dirty="0"/>
              <a:t>10 00 000 man hours</a:t>
            </a:r>
          </a:p>
          <a:p>
            <a:endParaRPr lang="en-IN" sz="2400" dirty="0"/>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yellow hard hat and goggles with gloves and gloves&#10;&#10;Description automatically generated">
            <a:extLst>
              <a:ext uri="{FF2B5EF4-FFF2-40B4-BE49-F238E27FC236}">
                <a16:creationId xmlns:a16="http://schemas.microsoft.com/office/drawing/2014/main" id="{213FFBAA-1189-3D09-E779-5B50241967FD}"/>
              </a:ext>
            </a:extLst>
          </p:cNvPr>
          <p:cNvPicPr>
            <a:picLocks noChangeAspect="1"/>
          </p:cNvPicPr>
          <p:nvPr/>
        </p:nvPicPr>
        <p:blipFill>
          <a:blip r:embed="rId2">
            <a:extLst>
              <a:ext uri="{28A0092B-C50C-407E-A947-70E740481C1C}">
                <a14:useLocalDpi xmlns:a14="http://schemas.microsoft.com/office/drawing/2010/main" val="0"/>
              </a:ext>
            </a:extLst>
          </a:blip>
          <a:srcRect l="11049" r="20180" b="1"/>
          <a:stretch/>
        </p:blipFill>
        <p:spPr>
          <a:xfrm>
            <a:off x="5977788" y="799352"/>
            <a:ext cx="5425410" cy="5259296"/>
          </a:xfrm>
          <a:prstGeom prst="rect">
            <a:avLst/>
          </a:prstGeom>
        </p:spPr>
      </p:pic>
    </p:spTree>
    <p:extLst>
      <p:ext uri="{BB962C8B-B14F-4D97-AF65-F5344CB8AC3E}">
        <p14:creationId xmlns:p14="http://schemas.microsoft.com/office/powerpoint/2010/main" val="4002504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9C8F7DE-315B-1EB5-52F2-13C0B86F2166}"/>
              </a:ext>
            </a:extLst>
          </p:cNvPr>
          <p:cNvSpPr>
            <a:spLocks noGrp="1"/>
          </p:cNvSpPr>
          <p:nvPr>
            <p:ph type="title"/>
          </p:nvPr>
        </p:nvSpPr>
        <p:spPr>
          <a:xfrm>
            <a:off x="838200" y="365125"/>
            <a:ext cx="5393361" cy="1325563"/>
          </a:xfrm>
        </p:spPr>
        <p:txBody>
          <a:bodyPr>
            <a:normAutofit/>
          </a:bodyPr>
          <a:lstStyle/>
          <a:p>
            <a:r>
              <a:rPr lang="en-IN" b="1" dirty="0"/>
              <a:t>Man-Hours Worked</a:t>
            </a:r>
          </a:p>
        </p:txBody>
      </p:sp>
      <p:sp>
        <p:nvSpPr>
          <p:cNvPr id="3" name="Content Placeholder 2">
            <a:extLst>
              <a:ext uri="{FF2B5EF4-FFF2-40B4-BE49-F238E27FC236}">
                <a16:creationId xmlns:a16="http://schemas.microsoft.com/office/drawing/2014/main" id="{1A976A83-8BFA-A22B-DD2A-D06C34923F12}"/>
              </a:ext>
            </a:extLst>
          </p:cNvPr>
          <p:cNvSpPr>
            <a:spLocks noGrp="1"/>
          </p:cNvSpPr>
          <p:nvPr>
            <p:ph idx="1"/>
          </p:nvPr>
        </p:nvSpPr>
        <p:spPr>
          <a:xfrm>
            <a:off x="351692" y="1825625"/>
            <a:ext cx="5879869" cy="4351338"/>
          </a:xfrm>
        </p:spPr>
        <p:txBody>
          <a:bodyPr>
            <a:noAutofit/>
          </a:bodyPr>
          <a:lstStyle/>
          <a:p>
            <a:pPr algn="just"/>
            <a:r>
              <a:rPr lang="en-US" sz="2200" dirty="0">
                <a:latin typeface="Times New Roman" panose="02020603050405020304" pitchFamily="18" charset="0"/>
                <a:cs typeface="Times New Roman" panose="02020603050405020304" pitchFamily="18" charset="0"/>
              </a:rPr>
              <a:t>The total number of employee-hours worked by all employees in the industrial premises, </a:t>
            </a:r>
          </a:p>
          <a:p>
            <a:pPr algn="just"/>
            <a:r>
              <a:rPr lang="en-US" sz="2200" dirty="0">
                <a:latin typeface="Times New Roman" panose="02020603050405020304" pitchFamily="18" charset="0"/>
                <a:cs typeface="Times New Roman" panose="02020603050405020304" pitchFamily="18" charset="0"/>
              </a:rPr>
              <a:t>It includes managerial, supervisory, professional, technical, clerical and other workers including contractors, labors etc.</a:t>
            </a:r>
          </a:p>
          <a:p>
            <a:pPr algn="just"/>
            <a:r>
              <a:rPr lang="en-US" sz="2200" dirty="0">
                <a:latin typeface="Times New Roman" panose="02020603050405020304" pitchFamily="18" charset="0"/>
                <a:cs typeface="Times New Roman" panose="02020603050405020304" pitchFamily="18" charset="0"/>
              </a:rPr>
              <a:t>It shall be calculated from the pay roll or time clock recorded including overtime.</a:t>
            </a:r>
          </a:p>
          <a:p>
            <a:pPr algn="just"/>
            <a:r>
              <a:rPr lang="en-US" sz="2200" dirty="0">
                <a:latin typeface="Times New Roman" panose="02020603050405020304" pitchFamily="18" charset="0"/>
                <a:cs typeface="Times New Roman" panose="02020603050405020304" pitchFamily="18" charset="0"/>
              </a:rPr>
              <a:t>When this is not feasible, the same shall be estimated by multiplying the total man-days worked for the period covered by the number of hours worked per day</a:t>
            </a:r>
          </a:p>
          <a:p>
            <a:pPr algn="just"/>
            <a:r>
              <a:rPr lang="en-US" sz="2200" dirty="0">
                <a:latin typeface="Times New Roman" panose="02020603050405020304" pitchFamily="18" charset="0"/>
                <a:cs typeface="Times New Roman" panose="02020603050405020304" pitchFamily="18" charset="0"/>
              </a:rPr>
              <a:t>Total number of man-days is the sum of the number of men at work on each day of the period</a:t>
            </a:r>
          </a:p>
        </p:txBody>
      </p:sp>
      <p:pic>
        <p:nvPicPr>
          <p:cNvPr id="6" name="Picture 5" descr="A yellow hard hat and earphones&#10;&#10;Description automatically generated">
            <a:extLst>
              <a:ext uri="{FF2B5EF4-FFF2-40B4-BE49-F238E27FC236}">
                <a16:creationId xmlns:a16="http://schemas.microsoft.com/office/drawing/2014/main" id="{DE36589F-AEF8-0403-5EC1-267614A04F9C}"/>
              </a:ext>
            </a:extLst>
          </p:cNvPr>
          <p:cNvPicPr>
            <a:picLocks noChangeAspect="1"/>
          </p:cNvPicPr>
          <p:nvPr/>
        </p:nvPicPr>
        <p:blipFill>
          <a:blip r:embed="rId2">
            <a:extLst>
              <a:ext uri="{28A0092B-C50C-407E-A947-70E740481C1C}">
                <a14:useLocalDpi xmlns:a14="http://schemas.microsoft.com/office/drawing/2010/main" val="0"/>
              </a:ext>
            </a:extLst>
          </a:blip>
          <a:srcRect l="37281" r="20219" b="1"/>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22366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0E28-9B92-AF0A-68C0-F421B1B0C249}"/>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FDE46225-19CC-B7D5-B268-1C48650A8134}"/>
              </a:ext>
            </a:extLst>
          </p:cNvPr>
          <p:cNvSpPr>
            <a:spLocks noGrp="1"/>
          </p:cNvSpPr>
          <p:nvPr>
            <p:ph idx="1"/>
          </p:nvPr>
        </p:nvSpPr>
        <p:spPr/>
        <p:txBody>
          <a:bodyPr>
            <a:normAutofit/>
          </a:bodyPr>
          <a:lstStyle/>
          <a:p>
            <a:r>
              <a:rPr lang="en-US" dirty="0"/>
              <a:t>Using the following data calculate the frequency rate of accident in an industrial plant.</a:t>
            </a:r>
          </a:p>
          <a:p>
            <a:endParaRPr lang="en-US" dirty="0"/>
          </a:p>
          <a:p>
            <a:pPr>
              <a:buFont typeface="Wingdings" panose="05000000000000000000" pitchFamily="2" charset="2"/>
              <a:buChar char="v"/>
            </a:pPr>
            <a:r>
              <a:rPr lang="en-US" dirty="0"/>
              <a:t>Number of workers= </a:t>
            </a:r>
            <a:r>
              <a:rPr lang="en-US" b="1" dirty="0"/>
              <a:t>500</a:t>
            </a:r>
          </a:p>
          <a:p>
            <a:pPr>
              <a:buFont typeface="Wingdings" panose="05000000000000000000" pitchFamily="2" charset="2"/>
              <a:buChar char="v"/>
            </a:pPr>
            <a:r>
              <a:rPr lang="en-US" dirty="0"/>
              <a:t>Number of disabling injuries per year= </a:t>
            </a:r>
            <a:r>
              <a:rPr lang="en-US" b="1" dirty="0"/>
              <a:t>5</a:t>
            </a:r>
            <a:r>
              <a:rPr lang="en-US" dirty="0"/>
              <a:t>.</a:t>
            </a:r>
          </a:p>
          <a:p>
            <a:pPr>
              <a:buFont typeface="Wingdings" panose="05000000000000000000" pitchFamily="2" charset="2"/>
              <a:buChar char="v"/>
            </a:pPr>
            <a:r>
              <a:rPr lang="en-US" dirty="0"/>
              <a:t>Average number of hours worked by worker per year= </a:t>
            </a:r>
            <a:r>
              <a:rPr lang="en-US" b="1" dirty="0"/>
              <a:t>2000</a:t>
            </a:r>
            <a:r>
              <a:rPr lang="en-US" dirty="0"/>
              <a:t>.</a:t>
            </a:r>
          </a:p>
          <a:p>
            <a:endParaRPr lang="en-IN" dirty="0"/>
          </a:p>
        </p:txBody>
      </p:sp>
      <p:sp>
        <p:nvSpPr>
          <p:cNvPr id="4" name="Date Placeholder 3">
            <a:extLst>
              <a:ext uri="{FF2B5EF4-FFF2-40B4-BE49-F238E27FC236}">
                <a16:creationId xmlns:a16="http://schemas.microsoft.com/office/drawing/2014/main" id="{195A3AAE-3C55-5C68-ED3A-75E376D2F5E8}"/>
              </a:ext>
            </a:extLst>
          </p:cNvPr>
          <p:cNvSpPr>
            <a:spLocks noGrp="1"/>
          </p:cNvSpPr>
          <p:nvPr>
            <p:ph type="dt" sz="half" idx="10"/>
          </p:nvPr>
        </p:nvSpPr>
        <p:spPr/>
        <p:txBody>
          <a:bodyPr/>
          <a:lstStyle/>
          <a:p>
            <a:r>
              <a:rPr lang="en-US"/>
              <a:t>ARJUN P K</a:t>
            </a:r>
            <a:endParaRPr lang="en-US" dirty="0"/>
          </a:p>
        </p:txBody>
      </p:sp>
    </p:spTree>
    <p:extLst>
      <p:ext uri="{BB962C8B-B14F-4D97-AF65-F5344CB8AC3E}">
        <p14:creationId xmlns:p14="http://schemas.microsoft.com/office/powerpoint/2010/main" val="5628734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D746-AA81-E7E7-9C53-1146EEA1CEF9}"/>
              </a:ext>
            </a:extLst>
          </p:cNvPr>
          <p:cNvSpPr>
            <a:spLocks noGrp="1"/>
          </p:cNvSpPr>
          <p:nvPr>
            <p:ph type="title"/>
          </p:nvPr>
        </p:nvSpPr>
        <p:spPr/>
        <p:txBody>
          <a:bodyPr/>
          <a:lstStyle/>
          <a:p>
            <a:r>
              <a:rPr lang="en-GB" dirty="0"/>
              <a:t>Frequency Rate</a:t>
            </a:r>
          </a:p>
        </p:txBody>
      </p:sp>
      <p:sp>
        <p:nvSpPr>
          <p:cNvPr id="3" name="Content Placeholder 2">
            <a:extLst>
              <a:ext uri="{FF2B5EF4-FFF2-40B4-BE49-F238E27FC236}">
                <a16:creationId xmlns:a16="http://schemas.microsoft.com/office/drawing/2014/main" id="{6CE22AE7-D40C-B587-B697-E783141C77D7}"/>
              </a:ext>
            </a:extLst>
          </p:cNvPr>
          <p:cNvSpPr>
            <a:spLocks noGrp="1"/>
          </p:cNvSpPr>
          <p:nvPr>
            <p:ph idx="1"/>
          </p:nvPr>
        </p:nvSpPr>
        <p:spPr/>
        <p:txBody>
          <a:bodyPr>
            <a:normAutofit lnSpcReduction="10000"/>
          </a:bodyPr>
          <a:lstStyle/>
          <a:p>
            <a:pPr marL="0" indent="0">
              <a:buNone/>
            </a:pPr>
            <a:r>
              <a:rPr lang="en-GB" dirty="0"/>
              <a:t>Total number of man hours worked = total number of days * total number of hours in one day</a:t>
            </a:r>
          </a:p>
          <a:p>
            <a:pPr marL="0" indent="0">
              <a:buNone/>
            </a:pPr>
            <a:endParaRPr lang="en-GB" dirty="0"/>
          </a:p>
          <a:p>
            <a:pPr marL="0" indent="0">
              <a:buNone/>
            </a:pPr>
            <a:r>
              <a:rPr lang="en-GB" dirty="0"/>
              <a:t>Workers =5</a:t>
            </a:r>
          </a:p>
          <a:p>
            <a:pPr marL="0" indent="0">
              <a:buNone/>
            </a:pPr>
            <a:r>
              <a:rPr lang="en-GB" dirty="0"/>
              <a:t>Days = 5</a:t>
            </a:r>
          </a:p>
          <a:p>
            <a:pPr marL="0" indent="0">
              <a:buNone/>
            </a:pPr>
            <a:r>
              <a:rPr lang="en-GB" dirty="0"/>
              <a:t>Hours in one day = 8</a:t>
            </a:r>
          </a:p>
          <a:p>
            <a:pPr marL="0" indent="0">
              <a:buNone/>
            </a:pPr>
            <a:r>
              <a:rPr lang="en-GB" dirty="0"/>
              <a:t>Total number of man hours worked = 5*5*8 = 200</a:t>
            </a:r>
          </a:p>
          <a:p>
            <a:pPr marL="0" indent="0">
              <a:buNone/>
            </a:pPr>
            <a:r>
              <a:rPr lang="en-GB" dirty="0"/>
              <a:t>Total number of accidents = 5</a:t>
            </a:r>
          </a:p>
          <a:p>
            <a:pPr marL="0" indent="0">
              <a:buNone/>
            </a:pPr>
            <a:r>
              <a:rPr lang="en-GB" dirty="0"/>
              <a:t>Frequency rate = 5 *10^6/200 = </a:t>
            </a:r>
          </a:p>
        </p:txBody>
      </p:sp>
      <p:pic>
        <p:nvPicPr>
          <p:cNvPr id="4" name="object 6">
            <a:extLst>
              <a:ext uri="{FF2B5EF4-FFF2-40B4-BE49-F238E27FC236}">
                <a16:creationId xmlns:a16="http://schemas.microsoft.com/office/drawing/2014/main" id="{9C563031-FDB9-A9D8-A364-576CA844B8C2}"/>
              </a:ext>
            </a:extLst>
          </p:cNvPr>
          <p:cNvPicPr/>
          <p:nvPr/>
        </p:nvPicPr>
        <p:blipFill>
          <a:blip r:embed="rId2" cstate="print"/>
          <a:stretch>
            <a:fillRect/>
          </a:stretch>
        </p:blipFill>
        <p:spPr>
          <a:xfrm>
            <a:off x="5054600" y="681037"/>
            <a:ext cx="5054291" cy="756424"/>
          </a:xfrm>
          <a:prstGeom prst="rect">
            <a:avLst/>
          </a:prstGeom>
        </p:spPr>
      </p:pic>
    </p:spTree>
    <p:extLst>
      <p:ext uri="{BB962C8B-B14F-4D97-AF65-F5344CB8AC3E}">
        <p14:creationId xmlns:p14="http://schemas.microsoft.com/office/powerpoint/2010/main" val="8107418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59CF-6E9F-9750-33AD-01D9CFC7D3B6}"/>
              </a:ext>
            </a:extLst>
          </p:cNvPr>
          <p:cNvSpPr>
            <a:spLocks noGrp="1"/>
          </p:cNvSpPr>
          <p:nvPr>
            <p:ph type="title"/>
          </p:nvPr>
        </p:nvSpPr>
        <p:spPr/>
        <p:txBody>
          <a:bodyPr/>
          <a:lstStyle/>
          <a:p>
            <a:r>
              <a:rPr lang="en-GB" dirty="0"/>
              <a:t>INCIDENT RATE</a:t>
            </a:r>
          </a:p>
        </p:txBody>
      </p:sp>
      <p:pic>
        <p:nvPicPr>
          <p:cNvPr id="6" name="object 8">
            <a:extLst>
              <a:ext uri="{FF2B5EF4-FFF2-40B4-BE49-F238E27FC236}">
                <a16:creationId xmlns:a16="http://schemas.microsoft.com/office/drawing/2014/main" id="{7D0D03C4-01B7-537B-8788-FF69FAFBC025}"/>
              </a:ext>
            </a:extLst>
          </p:cNvPr>
          <p:cNvPicPr/>
          <p:nvPr/>
        </p:nvPicPr>
        <p:blipFill>
          <a:blip r:embed="rId2" cstate="print"/>
          <a:stretch>
            <a:fillRect/>
          </a:stretch>
        </p:blipFill>
        <p:spPr>
          <a:xfrm>
            <a:off x="5169878" y="671106"/>
            <a:ext cx="6551079" cy="713599"/>
          </a:xfrm>
          <a:prstGeom prst="rect">
            <a:avLst/>
          </a:prstGeom>
        </p:spPr>
      </p:pic>
      <p:sp>
        <p:nvSpPr>
          <p:cNvPr id="8" name="Content Placeholder 7">
            <a:extLst>
              <a:ext uri="{FF2B5EF4-FFF2-40B4-BE49-F238E27FC236}">
                <a16:creationId xmlns:a16="http://schemas.microsoft.com/office/drawing/2014/main" id="{FCF55D65-2ACC-AAE6-3606-481568BE26CC}"/>
              </a:ext>
            </a:extLst>
          </p:cNvPr>
          <p:cNvSpPr>
            <a:spLocks noGrp="1"/>
          </p:cNvSpPr>
          <p:nvPr>
            <p:ph idx="1"/>
          </p:nvPr>
        </p:nvSpPr>
        <p:spPr>
          <a:xfrm>
            <a:off x="838200" y="1825625"/>
            <a:ext cx="10515600" cy="4667250"/>
          </a:xfrm>
        </p:spPr>
        <p:txBody>
          <a:bodyPr/>
          <a:lstStyle/>
          <a:p>
            <a:r>
              <a:rPr lang="en-GB" dirty="0"/>
              <a:t>1</a:t>
            </a:r>
            <a:r>
              <a:rPr lang="en-GB" baseline="30000" dirty="0"/>
              <a:t>ST</a:t>
            </a:r>
            <a:r>
              <a:rPr lang="en-GB" dirty="0"/>
              <a:t> DAY=3</a:t>
            </a:r>
          </a:p>
          <a:p>
            <a:r>
              <a:rPr lang="en-GB" dirty="0"/>
              <a:t>2</a:t>
            </a:r>
            <a:r>
              <a:rPr lang="en-GB" baseline="30000" dirty="0"/>
              <a:t>ND</a:t>
            </a:r>
            <a:r>
              <a:rPr lang="en-GB" dirty="0"/>
              <a:t> DAY = 5</a:t>
            </a:r>
          </a:p>
          <a:p>
            <a:r>
              <a:rPr lang="en-GB" dirty="0"/>
              <a:t>3</a:t>
            </a:r>
            <a:r>
              <a:rPr lang="en-GB" baseline="30000" dirty="0"/>
              <a:t>RD</a:t>
            </a:r>
            <a:r>
              <a:rPr lang="en-GB" dirty="0"/>
              <a:t> DAY = 5</a:t>
            </a:r>
          </a:p>
          <a:p>
            <a:r>
              <a:rPr lang="en-GB" dirty="0"/>
              <a:t>4</a:t>
            </a:r>
            <a:r>
              <a:rPr lang="en-GB" baseline="30000" dirty="0"/>
              <a:t>TH</a:t>
            </a:r>
            <a:r>
              <a:rPr lang="en-GB" dirty="0"/>
              <a:t> DAY = 2</a:t>
            </a:r>
          </a:p>
          <a:p>
            <a:r>
              <a:rPr lang="en-GB" dirty="0"/>
              <a:t>5</a:t>
            </a:r>
            <a:r>
              <a:rPr lang="en-GB" baseline="30000" dirty="0"/>
              <a:t>TH</a:t>
            </a:r>
            <a:r>
              <a:rPr lang="en-GB" dirty="0"/>
              <a:t> DAY = 5</a:t>
            </a:r>
          </a:p>
          <a:p>
            <a:r>
              <a:rPr lang="en-GB" dirty="0"/>
              <a:t>AVERAGE MANPOWER = 3+5+5+2+5/5 = 4</a:t>
            </a:r>
          </a:p>
          <a:p>
            <a:r>
              <a:rPr lang="en-GB" dirty="0"/>
              <a:t>IF TOTAL NUMBER OF ACCCIDENTS = 2</a:t>
            </a:r>
          </a:p>
          <a:p>
            <a:r>
              <a:rPr lang="en-GB" dirty="0"/>
              <a:t>Incident rate = 2*1000/4 = 500</a:t>
            </a:r>
          </a:p>
        </p:txBody>
      </p:sp>
    </p:spTree>
    <p:extLst>
      <p:ext uri="{BB962C8B-B14F-4D97-AF65-F5344CB8AC3E}">
        <p14:creationId xmlns:p14="http://schemas.microsoft.com/office/powerpoint/2010/main" val="1264101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object 2"/>
          <p:cNvSpPr txBox="1">
            <a:spLocks noGrp="1"/>
          </p:cNvSpPr>
          <p:nvPr>
            <p:ph type="title"/>
          </p:nvPr>
        </p:nvSpPr>
        <p:spPr>
          <a:xfrm>
            <a:off x="694842" y="-34677"/>
            <a:ext cx="8639908" cy="1325563"/>
          </a:xfrm>
          <a:prstGeom prst="rect">
            <a:avLst/>
          </a:prstGeom>
        </p:spPr>
        <p:txBody>
          <a:bodyPr vert="horz" lIns="91440" tIns="45720" rIns="91440" bIns="45720" rtlCol="0" anchor="ctr">
            <a:normAutofit/>
          </a:bodyPr>
          <a:lstStyle/>
          <a:p>
            <a:pPr marL="16933"/>
            <a:r>
              <a:rPr lang="en-US" b="1" spc="-13" dirty="0"/>
              <a:t>WORKPLACE</a:t>
            </a:r>
            <a:r>
              <a:rPr lang="en-US" b="1" spc="-107" dirty="0"/>
              <a:t> </a:t>
            </a:r>
            <a:r>
              <a:rPr lang="en-US" b="1" spc="-13" dirty="0"/>
              <a:t>HOUSEKEEPING</a:t>
            </a:r>
            <a:endParaRPr lang="en-US" b="1" dirty="0"/>
          </a:p>
        </p:txBody>
      </p:sp>
      <p:sp>
        <p:nvSpPr>
          <p:cNvPr id="3" name="object 3"/>
          <p:cNvSpPr txBox="1"/>
          <p:nvPr/>
        </p:nvSpPr>
        <p:spPr>
          <a:xfrm>
            <a:off x="138192" y="1008683"/>
            <a:ext cx="6473623" cy="5708639"/>
          </a:xfrm>
          <a:prstGeom prst="rect">
            <a:avLst/>
          </a:prstGeom>
        </p:spPr>
        <p:txBody>
          <a:bodyPr vert="horz" lIns="91440" tIns="45720" rIns="91440" bIns="45720" rtlCol="0">
            <a:noAutofit/>
          </a:bodyPr>
          <a:lstStyle/>
          <a:p>
            <a:pPr marL="433482" marR="30479" indent="-228600" algn="just">
              <a:lnSpc>
                <a:spcPct val="90000"/>
              </a:lnSpc>
              <a:spcBef>
                <a:spcPts val="133"/>
              </a:spcBef>
              <a:buFont typeface="Arial" panose="020B0604020202020204" pitchFamily="34" charset="0"/>
              <a:buChar char="•"/>
              <a:tabLst>
                <a:tab pos="433482" algn="l"/>
              </a:tabLst>
            </a:pPr>
            <a:r>
              <a:rPr lang="en-US" sz="2000" spc="-13" dirty="0">
                <a:latin typeface="Times New Roman" panose="02020603050405020304" pitchFamily="18" charset="0"/>
                <a:cs typeface="Times New Roman" panose="02020603050405020304" pitchFamily="18" charset="0"/>
              </a:rPr>
              <a:t>Workplace</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housekeeping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defined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a:t>
            </a:r>
            <a:r>
              <a:rPr lang="en-US" sz="2000" spc="-4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activities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undertaken</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to</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create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or</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maintain</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an</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orderly,</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clean,</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tidy</a:t>
            </a:r>
            <a:r>
              <a:rPr lang="en-US" sz="2000" u="sng" spc="-33" dirty="0">
                <a:uFill>
                  <a:solidFill>
                    <a:srgbClr val="222222"/>
                  </a:solidFill>
                </a:uFill>
                <a:latin typeface="Times New Roman" panose="02020603050405020304" pitchFamily="18" charset="0"/>
                <a:cs typeface="Times New Roman" panose="02020603050405020304" pitchFamily="18" charset="0"/>
              </a:rPr>
              <a:t> and</a:t>
            </a:r>
            <a:r>
              <a:rPr lang="en-US" sz="2000" spc="-3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safe</a:t>
            </a:r>
            <a:r>
              <a:rPr lang="en-US" sz="2000" u="sng" spc="-6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working</a:t>
            </a:r>
            <a:r>
              <a:rPr lang="en-US" sz="2000" u="sng" spc="-6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environment.</a:t>
            </a:r>
            <a:endParaRPr lang="en-US" sz="2000" dirty="0">
              <a:latin typeface="Times New Roman" panose="02020603050405020304" pitchFamily="18" charset="0"/>
              <a:cs typeface="Times New Roman" panose="02020603050405020304" pitchFamily="18" charset="0"/>
            </a:endParaRPr>
          </a:p>
          <a:p>
            <a:pPr marL="433482" indent="-228600" algn="just">
              <a:lnSpc>
                <a:spcPct val="90000"/>
              </a:lnSpc>
              <a:spcBef>
                <a:spcPts val="880"/>
              </a:spcBef>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Effective</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housekeeping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can</a:t>
            </a:r>
            <a:r>
              <a:rPr lang="en-US" sz="2000" spc="-33" dirty="0">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eliminate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many</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workplace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hazards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help</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get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work</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done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safely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properly.</a:t>
            </a:r>
            <a:endParaRPr lang="en-US" sz="2000" dirty="0">
              <a:latin typeface="Times New Roman" panose="02020603050405020304" pitchFamily="18" charset="0"/>
              <a:cs typeface="Times New Roman" panose="02020603050405020304" pitchFamily="18" charset="0"/>
            </a:endParaRPr>
          </a:p>
          <a:p>
            <a:pPr marL="433482" marR="6773" indent="-228600" algn="just">
              <a:lnSpc>
                <a:spcPct val="90000"/>
              </a:lnSpc>
              <a:buFont typeface="Arial" panose="020B0604020202020204" pitchFamily="34" charset="0"/>
              <a:buChar char="•"/>
              <a:tabLst>
                <a:tab pos="433482" algn="l"/>
              </a:tabLst>
            </a:pPr>
            <a:r>
              <a:rPr lang="en-US" sz="2000" spc="-13" dirty="0">
                <a:latin typeface="Times New Roman" panose="02020603050405020304" pitchFamily="18" charset="0"/>
                <a:cs typeface="Times New Roman" panose="02020603050405020304" pitchFamily="18" charset="0"/>
              </a:rPr>
              <a:t>Housekeeping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3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not</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just</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cleanliness</a:t>
            </a:r>
            <a:r>
              <a:rPr lang="en-US" sz="2000" dirty="0">
                <a:latin typeface="Times New Roman" panose="02020603050405020304" pitchFamily="18" charset="0"/>
                <a:cs typeface="Times New Roman" panose="02020603050405020304" pitchFamily="18" charset="0"/>
              </a:rPr>
              <a: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includes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keeping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work</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areas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neat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orderly,</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maintaining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halls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floors </a:t>
            </a:r>
            <a:r>
              <a:rPr lang="en-US" sz="2000" dirty="0">
                <a:latin typeface="Times New Roman" panose="02020603050405020304" pitchFamily="18" charset="0"/>
                <a:cs typeface="Times New Roman" panose="02020603050405020304" pitchFamily="18" charset="0"/>
              </a:rPr>
              <a:t>free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slip</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trip</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hazards,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removing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waste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materials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paper,</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cardboard)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other</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fire</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hazards</a:t>
            </a:r>
            <a:r>
              <a:rPr lang="en-US" sz="2000" spc="-33"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from </a:t>
            </a:r>
            <a:r>
              <a:rPr lang="en-US" sz="2000" dirty="0">
                <a:latin typeface="Times New Roman" panose="02020603050405020304" pitchFamily="18" charset="0"/>
                <a:cs typeface="Times New Roman" panose="02020603050405020304" pitchFamily="18" charset="0"/>
              </a:rPr>
              <a:t>work</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areas.</a:t>
            </a:r>
            <a:endParaRPr lang="en-US" sz="2000" dirty="0">
              <a:latin typeface="Times New Roman" panose="02020603050405020304" pitchFamily="18" charset="0"/>
              <a:cs typeface="Times New Roman" panose="02020603050405020304" pitchFamily="18" charset="0"/>
            </a:endParaRPr>
          </a:p>
          <a:p>
            <a:pPr marL="433482" marR="399617" indent="-228600" algn="just">
              <a:lnSpc>
                <a:spcPct val="90000"/>
              </a:lnSpc>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It</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also</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requires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paying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attention</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47"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important</a:t>
            </a:r>
            <a:r>
              <a:rPr lang="en-US" sz="2000" u="sng" spc="-4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details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such</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layout</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whole</a:t>
            </a:r>
            <a:r>
              <a:rPr lang="en-US" sz="2000" spc="-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workplace,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aisle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marking,</a:t>
            </a:r>
            <a:r>
              <a:rPr lang="en-US" sz="2000" spc="-40" dirty="0">
                <a:latin typeface="Times New Roman" panose="02020603050405020304" pitchFamily="18" charset="0"/>
                <a:cs typeface="Times New Roman" panose="02020603050405020304" pitchFamily="18" charset="0"/>
              </a:rPr>
              <a:t> </a:t>
            </a:r>
            <a:r>
              <a:rPr lang="en-US" sz="2000" spc="-33" dirty="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adequacy</a:t>
            </a:r>
            <a:r>
              <a:rPr lang="en-US" sz="2000" spc="-5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storage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facilities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maintenance.</a:t>
            </a:r>
            <a:endParaRPr lang="en-US" sz="2000" dirty="0">
              <a:latin typeface="Times New Roman" panose="02020603050405020304" pitchFamily="18" charset="0"/>
              <a:cs typeface="Times New Roman" panose="02020603050405020304" pitchFamily="18" charset="0"/>
            </a:endParaRPr>
          </a:p>
          <a:p>
            <a:pPr marL="433482" indent="-228600" algn="just">
              <a:lnSpc>
                <a:spcPct val="90000"/>
              </a:lnSpc>
              <a:spcBef>
                <a:spcPts val="880"/>
              </a:spcBef>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Good</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housekeeping</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also</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basic</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part</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incident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&amp;</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fire</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protection</a:t>
            </a:r>
            <a:endParaRPr lang="en-US" sz="2000" dirty="0">
              <a:latin typeface="Times New Roman" panose="02020603050405020304" pitchFamily="18" charset="0"/>
              <a:cs typeface="Times New Roman" panose="02020603050405020304" pitchFamily="18" charset="0"/>
            </a:endParaRPr>
          </a:p>
          <a:p>
            <a:pPr marL="433482" indent="-228600" algn="just">
              <a:lnSpc>
                <a:spcPct val="90000"/>
              </a:lnSpc>
              <a:spcBef>
                <a:spcPts val="880"/>
              </a:spcBef>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Effective</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housekeeping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a:t>
            </a:r>
            <a:r>
              <a:rPr lang="en-US" sz="2000" spc="-4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ongoing</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operation.</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time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hit-and-miss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cleanup</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done</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occasionally.</a:t>
            </a:r>
            <a:endParaRPr lang="en-US" sz="2000" dirty="0">
              <a:latin typeface="Times New Roman" panose="02020603050405020304" pitchFamily="18" charset="0"/>
              <a:cs typeface="Times New Roman" panose="02020603050405020304" pitchFamily="18" charset="0"/>
            </a:endParaRPr>
          </a:p>
          <a:p>
            <a:pPr marL="433482" indent="-228600" algn="just">
              <a:lnSpc>
                <a:spcPct val="90000"/>
              </a:lnSpc>
              <a:spcBef>
                <a:spcPts val="880"/>
              </a:spcBef>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Periodic</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"panic"</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cleanups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costly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ineffective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reducing</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incidents.</a:t>
            </a:r>
            <a:endParaRPr lang="en-US" sz="2000" dirty="0">
              <a:latin typeface="Times New Roman" panose="02020603050405020304" pitchFamily="18" charset="0"/>
              <a:cs typeface="Times New Roman" panose="02020603050405020304" pitchFamily="18" charset="0"/>
            </a:endParaRPr>
          </a:p>
        </p:txBody>
      </p:sp>
      <p:pic>
        <p:nvPicPr>
          <p:cNvPr id="5" name="Picture 4" descr="A person mopping the floor with a mop&#10;&#10;Description automatically generated">
            <a:extLst>
              <a:ext uri="{FF2B5EF4-FFF2-40B4-BE49-F238E27FC236}">
                <a16:creationId xmlns:a16="http://schemas.microsoft.com/office/drawing/2014/main" id="{6394953A-C31F-439D-CE0F-F5DC97C0C9D8}"/>
              </a:ext>
            </a:extLst>
          </p:cNvPr>
          <p:cNvPicPr>
            <a:picLocks noChangeAspect="1"/>
          </p:cNvPicPr>
          <p:nvPr/>
        </p:nvPicPr>
        <p:blipFill>
          <a:blip r:embed="rId2">
            <a:extLst>
              <a:ext uri="{28A0092B-C50C-407E-A947-70E740481C1C}">
                <a14:useLocalDpi xmlns:a14="http://schemas.microsoft.com/office/drawing/2010/main" val="0"/>
              </a:ext>
            </a:extLst>
          </a:blip>
          <a:srcRect l="1569" r="42182" b="2"/>
          <a:stretch/>
        </p:blipFill>
        <p:spPr>
          <a:xfrm>
            <a:off x="6611815" y="921125"/>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in a warehouse carrying boxes&#10;&#10;Description automatically generated">
            <a:extLst>
              <a:ext uri="{FF2B5EF4-FFF2-40B4-BE49-F238E27FC236}">
                <a16:creationId xmlns:a16="http://schemas.microsoft.com/office/drawing/2014/main" id="{FCEE8D62-24BA-A84A-436B-2452675995AE}"/>
              </a:ext>
            </a:extLst>
          </p:cNvPr>
          <p:cNvPicPr>
            <a:picLocks noChangeAspect="1"/>
          </p:cNvPicPr>
          <p:nvPr/>
        </p:nvPicPr>
        <p:blipFill>
          <a:blip r:embed="rId2">
            <a:extLst>
              <a:ext uri="{28A0092B-C50C-407E-A947-70E740481C1C}">
                <a14:useLocalDpi xmlns:a14="http://schemas.microsoft.com/office/drawing/2010/main" val="0"/>
              </a:ext>
            </a:extLst>
          </a:blip>
          <a:srcRect r="289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object 2"/>
          <p:cNvSpPr txBox="1"/>
          <p:nvPr/>
        </p:nvSpPr>
        <p:spPr>
          <a:xfrm>
            <a:off x="424815" y="318809"/>
            <a:ext cx="5940816" cy="5941303"/>
          </a:xfrm>
          <a:prstGeom prst="rect">
            <a:avLst/>
          </a:prstGeom>
        </p:spPr>
        <p:txBody>
          <a:bodyPr vert="horz" lIns="91440" tIns="45720" rIns="91440" bIns="45720" rtlCol="0" anchor="t">
            <a:noAutofit/>
          </a:bodyPr>
          <a:lstStyle/>
          <a:p>
            <a:pPr marL="16933" indent="-228600" algn="just">
              <a:lnSpc>
                <a:spcPct val="90000"/>
              </a:lnSpc>
              <a:spcBef>
                <a:spcPts val="133"/>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Effects</a:t>
            </a:r>
            <a:r>
              <a:rPr lang="en-US" sz="2800" b="1" spc="-33"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of</a:t>
            </a:r>
            <a:r>
              <a:rPr lang="en-US" sz="2800" b="1" spc="-33"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bad</a:t>
            </a:r>
            <a:r>
              <a:rPr lang="en-US" sz="2800" b="1" spc="-33" dirty="0">
                <a:latin typeface="Times New Roman" panose="02020603050405020304" pitchFamily="18" charset="0"/>
                <a:cs typeface="Times New Roman" panose="02020603050405020304" pitchFamily="18" charset="0"/>
              </a:rPr>
              <a:t> </a:t>
            </a:r>
            <a:r>
              <a:rPr lang="en-US" sz="2800" b="1" spc="-13" dirty="0">
                <a:latin typeface="Times New Roman" panose="02020603050405020304" pitchFamily="18" charset="0"/>
                <a:cs typeface="Times New Roman" panose="02020603050405020304" pitchFamily="18" charset="0"/>
              </a:rPr>
              <a:t>housekeeping:</a:t>
            </a:r>
            <a:endParaRPr lang="en-US" sz="2800" dirty="0">
              <a:latin typeface="Times New Roman" panose="02020603050405020304" pitchFamily="18" charset="0"/>
              <a:cs typeface="Times New Roman" panose="02020603050405020304" pitchFamily="18" charset="0"/>
            </a:endParaRPr>
          </a:p>
          <a:p>
            <a:pPr indent="-228600" algn="just">
              <a:lnSpc>
                <a:spcPct val="90000"/>
              </a:lnSpc>
              <a:spcBef>
                <a:spcPts val="1273"/>
              </a:spcBef>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90000"/>
              </a:lnSpc>
              <a:spcBef>
                <a:spcPts val="787"/>
              </a:spcBef>
            </a:pPr>
            <a:endParaRPr lang="en-US" sz="2000" dirty="0">
              <a:latin typeface="Times New Roman" panose="02020603050405020304" pitchFamily="18" charset="0"/>
              <a:cs typeface="Times New Roman" panose="02020603050405020304" pitchFamily="18" charset="0"/>
            </a:endParaRPr>
          </a:p>
          <a:p>
            <a:pPr marL="625671" indent="-228600" algn="just">
              <a:lnSpc>
                <a:spcPct val="90000"/>
              </a:lnSpc>
              <a:spcBef>
                <a:spcPts val="7"/>
              </a:spcBef>
              <a:buFont typeface="Arial" panose="020B0604020202020204" pitchFamily="34" charset="0"/>
              <a:buChar char="•"/>
              <a:tabLst>
                <a:tab pos="625671" algn="l"/>
              </a:tabLst>
            </a:pPr>
            <a:r>
              <a:rPr lang="en-US" sz="2400" spc="-13" dirty="0">
                <a:latin typeface="Times New Roman" panose="02020603050405020304" pitchFamily="18" charset="0"/>
                <a:cs typeface="Times New Roman" panose="02020603050405020304" pitchFamily="18" charset="0"/>
              </a:rPr>
              <a:t>tripping</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over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loose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objects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floors,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stairs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platforms</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880"/>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being</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hit</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by</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falling</a:t>
            </a:r>
            <a:r>
              <a:rPr lang="en-US" sz="2400" spc="-5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objects</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880"/>
              </a:spcBef>
              <a:buFont typeface="Arial" panose="020B0604020202020204" pitchFamily="34" charset="0"/>
              <a:buChar char="•"/>
              <a:tabLst>
                <a:tab pos="625671" algn="l"/>
              </a:tabLst>
            </a:pPr>
            <a:r>
              <a:rPr lang="en-US" sz="2400" spc="-13" dirty="0">
                <a:latin typeface="Times New Roman" panose="02020603050405020304" pitchFamily="18" charset="0"/>
                <a:cs typeface="Times New Roman" panose="02020603050405020304" pitchFamily="18" charset="0"/>
              </a:rPr>
              <a:t>slipping</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a:t>
            </a:r>
            <a:r>
              <a:rPr lang="en-US" sz="2400" spc="-2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greasy, </a:t>
            </a:r>
            <a:r>
              <a:rPr lang="en-US" sz="2400" dirty="0">
                <a:latin typeface="Times New Roman" panose="02020603050405020304" pitchFamily="18" charset="0"/>
                <a:cs typeface="Times New Roman" panose="02020603050405020304" pitchFamily="18" charset="0"/>
              </a:rPr>
              <a:t>wet</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dirty</a:t>
            </a:r>
            <a:r>
              <a:rPr lang="en-US" sz="2400" spc="-13" dirty="0">
                <a:latin typeface="Times New Roman" panose="02020603050405020304" pitchFamily="18" charset="0"/>
                <a:cs typeface="Times New Roman" panose="02020603050405020304" pitchFamily="18" charset="0"/>
              </a:rPr>
              <a:t> surfaces</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880"/>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striking</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against</a:t>
            </a:r>
            <a:r>
              <a:rPr lang="en-US" sz="2400" spc="-4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projecting</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poorly</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stacked</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items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misplaced</a:t>
            </a:r>
            <a:r>
              <a:rPr lang="en-US" sz="2400" spc="-4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material</a:t>
            </a:r>
            <a:endParaRPr lang="en-US" sz="2400" dirty="0">
              <a:latin typeface="Times New Roman" panose="02020603050405020304" pitchFamily="18" charset="0"/>
              <a:cs typeface="Times New Roman" panose="02020603050405020304" pitchFamily="18" charset="0"/>
            </a:endParaRPr>
          </a:p>
          <a:p>
            <a:pPr marL="625671" indent="-228600" algn="just">
              <a:lnSpc>
                <a:spcPct val="90000"/>
              </a:lnSpc>
              <a:spcBef>
                <a:spcPts val="880"/>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cutting</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puncturing</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tearing</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skin</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hands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other</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parts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body</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projecting</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nails,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wire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steel</a:t>
            </a:r>
            <a:r>
              <a:rPr lang="en-US" sz="2400" spc="-2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strapping</a:t>
            </a:r>
            <a:endParaRPr lang="en-US" sz="2400" dirty="0">
              <a:latin typeface="Times New Roman" panose="02020603050405020304" pitchFamily="18" charset="0"/>
              <a:cs typeface="Times New Roman" panose="02020603050405020304" pitchFamily="18" charset="0"/>
            </a:endParaRPr>
          </a:p>
          <a:p>
            <a:pPr marL="16933" marR="329345" indent="-228600" algn="just">
              <a:lnSpc>
                <a:spcPct val="90000"/>
              </a:lnSpc>
              <a:spcBef>
                <a:spcPts val="1600"/>
              </a:spcBef>
              <a:buFont typeface="Arial" panose="020B0604020202020204" pitchFamily="34" charset="0"/>
              <a:buChar char="•"/>
            </a:pPr>
            <a:r>
              <a:rPr lang="en-US" sz="2400" spc="-100" dirty="0">
                <a:latin typeface="Times New Roman" panose="02020603050405020304" pitchFamily="18" charset="0"/>
                <a:cs typeface="Times New Roman" panose="02020603050405020304" pitchFamily="18" charset="0"/>
              </a:rPr>
              <a:t>To</a:t>
            </a:r>
            <a:r>
              <a:rPr lang="en-US" sz="2400" spc="-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avoid</a:t>
            </a:r>
            <a:r>
              <a:rPr lang="en-US" sz="2400" spc="-7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these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hazards,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workplace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must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"maintain"</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order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throughout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en-US" sz="2400" spc="-27" dirty="0">
                <a:latin typeface="Times New Roman" panose="02020603050405020304" pitchFamily="18" charset="0"/>
                <a:cs typeface="Times New Roman" panose="02020603050405020304" pitchFamily="18" charset="0"/>
              </a:rPr>
              <a:t> workday.</a:t>
            </a:r>
            <a:r>
              <a:rPr lang="en-US" sz="2400" spc="-8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Although</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effort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requires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great </a:t>
            </a:r>
            <a:r>
              <a:rPr lang="en-US" sz="2400" dirty="0">
                <a:latin typeface="Times New Roman" panose="02020603050405020304" pitchFamily="18" charset="0"/>
                <a:cs typeface="Times New Roman" panose="02020603050405020304" pitchFamily="18" charset="0"/>
              </a:rPr>
              <a:t>deal</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management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2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planning,</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benefits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2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many.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person holding headphones&#10;&#10;Description automatically generated">
            <a:extLst>
              <a:ext uri="{FF2B5EF4-FFF2-40B4-BE49-F238E27FC236}">
                <a16:creationId xmlns:a16="http://schemas.microsoft.com/office/drawing/2014/main" id="{2F3D850C-7C24-071F-2372-123DD0BF08B5}"/>
              </a:ext>
            </a:extLst>
          </p:cNvPr>
          <p:cNvPicPr>
            <a:picLocks noChangeAspect="1"/>
          </p:cNvPicPr>
          <p:nvPr/>
        </p:nvPicPr>
        <p:blipFill>
          <a:blip r:embed="rId2">
            <a:extLst>
              <a:ext uri="{28A0092B-C50C-407E-A947-70E740481C1C}">
                <a14:useLocalDpi xmlns:a14="http://schemas.microsoft.com/office/drawing/2010/main" val="0"/>
              </a:ext>
            </a:extLst>
          </a:blip>
          <a:srcRect t="1025"/>
          <a:stretch/>
        </p:blipFill>
        <p:spPr>
          <a:xfrm>
            <a:off x="3694" y="42247"/>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2" name="object 2"/>
          <p:cNvSpPr txBox="1"/>
          <p:nvPr/>
        </p:nvSpPr>
        <p:spPr>
          <a:xfrm>
            <a:off x="3516923" y="3577004"/>
            <a:ext cx="8678751" cy="2452687"/>
          </a:xfrm>
          <a:prstGeom prst="rect">
            <a:avLst/>
          </a:prstGeom>
        </p:spPr>
        <p:txBody>
          <a:bodyPr vert="horz" lIns="91440" tIns="45720" rIns="91440" bIns="45720" rtlCol="0" anchor="ctr">
            <a:noAutofit/>
          </a:bodyPr>
          <a:lstStyle/>
          <a:p>
            <a:pPr indent="-228600" algn="just">
              <a:lnSpc>
                <a:spcPct val="90000"/>
              </a:lnSpc>
              <a:buFont typeface="Arial" panose="020B0604020202020204" pitchFamily="34" charset="0"/>
              <a:buChar char="•"/>
            </a:pPr>
            <a:endParaRPr lang="en-US" sz="2000" dirty="0"/>
          </a:p>
          <a:p>
            <a:pPr indent="-228600" algn="just">
              <a:lnSpc>
                <a:spcPct val="90000"/>
              </a:lnSpc>
              <a:spcBef>
                <a:spcPts val="480"/>
              </a:spcBef>
              <a:buFont typeface="Arial" panose="020B0604020202020204" pitchFamily="34" charset="0"/>
              <a:buChar char="•"/>
            </a:pPr>
            <a:endParaRPr lang="en-US" sz="2000" dirty="0"/>
          </a:p>
          <a:p>
            <a:pPr marL="16933" indent="-228600" algn="just">
              <a:lnSpc>
                <a:spcPct val="90000"/>
              </a:lnSpc>
              <a:spcBef>
                <a:spcPts val="7"/>
              </a:spcBef>
              <a:buFont typeface="Arial" panose="020B0604020202020204" pitchFamily="34" charset="0"/>
              <a:buChar char="•"/>
            </a:pPr>
            <a:r>
              <a:rPr lang="en-US" sz="2000" dirty="0"/>
              <a:t>Good</a:t>
            </a:r>
            <a:r>
              <a:rPr lang="en-US" sz="2000" spc="-20" dirty="0"/>
              <a:t> </a:t>
            </a:r>
            <a:r>
              <a:rPr lang="en-US" sz="2000" spc="-13" dirty="0"/>
              <a:t>housekeeping </a:t>
            </a:r>
            <a:r>
              <a:rPr lang="en-US" sz="2000" dirty="0"/>
              <a:t>is</a:t>
            </a:r>
            <a:r>
              <a:rPr lang="en-US" sz="2000" spc="-13" dirty="0"/>
              <a:t> essential </a:t>
            </a:r>
            <a:r>
              <a:rPr lang="en-US" sz="2000" dirty="0"/>
              <a:t>in</a:t>
            </a:r>
            <a:r>
              <a:rPr lang="en-US" sz="2000" spc="-13" dirty="0"/>
              <a:t> </a:t>
            </a:r>
            <a:r>
              <a:rPr lang="en-US" sz="2000" dirty="0"/>
              <a:t>order</a:t>
            </a:r>
            <a:r>
              <a:rPr lang="en-US" sz="2000" spc="-13" dirty="0"/>
              <a:t> </a:t>
            </a:r>
            <a:r>
              <a:rPr lang="en-US" sz="2000" spc="-33" dirty="0"/>
              <a:t>to:</a:t>
            </a:r>
            <a:endParaRPr lang="en-US" sz="2000" dirty="0"/>
          </a:p>
          <a:p>
            <a:pPr indent="-228600" algn="just">
              <a:lnSpc>
                <a:spcPct val="90000"/>
              </a:lnSpc>
              <a:spcBef>
                <a:spcPts val="173"/>
              </a:spcBef>
              <a:buFont typeface="Arial" panose="020B0604020202020204" pitchFamily="34" charset="0"/>
              <a:buChar char="•"/>
            </a:pPr>
            <a:endParaRPr lang="en-US" sz="2000" dirty="0"/>
          </a:p>
          <a:p>
            <a:pPr marL="625671" indent="-228600" algn="just">
              <a:lnSpc>
                <a:spcPct val="90000"/>
              </a:lnSpc>
              <a:buFont typeface="Arial" panose="020B0604020202020204" pitchFamily="34" charset="0"/>
              <a:buChar char="•"/>
              <a:tabLst>
                <a:tab pos="625671" algn="l"/>
              </a:tabLst>
            </a:pPr>
            <a:r>
              <a:rPr lang="en-US" sz="2000" dirty="0"/>
              <a:t>Make</a:t>
            </a:r>
            <a:r>
              <a:rPr lang="en-US" sz="2000" spc="-33" dirty="0"/>
              <a:t> </a:t>
            </a:r>
            <a:r>
              <a:rPr lang="en-US" sz="2000" dirty="0"/>
              <a:t>and</a:t>
            </a:r>
            <a:r>
              <a:rPr lang="en-US" sz="2000" spc="-27" dirty="0"/>
              <a:t> </a:t>
            </a:r>
            <a:r>
              <a:rPr lang="en-US" sz="2000" spc="-13" dirty="0"/>
              <a:t>maintain</a:t>
            </a:r>
            <a:r>
              <a:rPr lang="en-US" sz="2000" spc="-27" dirty="0"/>
              <a:t> </a:t>
            </a:r>
            <a:r>
              <a:rPr lang="en-US" sz="2000" dirty="0"/>
              <a:t>a</a:t>
            </a:r>
            <a:r>
              <a:rPr lang="en-US" sz="2000" spc="-27" dirty="0"/>
              <a:t> </a:t>
            </a:r>
            <a:r>
              <a:rPr lang="en-US" sz="2000" dirty="0"/>
              <a:t>clean,</a:t>
            </a:r>
            <a:r>
              <a:rPr lang="en-US" sz="2000" spc="-33" dirty="0"/>
              <a:t> </a:t>
            </a:r>
            <a:r>
              <a:rPr lang="en-US" sz="2000" dirty="0"/>
              <a:t>neat</a:t>
            </a:r>
            <a:r>
              <a:rPr lang="en-US" sz="2000" spc="-27" dirty="0"/>
              <a:t> </a:t>
            </a:r>
            <a:r>
              <a:rPr lang="en-US" sz="2000" dirty="0"/>
              <a:t>and</a:t>
            </a:r>
            <a:r>
              <a:rPr lang="en-US" sz="2000" spc="-27" dirty="0"/>
              <a:t> </a:t>
            </a:r>
            <a:r>
              <a:rPr lang="en-US" sz="2000" dirty="0"/>
              <a:t>orderly</a:t>
            </a:r>
            <a:r>
              <a:rPr lang="en-US" sz="2000" spc="-27" dirty="0"/>
              <a:t> </a:t>
            </a:r>
            <a:r>
              <a:rPr lang="en-US" sz="2000" dirty="0"/>
              <a:t>factory</a:t>
            </a:r>
            <a:r>
              <a:rPr lang="en-US" sz="2000" spc="-33" dirty="0"/>
              <a:t> </a:t>
            </a:r>
            <a:r>
              <a:rPr lang="en-US" sz="2000" dirty="0"/>
              <a:t>work</a:t>
            </a:r>
            <a:r>
              <a:rPr lang="en-US" sz="2000" spc="-27" dirty="0"/>
              <a:t> </a:t>
            </a:r>
            <a:r>
              <a:rPr lang="en-US" sz="2000" dirty="0"/>
              <a:t>area</a:t>
            </a:r>
            <a:r>
              <a:rPr lang="en-US" sz="2000" spc="-27" dirty="0"/>
              <a:t> </a:t>
            </a:r>
            <a:r>
              <a:rPr lang="en-US" sz="2000" dirty="0"/>
              <a:t>and</a:t>
            </a:r>
            <a:r>
              <a:rPr lang="en-US" sz="2000" spc="-27" dirty="0"/>
              <a:t> </a:t>
            </a:r>
            <a:r>
              <a:rPr lang="en-US" sz="2000" dirty="0"/>
              <a:t>its</a:t>
            </a:r>
            <a:r>
              <a:rPr lang="en-US" sz="2000" spc="-33" dirty="0"/>
              <a:t> </a:t>
            </a:r>
            <a:r>
              <a:rPr lang="en-US" sz="2000" spc="-13" dirty="0"/>
              <a:t>surroundings.</a:t>
            </a:r>
            <a:endParaRPr lang="en-US" sz="2000" dirty="0"/>
          </a:p>
          <a:p>
            <a:pPr marL="625671" indent="-228600" algn="just">
              <a:lnSpc>
                <a:spcPct val="90000"/>
              </a:lnSpc>
              <a:spcBef>
                <a:spcPts val="267"/>
              </a:spcBef>
              <a:buFont typeface="Arial" panose="020B0604020202020204" pitchFamily="34" charset="0"/>
              <a:buChar char="•"/>
              <a:tabLst>
                <a:tab pos="625671" algn="l"/>
              </a:tabLst>
            </a:pPr>
            <a:r>
              <a:rPr lang="en-US" sz="2000" dirty="0"/>
              <a:t>Make</a:t>
            </a:r>
            <a:r>
              <a:rPr lang="en-US" sz="2000" spc="-27" dirty="0"/>
              <a:t> </a:t>
            </a:r>
            <a:r>
              <a:rPr lang="en-US" sz="2000" dirty="0"/>
              <a:t>work</a:t>
            </a:r>
            <a:r>
              <a:rPr lang="en-US" sz="2000" spc="-27" dirty="0"/>
              <a:t> </a:t>
            </a:r>
            <a:r>
              <a:rPr lang="en-US" sz="2000" dirty="0"/>
              <a:t>areas</a:t>
            </a:r>
            <a:r>
              <a:rPr lang="en-US" sz="2000" spc="-27" dirty="0"/>
              <a:t> </a:t>
            </a:r>
            <a:r>
              <a:rPr lang="en-US" sz="2000" dirty="0"/>
              <a:t>look</a:t>
            </a:r>
            <a:r>
              <a:rPr lang="en-US" sz="2000" spc="-27" dirty="0"/>
              <a:t> </a:t>
            </a:r>
            <a:r>
              <a:rPr lang="en-US" sz="2000" dirty="0"/>
              <a:t>pleasant,</a:t>
            </a:r>
            <a:r>
              <a:rPr lang="en-US" sz="2000" spc="-27" dirty="0"/>
              <a:t> </a:t>
            </a:r>
            <a:r>
              <a:rPr lang="en-US" sz="2000" dirty="0"/>
              <a:t>more</a:t>
            </a:r>
            <a:r>
              <a:rPr lang="en-US" sz="2000" spc="-20" dirty="0"/>
              <a:t> </a:t>
            </a:r>
            <a:r>
              <a:rPr lang="en-US" sz="2000" spc="-13" dirty="0"/>
              <a:t>satisfying</a:t>
            </a:r>
            <a:r>
              <a:rPr lang="en-US" sz="2000" spc="-27" dirty="0"/>
              <a:t> </a:t>
            </a:r>
            <a:r>
              <a:rPr lang="en-US" sz="2000" dirty="0"/>
              <a:t>and</a:t>
            </a:r>
            <a:r>
              <a:rPr lang="en-US" sz="2000" spc="-27" dirty="0"/>
              <a:t> </a:t>
            </a:r>
            <a:r>
              <a:rPr lang="en-US" sz="2000" dirty="0"/>
              <a:t>motivative</a:t>
            </a:r>
            <a:r>
              <a:rPr lang="en-US" sz="2000" spc="-27" dirty="0"/>
              <a:t> </a:t>
            </a:r>
            <a:r>
              <a:rPr lang="en-US" sz="2000" dirty="0"/>
              <a:t>for</a:t>
            </a:r>
            <a:r>
              <a:rPr lang="en-US" sz="2000" spc="-27" dirty="0"/>
              <a:t> </a:t>
            </a:r>
            <a:r>
              <a:rPr lang="en-US" sz="2000" dirty="0"/>
              <a:t>a</a:t>
            </a:r>
            <a:r>
              <a:rPr lang="en-US" sz="2000" spc="-20" dirty="0"/>
              <a:t> </a:t>
            </a:r>
            <a:r>
              <a:rPr lang="en-US" sz="2000" dirty="0"/>
              <a:t>worker</a:t>
            </a:r>
            <a:r>
              <a:rPr lang="en-US" sz="2000" spc="-27" dirty="0"/>
              <a:t> </a:t>
            </a:r>
            <a:r>
              <a:rPr lang="en-US" sz="2000" dirty="0"/>
              <a:t>to</a:t>
            </a:r>
            <a:r>
              <a:rPr lang="en-US" sz="2000" spc="-27" dirty="0"/>
              <a:t> </a:t>
            </a:r>
            <a:r>
              <a:rPr lang="en-US" sz="2000" spc="-13" dirty="0"/>
              <a:t>work.</a:t>
            </a:r>
            <a:endParaRPr lang="en-US" sz="2000" dirty="0"/>
          </a:p>
          <a:p>
            <a:pPr marL="625671" indent="-228600" algn="just">
              <a:lnSpc>
                <a:spcPct val="90000"/>
              </a:lnSpc>
              <a:spcBef>
                <a:spcPts val="260"/>
              </a:spcBef>
              <a:buFont typeface="Arial" panose="020B0604020202020204" pitchFamily="34" charset="0"/>
              <a:buChar char="•"/>
              <a:tabLst>
                <a:tab pos="625671" algn="l"/>
              </a:tabLst>
            </a:pPr>
            <a:r>
              <a:rPr lang="en-US" sz="2000" spc="-13" dirty="0"/>
              <a:t>Minimize</a:t>
            </a:r>
            <a:r>
              <a:rPr lang="en-US" sz="2000" spc="-33" dirty="0"/>
              <a:t> </a:t>
            </a:r>
            <a:r>
              <a:rPr lang="en-US" sz="2000" dirty="0"/>
              <a:t>fatigue</a:t>
            </a:r>
            <a:r>
              <a:rPr lang="en-US" sz="2000" spc="-33" dirty="0"/>
              <a:t> </a:t>
            </a:r>
            <a:r>
              <a:rPr lang="en-US" sz="2000" dirty="0"/>
              <a:t>and</a:t>
            </a:r>
            <a:r>
              <a:rPr lang="en-US" sz="2000" spc="-33" dirty="0"/>
              <a:t> </a:t>
            </a:r>
            <a:r>
              <a:rPr lang="en-US" sz="2000" dirty="0"/>
              <a:t>discomfort</a:t>
            </a:r>
            <a:r>
              <a:rPr lang="en-US" sz="2000" spc="-33" dirty="0"/>
              <a:t> </a:t>
            </a:r>
            <a:r>
              <a:rPr lang="en-US" sz="2000" dirty="0"/>
              <a:t>to</a:t>
            </a:r>
            <a:r>
              <a:rPr lang="en-US" sz="2000" spc="-33" dirty="0"/>
              <a:t> </a:t>
            </a:r>
            <a:r>
              <a:rPr lang="en-US" sz="2000" dirty="0"/>
              <a:t>the</a:t>
            </a:r>
            <a:r>
              <a:rPr lang="en-US" sz="2000" spc="-33" dirty="0"/>
              <a:t> </a:t>
            </a:r>
            <a:r>
              <a:rPr lang="en-US" sz="2000" spc="-13" dirty="0"/>
              <a:t>workers.</a:t>
            </a:r>
            <a:endParaRPr lang="en-US" sz="2000" dirty="0"/>
          </a:p>
          <a:p>
            <a:pPr marL="625671" indent="-228600" algn="just">
              <a:lnSpc>
                <a:spcPct val="90000"/>
              </a:lnSpc>
              <a:spcBef>
                <a:spcPts val="267"/>
              </a:spcBef>
              <a:buFont typeface="Arial" panose="020B0604020202020204" pitchFamily="34" charset="0"/>
              <a:buChar char="•"/>
              <a:tabLst>
                <a:tab pos="625671" algn="l"/>
              </a:tabLst>
            </a:pPr>
            <a:r>
              <a:rPr lang="en-US" sz="2000" spc="-13" dirty="0"/>
              <a:t>Minimize</a:t>
            </a:r>
            <a:r>
              <a:rPr lang="en-US" sz="2000" spc="-33" dirty="0"/>
              <a:t> </a:t>
            </a:r>
            <a:r>
              <a:rPr lang="en-US" sz="2000" dirty="0"/>
              <a:t>injury</a:t>
            </a:r>
            <a:r>
              <a:rPr lang="en-US" sz="2000" spc="-33" dirty="0"/>
              <a:t> </a:t>
            </a:r>
            <a:r>
              <a:rPr lang="en-US" sz="2000" dirty="0"/>
              <a:t>and</a:t>
            </a:r>
            <a:r>
              <a:rPr lang="en-US" sz="2000" spc="-27" dirty="0"/>
              <a:t> </a:t>
            </a:r>
            <a:r>
              <a:rPr lang="en-US" sz="2000" spc="-13" dirty="0"/>
              <a:t>accidents.</a:t>
            </a:r>
            <a:endParaRPr lang="en-US" sz="2000" dirty="0"/>
          </a:p>
          <a:p>
            <a:pPr marL="625671" indent="-228600" algn="just">
              <a:lnSpc>
                <a:spcPct val="90000"/>
              </a:lnSpc>
              <a:spcBef>
                <a:spcPts val="267"/>
              </a:spcBef>
              <a:buFont typeface="Arial" panose="020B0604020202020204" pitchFamily="34" charset="0"/>
              <a:buChar char="•"/>
              <a:tabLst>
                <a:tab pos="625671" algn="l"/>
              </a:tabLst>
            </a:pPr>
            <a:r>
              <a:rPr lang="en-US" sz="2000" dirty="0"/>
              <a:t>Increase</a:t>
            </a:r>
            <a:r>
              <a:rPr lang="en-US" sz="2000" spc="-33" dirty="0"/>
              <a:t> </a:t>
            </a:r>
            <a:r>
              <a:rPr lang="en-US" sz="2000" dirty="0"/>
              <a:t>the</a:t>
            </a:r>
            <a:r>
              <a:rPr lang="en-US" sz="2000" spc="-33" dirty="0"/>
              <a:t> </a:t>
            </a:r>
            <a:r>
              <a:rPr lang="en-US" sz="2000" dirty="0"/>
              <a:t>life</a:t>
            </a:r>
            <a:r>
              <a:rPr lang="en-US" sz="2000" spc="-27" dirty="0"/>
              <a:t> </a:t>
            </a:r>
            <a:r>
              <a:rPr lang="en-US" sz="2000" dirty="0"/>
              <a:t>of</a:t>
            </a:r>
            <a:r>
              <a:rPr lang="en-US" sz="2000" spc="-33" dirty="0"/>
              <a:t> </a:t>
            </a:r>
            <a:r>
              <a:rPr lang="en-US" sz="2000" dirty="0"/>
              <a:t>plant,</a:t>
            </a:r>
            <a:r>
              <a:rPr lang="en-US" sz="2000" spc="-27" dirty="0"/>
              <a:t> </a:t>
            </a:r>
            <a:r>
              <a:rPr lang="en-US" sz="2000" spc="-13" dirty="0"/>
              <a:t>building</a:t>
            </a:r>
            <a:r>
              <a:rPr lang="en-US" sz="2000" spc="-33" dirty="0"/>
              <a:t> </a:t>
            </a:r>
            <a:r>
              <a:rPr lang="en-US" sz="2000" dirty="0"/>
              <a:t>and</a:t>
            </a:r>
            <a:r>
              <a:rPr lang="en-US" sz="2000" spc="-33" dirty="0"/>
              <a:t> </a:t>
            </a:r>
            <a:r>
              <a:rPr lang="en-US" sz="2000" dirty="0"/>
              <a:t>the</a:t>
            </a:r>
            <a:r>
              <a:rPr lang="en-US" sz="2000" spc="-27" dirty="0"/>
              <a:t> </a:t>
            </a:r>
            <a:r>
              <a:rPr lang="en-US" sz="2000" dirty="0"/>
              <a:t>facilities</a:t>
            </a:r>
            <a:r>
              <a:rPr lang="en-US" sz="2000" spc="-33" dirty="0"/>
              <a:t> </a:t>
            </a:r>
            <a:r>
              <a:rPr lang="en-US" sz="2000" dirty="0"/>
              <a:t>it</a:t>
            </a:r>
            <a:r>
              <a:rPr lang="en-US" sz="2000" spc="-27" dirty="0"/>
              <a:t> </a:t>
            </a:r>
            <a:r>
              <a:rPr lang="en-US" sz="2000" spc="-13" dirty="0"/>
              <a:t>contains.</a:t>
            </a:r>
            <a:endParaRPr lang="en-US" sz="2000" dirty="0"/>
          </a:p>
          <a:p>
            <a:pPr marL="625671" indent="-228600" algn="just">
              <a:lnSpc>
                <a:spcPct val="90000"/>
              </a:lnSpc>
              <a:spcBef>
                <a:spcPts val="260"/>
              </a:spcBef>
              <a:buFont typeface="Arial" panose="020B0604020202020204" pitchFamily="34" charset="0"/>
              <a:buChar char="•"/>
              <a:tabLst>
                <a:tab pos="625671" algn="l"/>
              </a:tabLst>
            </a:pPr>
            <a:r>
              <a:rPr lang="en-US" sz="2000" dirty="0"/>
              <a:t>Avoid</a:t>
            </a:r>
            <a:r>
              <a:rPr lang="en-US" sz="2000" spc="-47" dirty="0"/>
              <a:t> </a:t>
            </a:r>
            <a:r>
              <a:rPr lang="en-US" sz="2000" dirty="0"/>
              <a:t>fire</a:t>
            </a:r>
            <a:r>
              <a:rPr lang="en-US" sz="2000" spc="-47" dirty="0"/>
              <a:t> </a:t>
            </a:r>
            <a:r>
              <a:rPr lang="en-US" sz="2000" dirty="0"/>
              <a:t>and</a:t>
            </a:r>
            <a:r>
              <a:rPr lang="en-US" sz="2000" spc="-40" dirty="0"/>
              <a:t> </a:t>
            </a:r>
            <a:r>
              <a:rPr lang="en-US" sz="2000" dirty="0"/>
              <a:t>other</a:t>
            </a:r>
            <a:r>
              <a:rPr lang="en-US" sz="2000" spc="-47" dirty="0"/>
              <a:t> </a:t>
            </a:r>
            <a:r>
              <a:rPr lang="en-US" sz="2000" spc="-13" dirty="0"/>
              <a:t>hazards.</a:t>
            </a:r>
            <a:endParaRPr lang="en-US" sz="2000" dirty="0"/>
          </a:p>
          <a:p>
            <a:pPr marL="625671" indent="-228600" algn="just">
              <a:lnSpc>
                <a:spcPct val="90000"/>
              </a:lnSpc>
              <a:spcBef>
                <a:spcPts val="267"/>
              </a:spcBef>
              <a:buFont typeface="Arial" panose="020B0604020202020204" pitchFamily="34" charset="0"/>
              <a:buChar char="•"/>
              <a:tabLst>
                <a:tab pos="625671" algn="l"/>
              </a:tabLst>
            </a:pPr>
            <a:r>
              <a:rPr lang="en-US" sz="2000" dirty="0"/>
              <a:t>Permit</a:t>
            </a:r>
            <a:r>
              <a:rPr lang="en-US" sz="2000" spc="-47" dirty="0"/>
              <a:t> </a:t>
            </a:r>
            <a:r>
              <a:rPr lang="en-US" sz="2000" dirty="0"/>
              <a:t>effective</a:t>
            </a:r>
            <a:r>
              <a:rPr lang="en-US" sz="2000" spc="-40" dirty="0"/>
              <a:t> </a:t>
            </a:r>
            <a:r>
              <a:rPr lang="en-US" sz="2000" dirty="0"/>
              <a:t>natural</a:t>
            </a:r>
            <a:r>
              <a:rPr lang="en-US" sz="2000" spc="-40" dirty="0"/>
              <a:t> </a:t>
            </a:r>
            <a:r>
              <a:rPr lang="en-US" sz="2000" spc="-13" dirty="0"/>
              <a:t>illumination</a:t>
            </a:r>
            <a:r>
              <a:rPr lang="en-US" sz="2000" spc="-47" dirty="0"/>
              <a:t> </a:t>
            </a:r>
            <a:r>
              <a:rPr lang="en-US" sz="2000" dirty="0"/>
              <a:t>and</a:t>
            </a:r>
            <a:r>
              <a:rPr lang="en-US" sz="2000" spc="-33" dirty="0"/>
              <a:t> </a:t>
            </a:r>
            <a:r>
              <a:rPr lang="en-US" sz="2000" spc="-13" dirty="0"/>
              <a:t>ventilation.</a:t>
            </a:r>
            <a:endParaRPr lang="en-US" sz="2000" dirty="0"/>
          </a:p>
        </p:txBody>
      </p:sp>
      <p:sp>
        <p:nvSpPr>
          <p:cNvPr id="8" name="TextBox 7">
            <a:extLst>
              <a:ext uri="{FF2B5EF4-FFF2-40B4-BE49-F238E27FC236}">
                <a16:creationId xmlns:a16="http://schemas.microsoft.com/office/drawing/2014/main" id="{AE424383-81EC-E67F-8B79-6128E2D9E3C8}"/>
              </a:ext>
            </a:extLst>
          </p:cNvPr>
          <p:cNvSpPr txBox="1"/>
          <p:nvPr/>
        </p:nvSpPr>
        <p:spPr>
          <a:xfrm>
            <a:off x="127489" y="4464341"/>
            <a:ext cx="6093068" cy="1092735"/>
          </a:xfrm>
          <a:prstGeom prst="rect">
            <a:avLst/>
          </a:prstGeom>
          <a:noFill/>
        </p:spPr>
        <p:txBody>
          <a:bodyPr wrap="square">
            <a:spAutoFit/>
          </a:bodyPr>
          <a:lstStyle/>
          <a:p>
            <a:pPr>
              <a:lnSpc>
                <a:spcPct val="90000"/>
              </a:lnSpc>
              <a:spcBef>
                <a:spcPts val="133"/>
              </a:spcBef>
            </a:pPr>
            <a:r>
              <a:rPr lang="en-US" sz="3600" b="1" spc="-13" dirty="0"/>
              <a:t>Necessity</a:t>
            </a:r>
            <a:r>
              <a:rPr lang="en-US" sz="3600" b="1" spc="-27" dirty="0"/>
              <a:t> </a:t>
            </a:r>
            <a:r>
              <a:rPr lang="en-US" sz="3600" b="1" dirty="0"/>
              <a:t>of</a:t>
            </a:r>
            <a:r>
              <a:rPr lang="en-US" sz="3600" b="1" spc="-33" dirty="0"/>
              <a:t> </a:t>
            </a:r>
            <a:r>
              <a:rPr lang="en-US" sz="3600" b="1" dirty="0"/>
              <a:t>Good</a:t>
            </a:r>
            <a:r>
              <a:rPr lang="en-US" sz="3600" b="1" spc="-27" dirty="0"/>
              <a:t> </a:t>
            </a:r>
            <a:r>
              <a:rPr lang="en-US" sz="3600" b="1" spc="-13" dirty="0"/>
              <a:t>Housekeeping:</a:t>
            </a:r>
            <a:endParaRPr lang="en-US" sz="3600"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477870-C64A-4E35-8F2F-05B7114F3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ccent">
            <a:extLst>
              <a:ext uri="{FF2B5EF4-FFF2-40B4-BE49-F238E27FC236}">
                <a16:creationId xmlns:a16="http://schemas.microsoft.com/office/drawing/2014/main" id="{8AEA628B-C8FF-4D0B-B111-F101F580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42663BD0-064C-40FC-A331-F49FCA9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object 2"/>
          <p:cNvSpPr txBox="1"/>
          <p:nvPr/>
        </p:nvSpPr>
        <p:spPr>
          <a:xfrm>
            <a:off x="0" y="940646"/>
            <a:ext cx="7684005" cy="5917344"/>
          </a:xfrm>
          <a:prstGeom prst="rect">
            <a:avLst/>
          </a:prstGeom>
        </p:spPr>
        <p:txBody>
          <a:bodyPr vert="horz" lIns="91440" tIns="45720" rIns="91440" bIns="45720" rtlCol="0">
            <a:noAutofit/>
          </a:bodyPr>
          <a:lstStyle/>
          <a:p>
            <a:pPr indent="-228600" algn="just">
              <a:lnSpc>
                <a:spcPct val="90000"/>
              </a:lnSpc>
              <a:spcBef>
                <a:spcPts val="1633"/>
              </a:spcBef>
              <a:buFont typeface="Arial" panose="020B0604020202020204" pitchFamily="34" charset="0"/>
              <a:buChar char="•"/>
            </a:pPr>
            <a:endParaRPr lang="en-US" sz="2400" dirty="0"/>
          </a:p>
          <a:p>
            <a:pPr marL="16933" indent="-228600" algn="just">
              <a:lnSpc>
                <a:spcPct val="90000"/>
              </a:lnSpc>
              <a:buFont typeface="Arial" panose="020B0604020202020204" pitchFamily="34" charset="0"/>
              <a:buChar char="•"/>
            </a:pPr>
            <a:r>
              <a:rPr lang="en-US" sz="2400" dirty="0"/>
              <a:t>Effective</a:t>
            </a:r>
            <a:r>
              <a:rPr lang="en-US" sz="2400" spc="-40" dirty="0"/>
              <a:t> </a:t>
            </a:r>
            <a:r>
              <a:rPr lang="en-US" sz="2400" spc="-13" dirty="0"/>
              <a:t>housekeeping</a:t>
            </a:r>
            <a:r>
              <a:rPr lang="en-US" sz="2400" spc="-33" dirty="0"/>
              <a:t> </a:t>
            </a:r>
            <a:r>
              <a:rPr lang="en-US" sz="2400" dirty="0"/>
              <a:t>results</a:t>
            </a:r>
            <a:r>
              <a:rPr lang="en-US" sz="2400" spc="-33" dirty="0"/>
              <a:t> in:</a:t>
            </a:r>
            <a:endParaRPr lang="en-US" sz="2400" dirty="0"/>
          </a:p>
          <a:p>
            <a:pPr marL="625671" indent="-228600" algn="just">
              <a:lnSpc>
                <a:spcPct val="90000"/>
              </a:lnSpc>
              <a:buFont typeface="Arial" panose="020B0604020202020204" pitchFamily="34" charset="0"/>
              <a:buChar char="•"/>
              <a:tabLst>
                <a:tab pos="625671" algn="l"/>
              </a:tabLst>
            </a:pPr>
            <a:r>
              <a:rPr lang="en-US" sz="2400" dirty="0"/>
              <a:t>Fewer</a:t>
            </a:r>
            <a:r>
              <a:rPr lang="en-US" sz="2400" spc="-53" dirty="0"/>
              <a:t> </a:t>
            </a:r>
            <a:r>
              <a:rPr lang="en-US" sz="2400" spc="-13" dirty="0"/>
              <a:t>accidents.</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dirty="0"/>
              <a:t>Increased</a:t>
            </a:r>
            <a:r>
              <a:rPr lang="en-US" sz="2400" spc="-40" dirty="0"/>
              <a:t> </a:t>
            </a:r>
            <a:r>
              <a:rPr lang="en-US" sz="2400" dirty="0"/>
              <a:t>life</a:t>
            </a:r>
            <a:r>
              <a:rPr lang="en-US" sz="2400" spc="-33" dirty="0"/>
              <a:t> </a:t>
            </a:r>
            <a:r>
              <a:rPr lang="en-US" sz="2400" dirty="0"/>
              <a:t>of</a:t>
            </a:r>
            <a:r>
              <a:rPr lang="en-US" sz="2400" spc="-33" dirty="0"/>
              <a:t> </a:t>
            </a:r>
            <a:r>
              <a:rPr lang="en-US" sz="2400" spc="-13" dirty="0"/>
              <a:t>building,</a:t>
            </a:r>
            <a:r>
              <a:rPr lang="en-US" sz="2400" spc="-33" dirty="0"/>
              <a:t> </a:t>
            </a:r>
            <a:r>
              <a:rPr lang="en-US" sz="2400" spc="-13" dirty="0"/>
              <a:t>machinery,</a:t>
            </a:r>
            <a:r>
              <a:rPr lang="en-US" sz="2400" spc="-33" dirty="0"/>
              <a:t> </a:t>
            </a:r>
            <a:r>
              <a:rPr lang="en-US" sz="2400" dirty="0"/>
              <a:t>tools,</a:t>
            </a:r>
            <a:r>
              <a:rPr lang="en-US" sz="2400" spc="-33" dirty="0"/>
              <a:t> </a:t>
            </a:r>
            <a:r>
              <a:rPr lang="en-US" sz="2400" spc="-27" dirty="0"/>
              <a:t>etc.</a:t>
            </a:r>
            <a:endParaRPr lang="en-US" sz="2400" dirty="0"/>
          </a:p>
          <a:p>
            <a:pPr marL="625671" indent="-228600" algn="just">
              <a:lnSpc>
                <a:spcPct val="90000"/>
              </a:lnSpc>
              <a:spcBef>
                <a:spcPts val="260"/>
              </a:spcBef>
              <a:buFont typeface="Arial" panose="020B0604020202020204" pitchFamily="34" charset="0"/>
              <a:buChar char="•"/>
              <a:tabLst>
                <a:tab pos="625671" algn="l"/>
              </a:tabLst>
            </a:pPr>
            <a:r>
              <a:rPr lang="en-US" sz="2400" dirty="0"/>
              <a:t>Improved</a:t>
            </a:r>
            <a:r>
              <a:rPr lang="en-US" sz="2400" spc="-33" dirty="0"/>
              <a:t> </a:t>
            </a:r>
            <a:r>
              <a:rPr lang="en-US" sz="2400" spc="-13" dirty="0"/>
              <a:t>employee</a:t>
            </a:r>
            <a:r>
              <a:rPr lang="en-US" sz="2400" spc="-33" dirty="0"/>
              <a:t> </a:t>
            </a:r>
            <a:r>
              <a:rPr lang="en-US" sz="2400" spc="-13" dirty="0"/>
              <a:t>morale.</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dirty="0"/>
              <a:t>Increased</a:t>
            </a:r>
            <a:r>
              <a:rPr lang="en-US" sz="2400" spc="-60" dirty="0"/>
              <a:t> </a:t>
            </a:r>
            <a:r>
              <a:rPr lang="en-US" sz="2400" spc="-13" dirty="0"/>
              <a:t>production.</a:t>
            </a:r>
            <a:endParaRPr lang="en-US" sz="2400" dirty="0"/>
          </a:p>
          <a:p>
            <a:pPr marL="625671" indent="-228600" algn="just">
              <a:lnSpc>
                <a:spcPct val="90000"/>
              </a:lnSpc>
              <a:spcBef>
                <a:spcPts val="260"/>
              </a:spcBef>
              <a:buFont typeface="Arial" panose="020B0604020202020204" pitchFamily="34" charset="0"/>
              <a:buChar char="•"/>
              <a:tabLst>
                <a:tab pos="625671" algn="l"/>
              </a:tabLst>
            </a:pPr>
            <a:r>
              <a:rPr lang="en-US" sz="2400" dirty="0"/>
              <a:t>Better</a:t>
            </a:r>
            <a:r>
              <a:rPr lang="en-US" sz="2400" spc="-27" dirty="0"/>
              <a:t> </a:t>
            </a:r>
            <a:r>
              <a:rPr lang="en-US" sz="2400" dirty="0"/>
              <a:t>product</a:t>
            </a:r>
            <a:r>
              <a:rPr lang="en-US" sz="2400" spc="-27" dirty="0"/>
              <a:t> </a:t>
            </a:r>
            <a:r>
              <a:rPr lang="en-US" sz="2400" spc="-13" dirty="0"/>
              <a:t>quality.</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dirty="0"/>
              <a:t>Continuous</a:t>
            </a:r>
            <a:r>
              <a:rPr lang="en-US" sz="2400" spc="-40" dirty="0"/>
              <a:t> </a:t>
            </a:r>
            <a:r>
              <a:rPr lang="en-US" sz="2400" spc="-13" dirty="0"/>
              <a:t>cleaning</a:t>
            </a:r>
            <a:r>
              <a:rPr lang="en-US" sz="2400" spc="-33" dirty="0"/>
              <a:t> </a:t>
            </a:r>
            <a:r>
              <a:rPr lang="en-US" sz="2400" dirty="0"/>
              <a:t>reduces</a:t>
            </a:r>
            <a:r>
              <a:rPr lang="en-US" sz="2400" spc="-33" dirty="0"/>
              <a:t> </a:t>
            </a:r>
            <a:r>
              <a:rPr lang="en-US" sz="2400" spc="-13" dirty="0"/>
              <a:t>housekeeping</a:t>
            </a:r>
            <a:r>
              <a:rPr lang="en-US" sz="2400" spc="-33" dirty="0"/>
              <a:t> </a:t>
            </a:r>
            <a:r>
              <a:rPr lang="en-US" sz="2400" dirty="0"/>
              <a:t>costs</a:t>
            </a:r>
            <a:r>
              <a:rPr lang="en-US" sz="2400" spc="-33" dirty="0"/>
              <a:t> </a:t>
            </a:r>
            <a:r>
              <a:rPr lang="en-US" sz="2400" spc="-13" dirty="0"/>
              <a:t>because</a:t>
            </a:r>
            <a:r>
              <a:rPr lang="en-US" sz="2400" spc="-33" dirty="0"/>
              <a:t> </a:t>
            </a:r>
            <a:r>
              <a:rPr lang="en-US" sz="2400" dirty="0"/>
              <a:t>intermittent</a:t>
            </a:r>
            <a:r>
              <a:rPr lang="en-US" sz="2400" spc="-33" dirty="0"/>
              <a:t> </a:t>
            </a:r>
            <a:r>
              <a:rPr lang="en-US" sz="2400" dirty="0"/>
              <a:t>cleanup</a:t>
            </a:r>
            <a:r>
              <a:rPr lang="en-US" sz="2400" spc="-33" dirty="0"/>
              <a:t> </a:t>
            </a:r>
            <a:r>
              <a:rPr lang="en-US" sz="2400" dirty="0"/>
              <a:t>is</a:t>
            </a:r>
            <a:r>
              <a:rPr lang="en-US" sz="2400" spc="-33" dirty="0"/>
              <a:t> </a:t>
            </a:r>
            <a:r>
              <a:rPr lang="en-US" sz="2400" dirty="0"/>
              <a:t>more</a:t>
            </a:r>
            <a:r>
              <a:rPr lang="en-US" sz="2400" spc="-33" dirty="0"/>
              <a:t> </a:t>
            </a:r>
            <a:r>
              <a:rPr lang="en-US" sz="2400" spc="-13" dirty="0"/>
              <a:t>expensive.</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dirty="0"/>
              <a:t>Little</a:t>
            </a:r>
            <a:r>
              <a:rPr lang="en-US" sz="2400" spc="-33" dirty="0"/>
              <a:t> </a:t>
            </a:r>
            <a:r>
              <a:rPr lang="en-US" sz="2400" dirty="0"/>
              <a:t>or</a:t>
            </a:r>
            <a:r>
              <a:rPr lang="en-US" sz="2400" spc="-27" dirty="0"/>
              <a:t> </a:t>
            </a:r>
            <a:r>
              <a:rPr lang="en-US" sz="2400" dirty="0"/>
              <a:t>no</a:t>
            </a:r>
            <a:r>
              <a:rPr lang="en-US" sz="2400" spc="-27" dirty="0"/>
              <a:t> </a:t>
            </a:r>
            <a:r>
              <a:rPr lang="en-US" sz="2400" dirty="0"/>
              <a:t>time</a:t>
            </a:r>
            <a:r>
              <a:rPr lang="en-US" sz="2400" spc="-27" dirty="0"/>
              <a:t> </a:t>
            </a:r>
            <a:r>
              <a:rPr lang="en-US" sz="2400" dirty="0"/>
              <a:t>is</a:t>
            </a:r>
            <a:r>
              <a:rPr lang="en-US" sz="2400" spc="-27" dirty="0"/>
              <a:t> </a:t>
            </a:r>
            <a:r>
              <a:rPr lang="en-US" sz="2400" dirty="0"/>
              <a:t>lost</a:t>
            </a:r>
            <a:r>
              <a:rPr lang="en-US" sz="2400" spc="-27" dirty="0"/>
              <a:t> </a:t>
            </a:r>
            <a:r>
              <a:rPr lang="en-US" sz="2400" dirty="0"/>
              <a:t>in</a:t>
            </a:r>
            <a:r>
              <a:rPr lang="en-US" sz="2400" spc="-27" dirty="0"/>
              <a:t> </a:t>
            </a:r>
            <a:r>
              <a:rPr lang="en-US" sz="2400" spc="-13" dirty="0"/>
              <a:t>searching</a:t>
            </a:r>
            <a:r>
              <a:rPr lang="en-US" sz="2400" spc="-27" dirty="0"/>
              <a:t> </a:t>
            </a:r>
            <a:r>
              <a:rPr lang="en-US" sz="2400" dirty="0"/>
              <a:t>for</a:t>
            </a:r>
            <a:r>
              <a:rPr lang="en-US" sz="2400" spc="-27" dirty="0"/>
              <a:t> </a:t>
            </a:r>
            <a:r>
              <a:rPr lang="en-US" sz="2400" dirty="0"/>
              <a:t>tools</a:t>
            </a:r>
            <a:r>
              <a:rPr lang="en-US" sz="2400" spc="-33" dirty="0"/>
              <a:t> </a:t>
            </a:r>
            <a:r>
              <a:rPr lang="en-US" sz="2400" spc="-27" dirty="0"/>
              <a:t>etc.</a:t>
            </a:r>
            <a:endParaRPr lang="en-US" sz="2400" dirty="0"/>
          </a:p>
          <a:p>
            <a:pPr marL="625671" indent="-228600" algn="just">
              <a:lnSpc>
                <a:spcPct val="90000"/>
              </a:lnSpc>
              <a:spcBef>
                <a:spcPts val="260"/>
              </a:spcBef>
              <a:buFont typeface="Arial" panose="020B0604020202020204" pitchFamily="34" charset="0"/>
              <a:buChar char="•"/>
              <a:tabLst>
                <a:tab pos="625671" algn="l"/>
              </a:tabLst>
            </a:pPr>
            <a:r>
              <a:rPr lang="en-US" sz="2400" dirty="0"/>
              <a:t>Material</a:t>
            </a:r>
            <a:r>
              <a:rPr lang="en-US" sz="2400" spc="-47" dirty="0"/>
              <a:t> </a:t>
            </a:r>
            <a:r>
              <a:rPr lang="en-US" sz="2400" spc="-13" dirty="0"/>
              <a:t>handling</a:t>
            </a:r>
            <a:r>
              <a:rPr lang="en-US" sz="2400" spc="-40" dirty="0"/>
              <a:t> </a:t>
            </a:r>
            <a:r>
              <a:rPr lang="en-US" sz="2400" dirty="0"/>
              <a:t>and</a:t>
            </a:r>
            <a:r>
              <a:rPr lang="en-US" sz="2400" spc="-47" dirty="0"/>
              <a:t> </a:t>
            </a:r>
            <a:r>
              <a:rPr lang="en-US" sz="2400" dirty="0"/>
              <a:t>transportation</a:t>
            </a:r>
            <a:r>
              <a:rPr lang="en-US" sz="2400" spc="-40" dirty="0"/>
              <a:t> </a:t>
            </a:r>
            <a:r>
              <a:rPr lang="en-US" sz="2400" dirty="0"/>
              <a:t>pick</a:t>
            </a:r>
            <a:r>
              <a:rPr lang="en-US" sz="2400" spc="-40" dirty="0"/>
              <a:t> </a:t>
            </a:r>
            <a:r>
              <a:rPr lang="en-US" sz="2400" dirty="0"/>
              <a:t>up</a:t>
            </a:r>
            <a:r>
              <a:rPr lang="en-US" sz="2400" spc="-47" dirty="0"/>
              <a:t> </a:t>
            </a:r>
            <a:r>
              <a:rPr lang="en-US" sz="2400" spc="-13" dirty="0"/>
              <a:t>speed.</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dirty="0"/>
              <a:t>Inspection,</a:t>
            </a:r>
            <a:r>
              <a:rPr lang="en-US" sz="2400" spc="-33" dirty="0"/>
              <a:t> </a:t>
            </a:r>
            <a:r>
              <a:rPr lang="en-US" sz="2400" spc="-13" dirty="0"/>
              <a:t>maintenance</a:t>
            </a:r>
            <a:r>
              <a:rPr lang="en-US" sz="2400" spc="-33" dirty="0"/>
              <a:t> </a:t>
            </a:r>
            <a:r>
              <a:rPr lang="en-US" sz="2400" dirty="0"/>
              <a:t>and</a:t>
            </a:r>
            <a:r>
              <a:rPr lang="en-US" sz="2400" spc="-33" dirty="0"/>
              <a:t> </a:t>
            </a:r>
            <a:r>
              <a:rPr lang="en-US" sz="2400" spc="-13" dirty="0"/>
              <a:t>production</a:t>
            </a:r>
            <a:r>
              <a:rPr lang="en-US" sz="2400" spc="-33" dirty="0"/>
              <a:t> </a:t>
            </a:r>
            <a:r>
              <a:rPr lang="en-US" sz="2400" dirty="0"/>
              <a:t>control</a:t>
            </a:r>
            <a:r>
              <a:rPr lang="en-US" sz="2400" spc="-27" dirty="0"/>
              <a:t> </a:t>
            </a:r>
            <a:r>
              <a:rPr lang="en-US" sz="2400" dirty="0"/>
              <a:t>functions</a:t>
            </a:r>
            <a:r>
              <a:rPr lang="en-US" sz="2400" spc="-33" dirty="0"/>
              <a:t> </a:t>
            </a:r>
            <a:r>
              <a:rPr lang="en-US" sz="2400" dirty="0"/>
              <a:t>become</a:t>
            </a:r>
            <a:r>
              <a:rPr lang="en-US" sz="2400" spc="-33" dirty="0"/>
              <a:t> </a:t>
            </a:r>
            <a:r>
              <a:rPr lang="en-US" sz="2400" spc="-13" dirty="0"/>
              <a:t>easier.</a:t>
            </a:r>
            <a:endParaRPr lang="en-US" sz="2400" dirty="0"/>
          </a:p>
          <a:p>
            <a:pPr marL="625671" indent="-228600" algn="just">
              <a:lnSpc>
                <a:spcPct val="90000"/>
              </a:lnSpc>
              <a:spcBef>
                <a:spcPts val="260"/>
              </a:spcBef>
              <a:buFont typeface="Arial" panose="020B0604020202020204" pitchFamily="34" charset="0"/>
              <a:buChar char="•"/>
              <a:tabLst>
                <a:tab pos="625671" algn="l"/>
              </a:tabLst>
            </a:pPr>
            <a:r>
              <a:rPr lang="en-US" sz="2400" dirty="0"/>
              <a:t>Much</a:t>
            </a:r>
            <a:r>
              <a:rPr lang="en-US" sz="2400" spc="-33" dirty="0"/>
              <a:t> </a:t>
            </a:r>
            <a:r>
              <a:rPr lang="en-US" sz="2400" dirty="0"/>
              <a:t>floor</a:t>
            </a:r>
            <a:r>
              <a:rPr lang="en-US" sz="2400" spc="-33" dirty="0"/>
              <a:t> </a:t>
            </a:r>
            <a:r>
              <a:rPr lang="en-US" sz="2400" dirty="0"/>
              <a:t>space</a:t>
            </a:r>
            <a:r>
              <a:rPr lang="en-US" sz="2400" spc="-27" dirty="0"/>
              <a:t> </a:t>
            </a:r>
            <a:r>
              <a:rPr lang="en-US" sz="2400" spc="-13" dirty="0"/>
              <a:t>otherwise</a:t>
            </a:r>
            <a:r>
              <a:rPr lang="en-US" sz="2400" spc="-33" dirty="0"/>
              <a:t> </a:t>
            </a:r>
            <a:r>
              <a:rPr lang="en-US" sz="2400" spc="-13" dirty="0"/>
              <a:t>occupied</a:t>
            </a:r>
            <a:r>
              <a:rPr lang="en-US" sz="2400" spc="-27" dirty="0"/>
              <a:t> </a:t>
            </a:r>
            <a:r>
              <a:rPr lang="en-US" sz="2400" dirty="0"/>
              <a:t>by</a:t>
            </a:r>
            <a:r>
              <a:rPr lang="en-US" sz="2400" spc="-33" dirty="0"/>
              <a:t> </a:t>
            </a:r>
            <a:r>
              <a:rPr lang="en-US" sz="2400" dirty="0"/>
              <a:t>unused</a:t>
            </a:r>
            <a:r>
              <a:rPr lang="en-US" sz="2400" spc="-33" dirty="0"/>
              <a:t> </a:t>
            </a:r>
            <a:r>
              <a:rPr lang="en-US" sz="2400" dirty="0"/>
              <a:t>raw</a:t>
            </a:r>
            <a:r>
              <a:rPr lang="en-US" sz="2400" spc="-27" dirty="0"/>
              <a:t> </a:t>
            </a:r>
            <a:r>
              <a:rPr lang="en-US" sz="2400" dirty="0"/>
              <a:t>material</a:t>
            </a:r>
            <a:r>
              <a:rPr lang="en-US" sz="2400" spc="-33" dirty="0"/>
              <a:t> </a:t>
            </a:r>
            <a:r>
              <a:rPr lang="en-US" sz="2400" dirty="0"/>
              <a:t>and</a:t>
            </a:r>
            <a:r>
              <a:rPr lang="en-US" sz="2400" spc="-27" dirty="0"/>
              <a:t> </a:t>
            </a:r>
            <a:r>
              <a:rPr lang="en-US" sz="2400" dirty="0"/>
              <a:t>tools,</a:t>
            </a:r>
            <a:r>
              <a:rPr lang="en-US" sz="2400" spc="-33" dirty="0"/>
              <a:t> </a:t>
            </a:r>
            <a:r>
              <a:rPr lang="en-US" sz="2400" dirty="0"/>
              <a:t>etc.</a:t>
            </a:r>
            <a:r>
              <a:rPr lang="en-US" sz="2400" spc="-33" dirty="0"/>
              <a:t> </a:t>
            </a:r>
            <a:r>
              <a:rPr lang="en-US" sz="2400" dirty="0"/>
              <a:t>is</a:t>
            </a:r>
            <a:r>
              <a:rPr lang="en-US" sz="2400" spc="-27" dirty="0"/>
              <a:t> </a:t>
            </a:r>
            <a:r>
              <a:rPr lang="en-US" sz="2400" spc="-13" dirty="0"/>
              <a:t>released</a:t>
            </a:r>
            <a:r>
              <a:rPr lang="en-US" sz="2400" spc="-33" dirty="0"/>
              <a:t> </a:t>
            </a:r>
            <a:r>
              <a:rPr lang="en-US" sz="2400" dirty="0"/>
              <a:t>for</a:t>
            </a:r>
            <a:r>
              <a:rPr lang="en-US" sz="2400" spc="-27" dirty="0"/>
              <a:t> </a:t>
            </a:r>
            <a:r>
              <a:rPr lang="en-US" sz="2400" spc="-13" dirty="0"/>
              <a:t>production.</a:t>
            </a:r>
            <a:endParaRPr lang="en-US" sz="2400" dirty="0"/>
          </a:p>
        </p:txBody>
      </p:sp>
      <p:pic>
        <p:nvPicPr>
          <p:cNvPr id="4" name="Picture 3" descr="A person sweeping the floor&#10;&#10;Description automatically generated">
            <a:extLst>
              <a:ext uri="{FF2B5EF4-FFF2-40B4-BE49-F238E27FC236}">
                <a16:creationId xmlns:a16="http://schemas.microsoft.com/office/drawing/2014/main" id="{32EB6034-429A-87B5-5FEE-61CE5AC7F83C}"/>
              </a:ext>
            </a:extLst>
          </p:cNvPr>
          <p:cNvPicPr>
            <a:picLocks noChangeAspect="1"/>
          </p:cNvPicPr>
          <p:nvPr/>
        </p:nvPicPr>
        <p:blipFill>
          <a:blip r:embed="rId2">
            <a:extLst>
              <a:ext uri="{28A0092B-C50C-407E-A947-70E740481C1C}">
                <a14:useLocalDpi xmlns:a14="http://schemas.microsoft.com/office/drawing/2010/main" val="0"/>
              </a:ext>
            </a:extLst>
          </a:blip>
          <a:srcRect r="-1" b="14807"/>
          <a:stretch/>
        </p:blipFill>
        <p:spPr>
          <a:xfrm>
            <a:off x="7684006" y="10"/>
            <a:ext cx="4507993" cy="6857990"/>
          </a:xfrm>
          <a:prstGeom prst="rect">
            <a:avLst/>
          </a:prstGeom>
        </p:spPr>
      </p:pic>
      <p:sp>
        <p:nvSpPr>
          <p:cNvPr id="6" name="TextBox 5">
            <a:extLst>
              <a:ext uri="{FF2B5EF4-FFF2-40B4-BE49-F238E27FC236}">
                <a16:creationId xmlns:a16="http://schemas.microsoft.com/office/drawing/2014/main" id="{EF3900A8-E423-F38A-D8BB-225F61CCD4C2}"/>
              </a:ext>
            </a:extLst>
          </p:cNvPr>
          <p:cNvSpPr txBox="1"/>
          <p:nvPr/>
        </p:nvSpPr>
        <p:spPr>
          <a:xfrm>
            <a:off x="1268021" y="261098"/>
            <a:ext cx="6093068" cy="1092735"/>
          </a:xfrm>
          <a:prstGeom prst="rect">
            <a:avLst/>
          </a:prstGeom>
          <a:noFill/>
        </p:spPr>
        <p:txBody>
          <a:bodyPr wrap="square">
            <a:spAutoFit/>
          </a:bodyPr>
          <a:lstStyle/>
          <a:p>
            <a:pPr marL="18626" indent="-228600">
              <a:lnSpc>
                <a:spcPct val="90000"/>
              </a:lnSpc>
              <a:spcBef>
                <a:spcPts val="133"/>
              </a:spcBef>
              <a:buFont typeface="Arial" panose="020B0604020202020204" pitchFamily="34" charset="0"/>
              <a:buChar char="•"/>
            </a:pPr>
            <a:r>
              <a:rPr lang="en-US" sz="3600" b="1" spc="-13" dirty="0"/>
              <a:t>Advantages</a:t>
            </a:r>
            <a:r>
              <a:rPr lang="en-US" sz="3600" b="1" spc="-33" dirty="0"/>
              <a:t> </a:t>
            </a:r>
            <a:r>
              <a:rPr lang="en-US" sz="3600" b="1" dirty="0"/>
              <a:t>of</a:t>
            </a:r>
            <a:r>
              <a:rPr lang="en-US" sz="3600" b="1" spc="-27" dirty="0"/>
              <a:t> </a:t>
            </a:r>
            <a:r>
              <a:rPr lang="en-US" sz="3600" b="1" dirty="0"/>
              <a:t>good</a:t>
            </a:r>
            <a:r>
              <a:rPr lang="en-US" sz="3600" b="1" spc="-27" dirty="0"/>
              <a:t> </a:t>
            </a:r>
            <a:r>
              <a:rPr lang="en-US" sz="3600" b="1" spc="-13" dirty="0"/>
              <a:t>housekeeping</a:t>
            </a:r>
            <a:endParaRPr lang="en-US" sz="36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EE5F87C-DDCD-3433-8BB1-56D6D1F4BD33}"/>
              </a:ext>
            </a:extLst>
          </p:cNvPr>
          <p:cNvSpPr txBox="1"/>
          <p:nvPr/>
        </p:nvSpPr>
        <p:spPr>
          <a:xfrm>
            <a:off x="484536" y="129025"/>
            <a:ext cx="6617677" cy="1027577"/>
          </a:xfrm>
          <a:prstGeom prst="rect">
            <a:avLst/>
          </a:prstGeom>
        </p:spPr>
        <p:txBody>
          <a:bodyPr vert="horz" lIns="91440" tIns="45720" rIns="91440" bIns="45720" rtlCol="0" anchor="ctr">
            <a:noAutofit/>
          </a:bodyPr>
          <a:lstStyle/>
          <a:p>
            <a:pPr>
              <a:lnSpc>
                <a:spcPct val="90000"/>
              </a:lnSpc>
              <a:spcBef>
                <a:spcPct val="0"/>
              </a:spcBef>
              <a:spcAft>
                <a:spcPts val="600"/>
              </a:spcAft>
            </a:pPr>
            <a:r>
              <a:rPr lang="en-US" sz="4000" b="1" dirty="0">
                <a:latin typeface="+mj-lt"/>
                <a:ea typeface="+mj-ea"/>
                <a:cs typeface="+mj-cs"/>
              </a:rPr>
              <a:t>Elements</a:t>
            </a:r>
            <a:r>
              <a:rPr lang="en-US" sz="4000" b="1" spc="-40" dirty="0">
                <a:latin typeface="+mj-lt"/>
                <a:ea typeface="+mj-ea"/>
                <a:cs typeface="+mj-cs"/>
              </a:rPr>
              <a:t> </a:t>
            </a:r>
            <a:r>
              <a:rPr lang="en-US" sz="4000" b="1" dirty="0">
                <a:latin typeface="+mj-lt"/>
                <a:ea typeface="+mj-ea"/>
                <a:cs typeface="+mj-cs"/>
              </a:rPr>
              <a:t>Of</a:t>
            </a:r>
            <a:r>
              <a:rPr lang="en-US" sz="4000" b="1" spc="-33" dirty="0">
                <a:latin typeface="+mj-lt"/>
                <a:ea typeface="+mj-ea"/>
                <a:cs typeface="+mj-cs"/>
              </a:rPr>
              <a:t> </a:t>
            </a:r>
            <a:r>
              <a:rPr lang="en-US" sz="4000" b="1" dirty="0">
                <a:latin typeface="+mj-lt"/>
                <a:ea typeface="+mj-ea"/>
                <a:cs typeface="+mj-cs"/>
              </a:rPr>
              <a:t>An</a:t>
            </a:r>
            <a:r>
              <a:rPr lang="en-US" sz="4000" b="1" spc="-33" dirty="0">
                <a:latin typeface="+mj-lt"/>
                <a:ea typeface="+mj-ea"/>
                <a:cs typeface="+mj-cs"/>
              </a:rPr>
              <a:t> </a:t>
            </a:r>
            <a:r>
              <a:rPr lang="en-US" sz="4000" b="1" dirty="0">
                <a:latin typeface="+mj-lt"/>
                <a:ea typeface="+mj-ea"/>
                <a:cs typeface="+mj-cs"/>
              </a:rPr>
              <a:t>Effective</a:t>
            </a:r>
            <a:r>
              <a:rPr lang="en-US" sz="4000" b="1" spc="-33" dirty="0">
                <a:latin typeface="+mj-lt"/>
                <a:ea typeface="+mj-ea"/>
                <a:cs typeface="+mj-cs"/>
              </a:rPr>
              <a:t> </a:t>
            </a:r>
            <a:r>
              <a:rPr lang="en-US" sz="4000" b="1" spc="-13" dirty="0">
                <a:latin typeface="+mj-lt"/>
                <a:ea typeface="+mj-ea"/>
                <a:cs typeface="+mj-cs"/>
              </a:rPr>
              <a:t>Housekeeping</a:t>
            </a:r>
            <a:r>
              <a:rPr lang="en-US" sz="4000" b="1" spc="-33" dirty="0">
                <a:latin typeface="+mj-lt"/>
                <a:ea typeface="+mj-ea"/>
                <a:cs typeface="+mj-cs"/>
              </a:rPr>
              <a:t> </a:t>
            </a:r>
            <a:r>
              <a:rPr lang="en-US" sz="4000" b="1" spc="-13" dirty="0">
                <a:latin typeface="+mj-lt"/>
                <a:ea typeface="+mj-ea"/>
                <a:cs typeface="+mj-cs"/>
              </a:rPr>
              <a:t>Program</a:t>
            </a:r>
            <a:endParaRPr lang="en-US" sz="4000" dirty="0">
              <a:latin typeface="+mj-lt"/>
              <a:ea typeface="+mj-ea"/>
              <a:cs typeface="+mj-cs"/>
            </a:endParaRPr>
          </a:p>
        </p:txBody>
      </p:sp>
      <p:sp>
        <p:nvSpPr>
          <p:cNvPr id="2" name="object 2"/>
          <p:cNvSpPr txBox="1"/>
          <p:nvPr/>
        </p:nvSpPr>
        <p:spPr>
          <a:xfrm>
            <a:off x="-177232" y="1587736"/>
            <a:ext cx="6583680" cy="4771336"/>
          </a:xfrm>
          <a:prstGeom prst="rect">
            <a:avLst/>
          </a:prstGeom>
        </p:spPr>
        <p:txBody>
          <a:bodyPr vert="horz" lIns="91440" tIns="45720" rIns="91440" bIns="45720" rtlCol="0">
            <a:noAutofit/>
          </a:bodyPr>
          <a:lstStyle/>
          <a:p>
            <a:pPr algn="just">
              <a:spcBef>
                <a:spcPts val="173"/>
              </a:spcBef>
              <a:buClr>
                <a:srgbClr val="222222"/>
              </a:buClr>
            </a:pPr>
            <a:endParaRPr lang="en-US" sz="2000" dirty="0">
              <a:latin typeface="Times New Roman" panose="02020603050405020304" pitchFamily="18" charset="0"/>
              <a:cs typeface="Times New Roman" panose="02020603050405020304" pitchFamily="18" charset="0"/>
            </a:endParaRPr>
          </a:p>
          <a:p>
            <a:pPr marL="625671" lvl="1" indent="-228600" algn="just">
              <a:spcBef>
                <a:spcPts val="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The</a:t>
            </a:r>
            <a:r>
              <a:rPr lang="en-US" sz="2000" spc="-33" dirty="0">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maintenance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of</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buildings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and</a:t>
            </a:r>
            <a:r>
              <a:rPr lang="en-US" sz="2000" u="sng" spc="-2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equipment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most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important</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element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good</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housekeeping.</a:t>
            </a:r>
            <a:endParaRPr lang="en-US" sz="2000" dirty="0">
              <a:latin typeface="Times New Roman" panose="02020603050405020304" pitchFamily="18" charset="0"/>
              <a:cs typeface="Times New Roman" panose="02020603050405020304" pitchFamily="18" charset="0"/>
            </a:endParaRPr>
          </a:p>
          <a:p>
            <a:pPr marL="626518" marR="221821" lvl="1" indent="-228600" algn="just">
              <a:buFont typeface="Arial" panose="020B0604020202020204" pitchFamily="34" charset="0"/>
              <a:buChar char="•"/>
              <a:tabLst>
                <a:tab pos="626518" algn="l"/>
              </a:tabLst>
            </a:pPr>
            <a:r>
              <a:rPr lang="en-US" sz="2000" spc="-13" dirty="0">
                <a:latin typeface="Times New Roman" panose="02020603050405020304" pitchFamily="18" charset="0"/>
                <a:cs typeface="Times New Roman" panose="02020603050405020304" pitchFamily="18" charset="0"/>
              </a:rPr>
              <a:t>Maintenance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involves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keeping</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buildings,</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equipment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machinery</a:t>
            </a:r>
            <a:r>
              <a:rPr lang="en-US" sz="2000"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a:t>
            </a:r>
            <a:r>
              <a:rPr lang="en-US" sz="2000" b="1" spc="-27" dirty="0">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safe</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spc="-13" dirty="0">
                <a:uFill>
                  <a:solidFill>
                    <a:srgbClr val="222222"/>
                  </a:solidFill>
                </a:uFill>
                <a:latin typeface="Times New Roman" panose="02020603050405020304" pitchFamily="18" charset="0"/>
                <a:cs typeface="Times New Roman" panose="02020603050405020304" pitchFamily="18" charset="0"/>
              </a:rPr>
              <a:t>efficient</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working</a:t>
            </a:r>
            <a:r>
              <a:rPr lang="en-US" sz="2000" b="1" u="sng" spc="-33"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order</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and</a:t>
            </a:r>
            <a:r>
              <a:rPr lang="en-US" sz="2000" b="1" u="sng" spc="-33"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in</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spc="-27" dirty="0">
                <a:uFill>
                  <a:solidFill>
                    <a:srgbClr val="222222"/>
                  </a:solidFill>
                </a:uFill>
                <a:latin typeface="Times New Roman" panose="02020603050405020304" pitchFamily="18" charset="0"/>
                <a:cs typeface="Times New Roman" panose="02020603050405020304" pitchFamily="18" charset="0"/>
              </a:rPr>
              <a:t>good</a:t>
            </a:r>
            <a:r>
              <a:rPr lang="en-US" sz="2000" b="1" spc="-27" dirty="0">
                <a:latin typeface="Times New Roman" panose="02020603050405020304" pitchFamily="18" charset="0"/>
                <a:cs typeface="Times New Roman" panose="02020603050405020304" pitchFamily="18" charset="0"/>
              </a:rPr>
              <a:t> </a:t>
            </a:r>
            <a:r>
              <a:rPr lang="en-US" sz="2000" b="1" u="sng" spc="-13" dirty="0">
                <a:uFill>
                  <a:solidFill>
                    <a:srgbClr val="222222"/>
                  </a:solidFill>
                </a:uFill>
                <a:latin typeface="Times New Roman" panose="02020603050405020304" pitchFamily="18" charset="0"/>
                <a:cs typeface="Times New Roman" panose="02020603050405020304" pitchFamily="18" charset="0"/>
              </a:rPr>
              <a:t>repair.</a:t>
            </a:r>
            <a:endParaRPr lang="en-US" sz="2000" b="1" dirty="0">
              <a:latin typeface="Times New Roman" panose="02020603050405020304" pitchFamily="18" charset="0"/>
              <a:cs typeface="Times New Roman" panose="02020603050405020304" pitchFamily="18" charset="0"/>
            </a:endParaRPr>
          </a:p>
          <a:p>
            <a:pPr marL="626518" marR="6773" lvl="1" indent="-228600" algn="just">
              <a:buFont typeface="Arial" panose="020B0604020202020204" pitchFamily="34" charset="0"/>
              <a:buChar char="•"/>
              <a:tabLst>
                <a:tab pos="626518" algn="l"/>
              </a:tabLst>
            </a:pPr>
            <a:r>
              <a:rPr lang="en-US" sz="2000" dirty="0">
                <a:latin typeface="Times New Roman" panose="02020603050405020304" pitchFamily="18" charset="0"/>
                <a:cs typeface="Times New Roman" panose="02020603050405020304" pitchFamily="18" charset="0"/>
              </a:rPr>
              <a:t>It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include</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maintaining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sanitary</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facilities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regularly</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painting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cleaning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walls.</a:t>
            </a:r>
            <a:r>
              <a:rPr lang="en-US" sz="2000" spc="-33" dirty="0">
                <a:latin typeface="Times New Roman" panose="02020603050405020304" pitchFamily="18" charset="0"/>
                <a:cs typeface="Times New Roman" panose="02020603050405020304" pitchFamily="18" charset="0"/>
              </a:rPr>
              <a:t> </a:t>
            </a:r>
          </a:p>
          <a:p>
            <a:pPr marL="626518" marR="6773" lvl="1" indent="-228600" algn="just">
              <a:buFont typeface="Arial" panose="020B0604020202020204" pitchFamily="34" charset="0"/>
              <a:buChar char="•"/>
              <a:tabLst>
                <a:tab pos="626518" algn="l"/>
              </a:tabLst>
            </a:pPr>
            <a:r>
              <a:rPr lang="en-US" sz="2000" b="1" dirty="0">
                <a:solidFill>
                  <a:schemeClr val="accent5">
                    <a:lumMod val="75000"/>
                  </a:schemeClr>
                </a:solidFill>
                <a:latin typeface="Times New Roman" panose="02020603050405020304" pitchFamily="18" charset="0"/>
                <a:cs typeface="Times New Roman" panose="02020603050405020304" pitchFamily="18" charset="0"/>
              </a:rPr>
              <a:t>Broken</a:t>
            </a:r>
            <a:r>
              <a:rPr lang="en-US" sz="2000" b="1" spc="-40"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spc="-13" dirty="0">
                <a:solidFill>
                  <a:schemeClr val="accent5">
                    <a:lumMod val="75000"/>
                  </a:schemeClr>
                </a:solidFill>
                <a:latin typeface="Times New Roman" panose="02020603050405020304" pitchFamily="18" charset="0"/>
                <a:cs typeface="Times New Roman" panose="02020603050405020304" pitchFamily="18" charset="0"/>
              </a:rPr>
              <a:t>windows,</a:t>
            </a:r>
            <a:r>
              <a:rPr lang="en-US" sz="2000" b="1" spc="-40"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spc="-13" dirty="0">
                <a:solidFill>
                  <a:schemeClr val="accent5">
                    <a:lumMod val="75000"/>
                  </a:schemeClr>
                </a:solidFill>
                <a:latin typeface="Times New Roman" panose="02020603050405020304" pitchFamily="18" charset="0"/>
                <a:cs typeface="Times New Roman" panose="02020603050405020304" pitchFamily="18" charset="0"/>
              </a:rPr>
              <a:t>damaged </a:t>
            </a:r>
            <a:r>
              <a:rPr lang="en-US" sz="2000" b="1" dirty="0">
                <a:solidFill>
                  <a:schemeClr val="accent5">
                    <a:lumMod val="75000"/>
                  </a:schemeClr>
                </a:solidFill>
                <a:latin typeface="Times New Roman" panose="02020603050405020304" pitchFamily="18" charset="0"/>
                <a:cs typeface="Times New Roman" panose="02020603050405020304" pitchFamily="18" charset="0"/>
              </a:rPr>
              <a:t>doors,</a:t>
            </a:r>
            <a:r>
              <a:rPr lang="en-US" sz="2000" b="1" spc="-40"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detective</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spc="-13" dirty="0">
                <a:solidFill>
                  <a:schemeClr val="accent5">
                    <a:lumMod val="75000"/>
                  </a:schemeClr>
                </a:solidFill>
                <a:latin typeface="Times New Roman" panose="02020603050405020304" pitchFamily="18" charset="0"/>
                <a:cs typeface="Times New Roman" panose="02020603050405020304" pitchFamily="18" charset="0"/>
              </a:rPr>
              <a:t>plumbing</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and</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broken</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floor</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surfaces</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can</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make</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a</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spc="-13" dirty="0">
                <a:solidFill>
                  <a:schemeClr val="accent5">
                    <a:lumMod val="75000"/>
                  </a:schemeClr>
                </a:solidFill>
                <a:latin typeface="Times New Roman" panose="02020603050405020304" pitchFamily="18" charset="0"/>
                <a:cs typeface="Times New Roman" panose="02020603050405020304" pitchFamily="18" charset="0"/>
              </a:rPr>
              <a:t>workplace</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look</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neglected;</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these</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conditions</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can </a:t>
            </a:r>
            <a:r>
              <a:rPr lang="en-US" sz="2000" b="1" dirty="0">
                <a:solidFill>
                  <a:schemeClr val="accent5">
                    <a:lumMod val="75000"/>
                  </a:schemeClr>
                </a:solidFill>
                <a:latin typeface="Times New Roman" panose="02020603050405020304" pitchFamily="18" charset="0"/>
                <a:cs typeface="Times New Roman" panose="02020603050405020304" pitchFamily="18" charset="0"/>
              </a:rPr>
              <a:t>cause</a:t>
            </a:r>
            <a:r>
              <a:rPr lang="en-US" sz="2000" b="1" spc="-40"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incidents</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and</a:t>
            </a:r>
            <a:r>
              <a:rPr lang="en-US" sz="2000" b="1" spc="-40"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affect</a:t>
            </a:r>
            <a:r>
              <a:rPr lang="en-US" sz="2000" b="1" spc="-33"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work</a:t>
            </a:r>
            <a:r>
              <a:rPr lang="en-US" sz="2000" b="1" spc="-40" dirty="0">
                <a:solidFill>
                  <a:schemeClr val="accent5">
                    <a:lumMod val="75000"/>
                  </a:schemeClr>
                </a:solidFill>
                <a:latin typeface="Times New Roman" panose="02020603050405020304" pitchFamily="18" charset="0"/>
                <a:cs typeface="Times New Roman" panose="02020603050405020304" pitchFamily="18" charset="0"/>
              </a:rPr>
              <a:t> </a:t>
            </a:r>
            <a:r>
              <a:rPr lang="en-US" sz="2000" b="1" dirty="0">
                <a:solidFill>
                  <a:schemeClr val="accent5">
                    <a:lumMod val="75000"/>
                  </a:schemeClr>
                </a:solidFill>
                <a:latin typeface="Times New Roman" panose="02020603050405020304" pitchFamily="18" charset="0"/>
                <a:cs typeface="Times New Roman" panose="02020603050405020304" pitchFamily="18" charset="0"/>
              </a:rPr>
              <a:t>practices</a:t>
            </a:r>
            <a:r>
              <a:rPr lang="en-US" sz="2000" dirty="0">
                <a:latin typeface="Times New Roman" panose="02020603050405020304" pitchFamily="18" charset="0"/>
                <a:cs typeface="Times New Roman" panose="02020603050405020304" pitchFamily="18" charset="0"/>
              </a:rPr>
              <a:t>.</a:t>
            </a:r>
          </a:p>
          <a:p>
            <a:pPr marL="626518" marR="6773" lvl="1" indent="-228600" algn="just">
              <a:buFont typeface="Arial" panose="020B0604020202020204" pitchFamily="34" charset="0"/>
              <a:buChar char="•"/>
              <a:tabLst>
                <a:tab pos="626518" algn="l"/>
              </a:tabLst>
            </a:pP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important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replace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fix</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broken</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damaged</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items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quickly </a:t>
            </a:r>
            <a:r>
              <a:rPr lang="en-US" sz="2000" dirty="0">
                <a:latin typeface="Times New Roman" panose="02020603050405020304" pitchFamily="18" charset="0"/>
                <a:cs typeface="Times New Roman" panose="02020603050405020304" pitchFamily="18" charset="0"/>
              </a:rPr>
              <a:t>as</a:t>
            </a:r>
            <a:r>
              <a:rPr lang="en-US" sz="2000" spc="-5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possible.</a:t>
            </a:r>
            <a:r>
              <a:rPr lang="en-US" sz="2000" spc="-8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good</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maintenance</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program</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provides</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inspection,</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maintenance,</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upkeep</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repair</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35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tools, </a:t>
            </a:r>
            <a:r>
              <a:rPr lang="en-US" sz="2000" dirty="0">
                <a:latin typeface="Times New Roman" panose="02020603050405020304" pitchFamily="18" charset="0"/>
                <a:cs typeface="Times New Roman" panose="02020603050405020304" pitchFamily="18" charset="0"/>
              </a:rPr>
              <a:t>equipment,</a:t>
            </a:r>
            <a:r>
              <a:rPr lang="en-US" sz="2000" spc="-6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machines</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6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processes.</a:t>
            </a:r>
            <a:endParaRPr lang="en-US" sz="2000" dirty="0">
              <a:latin typeface="Times New Roman" panose="02020603050405020304" pitchFamily="18" charset="0"/>
              <a:cs typeface="Times New Roman" panose="02020603050405020304" pitchFamily="18" charset="0"/>
            </a:endParaRPr>
          </a:p>
        </p:txBody>
      </p:sp>
      <p:pic>
        <p:nvPicPr>
          <p:cNvPr id="5" name="Picture 4" descr="A factory with robots and boxes&#10;&#10;Description automatically generated with medium confidence">
            <a:extLst>
              <a:ext uri="{FF2B5EF4-FFF2-40B4-BE49-F238E27FC236}">
                <a16:creationId xmlns:a16="http://schemas.microsoft.com/office/drawing/2014/main" id="{5A04B00A-CB73-71FD-8B47-0C6AE2415C35}"/>
              </a:ext>
            </a:extLst>
          </p:cNvPr>
          <p:cNvPicPr>
            <a:picLocks noChangeAspect="1"/>
          </p:cNvPicPr>
          <p:nvPr/>
        </p:nvPicPr>
        <p:blipFill>
          <a:blip r:embed="rId2">
            <a:extLst>
              <a:ext uri="{28A0092B-C50C-407E-A947-70E740481C1C}">
                <a14:useLocalDpi xmlns:a14="http://schemas.microsoft.com/office/drawing/2010/main" val="0"/>
              </a:ext>
            </a:extLst>
          </a:blip>
          <a:srcRect l="5604" r="745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7" name="TextBox 6">
            <a:extLst>
              <a:ext uri="{FF2B5EF4-FFF2-40B4-BE49-F238E27FC236}">
                <a16:creationId xmlns:a16="http://schemas.microsoft.com/office/drawing/2014/main" id="{D003B9E2-57F1-7A4A-D389-F8C3A79BE9C0}"/>
              </a:ext>
            </a:extLst>
          </p:cNvPr>
          <p:cNvSpPr txBox="1"/>
          <p:nvPr/>
        </p:nvSpPr>
        <p:spPr>
          <a:xfrm>
            <a:off x="485336" y="1233163"/>
            <a:ext cx="6098344" cy="535531"/>
          </a:xfrm>
          <a:prstGeom prst="rect">
            <a:avLst/>
          </a:prstGeom>
          <a:noFill/>
        </p:spPr>
        <p:txBody>
          <a:bodyPr wrap="square">
            <a:spAutoFit/>
          </a:bodyPr>
          <a:lstStyle/>
          <a:p>
            <a:pPr marL="3381" algn="just">
              <a:lnSpc>
                <a:spcPct val="90000"/>
              </a:lnSpc>
              <a:spcBef>
                <a:spcPts val="1627"/>
              </a:spcBef>
              <a:tabLst>
                <a:tab pos="231981" algn="l"/>
              </a:tabLst>
            </a:pPr>
            <a:r>
              <a:rPr lang="en-US" sz="3200" b="1" spc="-13" dirty="0">
                <a:solidFill>
                  <a:schemeClr val="accent2">
                    <a:lumMod val="50000"/>
                  </a:schemeClr>
                </a:solidFill>
                <a:latin typeface="Times New Roman" panose="02020603050405020304" pitchFamily="18" charset="0"/>
                <a:cs typeface="Times New Roman" panose="02020603050405020304" pitchFamily="18" charset="0"/>
              </a:rPr>
              <a:t>1. Maintenance</a:t>
            </a:r>
            <a:endParaRPr lang="en-US" sz="3200" dirty="0">
              <a:solidFill>
                <a:schemeClr val="accent2">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189914" y="509417"/>
            <a:ext cx="7019779" cy="5933585"/>
          </a:xfrm>
          <a:prstGeom prst="rect">
            <a:avLst/>
          </a:prstGeom>
        </p:spPr>
        <p:txBody>
          <a:bodyPr vert="horz" lIns="91440" tIns="45720" rIns="91440" bIns="45720" rtlCol="0">
            <a:noAutofit/>
          </a:bodyPr>
          <a:lstStyle/>
          <a:p>
            <a:pPr indent="-228600" algn="just">
              <a:lnSpc>
                <a:spcPct val="90000"/>
              </a:lnSpc>
              <a:spcBef>
                <a:spcPts val="1347"/>
              </a:spcBef>
              <a:buClr>
                <a:srgbClr val="222222"/>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7"/>
              </a:spcBef>
              <a:buFont typeface="Arial" panose="020B0604020202020204" pitchFamily="34" charset="0"/>
              <a:buChar char="•"/>
              <a:tabLst>
                <a:tab pos="625671" algn="l"/>
              </a:tabLst>
            </a:pPr>
            <a:r>
              <a:rPr lang="en-US" sz="2000" b="1" u="sng" dirty="0">
                <a:uFill>
                  <a:solidFill>
                    <a:srgbClr val="222222"/>
                  </a:solidFill>
                </a:uFill>
                <a:latin typeface="Times New Roman" panose="02020603050405020304" pitchFamily="18" charset="0"/>
                <a:cs typeface="Times New Roman" panose="02020603050405020304" pitchFamily="18" charset="0"/>
              </a:rPr>
              <a:t>Enclosures</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and</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exhaust</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spc="-13" dirty="0">
                <a:uFill>
                  <a:solidFill>
                    <a:srgbClr val="222222"/>
                  </a:solidFill>
                </a:uFill>
                <a:latin typeface="Times New Roman" panose="02020603050405020304" pitchFamily="18" charset="0"/>
                <a:cs typeface="Times New Roman" panose="02020603050405020304" pitchFamily="18" charset="0"/>
              </a:rPr>
              <a:t>ventilation</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systems</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may</a:t>
            </a:r>
            <a:r>
              <a:rPr lang="en-US" sz="2000" b="1" u="sng" spc="-33"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fail</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to</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collect</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dust,</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dirt</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a:t>
            </a:r>
            <a:r>
              <a:rPr lang="en-US" sz="2000" b="1" spc="-33"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chips</a:t>
            </a:r>
            <a:r>
              <a:rPr lang="en-US" sz="2000" b="1" spc="-40"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adequately.</a:t>
            </a:r>
            <a:endParaRPr lang="en-US" sz="2000" b="1" dirty="0">
              <a:latin typeface="Times New Roman" panose="02020603050405020304" pitchFamily="18" charset="0"/>
              <a:cs typeface="Times New Roman" panose="02020603050405020304" pitchFamily="18" charset="0"/>
            </a:endParaRPr>
          </a:p>
          <a:p>
            <a:pPr marL="625671" lvl="1" indent="-228600" algn="just">
              <a:lnSpc>
                <a:spcPct val="90000"/>
              </a:lnSpc>
              <a:spcBef>
                <a:spcPts val="880"/>
              </a:spcBef>
              <a:buFont typeface="Arial" panose="020B0604020202020204" pitchFamily="34" charset="0"/>
              <a:buChar char="•"/>
              <a:tabLst>
                <a:tab pos="625671" algn="l"/>
              </a:tabLst>
            </a:pPr>
            <a:r>
              <a:rPr lang="en-US" sz="2000" u="sng" spc="-13" dirty="0">
                <a:uFill>
                  <a:solidFill>
                    <a:srgbClr val="222222"/>
                  </a:solidFill>
                </a:uFill>
                <a:latin typeface="Times New Roman" panose="02020603050405020304" pitchFamily="18" charset="0"/>
                <a:cs typeface="Times New Roman" panose="02020603050405020304" pitchFamily="18" charset="0"/>
              </a:rPr>
              <a:t>Vacuum</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cleaners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suitable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removing</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light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dust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dirt</a:t>
            </a:r>
            <a:r>
              <a:rPr lang="en-US" sz="2000" spc="-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otherwise</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hazardous.</a:t>
            </a:r>
            <a:endParaRPr lang="en-US" sz="2000" dirty="0">
              <a:latin typeface="Times New Roman" panose="02020603050405020304" pitchFamily="18" charset="0"/>
              <a:cs typeface="Times New Roman" panose="02020603050405020304" pitchFamily="18" charset="0"/>
            </a:endParaRPr>
          </a:p>
          <a:p>
            <a:pPr marL="626518" marR="369137" lvl="1" indent="-228600" algn="just">
              <a:lnSpc>
                <a:spcPct val="90000"/>
              </a:lnSpc>
              <a:buFont typeface="Arial" panose="020B0604020202020204" pitchFamily="34" charset="0"/>
              <a:buChar char="•"/>
              <a:tabLst>
                <a:tab pos="626518" algn="l"/>
              </a:tabLst>
            </a:pPr>
            <a:r>
              <a:rPr lang="en-US" sz="2000" b="1" u="sng" dirty="0">
                <a:uFill>
                  <a:solidFill>
                    <a:srgbClr val="222222"/>
                  </a:solidFill>
                </a:uFill>
                <a:latin typeface="Times New Roman" panose="02020603050405020304" pitchFamily="18" charset="0"/>
                <a:cs typeface="Times New Roman" panose="02020603050405020304" pitchFamily="18" charset="0"/>
              </a:rPr>
              <a:t>Industrial</a:t>
            </a:r>
            <a:r>
              <a:rPr lang="en-US" sz="2000" b="1" u="sng" spc="-47"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models</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have</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special</a:t>
            </a:r>
            <a:r>
              <a:rPr lang="en-US" sz="2000" b="1" u="sng" spc="-4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fittings</a:t>
            </a:r>
            <a:r>
              <a:rPr lang="en-US" sz="2000" b="1" spc="-47"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for</a:t>
            </a:r>
            <a:r>
              <a:rPr lang="en-US" sz="2000" b="1" spc="-40"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cleaning</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walls,</a:t>
            </a:r>
            <a:r>
              <a:rPr lang="en-US" sz="2000" b="1" spc="-47"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ceilings,</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ledges,</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machinery</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other</a:t>
            </a:r>
            <a:r>
              <a:rPr lang="en-US" sz="2000" b="1" spc="-40"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hard-to-reach </a:t>
            </a:r>
            <a:r>
              <a:rPr lang="en-US" sz="2000" b="1" dirty="0">
                <a:latin typeface="Times New Roman" panose="02020603050405020304" pitchFamily="18" charset="0"/>
                <a:cs typeface="Times New Roman" panose="02020603050405020304" pitchFamily="18" charset="0"/>
              </a:rPr>
              <a:t>places</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where</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dust</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a:t>
            </a:r>
            <a:r>
              <a:rPr lang="en-US" sz="2000" b="1" spc="-33"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dirt</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may</a:t>
            </a:r>
            <a:r>
              <a:rPr lang="en-US" sz="2000" b="1" spc="-40"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accumulate</a:t>
            </a:r>
            <a:r>
              <a:rPr lang="en-US" sz="2000" spc="-13"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626518" marR="6773" lvl="1" indent="-228600" algn="just">
              <a:lnSpc>
                <a:spcPct val="90000"/>
              </a:lnSpc>
              <a:buFont typeface="Arial" panose="020B0604020202020204" pitchFamily="34" charset="0"/>
              <a:buChar char="•"/>
              <a:tabLst>
                <a:tab pos="626518" algn="l"/>
              </a:tabLst>
            </a:pPr>
            <a:r>
              <a:rPr lang="en-US" sz="2000" u="sng" spc="-13" dirty="0">
                <a:uFill>
                  <a:solidFill>
                    <a:srgbClr val="222222"/>
                  </a:solidFill>
                </a:uFill>
                <a:latin typeface="Times New Roman" panose="02020603050405020304" pitchFamily="18" charset="0"/>
                <a:cs typeface="Times New Roman" panose="02020603050405020304" pitchFamily="18" charset="0"/>
              </a:rPr>
              <a:t>Special-</a:t>
            </a:r>
            <a:r>
              <a:rPr lang="en-US" sz="2000" u="sng" dirty="0">
                <a:uFill>
                  <a:solidFill>
                    <a:srgbClr val="222222"/>
                  </a:solidFill>
                </a:uFill>
                <a:latin typeface="Times New Roman" panose="02020603050405020304" pitchFamily="18" charset="0"/>
                <a:cs typeface="Times New Roman" panose="02020603050405020304" pitchFamily="18" charset="0"/>
              </a:rPr>
              <a:t>purpose</a:t>
            </a:r>
            <a:r>
              <a:rPr lang="en-US" sz="2000" u="sng" spc="-4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vacuums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useful</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removing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hazardous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products.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example,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vacuum</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cleaners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fitted</a:t>
            </a:r>
            <a:r>
              <a:rPr lang="en-US" sz="2000" spc="-40"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with </a:t>
            </a:r>
            <a:r>
              <a:rPr lang="en-US" sz="2000" spc="-47" dirty="0">
                <a:latin typeface="Times New Roman" panose="02020603050405020304" pitchFamily="18" charset="0"/>
                <a:cs typeface="Times New Roman" panose="02020603050405020304" pitchFamily="18" charset="0"/>
              </a:rPr>
              <a:t>HEPA</a:t>
            </a:r>
            <a:r>
              <a:rPr lang="en-US" sz="2000" spc="-8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(high</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efficiency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particulate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air)</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filters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3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capture</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fine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particles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of</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asbestos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or</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err="1">
                <a:uFill>
                  <a:solidFill>
                    <a:srgbClr val="222222"/>
                  </a:solidFill>
                </a:uFill>
                <a:latin typeface="Times New Roman" panose="02020603050405020304" pitchFamily="18" charset="0"/>
                <a:cs typeface="Times New Roman" panose="02020603050405020304" pitchFamily="18" charset="0"/>
              </a:rPr>
              <a:t>fibreglass</a:t>
            </a:r>
            <a:r>
              <a:rPr lang="en-US" sz="2000" u="sng" spc="-13" dirty="0">
                <a:uFill>
                  <a:solidFill>
                    <a:srgbClr val="222222"/>
                  </a:solidFill>
                </a:u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880"/>
              </a:spcBef>
              <a:buFont typeface="Arial" panose="020B0604020202020204" pitchFamily="34" charset="0"/>
              <a:buChar char="•"/>
              <a:tabLst>
                <a:tab pos="625671" algn="l"/>
              </a:tabLst>
            </a:pPr>
            <a:r>
              <a:rPr lang="en-US" sz="2000" b="1" u="sng" spc="-13" dirty="0">
                <a:uFill>
                  <a:solidFill>
                    <a:srgbClr val="222222"/>
                  </a:solidFill>
                </a:uFill>
                <a:latin typeface="Times New Roman" panose="02020603050405020304" pitchFamily="18" charset="0"/>
                <a:cs typeface="Times New Roman" panose="02020603050405020304" pitchFamily="18" charset="0"/>
              </a:rPr>
              <a:t>Dampening</a:t>
            </a:r>
            <a:r>
              <a:rPr lang="en-US" sz="2000" b="1" u="sng" spc="-27"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(wetting)</a:t>
            </a:r>
            <a:r>
              <a:rPr lang="en-US" sz="2000" b="1" u="sng" spc="-20" dirty="0">
                <a:uFill>
                  <a:solidFill>
                    <a:srgbClr val="222222"/>
                  </a:solidFill>
                </a:uFill>
                <a:latin typeface="Times New Roman" panose="02020603050405020304" pitchFamily="18" charset="0"/>
                <a:cs typeface="Times New Roman" panose="02020603050405020304" pitchFamily="18" charset="0"/>
              </a:rPr>
              <a:t> </a:t>
            </a:r>
            <a:r>
              <a:rPr lang="en-US" sz="2000" b="1" u="sng" dirty="0">
                <a:uFill>
                  <a:solidFill>
                    <a:srgbClr val="222222"/>
                  </a:solidFill>
                </a:uFill>
                <a:latin typeface="Times New Roman" panose="02020603050405020304" pitchFamily="18" charset="0"/>
                <a:cs typeface="Times New Roman" panose="02020603050405020304" pitchFamily="18" charset="0"/>
              </a:rPr>
              <a:t>floors</a:t>
            </a:r>
            <a:r>
              <a:rPr lang="en-US" sz="2000" b="1" spc="-33"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or</a:t>
            </a:r>
            <a:r>
              <a:rPr lang="en-US" sz="2000" b="1" spc="-2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using</a:t>
            </a:r>
            <a:r>
              <a:rPr lang="en-US" sz="2000" b="1" spc="-27"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sweeping</a:t>
            </a:r>
            <a:r>
              <a:rPr lang="en-US" sz="2000" b="1" spc="-2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compounds</a:t>
            </a:r>
            <a:r>
              <a:rPr lang="en-US" sz="2000" b="1" spc="-2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before</a:t>
            </a:r>
            <a:r>
              <a:rPr lang="en-US" sz="2000" b="1" spc="-27"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sweeping</a:t>
            </a:r>
            <a:r>
              <a:rPr lang="en-US" sz="2000" b="1" spc="-2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reduces</a:t>
            </a:r>
            <a:r>
              <a:rPr lang="en-US" sz="2000" b="1" spc="-27"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a:t>
            </a:r>
            <a:r>
              <a:rPr lang="en-US" sz="2000" b="1" spc="-2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amount</a:t>
            </a:r>
            <a:r>
              <a:rPr lang="en-US" sz="2000" b="1" spc="-27"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of</a:t>
            </a:r>
            <a:r>
              <a:rPr lang="en-US" sz="2000" b="1" spc="-20"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airborne</a:t>
            </a:r>
            <a:r>
              <a:rPr lang="en-US" sz="2000" b="1" spc="-20" dirty="0">
                <a:latin typeface="Times New Roman" panose="02020603050405020304" pitchFamily="18" charset="0"/>
                <a:cs typeface="Times New Roman" panose="02020603050405020304" pitchFamily="18" charset="0"/>
              </a:rPr>
              <a:t> </a:t>
            </a:r>
            <a:r>
              <a:rPr lang="en-US" sz="2000" b="1" spc="-27" dirty="0">
                <a:latin typeface="Times New Roman" panose="02020603050405020304" pitchFamily="18" charset="0"/>
                <a:cs typeface="Times New Roman" panose="02020603050405020304" pitchFamily="18" charset="0"/>
              </a:rPr>
              <a:t>dust</a:t>
            </a:r>
            <a:endParaRPr lang="en-US" sz="2000" b="1" dirty="0">
              <a:latin typeface="Times New Roman" panose="02020603050405020304" pitchFamily="18" charset="0"/>
              <a:cs typeface="Times New Roman" panose="02020603050405020304" pitchFamily="18" charset="0"/>
            </a:endParaRPr>
          </a:p>
          <a:p>
            <a:pPr marL="626518" marR="607045" lvl="1" indent="-228600" algn="just">
              <a:lnSpc>
                <a:spcPct val="90000"/>
              </a:lnSpc>
              <a:buFont typeface="Arial" panose="020B0604020202020204" pitchFamily="34" charset="0"/>
              <a:buChar char="•"/>
              <a:tabLst>
                <a:tab pos="626518" algn="l"/>
              </a:tabLst>
            </a:pPr>
            <a:r>
              <a:rPr lang="en-US" sz="2000" dirty="0">
                <a:latin typeface="Times New Roman" panose="02020603050405020304" pitchFamily="18" charset="0"/>
                <a:cs typeface="Times New Roman" panose="02020603050405020304" pitchFamily="18" charset="0"/>
              </a:rPr>
              <a:t>The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dust</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grime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collect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places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like</a:t>
            </a:r>
            <a:r>
              <a:rPr lang="en-US" sz="2000" spc="-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shelves,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piping,</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conduits,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light</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fixtures,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reflectors,</a:t>
            </a:r>
            <a:r>
              <a:rPr lang="en-US" sz="2000" spc="-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windows, </a:t>
            </a:r>
            <a:r>
              <a:rPr lang="en-US" sz="2000" dirty="0">
                <a:latin typeface="Times New Roman" panose="02020603050405020304" pitchFamily="18" charset="0"/>
                <a:cs typeface="Times New Roman" panose="02020603050405020304" pitchFamily="18" charset="0"/>
              </a:rPr>
              <a:t>cupboards</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5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lockers</a:t>
            </a:r>
            <a:r>
              <a:rPr lang="en-US" sz="2000" spc="-5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may</a:t>
            </a:r>
            <a:r>
              <a:rPr lang="en-US" sz="2000" spc="-5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require</a:t>
            </a:r>
            <a:r>
              <a:rPr lang="en-US" sz="2000" spc="-6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manual</a:t>
            </a:r>
            <a:r>
              <a:rPr lang="en-US" sz="2000" u="sng" spc="-5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cleaning</a:t>
            </a:r>
            <a:r>
              <a:rPr lang="en-US" sz="2000" spc="-13"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880"/>
              </a:spcBef>
              <a:buFont typeface="Arial" panose="020B0604020202020204" pitchFamily="34" charset="0"/>
              <a:buChar char="•"/>
              <a:tabLst>
                <a:tab pos="625671" algn="l"/>
              </a:tabLst>
            </a:pPr>
            <a:r>
              <a:rPr lang="en-US" sz="2000" spc="-13" dirty="0">
                <a:latin typeface="Times New Roman" panose="02020603050405020304" pitchFamily="18" charset="0"/>
                <a:cs typeface="Times New Roman" panose="02020603050405020304" pitchFamily="18" charset="0"/>
              </a:rPr>
              <a:t>Compressed</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air</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should</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used</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removing</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dust,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dirt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chips</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from</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equipment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work</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surfaces.</a:t>
            </a:r>
            <a:endParaRPr lang="en-US" sz="2000" dirty="0">
              <a:latin typeface="Times New Roman" panose="02020603050405020304" pitchFamily="18" charset="0"/>
              <a:cs typeface="Times New Roman" panose="02020603050405020304" pitchFamily="18" charset="0"/>
            </a:endParaRPr>
          </a:p>
        </p:txBody>
      </p:sp>
      <p:pic>
        <p:nvPicPr>
          <p:cNvPr id="4" name="Picture 3" descr="A blue floor with a yellow and black stripe on the floor&#10;&#10;Description automatically generated">
            <a:extLst>
              <a:ext uri="{FF2B5EF4-FFF2-40B4-BE49-F238E27FC236}">
                <a16:creationId xmlns:a16="http://schemas.microsoft.com/office/drawing/2014/main" id="{57DB1412-6778-875E-FDDC-A2F05DADB93D}"/>
              </a:ext>
            </a:extLst>
          </p:cNvPr>
          <p:cNvPicPr>
            <a:picLocks noChangeAspect="1"/>
          </p:cNvPicPr>
          <p:nvPr/>
        </p:nvPicPr>
        <p:blipFill>
          <a:blip r:embed="rId2">
            <a:extLst>
              <a:ext uri="{28A0092B-C50C-407E-A947-70E740481C1C}">
                <a14:useLocalDpi xmlns:a14="http://schemas.microsoft.com/office/drawing/2010/main" val="0"/>
              </a:ext>
            </a:extLst>
          </a:blip>
          <a:srcRect l="29363" r="20643" b="-1"/>
          <a:stretch/>
        </p:blipFill>
        <p:spPr>
          <a:xfrm>
            <a:off x="6639951" y="10"/>
            <a:ext cx="555204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6" name="TextBox 5">
            <a:extLst>
              <a:ext uri="{FF2B5EF4-FFF2-40B4-BE49-F238E27FC236}">
                <a16:creationId xmlns:a16="http://schemas.microsoft.com/office/drawing/2014/main" id="{EB0D83A7-4470-5119-8F4F-236478BB8B7A}"/>
              </a:ext>
            </a:extLst>
          </p:cNvPr>
          <p:cNvSpPr txBox="1"/>
          <p:nvPr/>
        </p:nvSpPr>
        <p:spPr>
          <a:xfrm>
            <a:off x="541607" y="241653"/>
            <a:ext cx="6098344" cy="535531"/>
          </a:xfrm>
          <a:prstGeom prst="rect">
            <a:avLst/>
          </a:prstGeom>
          <a:noFill/>
        </p:spPr>
        <p:txBody>
          <a:bodyPr wrap="square">
            <a:spAutoFit/>
          </a:bodyPr>
          <a:lstStyle/>
          <a:p>
            <a:pPr marL="13541">
              <a:lnSpc>
                <a:spcPct val="90000"/>
              </a:lnSpc>
              <a:spcBef>
                <a:spcPts val="133"/>
              </a:spcBef>
              <a:tabLst>
                <a:tab pos="242141" algn="l"/>
              </a:tabLst>
            </a:pPr>
            <a:r>
              <a:rPr lang="en-US" sz="3200" b="1" dirty="0">
                <a:latin typeface="Times New Roman" panose="02020603050405020304" pitchFamily="18" charset="0"/>
                <a:cs typeface="Times New Roman" panose="02020603050405020304" pitchFamily="18" charset="0"/>
              </a:rPr>
              <a:t>2. Dust</a:t>
            </a:r>
            <a:r>
              <a:rPr lang="en-US" sz="3200" b="1" spc="-33"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and</a:t>
            </a:r>
            <a:r>
              <a:rPr lang="en-US" sz="3200" b="1" spc="-33"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Dirt</a:t>
            </a:r>
            <a:r>
              <a:rPr lang="en-US" sz="3200" b="1" spc="-27" dirty="0">
                <a:latin typeface="Times New Roman" panose="02020603050405020304" pitchFamily="18" charset="0"/>
                <a:cs typeface="Times New Roman" panose="02020603050405020304" pitchFamily="18" charset="0"/>
              </a:rPr>
              <a:t> </a:t>
            </a:r>
            <a:r>
              <a:rPr lang="en-US" sz="3200" b="1" spc="-13" dirty="0">
                <a:latin typeface="Times New Roman" panose="02020603050405020304" pitchFamily="18" charset="0"/>
                <a:cs typeface="Times New Roman" panose="02020603050405020304" pitchFamily="18" charset="0"/>
              </a:rPr>
              <a:t>Removal</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9ED258-5148-D8A2-A816-F9A98E3AAC16}"/>
              </a:ext>
            </a:extLst>
          </p:cNvPr>
          <p:cNvSpPr txBox="1"/>
          <p:nvPr/>
        </p:nvSpPr>
        <p:spPr>
          <a:xfrm>
            <a:off x="4213861" y="207848"/>
            <a:ext cx="6781800" cy="1338696"/>
          </a:xfrm>
          <a:prstGeom prst="rect">
            <a:avLst/>
          </a:prstGeom>
        </p:spPr>
        <p:txBody>
          <a:bodyPr vert="horz" lIns="91440" tIns="45720" rIns="91440" bIns="45720" rtlCol="0" anchor="ctr">
            <a:normAutofit/>
          </a:bodyPr>
          <a:lstStyle/>
          <a:p>
            <a:pPr marL="16933">
              <a:lnSpc>
                <a:spcPct val="90000"/>
              </a:lnSpc>
              <a:spcBef>
                <a:spcPct val="0"/>
              </a:spcBef>
              <a:spcAft>
                <a:spcPts val="600"/>
              </a:spcAft>
              <a:tabLst>
                <a:tab pos="231981" algn="l"/>
              </a:tabLst>
            </a:pPr>
            <a:r>
              <a:rPr lang="en-US" sz="4400" b="1" spc="-13" dirty="0">
                <a:latin typeface="+mj-lt"/>
                <a:ea typeface="+mj-ea"/>
                <a:cs typeface="+mj-cs"/>
              </a:rPr>
              <a:t>3. Employee</a:t>
            </a:r>
            <a:r>
              <a:rPr lang="en-US" sz="4400" b="1" spc="-20" dirty="0">
                <a:latin typeface="+mj-lt"/>
                <a:ea typeface="+mj-ea"/>
                <a:cs typeface="+mj-cs"/>
              </a:rPr>
              <a:t> </a:t>
            </a:r>
            <a:r>
              <a:rPr lang="en-US" sz="4400" b="1" spc="-13" dirty="0">
                <a:latin typeface="+mj-lt"/>
                <a:ea typeface="+mj-ea"/>
                <a:cs typeface="+mj-cs"/>
              </a:rPr>
              <a:t>Facilities</a:t>
            </a:r>
            <a:endParaRPr lang="en-US" sz="4400" dirty="0">
              <a:latin typeface="+mj-lt"/>
              <a:ea typeface="+mj-ea"/>
              <a:cs typeface="+mj-cs"/>
            </a:endParaRPr>
          </a:p>
        </p:txBody>
      </p:sp>
      <p:pic>
        <p:nvPicPr>
          <p:cNvPr id="6" name="Picture 5" descr="A sign with black text on it&#10;&#10;Description automatically generated">
            <a:extLst>
              <a:ext uri="{FF2B5EF4-FFF2-40B4-BE49-F238E27FC236}">
                <a16:creationId xmlns:a16="http://schemas.microsoft.com/office/drawing/2014/main" id="{98EE0C0B-319F-F8E5-A09A-EAE668DA943B}"/>
              </a:ext>
            </a:extLst>
          </p:cNvPr>
          <p:cNvPicPr>
            <a:picLocks noChangeAspect="1"/>
          </p:cNvPicPr>
          <p:nvPr/>
        </p:nvPicPr>
        <p:blipFill rotWithShape="1">
          <a:blip r:embed="rId2">
            <a:extLst>
              <a:ext uri="{28A0092B-C50C-407E-A947-70E740481C1C}">
                <a14:useLocalDpi xmlns:a14="http://schemas.microsoft.com/office/drawing/2010/main" val="0"/>
              </a:ext>
            </a:extLst>
          </a:blip>
          <a:srcRect l="1" r="-2" b="6440"/>
          <a:stretch/>
        </p:blipFill>
        <p:spPr>
          <a:xfrm>
            <a:off x="20" y="10"/>
            <a:ext cx="2700977" cy="6471128"/>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2" name="object 2"/>
          <p:cNvSpPr txBox="1"/>
          <p:nvPr/>
        </p:nvSpPr>
        <p:spPr>
          <a:xfrm>
            <a:off x="1941342" y="755899"/>
            <a:ext cx="10250659" cy="5580645"/>
          </a:xfrm>
          <a:prstGeom prst="rect">
            <a:avLst/>
          </a:prstGeom>
        </p:spPr>
        <p:txBody>
          <a:bodyPr vert="horz" lIns="91440" tIns="45720" rIns="91440" bIns="45720" rtlCol="0" anchor="t">
            <a:noAutofit/>
          </a:bodyPr>
          <a:lstStyle/>
          <a:p>
            <a:pPr indent="-228600" algn="just">
              <a:spcBef>
                <a:spcPts val="533"/>
              </a:spcBef>
              <a:buClr>
                <a:srgbClr val="222222"/>
              </a:buCl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625671" lvl="1" indent="-228600" algn="just">
              <a:buFont typeface="Arial" panose="020B0604020202020204" pitchFamily="34" charset="0"/>
              <a:buChar char="•"/>
              <a:tabLst>
                <a:tab pos="625671" algn="l"/>
              </a:tabLst>
            </a:pPr>
            <a:r>
              <a:rPr lang="en-US" sz="2400" b="1" spc="-13" dirty="0">
                <a:latin typeface="Times New Roman" panose="02020603050405020304" pitchFamily="18" charset="0"/>
                <a:cs typeface="Times New Roman" panose="02020603050405020304" pitchFamily="18" charset="0"/>
              </a:rPr>
              <a:t>Employee</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facilities</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need</a:t>
            </a:r>
            <a:r>
              <a:rPr lang="en-US" sz="2400"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to</a:t>
            </a:r>
            <a:r>
              <a:rPr lang="en-US" sz="2400" b="1" spc="-4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be</a:t>
            </a:r>
            <a:r>
              <a:rPr lang="en-US" sz="2400" b="1" spc="-47" dirty="0">
                <a:latin typeface="Times New Roman" panose="02020603050405020304" pitchFamily="18" charset="0"/>
                <a:cs typeface="Times New Roman" panose="02020603050405020304" pitchFamily="18" charset="0"/>
              </a:rPr>
              <a:t> </a:t>
            </a:r>
            <a:r>
              <a:rPr lang="en-US" sz="2400" b="1" u="sng" dirty="0">
                <a:uFill>
                  <a:solidFill>
                    <a:srgbClr val="222222"/>
                  </a:solidFill>
                </a:uFill>
                <a:latin typeface="Times New Roman" panose="02020603050405020304" pitchFamily="18" charset="0"/>
                <a:cs typeface="Times New Roman" panose="02020603050405020304" pitchFamily="18" charset="0"/>
              </a:rPr>
              <a:t>adequate,</a:t>
            </a:r>
            <a:r>
              <a:rPr lang="en-US" sz="2400" b="1" u="sng" spc="-47" dirty="0">
                <a:uFill>
                  <a:solidFill>
                    <a:srgbClr val="222222"/>
                  </a:solidFill>
                </a:uFill>
                <a:latin typeface="Times New Roman" panose="02020603050405020304" pitchFamily="18" charset="0"/>
                <a:cs typeface="Times New Roman" panose="02020603050405020304" pitchFamily="18" charset="0"/>
              </a:rPr>
              <a:t> </a:t>
            </a:r>
            <a:r>
              <a:rPr lang="en-US" sz="2400" b="1" u="sng" dirty="0">
                <a:uFill>
                  <a:solidFill>
                    <a:srgbClr val="222222"/>
                  </a:solidFill>
                </a:uFill>
                <a:latin typeface="Times New Roman" panose="02020603050405020304" pitchFamily="18" charset="0"/>
                <a:cs typeface="Times New Roman" panose="02020603050405020304" pitchFamily="18" charset="0"/>
              </a:rPr>
              <a:t>clean</a:t>
            </a:r>
            <a:r>
              <a:rPr lang="en-US" sz="2400" b="1" u="sng" spc="-40" dirty="0">
                <a:uFill>
                  <a:solidFill>
                    <a:srgbClr val="222222"/>
                  </a:solidFill>
                </a:uFill>
                <a:latin typeface="Times New Roman" panose="02020603050405020304" pitchFamily="18" charset="0"/>
                <a:cs typeface="Times New Roman" panose="02020603050405020304" pitchFamily="18" charset="0"/>
              </a:rPr>
              <a:t> </a:t>
            </a:r>
            <a:r>
              <a:rPr lang="en-US" sz="2400" b="1" u="sng" dirty="0">
                <a:uFill>
                  <a:solidFill>
                    <a:srgbClr val="222222"/>
                  </a:solidFill>
                </a:uFill>
                <a:latin typeface="Times New Roman" panose="02020603050405020304" pitchFamily="18" charset="0"/>
                <a:cs typeface="Times New Roman" panose="02020603050405020304" pitchFamily="18" charset="0"/>
              </a:rPr>
              <a:t>and</a:t>
            </a:r>
            <a:r>
              <a:rPr lang="en-US" sz="2400" b="1" u="sng" spc="-47" dirty="0">
                <a:uFill>
                  <a:solidFill>
                    <a:srgbClr val="222222"/>
                  </a:solidFill>
                </a:uFill>
                <a:latin typeface="Times New Roman" panose="02020603050405020304" pitchFamily="18" charset="0"/>
                <a:cs typeface="Times New Roman" panose="02020603050405020304" pitchFamily="18" charset="0"/>
              </a:rPr>
              <a:t> </a:t>
            </a:r>
            <a:r>
              <a:rPr lang="en-US" sz="2400" b="1" u="sng" dirty="0">
                <a:uFill>
                  <a:solidFill>
                    <a:srgbClr val="222222"/>
                  </a:solidFill>
                </a:uFill>
                <a:latin typeface="Times New Roman" panose="02020603050405020304" pitchFamily="18" charset="0"/>
                <a:cs typeface="Times New Roman" panose="02020603050405020304" pitchFamily="18" charset="0"/>
              </a:rPr>
              <a:t>well</a:t>
            </a:r>
            <a:r>
              <a:rPr lang="en-US" sz="2400" b="1" u="sng" spc="-47" dirty="0">
                <a:uFill>
                  <a:solidFill>
                    <a:srgbClr val="222222"/>
                  </a:solidFill>
                </a:uFill>
                <a:latin typeface="Times New Roman" panose="02020603050405020304" pitchFamily="18" charset="0"/>
                <a:cs typeface="Times New Roman" panose="02020603050405020304" pitchFamily="18" charset="0"/>
              </a:rPr>
              <a:t> </a:t>
            </a:r>
            <a:r>
              <a:rPr lang="en-US" sz="2400" b="1" u="sng" spc="-13" dirty="0">
                <a:uFill>
                  <a:solidFill>
                    <a:srgbClr val="222222"/>
                  </a:solidFill>
                </a:uFill>
                <a:latin typeface="Times New Roman" panose="02020603050405020304" pitchFamily="18" charset="0"/>
                <a:cs typeface="Times New Roman" panose="02020603050405020304" pitchFamily="18" charset="0"/>
              </a:rPr>
              <a:t>maintained</a:t>
            </a:r>
            <a:r>
              <a:rPr lang="en-US" sz="2400" b="1" spc="-13" dirty="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625671" lvl="1" indent="-228600" algn="just">
              <a:spcBef>
                <a:spcPts val="267"/>
              </a:spcBef>
              <a:buFont typeface="Arial" panose="020B0604020202020204" pitchFamily="34" charset="0"/>
              <a:buChar char="•"/>
              <a:tabLst>
                <a:tab pos="625671" algn="l"/>
              </a:tabLst>
            </a:pPr>
            <a:r>
              <a:rPr lang="en-US" sz="2400" b="1" u="sng" dirty="0">
                <a:uFill>
                  <a:solidFill>
                    <a:srgbClr val="222222"/>
                  </a:solidFill>
                </a:uFill>
                <a:latin typeface="Times New Roman" panose="02020603050405020304" pitchFamily="18" charset="0"/>
                <a:cs typeface="Times New Roman" panose="02020603050405020304" pitchFamily="18" charset="0"/>
              </a:rPr>
              <a:t>Lockers</a:t>
            </a:r>
            <a:r>
              <a:rPr lang="en-US" sz="2400" b="1" spc="-2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may</a:t>
            </a:r>
            <a:r>
              <a:rPr lang="en-US" sz="2400" b="1" spc="-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be</a:t>
            </a:r>
            <a:r>
              <a:rPr lang="en-US" sz="2400" b="1" spc="-2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necessary</a:t>
            </a:r>
            <a:r>
              <a:rPr lang="en-US" sz="2400" b="1" spc="-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for</a:t>
            </a:r>
            <a:r>
              <a:rPr lang="en-US" sz="2400" b="1" spc="-2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storing</a:t>
            </a:r>
            <a:r>
              <a:rPr lang="en-US" sz="2400" b="1" spc="-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employees</a:t>
            </a:r>
            <a:r>
              <a:rPr lang="en-US" sz="2400" b="1" spc="-27" dirty="0">
                <a:latin typeface="Times New Roman" panose="02020603050405020304" pitchFamily="18" charset="0"/>
                <a:cs typeface="Times New Roman" panose="02020603050405020304" pitchFamily="18" charset="0"/>
              </a:rPr>
              <a:t> </a:t>
            </a:r>
            <a:r>
              <a:rPr lang="en-US" sz="2400" b="1" spc="-13" dirty="0">
                <a:latin typeface="Times New Roman" panose="02020603050405020304" pitchFamily="18" charset="0"/>
                <a:cs typeface="Times New Roman" panose="02020603050405020304" pitchFamily="18" charset="0"/>
              </a:rPr>
              <a:t>personal</a:t>
            </a:r>
            <a:r>
              <a:rPr lang="en-US" sz="2400" b="1" spc="-20" dirty="0">
                <a:latin typeface="Times New Roman" panose="02020603050405020304" pitchFamily="18" charset="0"/>
                <a:cs typeface="Times New Roman" panose="02020603050405020304" pitchFamily="18" charset="0"/>
              </a:rPr>
              <a:t> </a:t>
            </a:r>
            <a:r>
              <a:rPr lang="en-US" sz="2400" b="1" spc="-13" dirty="0">
                <a:latin typeface="Times New Roman" panose="02020603050405020304" pitchFamily="18" charset="0"/>
                <a:cs typeface="Times New Roman" panose="02020603050405020304" pitchFamily="18" charset="0"/>
              </a:rPr>
              <a:t>belongings</a:t>
            </a:r>
            <a:r>
              <a:rPr lang="en-US" sz="2400" spc="-13"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626518" marR="276006" lvl="1" indent="-228600" algn="just">
              <a:buFont typeface="Arial" panose="020B0604020202020204" pitchFamily="34" charset="0"/>
              <a:buChar char="•"/>
              <a:tabLst>
                <a:tab pos="626518" algn="l"/>
              </a:tabLst>
            </a:pPr>
            <a:r>
              <a:rPr lang="en-US" sz="2400" u="sng" dirty="0">
                <a:uFill>
                  <a:solidFill>
                    <a:srgbClr val="222222"/>
                  </a:solidFill>
                </a:uFill>
                <a:latin typeface="Times New Roman" panose="02020603050405020304" pitchFamily="18" charset="0"/>
                <a:cs typeface="Times New Roman" panose="02020603050405020304" pitchFamily="18" charset="0"/>
              </a:rPr>
              <a:t>Washroom</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facilities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require</a:t>
            </a:r>
            <a:r>
              <a:rPr lang="en-US" sz="2400" spc="-4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cleaning</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once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more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each</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shift.</a:t>
            </a:r>
            <a:r>
              <a:rPr lang="en-US" sz="2400" spc="-6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They</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also</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need</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have</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good</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supply</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4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soap, </a:t>
            </a:r>
            <a:r>
              <a:rPr lang="en-US" sz="2400" dirty="0">
                <a:latin typeface="Times New Roman" panose="02020603050405020304" pitchFamily="18" charset="0"/>
                <a:cs typeface="Times New Roman" panose="02020603050405020304" pitchFamily="18" charset="0"/>
              </a:rPr>
              <a:t>towels</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plus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disinfectants,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if</a:t>
            </a:r>
            <a:r>
              <a:rPr lang="en-US" sz="2400" spc="-4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needed.</a:t>
            </a:r>
            <a:endParaRPr lang="en-US" sz="2400" dirty="0">
              <a:latin typeface="Times New Roman" panose="02020603050405020304" pitchFamily="18" charset="0"/>
              <a:cs typeface="Times New Roman" panose="02020603050405020304" pitchFamily="18" charset="0"/>
            </a:endParaRPr>
          </a:p>
          <a:p>
            <a:pPr marL="626518" marR="6773" lvl="1" indent="-228600" algn="just">
              <a:buFont typeface="Arial" panose="020B0604020202020204" pitchFamily="34" charset="0"/>
              <a:buChar char="•"/>
              <a:tabLst>
                <a:tab pos="626518" algn="l"/>
              </a:tabLst>
            </a:pPr>
            <a:r>
              <a:rPr lang="en-US" sz="2400" dirty="0">
                <a:latin typeface="Times New Roman" panose="02020603050405020304" pitchFamily="18" charset="0"/>
                <a:cs typeface="Times New Roman" panose="02020603050405020304" pitchFamily="18" charset="0"/>
              </a:rPr>
              <a:t>If</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workers</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using</a:t>
            </a:r>
            <a:r>
              <a:rPr lang="en-US" sz="2400" spc="-53"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hazardous</a:t>
            </a:r>
            <a:r>
              <a:rPr lang="en-US" sz="2400" u="sng" spc="-47"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products</a:t>
            </a:r>
            <a:r>
              <a:rPr lang="en-US" sz="2400" dirty="0">
                <a:latin typeface="Times New Roman" panose="02020603050405020304" pitchFamily="18" charset="0"/>
                <a:cs typeface="Times New Roman" panose="02020603050405020304" pitchFamily="18" charset="0"/>
              </a:rPr>
              <a:t>,</a:t>
            </a:r>
            <a:r>
              <a:rPr lang="en-US" sz="2400" spc="-5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employee</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facilities</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provide</a:t>
            </a:r>
            <a:r>
              <a:rPr lang="en-US" sz="2400" spc="-53"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special</a:t>
            </a:r>
            <a:r>
              <a:rPr lang="en-US" sz="2400" u="sng" spc="-5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precautions</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needed</a:t>
            </a:r>
            <a:r>
              <a:rPr lang="en-US" sz="2400" spc="-53" dirty="0">
                <a:latin typeface="Times New Roman" panose="02020603050405020304" pitchFamily="18" charset="0"/>
                <a:cs typeface="Times New Roman" panose="02020603050405020304" pitchFamily="18" charset="0"/>
              </a:rPr>
              <a:t> </a:t>
            </a:r>
            <a:r>
              <a:rPr lang="en-US" sz="2400" spc="-27" dirty="0">
                <a:latin typeface="Times New Roman" panose="02020603050405020304" pitchFamily="18" charset="0"/>
                <a:cs typeface="Times New Roman" panose="02020603050405020304" pitchFamily="18" charset="0"/>
              </a:rPr>
              <a:t>such </a:t>
            </a:r>
            <a:r>
              <a:rPr lang="en-US" sz="2400" dirty="0">
                <a:latin typeface="Times New Roman" panose="02020603050405020304" pitchFamily="18" charset="0"/>
                <a:cs typeface="Times New Roman" panose="02020603050405020304" pitchFamily="18" charset="0"/>
              </a:rPr>
              <a:t>as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showers,</a:t>
            </a:r>
            <a:r>
              <a:rPr lang="en-US" sz="2400" spc="-4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washing</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facilities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change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rooms.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Some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facilities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may</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require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two</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locker</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rooms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a:t>
            </a:r>
            <a:r>
              <a:rPr lang="en-US" sz="2400" spc="-4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showers </a:t>
            </a:r>
            <a:r>
              <a:rPr lang="en-US" sz="2400" dirty="0">
                <a:latin typeface="Times New Roman" panose="02020603050405020304" pitchFamily="18" charset="0"/>
                <a:cs typeface="Times New Roman" panose="02020603050405020304" pitchFamily="18" charset="0"/>
              </a:rPr>
              <a:t>between.</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Using</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such</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double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locker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rooms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allows</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workers</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shower</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off</a:t>
            </a:r>
            <a:r>
              <a:rPr lang="en-US" sz="2400" spc="-4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workplace</a:t>
            </a:r>
            <a:endParaRPr lang="en-US" sz="2400" dirty="0">
              <a:latin typeface="Times New Roman" panose="02020603050405020304" pitchFamily="18" charset="0"/>
              <a:cs typeface="Times New Roman" panose="02020603050405020304" pitchFamily="18" charset="0"/>
            </a:endParaRPr>
          </a:p>
          <a:p>
            <a:pPr marL="626518" marR="457189" lvl="1" indent="-228600" algn="just">
              <a:buFont typeface="Arial" panose="020B0604020202020204" pitchFamily="34" charset="0"/>
              <a:buChar char="•"/>
              <a:tabLst>
                <a:tab pos="626518" algn="l"/>
              </a:tabLst>
            </a:pPr>
            <a:r>
              <a:rPr lang="en-US" sz="2400" dirty="0">
                <a:latin typeface="Times New Roman" panose="02020603050405020304" pitchFamily="18" charset="0"/>
                <a:cs typeface="Times New Roman" panose="02020603050405020304" pitchFamily="18" charset="0"/>
              </a:rPr>
              <a:t>Contaminants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reduces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chance</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contaminating</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their</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“street</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clothes"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by</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keeping</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their</a:t>
            </a:r>
            <a:r>
              <a:rPr lang="en-US" sz="2400" spc="-27"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work</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clothes</a:t>
            </a:r>
            <a:r>
              <a:rPr lang="en-US" sz="2400" spc="-1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separated</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from</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27"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clothing</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that</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they</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wear</a:t>
            </a:r>
            <a:r>
              <a:rPr lang="en-US" sz="2400" spc="-2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home.</a:t>
            </a:r>
            <a:endParaRPr lang="en-US" sz="2400" dirty="0">
              <a:latin typeface="Times New Roman" panose="02020603050405020304" pitchFamily="18" charset="0"/>
              <a:cs typeface="Times New Roman" panose="02020603050405020304" pitchFamily="18" charset="0"/>
            </a:endParaRPr>
          </a:p>
          <a:p>
            <a:pPr marL="625671" lvl="1" indent="-228600" algn="just">
              <a:spcBef>
                <a:spcPts val="260"/>
              </a:spcBef>
              <a:buFont typeface="Arial" panose="020B0604020202020204" pitchFamily="34" charset="0"/>
              <a:buChar char="•"/>
              <a:tabLst>
                <a:tab pos="625671" algn="l"/>
              </a:tabLst>
            </a:pPr>
            <a:r>
              <a:rPr lang="en-US" sz="2400" u="sng" spc="-13" dirty="0">
                <a:uFill>
                  <a:solidFill>
                    <a:srgbClr val="222222"/>
                  </a:solidFill>
                </a:uFill>
                <a:latin typeface="Times New Roman" panose="02020603050405020304" pitchFamily="18" charset="0"/>
                <a:cs typeface="Times New Roman" panose="02020603050405020304" pitchFamily="18" charset="0"/>
              </a:rPr>
              <a:t>Smoking,</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eating</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or</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drinking</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in</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the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work</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area</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should</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be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prohibited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where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hazardous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products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40"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handled.</a:t>
            </a:r>
            <a:endParaRPr lang="en-US" sz="2400" dirty="0">
              <a:latin typeface="Times New Roman" panose="02020603050405020304" pitchFamily="18" charset="0"/>
              <a:cs typeface="Times New Roman" panose="02020603050405020304" pitchFamily="18" charset="0"/>
            </a:endParaRPr>
          </a:p>
          <a:p>
            <a:pPr marL="625671" lvl="1" indent="-228600" algn="just">
              <a:spcBef>
                <a:spcPts val="267"/>
              </a:spcBef>
              <a:buFont typeface="Arial" panose="020B0604020202020204" pitchFamily="34" charset="0"/>
              <a:buChar char="•"/>
              <a:tabLst>
                <a:tab pos="625671" algn="l"/>
              </a:tabLst>
            </a:pPr>
            <a:r>
              <a:rPr lang="en-US" sz="2400" dirty="0">
                <a:latin typeface="Times New Roman" panose="02020603050405020304" pitchFamily="18" charset="0"/>
                <a:cs typeface="Times New Roman" panose="02020603050405020304" pitchFamily="18" charset="0"/>
              </a:rPr>
              <a:t>The</a:t>
            </a:r>
            <a:r>
              <a:rPr lang="en-US" sz="2400" spc="-53"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eating</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separate</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from</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work</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4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should</a:t>
            </a:r>
            <a:r>
              <a:rPr lang="en-US" sz="2400" spc="-5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47"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cleaned</a:t>
            </a:r>
            <a:r>
              <a:rPr lang="en-US" sz="2400" u="sng" spc="-5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properly</a:t>
            </a:r>
            <a:r>
              <a:rPr lang="en-US" sz="2400" u="sng" spc="-47"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each</a:t>
            </a:r>
            <a:r>
              <a:rPr lang="en-US" sz="2400" u="sng" spc="-53" dirty="0">
                <a:uFill>
                  <a:solidFill>
                    <a:srgbClr val="222222"/>
                  </a:solidFill>
                </a:uFill>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shift.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3172B-7018-59DC-B5DC-B3B56FAA27A5}"/>
              </a:ext>
            </a:extLst>
          </p:cNvPr>
          <p:cNvSpPr txBox="1"/>
          <p:nvPr/>
        </p:nvSpPr>
        <p:spPr>
          <a:xfrm>
            <a:off x="440594" y="-609108"/>
            <a:ext cx="4597747" cy="1616203"/>
          </a:xfrm>
          <a:prstGeom prst="rect">
            <a:avLst/>
          </a:prstGeom>
        </p:spPr>
        <p:txBody>
          <a:bodyPr vert="horz" lIns="91440" tIns="45720" rIns="91440" bIns="45720" rtlCol="0" anchor="b">
            <a:normAutofit/>
          </a:bodyPr>
          <a:lstStyle/>
          <a:p>
            <a:pPr marL="366598">
              <a:lnSpc>
                <a:spcPct val="90000"/>
              </a:lnSpc>
              <a:spcBef>
                <a:spcPct val="0"/>
              </a:spcBef>
              <a:spcAft>
                <a:spcPts val="600"/>
              </a:spcAft>
            </a:pPr>
            <a:r>
              <a:rPr lang="en-US" sz="3200" b="1" kern="1200" spc="-7" dirty="0">
                <a:solidFill>
                  <a:schemeClr val="tx1"/>
                </a:solidFill>
                <a:latin typeface="+mj-lt"/>
                <a:ea typeface="+mj-ea"/>
                <a:cs typeface="+mj-cs"/>
              </a:rPr>
              <a:t>4. </a:t>
            </a:r>
            <a:r>
              <a:rPr lang="en-US" sz="3200" b="1" kern="1200" spc="-13" dirty="0">
                <a:solidFill>
                  <a:schemeClr val="tx1"/>
                </a:solidFill>
                <a:latin typeface="+mj-lt"/>
                <a:ea typeface="+mj-ea"/>
                <a:cs typeface="+mj-cs"/>
              </a:rPr>
              <a:t>SURFACES</a:t>
            </a:r>
            <a:endParaRPr lang="en-US" sz="3200" kern="1200" dirty="0">
              <a:solidFill>
                <a:schemeClr val="tx1"/>
              </a:solidFill>
              <a:latin typeface="+mj-lt"/>
              <a:ea typeface="+mj-ea"/>
              <a:cs typeface="+mj-cs"/>
            </a:endParaRPr>
          </a:p>
        </p:txBody>
      </p:sp>
      <p:sp>
        <p:nvSpPr>
          <p:cNvPr id="2" name="object 2"/>
          <p:cNvSpPr txBox="1"/>
          <p:nvPr/>
        </p:nvSpPr>
        <p:spPr>
          <a:xfrm>
            <a:off x="440594" y="704675"/>
            <a:ext cx="5983384" cy="4204949"/>
          </a:xfrm>
          <a:prstGeom prst="rect">
            <a:avLst/>
          </a:prstGeom>
        </p:spPr>
        <p:txBody>
          <a:bodyPr vert="horz" lIns="91440" tIns="45720" rIns="91440" bIns="45720" rtlCol="0" anchor="t">
            <a:noAutofit/>
          </a:bodyPr>
          <a:lstStyle/>
          <a:p>
            <a:pPr indent="-228600">
              <a:lnSpc>
                <a:spcPct val="90000"/>
              </a:lnSpc>
              <a:spcBef>
                <a:spcPts val="480"/>
              </a:spcBef>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16933" indent="-228600">
              <a:lnSpc>
                <a:spcPct val="90000"/>
              </a:lnSpc>
              <a:spcBef>
                <a:spcPts val="7"/>
              </a:spcBef>
              <a:buFont typeface="Arial" panose="020B0604020202020204" pitchFamily="34" charset="0"/>
              <a:buChar char="•"/>
            </a:pPr>
            <a:r>
              <a:rPr lang="en-US" b="1" u="sng" spc="-13" dirty="0">
                <a:uFill>
                  <a:solidFill>
                    <a:srgbClr val="222222"/>
                  </a:solidFill>
                </a:uFill>
                <a:latin typeface="Times New Roman" panose="02020603050405020304" pitchFamily="18" charset="0"/>
                <a:cs typeface="Times New Roman" panose="02020603050405020304" pitchFamily="18" charset="0"/>
              </a:rPr>
              <a:t>Floors:</a:t>
            </a:r>
            <a:endParaRPr lang="en-US" b="1" dirty="0">
              <a:latin typeface="Times New Roman" panose="02020603050405020304" pitchFamily="18" charset="0"/>
              <a:cs typeface="Times New Roman" panose="02020603050405020304" pitchFamily="18" charset="0"/>
            </a:endParaRPr>
          </a:p>
          <a:p>
            <a:pPr indent="-228600">
              <a:lnSpc>
                <a:spcPct val="90000"/>
              </a:lnSpc>
              <a:spcBef>
                <a:spcPts val="173"/>
              </a:spcBef>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625671" indent="-228600">
              <a:lnSpc>
                <a:spcPct val="90000"/>
              </a:lnSpc>
              <a:buFont typeface="Arial" panose="020B0604020202020204" pitchFamily="34" charset="0"/>
              <a:buChar char="•"/>
              <a:tabLst>
                <a:tab pos="625671" algn="l"/>
              </a:tabLst>
            </a:pPr>
            <a:r>
              <a:rPr lang="en-US" dirty="0">
                <a:latin typeface="Times New Roman" panose="02020603050405020304" pitchFamily="18" charset="0"/>
                <a:cs typeface="Times New Roman" panose="02020603050405020304" pitchFamily="18" charset="0"/>
              </a:rPr>
              <a:t>Poor</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floor</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conditions</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are</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leading</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cause</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incidents</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so</a:t>
            </a:r>
            <a:r>
              <a:rPr lang="en-US" spc="-47" dirty="0">
                <a:latin typeface="Times New Roman" panose="02020603050405020304" pitchFamily="18" charset="0"/>
                <a:cs typeface="Times New Roman" panose="02020603050405020304" pitchFamily="18" charset="0"/>
              </a:rPr>
              <a:t> </a:t>
            </a:r>
            <a:r>
              <a:rPr lang="en-US" u="sng" spc="-13" dirty="0">
                <a:uFill>
                  <a:solidFill>
                    <a:srgbClr val="222222"/>
                  </a:solidFill>
                </a:uFill>
                <a:latin typeface="Times New Roman" panose="02020603050405020304" pitchFamily="18" charset="0"/>
                <a:cs typeface="Times New Roman" panose="02020603050405020304" pitchFamily="18" charset="0"/>
              </a:rPr>
              <a:t>cleaning</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up</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spilled</a:t>
            </a:r>
            <a:r>
              <a:rPr lang="en-US" u="sng" spc="-33"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oil</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and</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other</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liquids</a:t>
            </a:r>
            <a:r>
              <a:rPr lang="en-US" u="sng" spc="-33"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at</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once</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a:t>
            </a:r>
            <a:r>
              <a:rPr lang="en-US" spc="-40"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important.</a:t>
            </a:r>
            <a:endParaRPr lang="en-US" dirty="0">
              <a:latin typeface="Times New Roman" panose="02020603050405020304" pitchFamily="18" charset="0"/>
              <a:cs typeface="Times New Roman" panose="02020603050405020304" pitchFamily="18" charset="0"/>
            </a:endParaRPr>
          </a:p>
          <a:p>
            <a:pPr marL="625671" indent="-228600">
              <a:lnSpc>
                <a:spcPct val="90000"/>
              </a:lnSpc>
              <a:spcBef>
                <a:spcPts val="267"/>
              </a:spcBef>
              <a:buFont typeface="Arial" panose="020B0604020202020204" pitchFamily="34" charset="0"/>
              <a:buChar char="•"/>
              <a:tabLst>
                <a:tab pos="625671" algn="l"/>
              </a:tabLst>
            </a:pPr>
            <a:r>
              <a:rPr lang="en-US" u="sng" spc="-13" dirty="0">
                <a:uFill>
                  <a:solidFill>
                    <a:srgbClr val="222222"/>
                  </a:solidFill>
                </a:uFill>
                <a:latin typeface="Times New Roman" panose="02020603050405020304" pitchFamily="18" charset="0"/>
                <a:cs typeface="Times New Roman" panose="02020603050405020304" pitchFamily="18" charset="0"/>
              </a:rPr>
              <a:t>Allowing</a:t>
            </a:r>
            <a:r>
              <a:rPr lang="en-US" u="sng" spc="-47"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chips</a:t>
            </a:r>
            <a:r>
              <a:rPr lang="en-US" dirty="0">
                <a:latin typeface="Times New Roman" panose="02020603050405020304" pitchFamily="18" charset="0"/>
                <a:cs typeface="Times New Roman" panose="02020603050405020304" pitchFamily="18" charset="0"/>
              </a:rPr>
              <a:t>,</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shavings</a:t>
            </a:r>
            <a:r>
              <a:rPr lang="en-US" spc="-47"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dust</a:t>
            </a:r>
            <a:r>
              <a:rPr lang="en-US" spc="-47"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accumulate</a:t>
            </a:r>
            <a:r>
              <a:rPr lang="en-US" spc="-47"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a:t>
            </a:r>
            <a:r>
              <a:rPr lang="en-US" spc="-4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also</a:t>
            </a:r>
            <a:r>
              <a:rPr lang="en-US" spc="-47" dirty="0">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cause</a:t>
            </a:r>
            <a:r>
              <a:rPr lang="en-US" u="sng" spc="-40" dirty="0">
                <a:uFill>
                  <a:solidFill>
                    <a:srgbClr val="222222"/>
                  </a:solidFill>
                </a:uFill>
                <a:latin typeface="Times New Roman" panose="02020603050405020304" pitchFamily="18" charset="0"/>
                <a:cs typeface="Times New Roman" panose="02020603050405020304" pitchFamily="18" charset="0"/>
              </a:rPr>
              <a:t> </a:t>
            </a:r>
            <a:r>
              <a:rPr lang="en-US" u="sng" spc="-13" dirty="0">
                <a:uFill>
                  <a:solidFill>
                    <a:srgbClr val="222222"/>
                  </a:solidFill>
                </a:uFill>
                <a:latin typeface="Times New Roman" panose="02020603050405020304" pitchFamily="18" charset="0"/>
                <a:cs typeface="Times New Roman" panose="02020603050405020304" pitchFamily="18" charset="0"/>
              </a:rPr>
              <a:t>incidents</a:t>
            </a:r>
            <a:r>
              <a:rPr lang="en-US" spc="-13"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626518" marR="1065927" indent="-228600">
              <a:lnSpc>
                <a:spcPct val="90000"/>
              </a:lnSpc>
              <a:buFont typeface="Arial" panose="020B0604020202020204" pitchFamily="34" charset="0"/>
              <a:buChar char="•"/>
              <a:tabLst>
                <a:tab pos="626518" algn="l"/>
              </a:tabLst>
            </a:pPr>
            <a:r>
              <a:rPr lang="en-US" u="sng" spc="-13" dirty="0">
                <a:uFill>
                  <a:solidFill>
                    <a:srgbClr val="222222"/>
                  </a:solidFill>
                </a:uFill>
                <a:latin typeface="Times New Roman" panose="02020603050405020304" pitchFamily="18" charset="0"/>
                <a:cs typeface="Times New Roman" panose="02020603050405020304" pitchFamily="18" charset="0"/>
              </a:rPr>
              <a:t>Trapping</a:t>
            </a:r>
            <a:r>
              <a:rPr lang="en-US" u="sng" spc="-33"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chips</a:t>
            </a:r>
            <a:r>
              <a:rPr lang="en-US" dirty="0">
                <a:latin typeface="Times New Roman" panose="02020603050405020304" pitchFamily="18" charset="0"/>
                <a:cs typeface="Times New Roman" panose="02020603050405020304" pitchFamily="18" charset="0"/>
              </a:rPr>
              <a:t>,</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shavings</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dust</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before</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they</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reach</a:t>
            </a:r>
            <a:r>
              <a:rPr lang="en-US" spc="-27"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floor</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or</a:t>
            </a:r>
            <a:r>
              <a:rPr lang="en-US" spc="-33"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cleaning</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them</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up</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regularly</a:t>
            </a:r>
            <a:r>
              <a:rPr lang="en-US" spc="-3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a:t>
            </a:r>
            <a:r>
              <a:rPr lang="en-US" spc="-33" dirty="0">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prevent</a:t>
            </a:r>
            <a:r>
              <a:rPr lang="en-US" u="sng" spc="-33" dirty="0">
                <a:uFill>
                  <a:solidFill>
                    <a:srgbClr val="222222"/>
                  </a:solidFill>
                </a:uFill>
                <a:latin typeface="Times New Roman" panose="02020603050405020304" pitchFamily="18" charset="0"/>
                <a:cs typeface="Times New Roman" panose="02020603050405020304" pitchFamily="18" charset="0"/>
              </a:rPr>
              <a:t> </a:t>
            </a:r>
            <a:r>
              <a:rPr lang="en-US" u="sng" spc="-13" dirty="0">
                <a:uFill>
                  <a:solidFill>
                    <a:srgbClr val="222222"/>
                  </a:solidFill>
                </a:uFill>
                <a:latin typeface="Times New Roman" panose="02020603050405020304" pitchFamily="18" charset="0"/>
                <a:cs typeface="Times New Roman" panose="02020603050405020304" pitchFamily="18" charset="0"/>
              </a:rPr>
              <a:t>their</a:t>
            </a:r>
            <a:r>
              <a:rPr lang="en-US" spc="-13" dirty="0">
                <a:latin typeface="Times New Roman" panose="02020603050405020304" pitchFamily="18" charset="0"/>
                <a:cs typeface="Times New Roman" panose="02020603050405020304" pitchFamily="18" charset="0"/>
              </a:rPr>
              <a:t> </a:t>
            </a:r>
            <a:r>
              <a:rPr lang="en-US" u="sng" spc="-13" dirty="0">
                <a:uFill>
                  <a:solidFill>
                    <a:srgbClr val="222222"/>
                  </a:solidFill>
                </a:uFill>
                <a:latin typeface="Times New Roman" panose="02020603050405020304" pitchFamily="18" charset="0"/>
                <a:cs typeface="Times New Roman" panose="02020603050405020304" pitchFamily="18" charset="0"/>
              </a:rPr>
              <a:t>accumulation.</a:t>
            </a:r>
            <a:endParaRPr lang="en-US" dirty="0">
              <a:latin typeface="Times New Roman" panose="02020603050405020304" pitchFamily="18" charset="0"/>
              <a:cs typeface="Times New Roman" panose="02020603050405020304" pitchFamily="18" charset="0"/>
            </a:endParaRPr>
          </a:p>
          <a:p>
            <a:pPr marL="625671" indent="-228600">
              <a:lnSpc>
                <a:spcPct val="90000"/>
              </a:lnSpc>
              <a:spcBef>
                <a:spcPts val="260"/>
              </a:spcBef>
              <a:buFont typeface="Arial" panose="020B0604020202020204" pitchFamily="34" charset="0"/>
              <a:buChar char="•"/>
              <a:tabLst>
                <a:tab pos="625671" algn="l"/>
              </a:tabLst>
            </a:pPr>
            <a:r>
              <a:rPr lang="en-US" u="sng" dirty="0">
                <a:uFill>
                  <a:solidFill>
                    <a:srgbClr val="222222"/>
                  </a:solidFill>
                </a:uFill>
                <a:latin typeface="Times New Roman" panose="02020603050405020304" pitchFamily="18" charset="0"/>
                <a:cs typeface="Times New Roman" panose="02020603050405020304" pitchFamily="18" charset="0"/>
              </a:rPr>
              <a:t>Areas</a:t>
            </a:r>
            <a:r>
              <a:rPr lang="en-US" u="sng" spc="-6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that</a:t>
            </a:r>
            <a:r>
              <a:rPr lang="en-US" u="sng" spc="-6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cannot</a:t>
            </a:r>
            <a:r>
              <a:rPr lang="en-US" u="sng" spc="-53"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be</a:t>
            </a:r>
            <a:r>
              <a:rPr lang="en-US" u="sng" spc="-6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cleaned</a:t>
            </a:r>
            <a:r>
              <a:rPr lang="en-US" u="sng" spc="-53"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continuously</a:t>
            </a:r>
            <a:r>
              <a:rPr lang="en-US" dirty="0">
                <a:latin typeface="Times New Roman" panose="02020603050405020304" pitchFamily="18" charset="0"/>
                <a:cs typeface="Times New Roman" panose="02020603050405020304" pitchFamily="18" charset="0"/>
              </a:rPr>
              <a:t>,</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such</a:t>
            </a:r>
            <a:r>
              <a:rPr lang="en-US" spc="-5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as</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entrance</a:t>
            </a:r>
            <a:r>
              <a:rPr lang="en-US" spc="-5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ways,</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should</a:t>
            </a:r>
            <a:r>
              <a:rPr lang="en-US" spc="-53"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have</a:t>
            </a:r>
            <a:r>
              <a:rPr lang="en-US" spc="-53" dirty="0">
                <a:latin typeface="Times New Roman" panose="02020603050405020304" pitchFamily="18" charset="0"/>
                <a:cs typeface="Times New Roman" panose="02020603050405020304" pitchFamily="18" charset="0"/>
              </a:rPr>
              <a:t> </a:t>
            </a:r>
            <a:r>
              <a:rPr lang="en-US" u="sng" spc="-13" dirty="0">
                <a:uFill>
                  <a:solidFill>
                    <a:srgbClr val="222222"/>
                  </a:solidFill>
                </a:uFill>
                <a:latin typeface="Times New Roman" panose="02020603050405020304" pitchFamily="18" charset="0"/>
                <a:cs typeface="Times New Roman" panose="02020603050405020304" pitchFamily="18" charset="0"/>
              </a:rPr>
              <a:t>anti-</a:t>
            </a:r>
            <a:r>
              <a:rPr lang="en-US" u="sng" dirty="0">
                <a:uFill>
                  <a:solidFill>
                    <a:srgbClr val="222222"/>
                  </a:solidFill>
                </a:uFill>
                <a:latin typeface="Times New Roman" panose="02020603050405020304" pitchFamily="18" charset="0"/>
                <a:cs typeface="Times New Roman" panose="02020603050405020304" pitchFamily="18" charset="0"/>
              </a:rPr>
              <a:t>slip</a:t>
            </a:r>
            <a:r>
              <a:rPr lang="en-US" u="sng" spc="-53" dirty="0">
                <a:uFill>
                  <a:solidFill>
                    <a:srgbClr val="222222"/>
                  </a:solidFill>
                </a:uFill>
                <a:latin typeface="Times New Roman" panose="02020603050405020304" pitchFamily="18" charset="0"/>
                <a:cs typeface="Times New Roman" panose="02020603050405020304" pitchFamily="18" charset="0"/>
              </a:rPr>
              <a:t> </a:t>
            </a:r>
            <a:r>
              <a:rPr lang="en-US" u="sng" spc="-13" dirty="0">
                <a:uFill>
                  <a:solidFill>
                    <a:srgbClr val="222222"/>
                  </a:solidFill>
                </a:uFill>
                <a:latin typeface="Times New Roman" panose="02020603050405020304" pitchFamily="18" charset="0"/>
                <a:cs typeface="Times New Roman" panose="02020603050405020304" pitchFamily="18" charset="0"/>
              </a:rPr>
              <a:t>flooring</a:t>
            </a:r>
            <a:r>
              <a:rPr lang="en-US" spc="-13"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625671" indent="-228600">
              <a:lnSpc>
                <a:spcPct val="90000"/>
              </a:lnSpc>
              <a:spcBef>
                <a:spcPts val="267"/>
              </a:spcBef>
              <a:buFont typeface="Arial" panose="020B0604020202020204" pitchFamily="34" charset="0"/>
              <a:buChar char="•"/>
              <a:tabLst>
                <a:tab pos="625671" algn="l"/>
              </a:tabLst>
            </a:pPr>
            <a:r>
              <a:rPr lang="en-US" u="sng" spc="-13" dirty="0">
                <a:uFill>
                  <a:solidFill>
                    <a:srgbClr val="222222"/>
                  </a:solidFill>
                </a:uFill>
                <a:latin typeface="Times New Roman" panose="02020603050405020304" pitchFamily="18" charset="0"/>
                <a:cs typeface="Times New Roman" panose="02020603050405020304" pitchFamily="18" charset="0"/>
              </a:rPr>
              <a:t>Keeping</a:t>
            </a:r>
            <a:r>
              <a:rPr lang="en-US" u="sng" spc="-27"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floor</a:t>
            </a:r>
            <a:r>
              <a:rPr lang="en-US" u="sng" spc="-2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in</a:t>
            </a:r>
            <a:r>
              <a:rPr lang="en-US" u="sng" spc="-20"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good</a:t>
            </a:r>
            <a:r>
              <a:rPr lang="en-US" u="sng" spc="-27" dirty="0">
                <a:uFill>
                  <a:solidFill>
                    <a:srgbClr val="222222"/>
                  </a:solidFill>
                </a:uFill>
                <a:latin typeface="Times New Roman" panose="02020603050405020304" pitchFamily="18" charset="0"/>
                <a:cs typeface="Times New Roman" panose="02020603050405020304" pitchFamily="18" charset="0"/>
              </a:rPr>
              <a:t> </a:t>
            </a:r>
            <a:r>
              <a:rPr lang="en-US" u="sng" dirty="0">
                <a:uFill>
                  <a:solidFill>
                    <a:srgbClr val="222222"/>
                  </a:solidFill>
                </a:uFill>
                <a:latin typeface="Times New Roman" panose="02020603050405020304" pitchFamily="18" charset="0"/>
                <a:cs typeface="Times New Roman" panose="02020603050405020304" pitchFamily="18" charset="0"/>
              </a:rPr>
              <a:t>order</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also</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means</a:t>
            </a:r>
            <a:r>
              <a:rPr lang="en-US" spc="-27"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replacing</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any</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worn,</a:t>
            </a:r>
            <a:r>
              <a:rPr lang="en-US" spc="-27"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ripped,</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or</a:t>
            </a:r>
            <a:r>
              <a:rPr lang="en-US" spc="-20"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damaged</a:t>
            </a:r>
            <a:r>
              <a:rPr lang="en-US" spc="-27"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flooring</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that</a:t>
            </a:r>
            <a:r>
              <a:rPr lang="en-US" spc="-2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poses</a:t>
            </a:r>
            <a:r>
              <a:rPr lang="en-US" spc="-27"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a:t>
            </a:r>
            <a:r>
              <a:rPr lang="en-US" spc="-20"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tripping</a:t>
            </a:r>
            <a:r>
              <a:rPr lang="en-US" spc="-20" dirty="0">
                <a:latin typeface="Times New Roman" panose="02020603050405020304" pitchFamily="18" charset="0"/>
                <a:cs typeface="Times New Roman" panose="02020603050405020304" pitchFamily="18" charset="0"/>
              </a:rPr>
              <a:t> </a:t>
            </a:r>
            <a:r>
              <a:rPr lang="en-US" spc="-13" dirty="0">
                <a:latin typeface="Times New Roman" panose="02020603050405020304" pitchFamily="18" charset="0"/>
                <a:cs typeface="Times New Roman" panose="02020603050405020304" pitchFamily="18" charset="0"/>
              </a:rPr>
              <a:t>hazard.</a:t>
            </a:r>
            <a:endParaRPr lang="en-US" dirty="0">
              <a:latin typeface="Times New Roman" panose="02020603050405020304" pitchFamily="18" charset="0"/>
              <a:cs typeface="Times New Roman" panose="02020603050405020304" pitchFamily="18" charset="0"/>
            </a:endParaRPr>
          </a:p>
          <a:p>
            <a:pPr indent="-228600">
              <a:lnSpc>
                <a:spcPct val="90000"/>
              </a:lnSpc>
              <a:spcBef>
                <a:spcPts val="173"/>
              </a:spcBef>
              <a:buClr>
                <a:srgbClr val="222222"/>
              </a:buCl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16933" indent="-228600">
              <a:lnSpc>
                <a:spcPct val="90000"/>
              </a:lnSpc>
              <a:spcBef>
                <a:spcPts val="7"/>
              </a:spcBef>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6" name="Picture 5" descr="A person mopping the floor&#10;&#10;Description automatically generated">
            <a:extLst>
              <a:ext uri="{FF2B5EF4-FFF2-40B4-BE49-F238E27FC236}">
                <a16:creationId xmlns:a16="http://schemas.microsoft.com/office/drawing/2014/main" id="{E9CC9F08-2F6E-E281-0562-535DF342718A}"/>
              </a:ext>
            </a:extLst>
          </p:cNvPr>
          <p:cNvPicPr>
            <a:picLocks noChangeAspect="1"/>
          </p:cNvPicPr>
          <p:nvPr/>
        </p:nvPicPr>
        <p:blipFill rotWithShape="1">
          <a:blip r:embed="rId2">
            <a:extLst>
              <a:ext uri="{28A0092B-C50C-407E-A947-70E740481C1C}">
                <a14:useLocalDpi xmlns:a14="http://schemas.microsoft.com/office/drawing/2010/main" val="0"/>
              </a:ext>
            </a:extLst>
          </a:blip>
          <a:srcRect l="20648" r="17890"/>
          <a:stretch/>
        </p:blipFill>
        <p:spPr>
          <a:xfrm>
            <a:off x="6423978" y="867064"/>
            <a:ext cx="4663108" cy="5048790"/>
          </a:xfrm>
          <a:prstGeom prst="rect">
            <a:avLst/>
          </a:prstGeom>
        </p:spPr>
      </p:pic>
      <p:grpSp>
        <p:nvGrpSpPr>
          <p:cNvPr id="18" name="Group 17">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9" name="Rectangle 18">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99CB19-F7A8-DF84-154B-7541FE1CD9E8}"/>
              </a:ext>
            </a:extLst>
          </p:cNvPr>
          <p:cNvSpPr>
            <a:spLocks noGrp="1"/>
          </p:cNvSpPr>
          <p:nvPr>
            <p:ph type="title"/>
          </p:nvPr>
        </p:nvSpPr>
        <p:spPr>
          <a:xfrm>
            <a:off x="1155557" y="4551036"/>
            <a:ext cx="4284420" cy="1687143"/>
          </a:xfrm>
        </p:spPr>
        <p:txBody>
          <a:bodyPr vert="horz" lIns="91440" tIns="45720" rIns="91440" bIns="45720" rtlCol="0" anchor="t">
            <a:normAutofit/>
          </a:bodyPr>
          <a:lstStyle/>
          <a:p>
            <a:endParaRPr lang="en-US">
              <a:solidFill>
                <a:schemeClr val="bg1"/>
              </a:solidFill>
            </a:endParaRPr>
          </a:p>
        </p:txBody>
      </p:sp>
      <p:sp>
        <p:nvSpPr>
          <p:cNvPr id="14" name="Rectangle 13">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yellow caution sign with a mop in the middle&#10;&#10;Description automatically generated">
            <a:extLst>
              <a:ext uri="{FF2B5EF4-FFF2-40B4-BE49-F238E27FC236}">
                <a16:creationId xmlns:a16="http://schemas.microsoft.com/office/drawing/2014/main" id="{89A3AF9E-67DC-728B-4CC5-5D6AE74D4F32}"/>
              </a:ext>
            </a:extLst>
          </p:cNvPr>
          <p:cNvPicPr>
            <a:picLocks noChangeAspect="1"/>
          </p:cNvPicPr>
          <p:nvPr/>
        </p:nvPicPr>
        <p:blipFill>
          <a:blip r:embed="rId2">
            <a:extLst>
              <a:ext uri="{28A0092B-C50C-407E-A947-70E740481C1C}">
                <a14:useLocalDpi xmlns:a14="http://schemas.microsoft.com/office/drawing/2010/main" val="0"/>
              </a:ext>
            </a:extLst>
          </a:blip>
          <a:srcRect r="-2" b="9518"/>
          <a:stretch/>
        </p:blipFill>
        <p:spPr>
          <a:xfrm>
            <a:off x="1155556" y="196948"/>
            <a:ext cx="9889765" cy="3406006"/>
          </a:xfrm>
          <a:prstGeom prst="rect">
            <a:avLst/>
          </a:prstGeom>
        </p:spPr>
      </p:pic>
      <p:sp>
        <p:nvSpPr>
          <p:cNvPr id="16" name="Rectangle 15">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454411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051F91D-9DBC-294D-E0CD-5B655F3E6B8E}"/>
              </a:ext>
            </a:extLst>
          </p:cNvPr>
          <p:cNvSpPr txBox="1"/>
          <p:nvPr/>
        </p:nvSpPr>
        <p:spPr>
          <a:xfrm>
            <a:off x="6087123" y="3741738"/>
            <a:ext cx="6104867" cy="2892803"/>
          </a:xfrm>
          <a:prstGeom prst="rect">
            <a:avLst/>
          </a:prstGeom>
        </p:spPr>
        <p:txBody>
          <a:bodyPr vert="horz" lIns="91440" tIns="45720" rIns="91440" bIns="45720" rtlCol="0">
            <a:noAutofit/>
          </a:bodyPr>
          <a:lstStyle/>
          <a:p>
            <a:pPr marL="16933" indent="-228600" algn="just">
              <a:lnSpc>
                <a:spcPct val="90000"/>
              </a:lnSpc>
              <a:spcBef>
                <a:spcPts val="7"/>
              </a:spcBef>
              <a:buFont typeface="Arial" panose="020B0604020202020204" pitchFamily="34" charset="0"/>
              <a:buChar char="•"/>
            </a:pPr>
            <a:r>
              <a:rPr lang="en-US" b="1" u="sng" spc="-13" dirty="0">
                <a:uFill>
                  <a:solidFill>
                    <a:srgbClr val="222222"/>
                  </a:solidFill>
                </a:uFill>
              </a:rPr>
              <a:t>Walls:</a:t>
            </a:r>
            <a:endParaRPr lang="en-US" b="1" dirty="0"/>
          </a:p>
          <a:p>
            <a:pPr indent="-228600" algn="just">
              <a:lnSpc>
                <a:spcPct val="90000"/>
              </a:lnSpc>
              <a:spcBef>
                <a:spcPts val="173"/>
              </a:spcBef>
              <a:buFont typeface="Arial" panose="020B0604020202020204" pitchFamily="34" charset="0"/>
              <a:buChar char="•"/>
            </a:pPr>
            <a:endParaRPr lang="en-US" dirty="0"/>
          </a:p>
          <a:p>
            <a:pPr marL="625671" indent="-228600" algn="just">
              <a:lnSpc>
                <a:spcPct val="90000"/>
              </a:lnSpc>
              <a:buFont typeface="Arial" panose="020B0604020202020204" pitchFamily="34" charset="0"/>
              <a:buChar char="•"/>
              <a:tabLst>
                <a:tab pos="625671" algn="l"/>
              </a:tabLst>
            </a:pPr>
            <a:r>
              <a:rPr lang="en-US" spc="-13" dirty="0"/>
              <a:t>Light-</a:t>
            </a:r>
            <a:r>
              <a:rPr lang="en-US" spc="-13" dirty="0" err="1"/>
              <a:t>coloured</a:t>
            </a:r>
            <a:r>
              <a:rPr lang="en-US" spc="-33" dirty="0"/>
              <a:t> </a:t>
            </a:r>
            <a:r>
              <a:rPr lang="en-US" dirty="0"/>
              <a:t>walls</a:t>
            </a:r>
            <a:r>
              <a:rPr lang="en-US" spc="-27" dirty="0"/>
              <a:t> </a:t>
            </a:r>
            <a:r>
              <a:rPr lang="en-US" dirty="0"/>
              <a:t>reflect</a:t>
            </a:r>
            <a:r>
              <a:rPr lang="en-US" spc="-27" dirty="0"/>
              <a:t> </a:t>
            </a:r>
            <a:r>
              <a:rPr lang="en-US" dirty="0"/>
              <a:t>light</a:t>
            </a:r>
            <a:r>
              <a:rPr lang="en-US" spc="-33" dirty="0"/>
              <a:t> </a:t>
            </a:r>
            <a:r>
              <a:rPr lang="en-US" dirty="0"/>
              <a:t>while</a:t>
            </a:r>
            <a:r>
              <a:rPr lang="en-US" spc="-27" dirty="0"/>
              <a:t> </a:t>
            </a:r>
            <a:r>
              <a:rPr lang="en-US" dirty="0"/>
              <a:t>dirty</a:t>
            </a:r>
            <a:r>
              <a:rPr lang="en-US" spc="-27" dirty="0"/>
              <a:t> </a:t>
            </a:r>
            <a:r>
              <a:rPr lang="en-US" dirty="0"/>
              <a:t>or</a:t>
            </a:r>
            <a:r>
              <a:rPr lang="en-US" spc="-33" dirty="0"/>
              <a:t> </a:t>
            </a:r>
            <a:r>
              <a:rPr lang="en-US" dirty="0"/>
              <a:t>dark</a:t>
            </a:r>
            <a:r>
              <a:rPr lang="en-US" spc="-27" dirty="0"/>
              <a:t> </a:t>
            </a:r>
            <a:r>
              <a:rPr lang="en-US" spc="-13" dirty="0" err="1"/>
              <a:t>coloured</a:t>
            </a:r>
            <a:r>
              <a:rPr lang="en-US" spc="-27" dirty="0"/>
              <a:t> </a:t>
            </a:r>
            <a:r>
              <a:rPr lang="en-US" dirty="0"/>
              <a:t>walls</a:t>
            </a:r>
            <a:r>
              <a:rPr lang="en-US" spc="-33" dirty="0"/>
              <a:t> </a:t>
            </a:r>
            <a:r>
              <a:rPr lang="en-US" dirty="0"/>
              <a:t>absorb</a:t>
            </a:r>
            <a:r>
              <a:rPr lang="en-US" spc="-27" dirty="0"/>
              <a:t> </a:t>
            </a:r>
            <a:r>
              <a:rPr lang="en-US" spc="-13" dirty="0"/>
              <a:t>light.</a:t>
            </a:r>
            <a:endParaRPr lang="en-US" dirty="0"/>
          </a:p>
          <a:p>
            <a:pPr marL="625671" indent="-228600" algn="just">
              <a:lnSpc>
                <a:spcPct val="90000"/>
              </a:lnSpc>
              <a:spcBef>
                <a:spcPts val="267"/>
              </a:spcBef>
              <a:buFont typeface="Arial" panose="020B0604020202020204" pitchFamily="34" charset="0"/>
              <a:buChar char="•"/>
              <a:tabLst>
                <a:tab pos="625671" algn="l"/>
              </a:tabLst>
            </a:pPr>
            <a:r>
              <a:rPr lang="en-US" dirty="0"/>
              <a:t>Contrasting</a:t>
            </a:r>
            <a:r>
              <a:rPr lang="en-US" spc="-33" dirty="0"/>
              <a:t> </a:t>
            </a:r>
            <a:r>
              <a:rPr lang="en-US" dirty="0" err="1"/>
              <a:t>colours</a:t>
            </a:r>
            <a:r>
              <a:rPr lang="en-US" spc="-33" dirty="0"/>
              <a:t> </a:t>
            </a:r>
            <a:r>
              <a:rPr lang="en-US" dirty="0"/>
              <a:t>warn</a:t>
            </a:r>
            <a:r>
              <a:rPr lang="en-US" spc="-33" dirty="0"/>
              <a:t> </a:t>
            </a:r>
            <a:r>
              <a:rPr lang="en-US" dirty="0"/>
              <a:t>of</a:t>
            </a:r>
            <a:r>
              <a:rPr lang="en-US" spc="-27" dirty="0"/>
              <a:t> </a:t>
            </a:r>
            <a:r>
              <a:rPr lang="en-US" spc="-13" dirty="0"/>
              <a:t>physical</a:t>
            </a:r>
            <a:r>
              <a:rPr lang="en-US" spc="-33" dirty="0"/>
              <a:t> </a:t>
            </a:r>
            <a:r>
              <a:rPr lang="en-US" dirty="0"/>
              <a:t>hazards</a:t>
            </a:r>
            <a:r>
              <a:rPr lang="en-US" spc="-33" dirty="0"/>
              <a:t> </a:t>
            </a:r>
            <a:r>
              <a:rPr lang="en-US" dirty="0"/>
              <a:t>and</a:t>
            </a:r>
            <a:r>
              <a:rPr lang="en-US" spc="-27" dirty="0"/>
              <a:t> </a:t>
            </a:r>
            <a:r>
              <a:rPr lang="en-US" dirty="0"/>
              <a:t>mark</a:t>
            </a:r>
            <a:r>
              <a:rPr lang="en-US" spc="-33" dirty="0"/>
              <a:t> </a:t>
            </a:r>
            <a:r>
              <a:rPr lang="en-US" dirty="0"/>
              <a:t>obstructions</a:t>
            </a:r>
            <a:r>
              <a:rPr lang="en-US" spc="-33" dirty="0"/>
              <a:t> </a:t>
            </a:r>
            <a:r>
              <a:rPr lang="en-US" dirty="0"/>
              <a:t>such</a:t>
            </a:r>
            <a:r>
              <a:rPr lang="en-US" spc="-27" dirty="0"/>
              <a:t> </a:t>
            </a:r>
            <a:r>
              <a:rPr lang="en-US" dirty="0"/>
              <a:t>as</a:t>
            </a:r>
            <a:r>
              <a:rPr lang="en-US" spc="-33" dirty="0"/>
              <a:t> </a:t>
            </a:r>
            <a:r>
              <a:rPr lang="en-US" spc="-13" dirty="0"/>
              <a:t>pillars.</a:t>
            </a:r>
            <a:endParaRPr lang="en-US" dirty="0"/>
          </a:p>
          <a:p>
            <a:pPr marL="625671" indent="-228600" algn="just">
              <a:lnSpc>
                <a:spcPct val="90000"/>
              </a:lnSpc>
              <a:spcBef>
                <a:spcPts val="260"/>
              </a:spcBef>
              <a:buFont typeface="Arial" panose="020B0604020202020204" pitchFamily="34" charset="0"/>
              <a:buChar char="•"/>
              <a:tabLst>
                <a:tab pos="625671" algn="l"/>
              </a:tabLst>
            </a:pPr>
            <a:r>
              <a:rPr lang="en-US" u="sng" dirty="0">
                <a:uFill>
                  <a:solidFill>
                    <a:srgbClr val="222222"/>
                  </a:solidFill>
                </a:uFill>
              </a:rPr>
              <a:t>Paint</a:t>
            </a:r>
            <a:r>
              <a:rPr lang="en-US" u="sng" spc="-40" dirty="0">
                <a:uFill>
                  <a:solidFill>
                    <a:srgbClr val="222222"/>
                  </a:solidFill>
                </a:uFill>
              </a:rPr>
              <a:t> </a:t>
            </a:r>
            <a:r>
              <a:rPr lang="en-US" u="sng" dirty="0">
                <a:uFill>
                  <a:solidFill>
                    <a:srgbClr val="222222"/>
                  </a:solidFill>
                </a:uFill>
              </a:rPr>
              <a:t>can</a:t>
            </a:r>
            <a:r>
              <a:rPr lang="en-US" u="sng" spc="-27" dirty="0">
                <a:uFill>
                  <a:solidFill>
                    <a:srgbClr val="222222"/>
                  </a:solidFill>
                </a:uFill>
              </a:rPr>
              <a:t> </a:t>
            </a:r>
            <a:r>
              <a:rPr lang="en-US" u="sng" spc="-13" dirty="0">
                <a:uFill>
                  <a:solidFill>
                    <a:srgbClr val="222222"/>
                  </a:solidFill>
                </a:uFill>
              </a:rPr>
              <a:t>highlight</a:t>
            </a:r>
            <a:r>
              <a:rPr lang="en-US" u="sng" spc="-27" dirty="0">
                <a:uFill>
                  <a:solidFill>
                    <a:srgbClr val="222222"/>
                  </a:solidFill>
                </a:uFill>
              </a:rPr>
              <a:t> </a:t>
            </a:r>
            <a:r>
              <a:rPr lang="en-US" u="sng" spc="-13" dirty="0">
                <a:uFill>
                  <a:solidFill>
                    <a:srgbClr val="222222"/>
                  </a:solidFill>
                </a:uFill>
              </a:rPr>
              <a:t>railings,</a:t>
            </a:r>
            <a:r>
              <a:rPr lang="en-US" u="sng" spc="-27" dirty="0">
                <a:uFill>
                  <a:solidFill>
                    <a:srgbClr val="222222"/>
                  </a:solidFill>
                </a:uFill>
              </a:rPr>
              <a:t> </a:t>
            </a:r>
            <a:r>
              <a:rPr lang="en-US" u="sng" dirty="0">
                <a:uFill>
                  <a:solidFill>
                    <a:srgbClr val="222222"/>
                  </a:solidFill>
                </a:uFill>
              </a:rPr>
              <a:t>guards</a:t>
            </a:r>
            <a:r>
              <a:rPr lang="en-US" u="sng" spc="-27" dirty="0">
                <a:uFill>
                  <a:solidFill>
                    <a:srgbClr val="222222"/>
                  </a:solidFill>
                </a:uFill>
              </a:rPr>
              <a:t> </a:t>
            </a:r>
            <a:r>
              <a:rPr lang="en-US" u="sng" dirty="0">
                <a:uFill>
                  <a:solidFill>
                    <a:srgbClr val="222222"/>
                  </a:solidFill>
                </a:uFill>
              </a:rPr>
              <a:t>and</a:t>
            </a:r>
            <a:r>
              <a:rPr lang="en-US" u="sng" spc="-27" dirty="0">
                <a:uFill>
                  <a:solidFill>
                    <a:srgbClr val="222222"/>
                  </a:solidFill>
                </a:uFill>
              </a:rPr>
              <a:t> </a:t>
            </a:r>
            <a:r>
              <a:rPr lang="en-US" u="sng" dirty="0">
                <a:uFill>
                  <a:solidFill>
                    <a:srgbClr val="222222"/>
                  </a:solidFill>
                </a:uFill>
              </a:rPr>
              <a:t>other</a:t>
            </a:r>
            <a:r>
              <a:rPr lang="en-US" u="sng" spc="-27" dirty="0">
                <a:uFill>
                  <a:solidFill>
                    <a:srgbClr val="222222"/>
                  </a:solidFill>
                </a:uFill>
              </a:rPr>
              <a:t> </a:t>
            </a:r>
            <a:r>
              <a:rPr lang="en-US" u="sng" dirty="0">
                <a:uFill>
                  <a:solidFill>
                    <a:srgbClr val="222222"/>
                  </a:solidFill>
                </a:uFill>
              </a:rPr>
              <a:t>safety</a:t>
            </a:r>
            <a:r>
              <a:rPr lang="en-US" u="sng" spc="-27" dirty="0">
                <a:uFill>
                  <a:solidFill>
                    <a:srgbClr val="222222"/>
                  </a:solidFill>
                </a:uFill>
              </a:rPr>
              <a:t> </a:t>
            </a:r>
            <a:r>
              <a:rPr lang="en-US" u="sng" spc="-13" dirty="0">
                <a:uFill>
                  <a:solidFill>
                    <a:srgbClr val="222222"/>
                  </a:solidFill>
                </a:uFill>
              </a:rPr>
              <a:t>equipment,</a:t>
            </a:r>
            <a:r>
              <a:rPr lang="en-US" u="sng" spc="-27" dirty="0">
                <a:uFill>
                  <a:solidFill>
                    <a:srgbClr val="222222"/>
                  </a:solidFill>
                </a:uFill>
              </a:rPr>
              <a:t> </a:t>
            </a:r>
            <a:r>
              <a:rPr lang="en-US" u="sng" dirty="0">
                <a:uFill>
                  <a:solidFill>
                    <a:srgbClr val="222222"/>
                  </a:solidFill>
                </a:uFill>
              </a:rPr>
              <a:t>but</a:t>
            </a:r>
            <a:r>
              <a:rPr lang="en-US" u="sng" spc="-27" dirty="0">
                <a:uFill>
                  <a:solidFill>
                    <a:srgbClr val="222222"/>
                  </a:solidFill>
                </a:uFill>
              </a:rPr>
              <a:t> </a:t>
            </a:r>
            <a:r>
              <a:rPr lang="en-US" u="sng" dirty="0">
                <a:uFill>
                  <a:solidFill>
                    <a:srgbClr val="222222"/>
                  </a:solidFill>
                </a:uFill>
              </a:rPr>
              <a:t>should</a:t>
            </a:r>
            <a:r>
              <a:rPr lang="en-US" u="sng" spc="-27" dirty="0">
                <a:uFill>
                  <a:solidFill>
                    <a:srgbClr val="222222"/>
                  </a:solidFill>
                </a:uFill>
              </a:rPr>
              <a:t> </a:t>
            </a:r>
            <a:r>
              <a:rPr lang="en-US" u="sng" dirty="0">
                <a:uFill>
                  <a:solidFill>
                    <a:srgbClr val="222222"/>
                  </a:solidFill>
                </a:uFill>
              </a:rPr>
              <a:t>never</a:t>
            </a:r>
            <a:r>
              <a:rPr lang="en-US" u="sng" spc="-27" dirty="0">
                <a:uFill>
                  <a:solidFill>
                    <a:srgbClr val="222222"/>
                  </a:solidFill>
                </a:uFill>
              </a:rPr>
              <a:t> </a:t>
            </a:r>
            <a:r>
              <a:rPr lang="en-US" u="sng" dirty="0">
                <a:uFill>
                  <a:solidFill>
                    <a:srgbClr val="222222"/>
                  </a:solidFill>
                </a:uFill>
              </a:rPr>
              <a:t>be</a:t>
            </a:r>
            <a:r>
              <a:rPr lang="en-US" u="sng" spc="-27" dirty="0">
                <a:uFill>
                  <a:solidFill>
                    <a:srgbClr val="222222"/>
                  </a:solidFill>
                </a:uFill>
              </a:rPr>
              <a:t> </a:t>
            </a:r>
            <a:r>
              <a:rPr lang="en-US" u="sng" dirty="0">
                <a:uFill>
                  <a:solidFill>
                    <a:srgbClr val="222222"/>
                  </a:solidFill>
                </a:uFill>
              </a:rPr>
              <a:t>used</a:t>
            </a:r>
            <a:r>
              <a:rPr lang="en-US" u="sng" spc="-27" dirty="0">
                <a:uFill>
                  <a:solidFill>
                    <a:srgbClr val="222222"/>
                  </a:solidFill>
                </a:uFill>
              </a:rPr>
              <a:t> </a:t>
            </a:r>
            <a:r>
              <a:rPr lang="en-US" u="sng" dirty="0">
                <a:uFill>
                  <a:solidFill>
                    <a:srgbClr val="222222"/>
                  </a:solidFill>
                </a:uFill>
              </a:rPr>
              <a:t>as</a:t>
            </a:r>
            <a:r>
              <a:rPr lang="en-US" u="sng" spc="-27" dirty="0">
                <a:uFill>
                  <a:solidFill>
                    <a:srgbClr val="222222"/>
                  </a:solidFill>
                </a:uFill>
              </a:rPr>
              <a:t> </a:t>
            </a:r>
            <a:r>
              <a:rPr lang="en-US" u="sng" dirty="0">
                <a:uFill>
                  <a:solidFill>
                    <a:srgbClr val="222222"/>
                  </a:solidFill>
                </a:uFill>
              </a:rPr>
              <a:t>a</a:t>
            </a:r>
            <a:r>
              <a:rPr lang="en-US" u="sng" spc="-27" dirty="0">
                <a:uFill>
                  <a:solidFill>
                    <a:srgbClr val="222222"/>
                  </a:solidFill>
                </a:uFill>
              </a:rPr>
              <a:t> </a:t>
            </a:r>
            <a:r>
              <a:rPr lang="en-US" u="sng" dirty="0">
                <a:uFill>
                  <a:solidFill>
                    <a:srgbClr val="222222"/>
                  </a:solidFill>
                </a:uFill>
              </a:rPr>
              <a:t>substitute</a:t>
            </a:r>
            <a:r>
              <a:rPr lang="en-US" u="sng" spc="-27" dirty="0">
                <a:uFill>
                  <a:solidFill>
                    <a:srgbClr val="222222"/>
                  </a:solidFill>
                </a:uFill>
              </a:rPr>
              <a:t> </a:t>
            </a:r>
            <a:r>
              <a:rPr lang="en-US" u="sng" dirty="0">
                <a:uFill>
                  <a:solidFill>
                    <a:srgbClr val="222222"/>
                  </a:solidFill>
                </a:uFill>
              </a:rPr>
              <a:t>for</a:t>
            </a:r>
            <a:r>
              <a:rPr lang="en-US" u="sng" spc="-20" dirty="0">
                <a:uFill>
                  <a:solidFill>
                    <a:srgbClr val="222222"/>
                  </a:solidFill>
                </a:uFill>
              </a:rPr>
              <a:t> </a:t>
            </a:r>
            <a:r>
              <a:rPr lang="en-US" u="sng" spc="-13" dirty="0">
                <a:uFill>
                  <a:solidFill>
                    <a:srgbClr val="222222"/>
                  </a:solidFill>
                </a:uFill>
              </a:rPr>
              <a:t>guarding.</a:t>
            </a:r>
            <a:endParaRPr lang="en-US" dirty="0"/>
          </a:p>
          <a:p>
            <a:pPr marL="625671" indent="-228600" algn="just">
              <a:lnSpc>
                <a:spcPct val="90000"/>
              </a:lnSpc>
              <a:spcBef>
                <a:spcPts val="267"/>
              </a:spcBef>
              <a:buFont typeface="Arial" panose="020B0604020202020204" pitchFamily="34" charset="0"/>
              <a:buChar char="•"/>
              <a:tabLst>
                <a:tab pos="625671" algn="l"/>
              </a:tabLst>
            </a:pPr>
            <a:r>
              <a:rPr lang="en-US" dirty="0"/>
              <a:t>The</a:t>
            </a:r>
            <a:r>
              <a:rPr lang="en-US" spc="-47" dirty="0"/>
              <a:t> </a:t>
            </a:r>
            <a:r>
              <a:rPr lang="en-US" dirty="0"/>
              <a:t>program</a:t>
            </a:r>
            <a:r>
              <a:rPr lang="en-US" spc="-40" dirty="0"/>
              <a:t> </a:t>
            </a:r>
            <a:r>
              <a:rPr lang="en-US" dirty="0"/>
              <a:t>should</a:t>
            </a:r>
            <a:r>
              <a:rPr lang="en-US" spc="-47" dirty="0"/>
              <a:t> </a:t>
            </a:r>
            <a:r>
              <a:rPr lang="en-US" dirty="0"/>
              <a:t>outline</a:t>
            </a:r>
            <a:r>
              <a:rPr lang="en-US" spc="-40" dirty="0"/>
              <a:t> </a:t>
            </a:r>
            <a:r>
              <a:rPr lang="en-US" dirty="0"/>
              <a:t>the</a:t>
            </a:r>
            <a:r>
              <a:rPr lang="en-US" spc="-40" dirty="0"/>
              <a:t> </a:t>
            </a:r>
            <a:r>
              <a:rPr lang="en-US" dirty="0"/>
              <a:t>regulations</a:t>
            </a:r>
            <a:r>
              <a:rPr lang="en-US" spc="-47" dirty="0"/>
              <a:t> </a:t>
            </a:r>
            <a:r>
              <a:rPr lang="en-US" dirty="0"/>
              <a:t>and</a:t>
            </a:r>
            <a:r>
              <a:rPr lang="en-US" spc="-40" dirty="0"/>
              <a:t> </a:t>
            </a:r>
            <a:r>
              <a:rPr lang="en-US" dirty="0"/>
              <a:t>standards</a:t>
            </a:r>
            <a:r>
              <a:rPr lang="en-US" spc="-40" dirty="0"/>
              <a:t> </a:t>
            </a:r>
            <a:r>
              <a:rPr lang="en-US" dirty="0"/>
              <a:t>for</a:t>
            </a:r>
            <a:r>
              <a:rPr lang="en-US" spc="-47" dirty="0"/>
              <a:t> </a:t>
            </a:r>
            <a:r>
              <a:rPr lang="en-US" spc="-13" dirty="0" err="1"/>
              <a:t>colours</a:t>
            </a:r>
            <a:r>
              <a:rPr lang="en-US" spc="-13" dirty="0"/>
              <a:t>.</a:t>
            </a:r>
            <a:endParaRPr lang="en-US" dirty="0"/>
          </a:p>
        </p:txBody>
      </p:sp>
    </p:spTree>
    <p:extLst>
      <p:ext uri="{BB962C8B-B14F-4D97-AF65-F5344CB8AC3E}">
        <p14:creationId xmlns:p14="http://schemas.microsoft.com/office/powerpoint/2010/main" val="5551339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yellow rectangular sign with a light on it&#10;&#10;Description automatically generated">
            <a:extLst>
              <a:ext uri="{FF2B5EF4-FFF2-40B4-BE49-F238E27FC236}">
                <a16:creationId xmlns:a16="http://schemas.microsoft.com/office/drawing/2014/main" id="{6A927A90-77F3-2309-8914-6964B3A48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727" y="1972345"/>
            <a:ext cx="5628018" cy="4199367"/>
          </a:xfrm>
          <a:prstGeom prst="rect">
            <a:avLst/>
          </a:prstGeom>
        </p:spPr>
      </p:pic>
      <p:sp>
        <p:nvSpPr>
          <p:cNvPr id="28" name="Rectangle 2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5745217" y="981517"/>
            <a:ext cx="5965021" cy="4181325"/>
          </a:xfrm>
          <a:prstGeom prst="rect">
            <a:avLst/>
          </a:prstGeom>
        </p:spPr>
        <p:txBody>
          <a:bodyPr vert="horz" lIns="91440" tIns="45720" rIns="91440" bIns="45720" rtlCol="0" anchor="ctr">
            <a:noAutofit/>
          </a:bodyPr>
          <a:lstStyle/>
          <a:p>
            <a:pPr marL="220974" indent="-228600" algn="just">
              <a:lnSpc>
                <a:spcPct val="90000"/>
              </a:lnSpc>
              <a:spcBef>
                <a:spcPts val="133"/>
              </a:spcBef>
              <a:buSzPct val="91666"/>
              <a:buFont typeface="Arial" panose="020B0604020202020204" pitchFamily="34" charset="0"/>
              <a:buChar char="•"/>
              <a:tabLst>
                <a:tab pos="220974" algn="l"/>
              </a:tabLst>
            </a:pPr>
            <a:r>
              <a:rPr lang="en-US" sz="2000" spc="-13"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lvl="1" indent="-228600" algn="just">
              <a:lnSpc>
                <a:spcPct val="90000"/>
              </a:lnSpc>
              <a:spcBef>
                <a:spcPts val="87"/>
              </a:spcBef>
              <a:buClr>
                <a:srgbClr val="222222"/>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160015" indent="-228600" algn="just">
              <a:lnSpc>
                <a:spcPct val="90000"/>
              </a:lnSpc>
              <a:buSzPct val="69230"/>
              <a:buFont typeface="Arial" panose="020B0604020202020204" pitchFamily="34" charset="0"/>
              <a:buChar char="•"/>
              <a:tabLst>
                <a:tab pos="160015" algn="l"/>
              </a:tabLst>
            </a:pPr>
            <a:r>
              <a:rPr lang="en-US" sz="2000" b="1" spc="-87" dirty="0">
                <a:latin typeface="Times New Roman" panose="02020603050405020304" pitchFamily="18" charset="0"/>
                <a:cs typeface="Times New Roman" panose="02020603050405020304" pitchFamily="18" charset="0"/>
              </a:rPr>
              <a:t>Aisles</a:t>
            </a:r>
            <a:r>
              <a:rPr lang="en-US" sz="2000" b="1" spc="-133" dirty="0">
                <a:latin typeface="Times New Roman" panose="02020603050405020304" pitchFamily="18" charset="0"/>
                <a:cs typeface="Times New Roman" panose="02020603050405020304" pitchFamily="18" charset="0"/>
              </a:rPr>
              <a:t> </a:t>
            </a:r>
            <a:r>
              <a:rPr lang="en-US" sz="2000" b="1" spc="-127" dirty="0">
                <a:latin typeface="Times New Roman" panose="02020603050405020304" pitchFamily="18" charset="0"/>
                <a:cs typeface="Times New Roman" panose="02020603050405020304" pitchFamily="18" charset="0"/>
              </a:rPr>
              <a:t>and </a:t>
            </a:r>
            <a:r>
              <a:rPr lang="en-US" sz="2000" b="1" spc="-13" dirty="0">
                <a:latin typeface="Times New Roman" panose="02020603050405020304" pitchFamily="18" charset="0"/>
                <a:cs typeface="Times New Roman" panose="02020603050405020304" pitchFamily="18" charset="0"/>
              </a:rPr>
              <a:t>Stairways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1920"/>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Aisles</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should</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13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wide</a:t>
            </a:r>
            <a:r>
              <a:rPr lang="en-US" sz="2000" u="sng" spc="-120" dirty="0">
                <a:uFill>
                  <a:solidFill>
                    <a:srgbClr val="222222"/>
                  </a:solidFill>
                </a:uFill>
                <a:latin typeface="Times New Roman" panose="02020603050405020304" pitchFamily="18" charset="0"/>
                <a:cs typeface="Times New Roman" panose="02020603050405020304" pitchFamily="18" charset="0"/>
              </a:rPr>
              <a:t> </a:t>
            </a:r>
            <a:r>
              <a:rPr lang="en-US" sz="2000" u="sng" spc="-27" dirty="0">
                <a:uFill>
                  <a:solidFill>
                    <a:srgbClr val="222222"/>
                  </a:solidFill>
                </a:uFill>
                <a:latin typeface="Times New Roman" panose="02020603050405020304" pitchFamily="18" charset="0"/>
                <a:cs typeface="Times New Roman" panose="02020603050405020304" pitchFamily="18" charset="0"/>
              </a:rPr>
              <a:t>enough</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accommodate</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people</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vehicles</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comfortably</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safely.</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Aisle</a:t>
            </a:r>
            <a:r>
              <a:rPr lang="en-US" sz="2000" spc="-107"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space</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allows</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0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movement</a:t>
            </a:r>
            <a:r>
              <a:rPr lang="en-US" sz="2000" spc="-10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00"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people,</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products</a:t>
            </a:r>
            <a:r>
              <a:rPr lang="en-US" sz="2000" spc="-10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0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materials.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Warning</a:t>
            </a:r>
            <a:r>
              <a:rPr lang="en-US" sz="2000" u="sng" spc="-12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signs</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mirrors</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can</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improve</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sight-lines</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blind</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corners.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Arranging</a:t>
            </a:r>
            <a:r>
              <a:rPr lang="en-US" sz="2000" u="sng" spc="-1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aisles</a:t>
            </a:r>
            <a:r>
              <a:rPr lang="en-US" sz="2000" u="sng" spc="-1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properly</a:t>
            </a:r>
            <a:r>
              <a:rPr lang="en-US" sz="2000" spc="-1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encourages</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people</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use</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them</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they</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take</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shortcuts</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through</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hazardous</a:t>
            </a:r>
            <a:r>
              <a:rPr lang="en-US" sz="2000" spc="-17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areas.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Keeping</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aisles</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stairways</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clear</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important.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spc="-13" dirty="0">
                <a:latin typeface="Times New Roman" panose="02020603050405020304" pitchFamily="18" charset="0"/>
                <a:cs typeface="Times New Roman" panose="02020603050405020304" pitchFamily="18" charset="0"/>
              </a:rPr>
              <a:t>They</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should</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2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used</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temporary</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"overflow"</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"bottleneck"</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storage.</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Stairways</a:t>
            </a:r>
            <a:r>
              <a:rPr lang="en-US" sz="2000" spc="-1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aisles</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also</a:t>
            </a:r>
            <a:r>
              <a:rPr lang="en-US" sz="2000" spc="-1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require</a:t>
            </a:r>
            <a:r>
              <a:rPr lang="en-US" sz="2000" spc="-147"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adequate</a:t>
            </a:r>
            <a:r>
              <a:rPr lang="en-US" sz="2000" u="sng" spc="-140"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lighting.</a:t>
            </a:r>
            <a:endParaRPr lang="en-US" sz="2000" dirty="0">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AE85EC-D67E-0310-9817-D42FB33B954F}"/>
              </a:ext>
            </a:extLst>
          </p:cNvPr>
          <p:cNvSpPr txBox="1"/>
          <p:nvPr/>
        </p:nvSpPr>
        <p:spPr>
          <a:xfrm>
            <a:off x="126797" y="283924"/>
            <a:ext cx="5302614" cy="1759456"/>
          </a:xfrm>
          <a:prstGeom prst="rect">
            <a:avLst/>
          </a:prstGeom>
          <a:noFill/>
        </p:spPr>
        <p:txBody>
          <a:bodyPr wrap="square">
            <a:spAutoFit/>
          </a:bodyPr>
          <a:lstStyle/>
          <a:p>
            <a:pPr marL="220974" indent="-228600" algn="just">
              <a:lnSpc>
                <a:spcPct val="90000"/>
              </a:lnSpc>
              <a:spcBef>
                <a:spcPts val="133"/>
              </a:spcBef>
              <a:buSzPct val="91666"/>
              <a:buFont typeface="Arial" panose="020B0604020202020204" pitchFamily="34" charset="0"/>
              <a:buChar char="•"/>
              <a:tabLst>
                <a:tab pos="220974" algn="l"/>
              </a:tabLst>
            </a:pPr>
            <a:r>
              <a:rPr lang="en-US" sz="2000" b="1" spc="-87" dirty="0">
                <a:latin typeface="Times New Roman" panose="02020603050405020304" pitchFamily="18" charset="0"/>
                <a:cs typeface="Times New Roman" panose="02020603050405020304" pitchFamily="18" charset="0"/>
              </a:rPr>
              <a:t>Maintain</a:t>
            </a:r>
            <a:r>
              <a:rPr lang="en-US" sz="2000" b="1" spc="-107" dirty="0">
                <a:latin typeface="Times New Roman" panose="02020603050405020304" pitchFamily="18" charset="0"/>
                <a:cs typeface="Times New Roman" panose="02020603050405020304" pitchFamily="18" charset="0"/>
              </a:rPr>
              <a:t> Light</a:t>
            </a:r>
            <a:r>
              <a:rPr lang="en-US" sz="2000" b="1" spc="-93"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Fixtures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1893"/>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Dirty</a:t>
            </a:r>
            <a:r>
              <a:rPr lang="en-US" sz="2000" u="sng" spc="-8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light</a:t>
            </a:r>
            <a:r>
              <a:rPr lang="en-US" sz="2000" u="sng" spc="-7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fixtures</a:t>
            </a:r>
            <a:r>
              <a:rPr lang="en-US" sz="2000" u="sng" spc="-7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reduce</a:t>
            </a:r>
            <a:r>
              <a:rPr lang="en-US" sz="2000" u="sng" spc="-7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essential</a:t>
            </a:r>
            <a:r>
              <a:rPr lang="en-US" sz="2000" u="sng" spc="-8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light</a:t>
            </a:r>
            <a:r>
              <a:rPr lang="en-US" sz="2000" u="sng" spc="-7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levels.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Clean</a:t>
            </a:r>
            <a:r>
              <a:rPr lang="en-US" sz="2000" u="sng" spc="-10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light</a:t>
            </a:r>
            <a:r>
              <a:rPr lang="en-US" sz="2000" u="sng" spc="-10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fixtures</a:t>
            </a:r>
            <a:r>
              <a:rPr lang="en-US" sz="2000" spc="-10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can</a:t>
            </a:r>
            <a:r>
              <a:rPr lang="en-US" sz="2000" spc="-10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improve</a:t>
            </a:r>
            <a:r>
              <a:rPr lang="en-US" sz="2000" u="sng" spc="-9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lighting</a:t>
            </a:r>
            <a:r>
              <a:rPr lang="en-US" sz="2000" u="sng" spc="-10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efficiency</a:t>
            </a:r>
            <a:r>
              <a:rPr lang="en-US" sz="2000" spc="-11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significantly</a:t>
            </a:r>
            <a:endParaRPr lang="en-GB"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ign with a key on it&#10;&#10;Description automatically generated">
            <a:extLst>
              <a:ext uri="{FF2B5EF4-FFF2-40B4-BE49-F238E27FC236}">
                <a16:creationId xmlns:a16="http://schemas.microsoft.com/office/drawing/2014/main" id="{4FD8DD6B-0445-0329-0802-8CA9784C7F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718" y="3058728"/>
            <a:ext cx="4834597" cy="3497757"/>
          </a:xfrm>
          <a:prstGeom prst="rect">
            <a:avLst/>
          </a:prstGeom>
        </p:spPr>
      </p:pic>
      <p:sp>
        <p:nvSpPr>
          <p:cNvPr id="13"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95192" y="55893"/>
            <a:ext cx="7410392" cy="2551113"/>
          </a:xfrm>
          <a:prstGeom prst="rect">
            <a:avLst/>
          </a:prstGeom>
        </p:spPr>
        <p:txBody>
          <a:bodyPr vert="horz" lIns="91440" tIns="45720" rIns="91440" bIns="45720" rtlCol="0" anchor="t">
            <a:noAutofit/>
          </a:bodyPr>
          <a:lstStyle/>
          <a:p>
            <a:pPr marL="231981" indent="-228600" algn="just">
              <a:lnSpc>
                <a:spcPct val="90000"/>
              </a:lnSpc>
              <a:buSzPct val="95833"/>
              <a:buFont typeface="Arial" panose="020B0604020202020204" pitchFamily="34" charset="0"/>
              <a:buChar char="•"/>
              <a:tabLst>
                <a:tab pos="231981" algn="l"/>
              </a:tabLst>
            </a:pPr>
            <a:r>
              <a:rPr lang="en-US" sz="2000" b="1" spc="-113" dirty="0">
                <a:latin typeface="Times New Roman" panose="02020603050405020304" pitchFamily="18" charset="0"/>
                <a:cs typeface="Times New Roman" panose="02020603050405020304" pitchFamily="18" charset="0"/>
              </a:rPr>
              <a:t>Tools</a:t>
            </a:r>
            <a:r>
              <a:rPr lang="en-US" sz="2000" b="1" spc="-127" dirty="0">
                <a:latin typeface="Times New Roman" panose="02020603050405020304" pitchFamily="18" charset="0"/>
                <a:cs typeface="Times New Roman" panose="02020603050405020304" pitchFamily="18" charset="0"/>
              </a:rPr>
              <a:t> </a:t>
            </a:r>
            <a:r>
              <a:rPr lang="en-US" sz="2000" b="1" spc="-120" dirty="0">
                <a:latin typeface="Times New Roman" panose="02020603050405020304" pitchFamily="18" charset="0"/>
                <a:cs typeface="Times New Roman" panose="02020603050405020304" pitchFamily="18" charset="0"/>
              </a:rPr>
              <a:t>and</a:t>
            </a:r>
            <a:r>
              <a:rPr lang="en-US" sz="2000" b="1" spc="-127"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Equipment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1893"/>
              </a:spcBef>
              <a:buFont typeface="Arial" panose="020B0604020202020204" pitchFamily="34" charset="0"/>
              <a:buChar char="•"/>
              <a:tabLst>
                <a:tab pos="625671" algn="l"/>
              </a:tabLst>
            </a:pPr>
            <a:r>
              <a:rPr lang="en-US" sz="2000" spc="-33" dirty="0">
                <a:latin typeface="Times New Roman" panose="02020603050405020304" pitchFamily="18" charset="0"/>
                <a:cs typeface="Times New Roman" panose="02020603050405020304" pitchFamily="18" charset="0"/>
              </a:rPr>
              <a:t>Tool</a:t>
            </a:r>
            <a:r>
              <a:rPr lang="en-US" sz="2000" spc="-1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housekeeping</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very</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important,</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whether</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tool</a:t>
            </a:r>
            <a:r>
              <a:rPr lang="en-US" sz="2000" spc="-127" dirty="0">
                <a:latin typeface="Times New Roman" panose="02020603050405020304" pitchFamily="18" charset="0"/>
                <a:cs typeface="Times New Roman" panose="02020603050405020304" pitchFamily="18" charset="0"/>
              </a:rPr>
              <a:t> </a:t>
            </a:r>
            <a:r>
              <a:rPr lang="en-US" sz="2000" spc="-33" dirty="0">
                <a:latin typeface="Times New Roman" panose="02020603050405020304" pitchFamily="18" charset="0"/>
                <a:cs typeface="Times New Roman" panose="02020603050405020304" pitchFamily="18" charset="0"/>
              </a:rPr>
              <a:t>room,</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33" dirty="0">
                <a:latin typeface="Times New Roman" panose="02020603050405020304" pitchFamily="18" charset="0"/>
                <a:cs typeface="Times New Roman" panose="02020603050405020304" pitchFamily="18" charset="0"/>
              </a:rPr>
              <a:t> </a:t>
            </a:r>
            <a:r>
              <a:rPr lang="en-US" sz="2000" spc="-33" dirty="0">
                <a:latin typeface="Times New Roman" panose="02020603050405020304" pitchFamily="18" charset="0"/>
                <a:cs typeface="Times New Roman" panose="02020603050405020304" pitchFamily="18" charset="0"/>
              </a:rPr>
              <a:t>rack,</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27"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yard,</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bench.</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spc="-27" dirty="0">
                <a:latin typeface="Times New Roman" panose="02020603050405020304" pitchFamily="18" charset="0"/>
                <a:cs typeface="Times New Roman" panose="02020603050405020304" pitchFamily="18" charset="0"/>
              </a:rPr>
              <a:t>Tools</a:t>
            </a:r>
            <a:r>
              <a:rPr lang="en-US" sz="2000" spc="-8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require</a:t>
            </a:r>
            <a:r>
              <a:rPr lang="en-US" sz="2000" u="sng" spc="-8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suitable</a:t>
            </a:r>
            <a:r>
              <a:rPr lang="en-US" sz="2000" u="sng" spc="-8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fixtures</a:t>
            </a:r>
            <a:r>
              <a:rPr lang="en-US" sz="2000" spc="-8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a:t>
            </a:r>
            <a:r>
              <a:rPr lang="en-US" sz="2000" spc="-8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marked</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locations</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7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provide</a:t>
            </a:r>
            <a:r>
              <a:rPr lang="en-US" sz="2000" spc="-80"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an</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orderly</a:t>
            </a:r>
            <a:r>
              <a:rPr lang="en-US" sz="2000" spc="-8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arrangement.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Returning</a:t>
            </a:r>
            <a:r>
              <a:rPr lang="en-US" sz="2000" u="sng" spc="-12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tools</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promptly</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after</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use</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reduces</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1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chance</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a:t>
            </a:r>
            <a:r>
              <a:rPr lang="en-US" sz="2000" spc="-11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being</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misplaced</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11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lost.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Workers</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should</a:t>
            </a:r>
            <a:r>
              <a:rPr lang="en-US" sz="2000" spc="-11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regularly</a:t>
            </a:r>
            <a:r>
              <a:rPr lang="en-US" sz="2000" u="sng" spc="-11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inspect,</a:t>
            </a:r>
            <a:r>
              <a:rPr lang="en-US" sz="2000" u="sng" spc="-10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clean</a:t>
            </a:r>
            <a:r>
              <a:rPr lang="en-US" sz="2000" u="sng" spc="-10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and</a:t>
            </a:r>
            <a:r>
              <a:rPr lang="en-US" sz="2000" u="sng" spc="-11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repair</a:t>
            </a:r>
            <a:r>
              <a:rPr lang="en-US" sz="2000" u="sng" spc="-10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all</a:t>
            </a:r>
            <a:r>
              <a:rPr lang="en-US" sz="2000" u="sng" spc="-10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tools</a:t>
            </a:r>
            <a:r>
              <a:rPr lang="en-US" sz="2000" spc="-1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0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take</a:t>
            </a:r>
            <a:r>
              <a:rPr lang="en-US" sz="2000" spc="-107"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any</a:t>
            </a:r>
            <a:r>
              <a:rPr lang="en-US" sz="2000" spc="-113" dirty="0">
                <a:latin typeface="Times New Roman" panose="02020603050405020304" pitchFamily="18" charset="0"/>
                <a:cs typeface="Times New Roman" panose="02020603050405020304" pitchFamily="18" charset="0"/>
              </a:rPr>
              <a:t> </a:t>
            </a:r>
            <a:r>
              <a:rPr lang="en-US" sz="2000" spc="-33" dirty="0">
                <a:latin typeface="Times New Roman" panose="02020603050405020304" pitchFamily="18" charset="0"/>
                <a:cs typeface="Times New Roman" panose="02020603050405020304" pitchFamily="18" charset="0"/>
              </a:rPr>
              <a:t>damaged</a:t>
            </a:r>
            <a:r>
              <a:rPr lang="en-US" sz="2000" spc="-10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10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worn</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tools</a:t>
            </a:r>
            <a:r>
              <a:rPr lang="en-US" sz="2000" spc="-10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out</a:t>
            </a:r>
            <a:r>
              <a:rPr lang="en-US" sz="2000" spc="-10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1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service.</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5EA2E6-F655-B801-32BB-24D10AC078B2}"/>
              </a:ext>
            </a:extLst>
          </p:cNvPr>
          <p:cNvSpPr txBox="1"/>
          <p:nvPr/>
        </p:nvSpPr>
        <p:spPr>
          <a:xfrm>
            <a:off x="4915018" y="2847202"/>
            <a:ext cx="7276982" cy="4090863"/>
          </a:xfrm>
          <a:prstGeom prst="rect">
            <a:avLst/>
          </a:prstGeom>
          <a:noFill/>
        </p:spPr>
        <p:txBody>
          <a:bodyPr wrap="square" rtlCol="0">
            <a:spAutoFit/>
          </a:bodyPr>
          <a:lstStyle/>
          <a:p>
            <a:pPr marL="204888" indent="-228600" algn="just">
              <a:lnSpc>
                <a:spcPct val="90000"/>
              </a:lnSpc>
              <a:spcBef>
                <a:spcPts val="133"/>
              </a:spcBef>
              <a:buSzPct val="90909"/>
              <a:buFont typeface="Arial" panose="020B0604020202020204" pitchFamily="34" charset="0"/>
              <a:buChar char="•"/>
              <a:tabLst>
                <a:tab pos="204888" algn="l"/>
              </a:tabLst>
            </a:pPr>
            <a:r>
              <a:rPr lang="en-US" sz="2000" b="1" spc="-93" dirty="0">
                <a:latin typeface="Times New Roman" panose="02020603050405020304" pitchFamily="18" charset="0"/>
                <a:cs typeface="Times New Roman" panose="02020603050405020304" pitchFamily="18" charset="0"/>
              </a:rPr>
              <a:t>Spill</a:t>
            </a:r>
            <a:r>
              <a:rPr lang="en-US" sz="2000" b="1" spc="-100" dirty="0">
                <a:latin typeface="Times New Roman" panose="02020603050405020304" pitchFamily="18" charset="0"/>
                <a:cs typeface="Times New Roman" panose="02020603050405020304" pitchFamily="18" charset="0"/>
              </a:rPr>
              <a:t> </a:t>
            </a:r>
            <a:r>
              <a:rPr lang="en-US" sz="2000" b="1" spc="-13" dirty="0">
                <a:latin typeface="Times New Roman" panose="02020603050405020304" pitchFamily="18" charset="0"/>
                <a:cs typeface="Times New Roman" panose="02020603050405020304" pitchFamily="18" charset="0"/>
              </a:rPr>
              <a:t>Control</a:t>
            </a:r>
            <a:endParaRPr lang="en-US" sz="2000" dirty="0">
              <a:latin typeface="Times New Roman" panose="02020603050405020304" pitchFamily="18" charset="0"/>
              <a:cs typeface="Times New Roman" panose="02020603050405020304" pitchFamily="18" charset="0"/>
            </a:endParaRPr>
          </a:p>
          <a:p>
            <a:pPr marL="626518" marR="57572" lvl="1" indent="-228600" algn="just">
              <a:lnSpc>
                <a:spcPct val="90000"/>
              </a:lnSpc>
              <a:spcBef>
                <a:spcPts val="1600"/>
              </a:spcBef>
              <a:buFont typeface="Arial" panose="020B0604020202020204" pitchFamily="34" charset="0"/>
              <a:buChar char="•"/>
              <a:tabLst>
                <a:tab pos="626518" algn="l"/>
              </a:tabLst>
            </a:pPr>
            <a:r>
              <a:rPr lang="en-US" sz="2000" dirty="0">
                <a:latin typeface="Times New Roman" panose="02020603050405020304" pitchFamily="18" charset="0"/>
                <a:cs typeface="Times New Roman" panose="02020603050405020304" pitchFamily="18" charset="0"/>
              </a:rPr>
              <a:t>The</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best</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way</a:t>
            </a:r>
            <a:r>
              <a:rPr lang="en-US" sz="2000" spc="-1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cleaning</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maintaining</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machines</a:t>
            </a:r>
            <a:r>
              <a:rPr lang="en-US" sz="2000" spc="-1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best</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way</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control</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spills</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8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stop</a:t>
            </a:r>
            <a:r>
              <a:rPr lang="en-US" sz="2000" u="sng" spc="-12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them</a:t>
            </a:r>
            <a:r>
              <a:rPr lang="en-US" sz="2000" u="sng" spc="-1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before</a:t>
            </a:r>
            <a:r>
              <a:rPr lang="en-US" sz="2000" u="sng" spc="-127" dirty="0">
                <a:uFill>
                  <a:solidFill>
                    <a:srgbClr val="222222"/>
                  </a:solidFill>
                </a:uFill>
                <a:latin typeface="Times New Roman" panose="02020603050405020304" pitchFamily="18" charset="0"/>
                <a:cs typeface="Times New Roman" panose="02020603050405020304" pitchFamily="18" charset="0"/>
              </a:rPr>
              <a:t> </a:t>
            </a:r>
            <a:r>
              <a:rPr lang="en-US" sz="2000" u="sng" spc="-27" dirty="0">
                <a:uFill>
                  <a:solidFill>
                    <a:srgbClr val="222222"/>
                  </a:solidFill>
                </a:uFill>
                <a:latin typeface="Times New Roman" panose="02020603050405020304" pitchFamily="18" charset="0"/>
                <a:cs typeface="Times New Roman" panose="02020603050405020304" pitchFamily="18" charset="0"/>
              </a:rPr>
              <a:t>they</a:t>
            </a:r>
            <a:r>
              <a:rPr lang="en-US" sz="2000" spc="-27" dirty="0">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happen.</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Regularly</a:t>
            </a:r>
            <a:r>
              <a:rPr lang="en-US" sz="2000" u="sng" spc="-152"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cleaning</a:t>
            </a:r>
            <a:r>
              <a:rPr lang="en-US" sz="2000" spc="-152"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maintaining</a:t>
            </a:r>
            <a:r>
              <a:rPr lang="en-US" sz="2000" spc="-1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machines</a:t>
            </a:r>
            <a:r>
              <a:rPr lang="en-US" sz="2000" spc="-152"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equipment</a:t>
            </a:r>
            <a:r>
              <a:rPr lang="en-US" sz="2000" spc="-1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one</a:t>
            </a:r>
            <a:r>
              <a:rPr lang="en-US" sz="2000" spc="-147" dirty="0">
                <a:latin typeface="Times New Roman" panose="02020603050405020304" pitchFamily="18" charset="0"/>
                <a:cs typeface="Times New Roman" panose="02020603050405020304" pitchFamily="18" charset="0"/>
              </a:rPr>
              <a:t> </a:t>
            </a:r>
            <a:r>
              <a:rPr lang="en-US" sz="2000" spc="-27" dirty="0">
                <a:latin typeface="Times New Roman" panose="02020603050405020304" pitchFamily="18" charset="0"/>
                <a:cs typeface="Times New Roman" panose="02020603050405020304" pitchFamily="18" charset="0"/>
              </a:rPr>
              <a:t>way.</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Another</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use</a:t>
            </a:r>
            <a:r>
              <a:rPr lang="en-US" sz="2000" spc="-127"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drip</a:t>
            </a:r>
            <a:r>
              <a:rPr lang="en-US" sz="2000" u="sng" spc="-127" dirty="0">
                <a:uFill>
                  <a:solidFill>
                    <a:srgbClr val="222222"/>
                  </a:solidFill>
                </a:uFill>
                <a:latin typeface="Times New Roman" panose="02020603050405020304" pitchFamily="18" charset="0"/>
                <a:cs typeface="Times New Roman" panose="02020603050405020304" pitchFamily="18" charset="0"/>
              </a:rPr>
              <a:t> </a:t>
            </a:r>
            <a:r>
              <a:rPr lang="en-US" sz="2000" u="sng" spc="-27" dirty="0">
                <a:uFill>
                  <a:solidFill>
                    <a:srgbClr val="222222"/>
                  </a:solidFill>
                </a:uFill>
                <a:latin typeface="Times New Roman" panose="02020603050405020304" pitchFamily="18" charset="0"/>
                <a:cs typeface="Times New Roman" panose="02020603050405020304" pitchFamily="18" charset="0"/>
              </a:rPr>
              <a:t>pans</a:t>
            </a:r>
            <a:r>
              <a:rPr lang="en-US" sz="2000" u="sng" spc="-120"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and</a:t>
            </a:r>
            <a:r>
              <a:rPr lang="en-US" sz="2000" u="sng" spc="-120"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guards</a:t>
            </a:r>
            <a:r>
              <a:rPr lang="en-US" sz="2000" spc="-1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where</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possible</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spills</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might</a:t>
            </a:r>
            <a:r>
              <a:rPr lang="en-US" sz="2000" spc="-1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occur.</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When</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spills</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a:t>
            </a:r>
            <a:r>
              <a:rPr lang="en-US" sz="2000" spc="-113" dirty="0">
                <a:latin typeface="Times New Roman" panose="02020603050405020304" pitchFamily="18" charset="0"/>
                <a:cs typeface="Times New Roman" panose="02020603050405020304" pitchFamily="18" charset="0"/>
              </a:rPr>
              <a:t> </a:t>
            </a:r>
            <a:r>
              <a:rPr lang="en-US" sz="2000" spc="-40" dirty="0">
                <a:latin typeface="Times New Roman" panose="02020603050405020304" pitchFamily="18" charset="0"/>
                <a:cs typeface="Times New Roman" panose="02020603050405020304" pitchFamily="18" charset="0"/>
              </a:rPr>
              <a:t>occur,</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important</a:t>
            </a:r>
            <a:r>
              <a:rPr lang="en-US" sz="2000" spc="-11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33" dirty="0">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clean</a:t>
            </a:r>
            <a:r>
              <a:rPr lang="en-US" sz="2000" u="sng" spc="-11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them</a:t>
            </a:r>
            <a:r>
              <a:rPr lang="en-US" sz="2000" u="sng" spc="-11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up</a:t>
            </a:r>
            <a:r>
              <a:rPr lang="en-US" sz="2000" u="sng" spc="-120"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immediately</a:t>
            </a:r>
            <a:r>
              <a:rPr lang="en-US" sz="2000" spc="-13"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u="sng" dirty="0">
                <a:uFill>
                  <a:solidFill>
                    <a:srgbClr val="222222"/>
                  </a:solidFill>
                </a:uFill>
                <a:latin typeface="Times New Roman" panose="02020603050405020304" pitchFamily="18" charset="0"/>
                <a:cs typeface="Times New Roman" panose="02020603050405020304" pitchFamily="18" charset="0"/>
              </a:rPr>
              <a:t>Absorbent</a:t>
            </a:r>
            <a:r>
              <a:rPr lang="en-US" sz="2000" u="sng" spc="-10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materials</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useful</a:t>
            </a:r>
            <a:r>
              <a:rPr lang="en-US" sz="2000" spc="-9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9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wiping</a:t>
            </a:r>
            <a:r>
              <a:rPr lang="en-US" sz="2000" spc="-10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up</a:t>
            </a:r>
            <a:r>
              <a:rPr lang="en-US" sz="2000" spc="-93" dirty="0">
                <a:latin typeface="Times New Roman" panose="02020603050405020304" pitchFamily="18" charset="0"/>
                <a:cs typeface="Times New Roman" panose="02020603050405020304" pitchFamily="18" charset="0"/>
              </a:rPr>
              <a:t> </a:t>
            </a:r>
            <a:r>
              <a:rPr lang="en-US" sz="2000" spc="-53" dirty="0">
                <a:latin typeface="Times New Roman" panose="02020603050405020304" pitchFamily="18" charset="0"/>
                <a:cs typeface="Times New Roman" panose="02020603050405020304" pitchFamily="18" charset="0"/>
              </a:rPr>
              <a:t>greasy,</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oily</a:t>
            </a:r>
            <a:r>
              <a:rPr lang="en-US" sz="2000" spc="-9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9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other</a:t>
            </a:r>
            <a:r>
              <a:rPr lang="en-US" sz="2000" spc="-1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liquid</a:t>
            </a:r>
            <a:r>
              <a:rPr lang="en-US" sz="2000" spc="-9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spills.</a:t>
            </a:r>
            <a:endParaRPr lang="en-US" sz="2000" dirty="0">
              <a:latin typeface="Times New Roman" panose="02020603050405020304" pitchFamily="18" charset="0"/>
              <a:cs typeface="Times New Roman" panose="02020603050405020304" pitchFamily="18" charset="0"/>
            </a:endParaRPr>
          </a:p>
          <a:p>
            <a:pPr marL="625671" lvl="1" indent="-228600" algn="just">
              <a:lnSpc>
                <a:spcPct val="90000"/>
              </a:lnSpc>
              <a:spcBef>
                <a:spcPts val="267"/>
              </a:spcBef>
              <a:buFont typeface="Arial" panose="020B0604020202020204" pitchFamily="34" charset="0"/>
              <a:buChar char="•"/>
              <a:tabLst>
                <a:tab pos="625671" algn="l"/>
              </a:tabLst>
            </a:pPr>
            <a:r>
              <a:rPr lang="en-US" sz="2000" dirty="0">
                <a:latin typeface="Times New Roman" panose="02020603050405020304" pitchFamily="18" charset="0"/>
                <a:cs typeface="Times New Roman" panose="02020603050405020304" pitchFamily="18" charset="0"/>
              </a:rPr>
              <a:t>Used</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absorbents</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must</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disposed</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properly</a:t>
            </a:r>
            <a:r>
              <a:rPr lang="en-US" sz="2000" spc="-1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other</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and</a:t>
            </a:r>
            <a:r>
              <a:rPr lang="en-US" sz="2000" spc="-1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safely.</a:t>
            </a:r>
            <a:endParaRPr lang="en-US" sz="2000" dirty="0">
              <a:latin typeface="Times New Roman" panose="02020603050405020304" pitchFamily="18" charset="0"/>
              <a:cs typeface="Times New Roman" panose="02020603050405020304" pitchFamily="18" charset="0"/>
            </a:endParaRPr>
          </a:p>
          <a:p>
            <a:endParaRPr lang="en-GB" dirty="0"/>
          </a:p>
        </p:txBody>
      </p:sp>
      <p:pic>
        <p:nvPicPr>
          <p:cNvPr id="8" name="Picture 7" descr="A sign with a key on it&#10;&#10;Description automatically generated">
            <a:extLst>
              <a:ext uri="{FF2B5EF4-FFF2-40B4-BE49-F238E27FC236}">
                <a16:creationId xmlns:a16="http://schemas.microsoft.com/office/drawing/2014/main" id="{DE2F67E2-FB5C-B510-8055-51D8A5CC7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0392" y="267875"/>
            <a:ext cx="3857515" cy="279085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everal different colored trash cans&#10;&#10;Description automatically generated">
            <a:extLst>
              <a:ext uri="{FF2B5EF4-FFF2-40B4-BE49-F238E27FC236}">
                <a16:creationId xmlns:a16="http://schemas.microsoft.com/office/drawing/2014/main" id="{95356CAE-C505-51AA-710A-3CFFB4DC1411}"/>
              </a:ext>
            </a:extLst>
          </p:cNvPr>
          <p:cNvPicPr>
            <a:picLocks noChangeAspect="1"/>
          </p:cNvPicPr>
          <p:nvPr/>
        </p:nvPicPr>
        <p:blipFill>
          <a:blip r:embed="rId2">
            <a:extLst>
              <a:ext uri="{28A0092B-C50C-407E-A947-70E740481C1C}">
                <a14:useLocalDpi xmlns:a14="http://schemas.microsoft.com/office/drawing/2010/main" val="0"/>
              </a:ext>
            </a:extLst>
          </a:blip>
          <a:srcRect t="28391" r="-1" b="9042"/>
          <a:stretch/>
        </p:blipFill>
        <p:spPr>
          <a:xfrm>
            <a:off x="-1" y="10"/>
            <a:ext cx="12228129" cy="4666928"/>
          </a:xfrm>
          <a:prstGeom prst="rect">
            <a:avLst/>
          </a:prstGeom>
        </p:spPr>
      </p:pic>
      <p:grpSp>
        <p:nvGrpSpPr>
          <p:cNvPr id="12" name="Group 11">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3" name="Freeform: Shape 12">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6" name="Freeform: Shape 15">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object 2"/>
          <p:cNvSpPr txBox="1"/>
          <p:nvPr/>
        </p:nvSpPr>
        <p:spPr>
          <a:xfrm>
            <a:off x="-36433" y="4353083"/>
            <a:ext cx="11433091" cy="1509935"/>
          </a:xfrm>
          <a:prstGeom prst="rect">
            <a:avLst/>
          </a:prstGeom>
        </p:spPr>
        <p:txBody>
          <a:bodyPr vert="horz" lIns="91440" tIns="45720" rIns="91440" bIns="45720" rtlCol="0" anchor="ctr">
            <a:noAutofit/>
          </a:bodyPr>
          <a:lstStyle/>
          <a:p>
            <a:pPr marL="180335" indent="-228600" algn="just">
              <a:lnSpc>
                <a:spcPct val="90000"/>
              </a:lnSpc>
              <a:spcBef>
                <a:spcPts val="133"/>
              </a:spcBef>
              <a:buFont typeface="Arial" panose="020B0604020202020204" pitchFamily="34" charset="0"/>
              <a:buChar char="•"/>
              <a:tabLst>
                <a:tab pos="180335" algn="l"/>
              </a:tabLst>
            </a:pPr>
            <a:r>
              <a:rPr lang="en-US" sz="2000" b="1" dirty="0">
                <a:solidFill>
                  <a:schemeClr val="tx2"/>
                </a:solidFill>
                <a:latin typeface="Times New Roman" panose="02020603050405020304" pitchFamily="18" charset="0"/>
                <a:cs typeface="Times New Roman" panose="02020603050405020304" pitchFamily="18" charset="0"/>
              </a:rPr>
              <a:t>Waste</a:t>
            </a:r>
            <a:r>
              <a:rPr lang="en-US" sz="2000" b="1" spc="-100" dirty="0">
                <a:solidFill>
                  <a:schemeClr val="tx2"/>
                </a:solidFill>
                <a:latin typeface="Times New Roman" panose="02020603050405020304" pitchFamily="18" charset="0"/>
                <a:cs typeface="Times New Roman" panose="02020603050405020304" pitchFamily="18" charset="0"/>
              </a:rPr>
              <a:t> </a:t>
            </a:r>
            <a:r>
              <a:rPr lang="en-US" sz="2000" b="1" spc="-13" dirty="0">
                <a:solidFill>
                  <a:schemeClr val="tx2"/>
                </a:solidFill>
                <a:latin typeface="Times New Roman" panose="02020603050405020304" pitchFamily="18" charset="0"/>
                <a:cs typeface="Times New Roman" panose="02020603050405020304" pitchFamily="18" charset="0"/>
              </a:rPr>
              <a:t>Disposal</a:t>
            </a:r>
            <a:endParaRPr lang="en-US" sz="2000" b="1" dirty="0">
              <a:solidFill>
                <a:schemeClr val="tx2"/>
              </a:solidFill>
              <a:latin typeface="Times New Roman" panose="02020603050405020304" pitchFamily="18" charset="0"/>
              <a:cs typeface="Times New Roman" panose="02020603050405020304" pitchFamily="18" charset="0"/>
            </a:endParaRPr>
          </a:p>
          <a:p>
            <a:pPr marL="626518" marR="59265" lvl="1" indent="-228600" algn="just">
              <a:lnSpc>
                <a:spcPct val="90000"/>
              </a:lnSpc>
              <a:spcBef>
                <a:spcPts val="1600"/>
              </a:spcBef>
              <a:buFont typeface="Arial" panose="020B0604020202020204" pitchFamily="34" charset="0"/>
              <a:buChar char="•"/>
              <a:tabLst>
                <a:tab pos="626518" algn="l"/>
              </a:tabLst>
            </a:pP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regular</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spc="-13" dirty="0">
                <a:solidFill>
                  <a:schemeClr val="tx2"/>
                </a:solidFill>
                <a:uFill>
                  <a:solidFill>
                    <a:srgbClr val="222222"/>
                  </a:solidFill>
                </a:uFill>
                <a:latin typeface="Times New Roman" panose="02020603050405020304" pitchFamily="18" charset="0"/>
                <a:cs typeface="Times New Roman" panose="02020603050405020304" pitchFamily="18" charset="0"/>
              </a:rPr>
              <a:t>collection,</a:t>
            </a:r>
            <a:r>
              <a:rPr lang="en-US" sz="2000" u="sng" spc="-33"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grading</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and</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sorting</a:t>
            </a:r>
            <a:r>
              <a:rPr lang="en-US" sz="2000" u="sng" spc="-33"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of</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scrap</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contribute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good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housekeeping</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practices.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It</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also</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makes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33" dirty="0">
                <a:solidFill>
                  <a:schemeClr val="tx2"/>
                </a:solidFill>
                <a:latin typeface="Times New Roman" panose="02020603050405020304" pitchFamily="18" charset="0"/>
                <a:cs typeface="Times New Roman" panose="02020603050405020304" pitchFamily="18" charset="0"/>
              </a:rPr>
              <a:t>it </a:t>
            </a:r>
            <a:r>
              <a:rPr lang="en-US" sz="2000" spc="-13" dirty="0">
                <a:solidFill>
                  <a:schemeClr val="tx2"/>
                </a:solidFill>
                <a:latin typeface="Times New Roman" panose="02020603050405020304" pitchFamily="18" charset="0"/>
                <a:cs typeface="Times New Roman" panose="02020603050405020304" pitchFamily="18" charset="0"/>
              </a:rPr>
              <a:t>possible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separate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materials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that</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can</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recycled</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from</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those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going</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waste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disposal</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facilities.</a:t>
            </a:r>
            <a:endParaRPr lang="en-US" sz="2000" dirty="0">
              <a:solidFill>
                <a:schemeClr val="tx2"/>
              </a:solidFill>
              <a:latin typeface="Times New Roman" panose="02020603050405020304" pitchFamily="18" charset="0"/>
              <a:cs typeface="Times New Roman" panose="02020603050405020304" pitchFamily="18" charset="0"/>
            </a:endParaRPr>
          </a:p>
          <a:p>
            <a:pPr marL="626518" marR="6773" lvl="1" indent="-228600" algn="just">
              <a:lnSpc>
                <a:spcPct val="90000"/>
              </a:lnSpc>
              <a:buFont typeface="Arial" panose="020B0604020202020204" pitchFamily="34" charset="0"/>
              <a:buChar char="•"/>
              <a:tabLst>
                <a:tab pos="626518" algn="l"/>
              </a:tabLst>
            </a:pPr>
            <a:r>
              <a:rPr lang="en-US" sz="2000" u="sng" spc="-13" dirty="0">
                <a:solidFill>
                  <a:schemeClr val="tx2"/>
                </a:solidFill>
                <a:uFill>
                  <a:solidFill>
                    <a:srgbClr val="222222"/>
                  </a:solidFill>
                </a:uFill>
                <a:latin typeface="Times New Roman" panose="02020603050405020304" pitchFamily="18" charset="0"/>
                <a:cs typeface="Times New Roman" panose="02020603050405020304" pitchFamily="18" charset="0"/>
              </a:rPr>
              <a:t>Allowing</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material</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to</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build</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up</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on</a:t>
            </a:r>
            <a:r>
              <a:rPr lang="en-US" sz="2000"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the</a:t>
            </a:r>
            <a:r>
              <a:rPr lang="en-US" sz="2000" u="sng" spc="-2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floor</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wastes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time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energy</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since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additional</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time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required</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for</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cleaning</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33" dirty="0">
                <a:solidFill>
                  <a:schemeClr val="tx2"/>
                </a:solidFill>
                <a:latin typeface="Times New Roman" panose="02020603050405020304" pitchFamily="18" charset="0"/>
                <a:cs typeface="Times New Roman" panose="02020603050405020304" pitchFamily="18" charset="0"/>
              </a:rPr>
              <a:t>it up.</a:t>
            </a:r>
            <a:endParaRPr lang="en-US" sz="2000" dirty="0">
              <a:solidFill>
                <a:schemeClr val="tx2"/>
              </a:solidFill>
              <a:latin typeface="Times New Roman" panose="02020603050405020304" pitchFamily="18" charset="0"/>
              <a:cs typeface="Times New Roman" panose="02020603050405020304" pitchFamily="18" charset="0"/>
            </a:endParaRPr>
          </a:p>
          <a:p>
            <a:pPr marL="626518" marR="387764" lvl="1" indent="-228600" algn="just">
              <a:lnSpc>
                <a:spcPct val="90000"/>
              </a:lnSpc>
              <a:buFont typeface="Arial" panose="020B0604020202020204" pitchFamily="34" charset="0"/>
              <a:buChar char="•"/>
              <a:tabLst>
                <a:tab pos="626518" algn="l"/>
              </a:tabLst>
            </a:pP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Placing</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scrap</a:t>
            </a:r>
            <a:r>
              <a:rPr lang="en-US" sz="2000" u="sng" spc="-4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containers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near</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where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waste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produced</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encourages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orderly</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waste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disposal</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makes collection</a:t>
            </a:r>
            <a:r>
              <a:rPr lang="en-US" sz="200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easier.</a:t>
            </a:r>
            <a:endParaRPr lang="en-US" sz="2000" dirty="0">
              <a:solidFill>
                <a:schemeClr val="tx2"/>
              </a:solidFill>
              <a:latin typeface="Times New Roman" panose="02020603050405020304" pitchFamily="18" charset="0"/>
              <a:cs typeface="Times New Roman" panose="02020603050405020304" pitchFamily="18" charset="0"/>
            </a:endParaRPr>
          </a:p>
          <a:p>
            <a:pPr marL="625671" lvl="1" indent="-228600" algn="just">
              <a:lnSpc>
                <a:spcPct val="90000"/>
              </a:lnSpc>
              <a:spcBef>
                <a:spcPts val="260"/>
              </a:spcBef>
              <a:buFont typeface="Arial" panose="020B0604020202020204" pitchFamily="34" charset="0"/>
              <a:buChar char="•"/>
              <a:tabLst>
                <a:tab pos="625671" algn="l"/>
              </a:tabLst>
            </a:pPr>
            <a:r>
              <a:rPr lang="en-US" sz="2000" dirty="0">
                <a:solidFill>
                  <a:schemeClr val="tx2"/>
                </a:solidFill>
                <a:latin typeface="Times New Roman" panose="02020603050405020304" pitchFamily="18" charset="0"/>
                <a:cs typeface="Times New Roman" panose="02020603050405020304" pitchFamily="18" charset="0"/>
              </a:rPr>
              <a:t>All</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waste</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receptacles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should</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u="sng" dirty="0">
                <a:solidFill>
                  <a:schemeClr val="tx2"/>
                </a:solidFill>
                <a:uFill>
                  <a:solidFill>
                    <a:srgbClr val="222222"/>
                  </a:solidFill>
                </a:uFill>
                <a:latin typeface="Times New Roman" panose="02020603050405020304" pitchFamily="18" charset="0"/>
                <a:cs typeface="Times New Roman" panose="02020603050405020304" pitchFamily="18" charset="0"/>
              </a:rPr>
              <a:t>clearly</a:t>
            </a:r>
            <a:r>
              <a:rPr lang="en-US" sz="2000" u="sng" spc="-4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US" sz="2000" u="sng" spc="-13" dirty="0">
                <a:solidFill>
                  <a:schemeClr val="tx2"/>
                </a:solidFill>
                <a:uFill>
                  <a:solidFill>
                    <a:srgbClr val="222222"/>
                  </a:solidFill>
                </a:uFill>
                <a:latin typeface="Times New Roman" panose="02020603050405020304" pitchFamily="18" charset="0"/>
                <a:cs typeface="Times New Roman" panose="02020603050405020304" pitchFamily="18" charset="0"/>
              </a:rPr>
              <a:t>labelled</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t>
            </a:r>
            <a:r>
              <a:rPr lang="en-US" sz="2000" dirty="0" err="1">
                <a:solidFill>
                  <a:schemeClr val="tx2"/>
                </a:solidFill>
                <a:latin typeface="Times New Roman" panose="02020603050405020304" pitchFamily="18" charset="0"/>
                <a:cs typeface="Times New Roman" panose="02020603050405020304" pitchFamily="18" charset="0"/>
              </a:rPr>
              <a:t>e.g</a:t>
            </a:r>
            <a:r>
              <a:rPr lang="en-US" sz="2000" dirty="0">
                <a:solidFill>
                  <a:schemeClr val="tx2"/>
                </a:solidFill>
                <a:latin typeface="Times New Roman" panose="02020603050405020304" pitchFamily="18" charset="0"/>
                <a:cs typeface="Times New Roman" panose="02020603050405020304" pitchFamily="18" charset="0"/>
              </a:rPr>
              <a:t>,</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recyclable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glass,</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plastic,</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scrap</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metal,</a:t>
            </a:r>
            <a:r>
              <a:rPr lang="en-US" sz="2000" spc="-4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etc.).</a:t>
            </a:r>
            <a:endParaRPr lang="en-US" sz="2000"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arehouse with boxes and boxes&#10;&#10;Description automatically generated with medium confidence">
            <a:extLst>
              <a:ext uri="{FF2B5EF4-FFF2-40B4-BE49-F238E27FC236}">
                <a16:creationId xmlns:a16="http://schemas.microsoft.com/office/drawing/2014/main" id="{CE1A4ADA-6A64-DB1E-63E0-4339A3A4E535}"/>
              </a:ext>
            </a:extLst>
          </p:cNvPr>
          <p:cNvPicPr>
            <a:picLocks noChangeAspect="1"/>
          </p:cNvPicPr>
          <p:nvPr/>
        </p:nvPicPr>
        <p:blipFill>
          <a:blip r:embed="rId2">
            <a:extLst>
              <a:ext uri="{28A0092B-C50C-407E-A947-70E740481C1C}">
                <a14:useLocalDpi xmlns:a14="http://schemas.microsoft.com/office/drawing/2010/main" val="0"/>
              </a:ext>
            </a:extLst>
          </a:blip>
          <a:srcRect t="4608"/>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id="{CE884AE8-D8ED-DBC8-D130-818B035A78B7}"/>
              </a:ext>
            </a:extLst>
          </p:cNvPr>
          <p:cNvSpPr>
            <a:spLocks noGrp="1"/>
          </p:cNvSpPr>
          <p:nvPr>
            <p:ph idx="1"/>
          </p:nvPr>
        </p:nvSpPr>
        <p:spPr>
          <a:xfrm>
            <a:off x="6901731" y="337166"/>
            <a:ext cx="5290269" cy="6246514"/>
          </a:xfrm>
        </p:spPr>
        <p:txBody>
          <a:bodyPr>
            <a:noAutofit/>
          </a:bodyPr>
          <a:lstStyle/>
          <a:p>
            <a:pPr marL="180335" indent="-163403" algn="just">
              <a:spcBef>
                <a:spcPts val="133"/>
              </a:spcBef>
              <a:buAutoNum type="romanLcParenR"/>
              <a:tabLst>
                <a:tab pos="180335" algn="l"/>
              </a:tabLst>
            </a:pPr>
            <a:r>
              <a:rPr lang="en-GB" sz="1800" b="1" spc="-13" dirty="0">
                <a:latin typeface="Times New Roman" panose="02020603050405020304" pitchFamily="18" charset="0"/>
                <a:cs typeface="Times New Roman" panose="02020603050405020304" pitchFamily="18" charset="0"/>
              </a:rPr>
              <a:t>Storage</a:t>
            </a:r>
            <a:endParaRPr lang="en-GB" sz="1800" dirty="0">
              <a:latin typeface="Times New Roman" panose="02020603050405020304" pitchFamily="18" charset="0"/>
              <a:cs typeface="Times New Roman" panose="02020603050405020304" pitchFamily="18" charset="0"/>
            </a:endParaRPr>
          </a:p>
          <a:p>
            <a:pPr marL="626518" marR="242987" lvl="1" indent="-417396" algn="just">
              <a:spcBef>
                <a:spcPts val="1600"/>
              </a:spcBef>
              <a:buChar char="●"/>
              <a:tabLst>
                <a:tab pos="626518" algn="l"/>
              </a:tabLst>
            </a:pPr>
            <a:r>
              <a:rPr lang="en-GB" sz="1800" u="sng" dirty="0">
                <a:uFill>
                  <a:solidFill>
                    <a:srgbClr val="222222"/>
                  </a:solidFill>
                </a:uFill>
                <a:latin typeface="Times New Roman" panose="02020603050405020304" pitchFamily="18" charset="0"/>
                <a:cs typeface="Times New Roman" panose="02020603050405020304" pitchFamily="18" charset="0"/>
              </a:rPr>
              <a:t>Good</a:t>
            </a:r>
            <a:r>
              <a:rPr lang="en-GB" sz="1800" u="sng" spc="-27" dirty="0">
                <a:uFill>
                  <a:solidFill>
                    <a:srgbClr val="222222"/>
                  </a:solidFill>
                </a:uFill>
                <a:latin typeface="Times New Roman" panose="02020603050405020304" pitchFamily="18" charset="0"/>
                <a:cs typeface="Times New Roman" panose="02020603050405020304" pitchFamily="18" charset="0"/>
              </a:rPr>
              <a:t> </a:t>
            </a:r>
            <a:r>
              <a:rPr lang="en-GB" sz="1800" u="sng" spc="-13" dirty="0">
                <a:uFill>
                  <a:solidFill>
                    <a:srgbClr val="222222"/>
                  </a:solidFill>
                </a:uFill>
                <a:latin typeface="Times New Roman" panose="02020603050405020304" pitchFamily="18" charset="0"/>
                <a:cs typeface="Times New Roman" panose="02020603050405020304" pitchFamily="18" charset="0"/>
              </a:rPr>
              <a:t>organization</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of</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stored</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materials</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is</a:t>
            </a:r>
            <a:r>
              <a:rPr lang="en-GB" sz="1800" spc="-27"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essential</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for</a:t>
            </a:r>
            <a:r>
              <a:rPr lang="en-GB" sz="1800" spc="-27"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overcoming</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material</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storage</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problems</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whether</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on</a:t>
            </a:r>
            <a:r>
              <a:rPr lang="en-GB" sz="1800" spc="-27" dirty="0">
                <a:latin typeface="Times New Roman" panose="02020603050405020304" pitchFamily="18" charset="0"/>
                <a:cs typeface="Times New Roman" panose="02020603050405020304" pitchFamily="18" charset="0"/>
              </a:rPr>
              <a:t> </a:t>
            </a:r>
            <a:r>
              <a:rPr lang="en-GB" sz="1800" spc="-67" dirty="0">
                <a:latin typeface="Times New Roman" panose="02020603050405020304" pitchFamily="18" charset="0"/>
                <a:cs typeface="Times New Roman" panose="02020603050405020304" pitchFamily="18" charset="0"/>
              </a:rPr>
              <a:t>a </a:t>
            </a:r>
            <a:r>
              <a:rPr lang="en-GB" sz="1800" dirty="0">
                <a:latin typeface="Times New Roman" panose="02020603050405020304" pitchFamily="18" charset="0"/>
                <a:cs typeface="Times New Roman" panose="02020603050405020304" pitchFamily="18" charset="0"/>
              </a:rPr>
              <a:t>temporary</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or</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permanent</a:t>
            </a:r>
            <a:r>
              <a:rPr lang="en-GB" sz="1800" spc="-20"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basis.</a:t>
            </a:r>
            <a:endParaRPr lang="en-GB" sz="1800" dirty="0">
              <a:latin typeface="Times New Roman" panose="02020603050405020304" pitchFamily="18" charset="0"/>
              <a:cs typeface="Times New Roman" panose="02020603050405020304" pitchFamily="18" charset="0"/>
            </a:endParaRPr>
          </a:p>
          <a:p>
            <a:pPr marL="626518" marR="6773" lvl="1" indent="-417396" algn="just">
              <a:buChar char="●"/>
              <a:tabLst>
                <a:tab pos="626518" algn="l"/>
              </a:tabLst>
            </a:pPr>
            <a:r>
              <a:rPr lang="en-GB" sz="1800" dirty="0">
                <a:latin typeface="Times New Roman" panose="02020603050405020304" pitchFamily="18" charset="0"/>
                <a:cs typeface="Times New Roman" panose="02020603050405020304" pitchFamily="18" charset="0"/>
              </a:rPr>
              <a:t>There</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will</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also</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be</a:t>
            </a:r>
            <a:r>
              <a:rPr lang="en-GB" sz="1800" spc="-40" dirty="0">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fewer</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strain</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injuries</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if</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the</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amount</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of</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spc="-13" dirty="0">
                <a:uFill>
                  <a:solidFill>
                    <a:srgbClr val="222222"/>
                  </a:solidFill>
                </a:uFill>
                <a:latin typeface="Times New Roman" panose="02020603050405020304" pitchFamily="18" charset="0"/>
                <a:cs typeface="Times New Roman" panose="02020603050405020304" pitchFamily="18" charset="0"/>
              </a:rPr>
              <a:t>handling</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is</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reduced</a:t>
            </a:r>
            <a:r>
              <a:rPr lang="en-GB" sz="1800" dirty="0">
                <a:latin typeface="Times New Roman" panose="02020603050405020304" pitchFamily="18" charset="0"/>
                <a:cs typeface="Times New Roman" panose="02020603050405020304" pitchFamily="18" charset="0"/>
              </a:rPr>
              <a:t>,</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especially</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if</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less</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manual</a:t>
            </a:r>
            <a:r>
              <a:rPr lang="en-GB" sz="1800" spc="-40"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material handling </a:t>
            </a:r>
            <a:r>
              <a:rPr lang="en-GB" sz="1800" dirty="0">
                <a:latin typeface="Times New Roman" panose="02020603050405020304" pitchFamily="18" charset="0"/>
                <a:cs typeface="Times New Roman" panose="02020603050405020304" pitchFamily="18" charset="0"/>
              </a:rPr>
              <a:t>is</a:t>
            </a:r>
            <a:r>
              <a:rPr lang="en-GB" sz="1800" spc="-7"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required.</a:t>
            </a:r>
            <a:endParaRPr lang="en-GB" sz="1800" dirty="0">
              <a:latin typeface="Times New Roman" panose="02020603050405020304" pitchFamily="18" charset="0"/>
              <a:cs typeface="Times New Roman" panose="02020603050405020304" pitchFamily="18" charset="0"/>
            </a:endParaRPr>
          </a:p>
          <a:p>
            <a:pPr marL="626518" marR="285320" lvl="1" indent="-417396" algn="just">
              <a:buChar char="●"/>
              <a:tabLst>
                <a:tab pos="626518" algn="l"/>
              </a:tabLst>
            </a:pPr>
            <a:r>
              <a:rPr lang="en-GB" sz="1800" dirty="0">
                <a:latin typeface="Times New Roman" panose="02020603050405020304" pitchFamily="18" charset="0"/>
                <a:cs typeface="Times New Roman" panose="02020603050405020304" pitchFamily="18" charset="0"/>
              </a:rPr>
              <a:t>The</a:t>
            </a:r>
            <a:r>
              <a:rPr lang="en-GB" sz="1800" spc="-40"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location</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of</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the</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stockpiles</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should</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not</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interfere</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with</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work</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but</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they</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should</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still</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be</a:t>
            </a:r>
            <a:r>
              <a:rPr lang="en-GB" sz="1800" spc="-40" dirty="0">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readily</a:t>
            </a:r>
            <a:r>
              <a:rPr lang="en-GB" sz="1800" u="sng" spc="-33" dirty="0">
                <a:uFill>
                  <a:solidFill>
                    <a:srgbClr val="222222"/>
                  </a:solidFill>
                </a:uFill>
                <a:latin typeface="Times New Roman" panose="02020603050405020304" pitchFamily="18" charset="0"/>
                <a:cs typeface="Times New Roman" panose="02020603050405020304" pitchFamily="18" charset="0"/>
              </a:rPr>
              <a:t> </a:t>
            </a:r>
            <a:r>
              <a:rPr lang="en-GB" sz="1800" u="sng" spc="-13" dirty="0">
                <a:uFill>
                  <a:solidFill>
                    <a:srgbClr val="222222"/>
                  </a:solidFill>
                </a:uFill>
                <a:latin typeface="Times New Roman" panose="02020603050405020304" pitchFamily="18" charset="0"/>
                <a:cs typeface="Times New Roman" panose="02020603050405020304" pitchFamily="18" charset="0"/>
              </a:rPr>
              <a:t>available</a:t>
            </a:r>
            <a:r>
              <a:rPr lang="en-GB" sz="1800" spc="-40" dirty="0">
                <a:latin typeface="Times New Roman" panose="02020603050405020304" pitchFamily="18" charset="0"/>
                <a:cs typeface="Times New Roman" panose="02020603050405020304" pitchFamily="18" charset="0"/>
              </a:rPr>
              <a:t> </a:t>
            </a:r>
            <a:r>
              <a:rPr lang="en-GB" sz="1800" spc="-27" dirty="0">
                <a:latin typeface="Times New Roman" panose="02020603050405020304" pitchFamily="18" charset="0"/>
                <a:cs typeface="Times New Roman" panose="02020603050405020304" pitchFamily="18" charset="0"/>
              </a:rPr>
              <a:t>when </a:t>
            </a:r>
            <a:r>
              <a:rPr lang="en-GB" sz="1800" spc="-13" dirty="0">
                <a:latin typeface="Times New Roman" panose="02020603050405020304" pitchFamily="18" charset="0"/>
                <a:cs typeface="Times New Roman" panose="02020603050405020304" pitchFamily="18" charset="0"/>
              </a:rPr>
              <a:t>required.</a:t>
            </a:r>
            <a:endParaRPr lang="en-GB" sz="1800" dirty="0">
              <a:latin typeface="Times New Roman" panose="02020603050405020304" pitchFamily="18" charset="0"/>
              <a:cs typeface="Times New Roman" panose="02020603050405020304" pitchFamily="18" charset="0"/>
            </a:endParaRPr>
          </a:p>
          <a:p>
            <a:pPr marL="625671" lvl="1" indent="-416550" algn="just">
              <a:spcBef>
                <a:spcPts val="260"/>
              </a:spcBef>
              <a:buChar char="●"/>
              <a:tabLst>
                <a:tab pos="625671" algn="l"/>
              </a:tabLst>
            </a:pPr>
            <a:r>
              <a:rPr lang="en-GB" sz="1800" dirty="0">
                <a:latin typeface="Times New Roman" panose="02020603050405020304" pitchFamily="18" charset="0"/>
                <a:cs typeface="Times New Roman" panose="02020603050405020304" pitchFamily="18" charset="0"/>
              </a:rPr>
              <a:t>Stored</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materials</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should</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allow</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at</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least</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one</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metre</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(or</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about</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three</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feet)</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of</a:t>
            </a:r>
            <a:r>
              <a:rPr lang="en-GB" sz="1800" spc="-27" dirty="0">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clear</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space</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under</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sprinkler</a:t>
            </a:r>
            <a:r>
              <a:rPr lang="en-GB" sz="1800" spc="-33"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heads.</a:t>
            </a:r>
            <a:endParaRPr lang="en-GB" sz="1800" dirty="0">
              <a:latin typeface="Times New Roman" panose="02020603050405020304" pitchFamily="18" charset="0"/>
              <a:cs typeface="Times New Roman" panose="02020603050405020304" pitchFamily="18" charset="0"/>
            </a:endParaRPr>
          </a:p>
          <a:p>
            <a:pPr marL="626518" marR="446182" lvl="1" indent="-417396" algn="just">
              <a:buChar char="●"/>
              <a:tabLst>
                <a:tab pos="626518" algn="l"/>
              </a:tabLst>
            </a:pPr>
            <a:r>
              <a:rPr lang="en-GB" sz="1800" dirty="0">
                <a:latin typeface="Times New Roman" panose="02020603050405020304" pitchFamily="18" charset="0"/>
                <a:cs typeface="Times New Roman" panose="02020603050405020304" pitchFamily="18" charset="0"/>
              </a:rPr>
              <a:t>Stored</a:t>
            </a:r>
            <a:r>
              <a:rPr lang="en-GB" sz="1800" spc="-4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materials</a:t>
            </a:r>
            <a:r>
              <a:rPr lang="en-GB" sz="1800" spc="-40" dirty="0">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should</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not</a:t>
            </a:r>
            <a:r>
              <a:rPr lang="en-GB" sz="1800" u="sng" spc="-47"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obstruct</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aisles,</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stairs,</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exits,</a:t>
            </a:r>
            <a:r>
              <a:rPr lang="en-GB" sz="1800" spc="-4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fire</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equipment,</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emergency</a:t>
            </a:r>
            <a:r>
              <a:rPr lang="en-GB" sz="1800" spc="-47"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eyewash</a:t>
            </a:r>
            <a:r>
              <a:rPr lang="en-GB" sz="1800" spc="-40"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fountains, </a:t>
            </a:r>
            <a:r>
              <a:rPr lang="en-GB" sz="1800" dirty="0">
                <a:latin typeface="Times New Roman" panose="02020603050405020304" pitchFamily="18" charset="0"/>
                <a:cs typeface="Times New Roman" panose="02020603050405020304" pitchFamily="18" charset="0"/>
              </a:rPr>
              <a:t>emergency</a:t>
            </a:r>
            <a:r>
              <a:rPr lang="en-GB" sz="1800" spc="-5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showers,</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or</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first</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aid</a:t>
            </a:r>
            <a:r>
              <a:rPr lang="en-GB" sz="1800" spc="-33"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stations.</a:t>
            </a:r>
            <a:r>
              <a:rPr lang="en-GB" sz="1800" spc="-8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All</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storage</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should</a:t>
            </a:r>
            <a:r>
              <a:rPr lang="en-GB" sz="1800" spc="-2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be</a:t>
            </a:r>
            <a:r>
              <a:rPr lang="en-GB" sz="1800" spc="-3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clearly</a:t>
            </a:r>
            <a:r>
              <a:rPr lang="en-GB" sz="1800" spc="-33"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marked.</a:t>
            </a:r>
            <a:endParaRPr lang="en-GB" sz="1800" dirty="0">
              <a:latin typeface="Times New Roman" panose="02020603050405020304" pitchFamily="18" charset="0"/>
              <a:cs typeface="Times New Roman" panose="02020603050405020304" pitchFamily="18" charset="0"/>
            </a:endParaRPr>
          </a:p>
          <a:p>
            <a:pPr marL="626518" marR="399617" lvl="1" indent="-417396" algn="just">
              <a:buChar char="●"/>
              <a:tabLst>
                <a:tab pos="626518" algn="l"/>
              </a:tabLst>
            </a:pPr>
            <a:r>
              <a:rPr lang="en-GB" sz="1800" spc="-13" dirty="0">
                <a:latin typeface="Times New Roman" panose="02020603050405020304" pitchFamily="18" charset="0"/>
                <a:cs typeface="Times New Roman" panose="02020603050405020304" pitchFamily="18" charset="0"/>
              </a:rPr>
              <a:t>Flammable,</a:t>
            </a:r>
            <a:r>
              <a:rPr lang="en-GB" sz="1800" spc="-4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combustible,</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toxic</a:t>
            </a:r>
            <a:r>
              <a:rPr lang="en-GB" sz="1800" spc="-4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and</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other</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hazardous</a:t>
            </a:r>
            <a:r>
              <a:rPr lang="en-GB" sz="1800" spc="-4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material</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should</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be</a:t>
            </a:r>
            <a:r>
              <a:rPr lang="en-GB" sz="1800" spc="-47"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stored</a:t>
            </a:r>
            <a:r>
              <a:rPr lang="en-GB" sz="1800" spc="-4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in</a:t>
            </a:r>
            <a:r>
              <a:rPr lang="en-GB" sz="1800" spc="-33" dirty="0">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approved</a:t>
            </a:r>
            <a:r>
              <a:rPr lang="en-GB" sz="1800" u="sng" spc="-40" dirty="0">
                <a:uFill>
                  <a:solidFill>
                    <a:srgbClr val="222222"/>
                  </a:solidFill>
                </a:uFill>
                <a:latin typeface="Times New Roman" panose="02020603050405020304" pitchFamily="18" charset="0"/>
                <a:cs typeface="Times New Roman" panose="02020603050405020304" pitchFamily="18" charset="0"/>
              </a:rPr>
              <a:t> </a:t>
            </a:r>
            <a:r>
              <a:rPr lang="en-GB" sz="1800" u="sng" dirty="0">
                <a:uFill>
                  <a:solidFill>
                    <a:srgbClr val="222222"/>
                  </a:solidFill>
                </a:uFill>
                <a:latin typeface="Times New Roman" panose="02020603050405020304" pitchFamily="18" charset="0"/>
                <a:cs typeface="Times New Roman" panose="02020603050405020304" pitchFamily="18" charset="0"/>
              </a:rPr>
              <a:t>containers</a:t>
            </a:r>
            <a:r>
              <a:rPr lang="en-GB" sz="1800" spc="-47" dirty="0">
                <a:latin typeface="Times New Roman" panose="02020603050405020304" pitchFamily="18" charset="0"/>
                <a:cs typeface="Times New Roman" panose="02020603050405020304" pitchFamily="18" charset="0"/>
              </a:rPr>
              <a:t> </a:t>
            </a:r>
            <a:r>
              <a:rPr lang="en-GB" sz="1800" spc="-33" dirty="0">
                <a:latin typeface="Times New Roman" panose="02020603050405020304" pitchFamily="18" charset="0"/>
                <a:cs typeface="Times New Roman" panose="02020603050405020304" pitchFamily="18" charset="0"/>
              </a:rPr>
              <a:t>in </a:t>
            </a:r>
            <a:r>
              <a:rPr lang="en-GB" sz="1800" spc="-13" dirty="0">
                <a:latin typeface="Times New Roman" panose="02020603050405020304" pitchFamily="18" charset="0"/>
                <a:cs typeface="Times New Roman" panose="02020603050405020304" pitchFamily="18" charset="0"/>
              </a:rPr>
              <a:t>designated</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areas</a:t>
            </a:r>
            <a:r>
              <a:rPr lang="en-GB" sz="1800" spc="-1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that</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are</a:t>
            </a:r>
            <a:r>
              <a:rPr lang="en-GB" sz="1800" spc="-1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appropriate</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for</a:t>
            </a:r>
            <a:r>
              <a:rPr lang="en-GB" sz="1800" spc="-1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the</a:t>
            </a:r>
            <a:r>
              <a:rPr lang="en-GB" sz="1800" spc="-20"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different </a:t>
            </a:r>
            <a:r>
              <a:rPr lang="en-GB" sz="1800" dirty="0">
                <a:latin typeface="Times New Roman" panose="02020603050405020304" pitchFamily="18" charset="0"/>
                <a:cs typeface="Times New Roman" panose="02020603050405020304" pitchFamily="18" charset="0"/>
              </a:rPr>
              <a:t>hazards</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that</a:t>
            </a:r>
            <a:r>
              <a:rPr lang="en-GB" sz="1800" spc="-13"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they</a:t>
            </a:r>
            <a:r>
              <a:rPr lang="en-GB" sz="1800" spc="-20" dirty="0">
                <a:latin typeface="Times New Roman" panose="02020603050405020304" pitchFamily="18" charset="0"/>
                <a:cs typeface="Times New Roman" panose="02020603050405020304" pitchFamily="18" charset="0"/>
              </a:rPr>
              <a:t> </a:t>
            </a:r>
            <a:r>
              <a:rPr lang="en-GB" sz="1800" spc="-13" dirty="0">
                <a:latin typeface="Times New Roman" panose="02020603050405020304" pitchFamily="18" charset="0"/>
                <a:cs typeface="Times New Roman" panose="02020603050405020304" pitchFamily="18" charset="0"/>
              </a:rPr>
              <a:t>pose.</a:t>
            </a:r>
            <a:endParaRPr lang="en-GB" sz="1800" dirty="0">
              <a:latin typeface="Times New Roman" panose="02020603050405020304" pitchFamily="18" charset="0"/>
              <a:cs typeface="Times New Roman" panose="02020603050405020304" pitchFamily="18" charset="0"/>
            </a:endParaRPr>
          </a:p>
          <a:p>
            <a:pPr algn="just"/>
            <a:endParaRPr lang="en-GB" sz="1800" dirty="0"/>
          </a:p>
        </p:txBody>
      </p:sp>
    </p:spTree>
    <p:extLst>
      <p:ext uri="{BB962C8B-B14F-4D97-AF65-F5344CB8AC3E}">
        <p14:creationId xmlns:p14="http://schemas.microsoft.com/office/powerpoint/2010/main" val="8685758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DBBE8-CE3C-D8FE-B1C7-3BF6364FC048}"/>
              </a:ext>
            </a:extLst>
          </p:cNvPr>
          <p:cNvSpPr>
            <a:spLocks noGrp="1"/>
          </p:cNvSpPr>
          <p:nvPr>
            <p:ph type="title"/>
          </p:nvPr>
        </p:nvSpPr>
        <p:spPr>
          <a:xfrm>
            <a:off x="873061" y="1967265"/>
            <a:ext cx="3187826" cy="2547257"/>
          </a:xfrm>
          <a:noFill/>
        </p:spPr>
        <p:txBody>
          <a:bodyPr anchor="ctr">
            <a:noAutofit/>
          </a:bodyPr>
          <a:lstStyle/>
          <a:p>
            <a:pPr algn="ctr"/>
            <a:r>
              <a:rPr lang="en-GB" b="1" dirty="0">
                <a:solidFill>
                  <a:srgbClr val="FFFFFF"/>
                </a:solidFill>
              </a:rPr>
              <a:t>5S IN INDUSTRIAL HOUSEKEEPING</a:t>
            </a:r>
          </a:p>
        </p:txBody>
      </p:sp>
      <p:pic>
        <p:nvPicPr>
          <p:cNvPr id="4" name="Picture 3" descr="A circular diagram of a product&#10;&#10;Description automatically generated with medium confidence">
            <a:extLst>
              <a:ext uri="{FF2B5EF4-FFF2-40B4-BE49-F238E27FC236}">
                <a16:creationId xmlns:a16="http://schemas.microsoft.com/office/drawing/2014/main" id="{5490EAA5-5873-6C2C-58EB-EC2995247C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4561" y="643466"/>
            <a:ext cx="5726209" cy="5568739"/>
          </a:xfrm>
          <a:prstGeom prst="rect">
            <a:avLst/>
          </a:prstGeom>
        </p:spPr>
      </p:pic>
    </p:spTree>
    <p:extLst>
      <p:ext uri="{BB962C8B-B14F-4D97-AF65-F5344CB8AC3E}">
        <p14:creationId xmlns:p14="http://schemas.microsoft.com/office/powerpoint/2010/main" val="19591642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1371599" y="5510253"/>
            <a:ext cx="9895951" cy="1033669"/>
          </a:xfrm>
          <a:prstGeom prst="rect">
            <a:avLst/>
          </a:prstGeom>
        </p:spPr>
        <p:txBody>
          <a:bodyPr vert="horz" lIns="91440" tIns="45720" rIns="91440" bIns="45720" rtlCol="0" anchor="ctr">
            <a:normAutofit/>
          </a:bodyPr>
          <a:lstStyle/>
          <a:p>
            <a:pPr marL="16933"/>
            <a:r>
              <a:rPr lang="en-US" sz="4000" b="1" u="sng" kern="1200" spc="133">
                <a:solidFill>
                  <a:srgbClr val="FFFFFF"/>
                </a:solidFill>
                <a:latin typeface="+mj-lt"/>
                <a:ea typeface="+mj-ea"/>
                <a:cs typeface="+mj-cs"/>
              </a:rPr>
              <a:t>5S</a:t>
            </a:r>
            <a:r>
              <a:rPr lang="en-US" sz="4000" b="1" u="sng" kern="1200" spc="-167">
                <a:solidFill>
                  <a:srgbClr val="FFFFFF"/>
                </a:solidFill>
                <a:latin typeface="+mj-lt"/>
                <a:ea typeface="+mj-ea"/>
                <a:cs typeface="+mj-cs"/>
              </a:rPr>
              <a:t> </a:t>
            </a:r>
            <a:r>
              <a:rPr lang="en-US" sz="4000" b="1" u="sng" kern="1200" spc="173">
                <a:solidFill>
                  <a:srgbClr val="FFFFFF"/>
                </a:solidFill>
                <a:latin typeface="+mj-lt"/>
                <a:ea typeface="+mj-ea"/>
                <a:cs typeface="+mj-cs"/>
              </a:rPr>
              <a:t>CONCEPT</a:t>
            </a:r>
            <a:r>
              <a:rPr lang="en-US" sz="4000" b="1" u="sng" kern="1200" spc="-253">
                <a:solidFill>
                  <a:srgbClr val="FFFFFF"/>
                </a:solidFill>
                <a:latin typeface="+mj-lt"/>
                <a:ea typeface="+mj-ea"/>
                <a:cs typeface="+mj-cs"/>
              </a:rPr>
              <a:t> </a:t>
            </a:r>
            <a:r>
              <a:rPr lang="en-US" sz="4000" b="1" u="sng" kern="1200" spc="93">
                <a:solidFill>
                  <a:srgbClr val="FFFFFF"/>
                </a:solidFill>
                <a:latin typeface="+mj-lt"/>
                <a:ea typeface="+mj-ea"/>
                <a:cs typeface="+mj-cs"/>
              </a:rPr>
              <a:t>OF</a:t>
            </a:r>
            <a:r>
              <a:rPr lang="en-US" sz="4000" b="1" u="sng" kern="1200" spc="-233">
                <a:solidFill>
                  <a:srgbClr val="FFFFFF"/>
                </a:solidFill>
                <a:latin typeface="+mj-lt"/>
                <a:ea typeface="+mj-ea"/>
                <a:cs typeface="+mj-cs"/>
              </a:rPr>
              <a:t> </a:t>
            </a:r>
            <a:r>
              <a:rPr lang="en-US" sz="4000" b="1" u="sng" kern="1200" spc="167">
                <a:solidFill>
                  <a:srgbClr val="FFFFFF"/>
                </a:solidFill>
                <a:latin typeface="+mj-lt"/>
                <a:ea typeface="+mj-ea"/>
                <a:cs typeface="+mj-cs"/>
              </a:rPr>
              <a:t>HOUSEKEEPING</a:t>
            </a:r>
            <a:endParaRPr lang="en-US" sz="4000" b="1" u="sng" kern="1200">
              <a:solidFill>
                <a:srgbClr val="FFFFFF"/>
              </a:solidFill>
              <a:latin typeface="+mj-lt"/>
              <a:ea typeface="+mj-ea"/>
              <a:cs typeface="+mj-cs"/>
            </a:endParaRPr>
          </a:p>
        </p:txBody>
      </p:sp>
      <p:pic>
        <p:nvPicPr>
          <p:cNvPr id="5" name="Picture 4" descr="Cartoon of people cleaning in a room&#10;&#10;Description automatically generated">
            <a:extLst>
              <a:ext uri="{FF2B5EF4-FFF2-40B4-BE49-F238E27FC236}">
                <a16:creationId xmlns:a16="http://schemas.microsoft.com/office/drawing/2014/main" id="{004D6DCC-8363-58DC-1107-EBC12E48713D}"/>
              </a:ext>
            </a:extLst>
          </p:cNvPr>
          <p:cNvPicPr>
            <a:picLocks noChangeAspect="1"/>
          </p:cNvPicPr>
          <p:nvPr/>
        </p:nvPicPr>
        <p:blipFill>
          <a:blip r:embed="rId2">
            <a:extLst>
              <a:ext uri="{28A0092B-C50C-407E-A947-70E740481C1C}">
                <a14:useLocalDpi xmlns:a14="http://schemas.microsoft.com/office/drawing/2010/main" val="0"/>
              </a:ext>
            </a:extLst>
          </a:blip>
          <a:srcRect t="20753" r="-1" b="11396"/>
          <a:stretch/>
        </p:blipFill>
        <p:spPr>
          <a:xfrm>
            <a:off x="5094129" y="385225"/>
            <a:ext cx="6916076" cy="2639576"/>
          </a:xfrm>
          <a:prstGeom prst="rect">
            <a:avLst/>
          </a:prstGeom>
        </p:spPr>
      </p:pic>
      <p:sp>
        <p:nvSpPr>
          <p:cNvPr id="3" name="object 3"/>
          <p:cNvSpPr txBox="1"/>
          <p:nvPr/>
        </p:nvSpPr>
        <p:spPr>
          <a:xfrm>
            <a:off x="548641" y="3833199"/>
            <a:ext cx="11656694" cy="1119982"/>
          </a:xfrm>
          <a:prstGeom prst="rect">
            <a:avLst/>
          </a:prstGeom>
        </p:spPr>
        <p:txBody>
          <a:bodyPr vert="horz" lIns="91440" tIns="45720" rIns="91440" bIns="45720" rtlCol="0" anchor="ctr">
            <a:noAutofit/>
          </a:bodyPr>
          <a:lstStyle/>
          <a:p>
            <a:pPr marL="453802" marR="574026" indent="-228600" algn="just">
              <a:lnSpc>
                <a:spcPct val="90000"/>
              </a:lnSpc>
              <a:buFont typeface="Arial" panose="020B0604020202020204" pitchFamily="34" charset="0"/>
              <a:buChar char="•"/>
              <a:tabLst>
                <a:tab pos="453802" algn="l"/>
              </a:tabLst>
            </a:pPr>
            <a:r>
              <a:rPr lang="en-US" sz="2000" spc="140" dirty="0"/>
              <a:t>A</a:t>
            </a:r>
            <a:r>
              <a:rPr lang="en-US" sz="2000" spc="-152" dirty="0"/>
              <a:t> </a:t>
            </a:r>
            <a:r>
              <a:rPr lang="en-US" sz="2000" dirty="0"/>
              <a:t>well-designed</a:t>
            </a:r>
            <a:r>
              <a:rPr lang="en-US" sz="2000" spc="-147" dirty="0"/>
              <a:t> </a:t>
            </a:r>
            <a:r>
              <a:rPr lang="en-US" sz="2000" spc="-13" dirty="0"/>
              <a:t>and</a:t>
            </a:r>
            <a:r>
              <a:rPr lang="en-US" sz="2000" spc="-152" dirty="0"/>
              <a:t> </a:t>
            </a:r>
            <a:r>
              <a:rPr lang="en-US" sz="2000" dirty="0"/>
              <a:t>implemented</a:t>
            </a:r>
            <a:r>
              <a:rPr lang="en-US" sz="2000" spc="-147" dirty="0"/>
              <a:t> </a:t>
            </a:r>
            <a:r>
              <a:rPr lang="en-US" sz="2000" dirty="0"/>
              <a:t>program</a:t>
            </a:r>
            <a:r>
              <a:rPr lang="en-US" sz="2000" spc="-152" dirty="0"/>
              <a:t> </a:t>
            </a:r>
            <a:r>
              <a:rPr lang="en-US" sz="2000" dirty="0"/>
              <a:t>of</a:t>
            </a:r>
            <a:r>
              <a:rPr lang="en-US" sz="2000" spc="-147" dirty="0"/>
              <a:t> </a:t>
            </a:r>
            <a:r>
              <a:rPr lang="en-US" sz="2000" dirty="0"/>
              <a:t>5S</a:t>
            </a:r>
            <a:r>
              <a:rPr lang="en-US" sz="2000" spc="-152" dirty="0"/>
              <a:t> </a:t>
            </a:r>
            <a:r>
              <a:rPr lang="en-US" sz="2000" dirty="0"/>
              <a:t>would</a:t>
            </a:r>
            <a:r>
              <a:rPr lang="en-US" sz="2000" spc="-167" dirty="0"/>
              <a:t> </a:t>
            </a:r>
            <a:r>
              <a:rPr lang="en-US" sz="2000" u="heavy" dirty="0">
                <a:uFill>
                  <a:solidFill>
                    <a:srgbClr val="595959"/>
                  </a:solidFill>
                </a:uFill>
              </a:rPr>
              <a:t>instill</a:t>
            </a:r>
            <a:r>
              <a:rPr lang="en-US" sz="2000" u="heavy" spc="-147" dirty="0">
                <a:uFill>
                  <a:solidFill>
                    <a:srgbClr val="595959"/>
                  </a:solidFill>
                </a:uFill>
              </a:rPr>
              <a:t> </a:t>
            </a:r>
            <a:r>
              <a:rPr lang="en-US" sz="2000" u="heavy" dirty="0">
                <a:uFill>
                  <a:solidFill>
                    <a:srgbClr val="595959"/>
                  </a:solidFill>
                </a:uFill>
              </a:rPr>
              <a:t>discipline</a:t>
            </a:r>
            <a:r>
              <a:rPr lang="en-US" sz="2000" u="heavy" spc="-152" dirty="0">
                <a:uFill>
                  <a:solidFill>
                    <a:srgbClr val="595959"/>
                  </a:solidFill>
                </a:uFill>
              </a:rPr>
              <a:t> </a:t>
            </a:r>
            <a:r>
              <a:rPr lang="en-US" sz="2000" u="heavy" spc="-27" dirty="0">
                <a:uFill>
                  <a:solidFill>
                    <a:srgbClr val="595959"/>
                  </a:solidFill>
                </a:uFill>
              </a:rPr>
              <a:t>and</a:t>
            </a:r>
            <a:r>
              <a:rPr lang="en-US" sz="2000" u="heavy" spc="-147" dirty="0">
                <a:uFill>
                  <a:solidFill>
                    <a:srgbClr val="595959"/>
                  </a:solidFill>
                </a:uFill>
              </a:rPr>
              <a:t> </a:t>
            </a:r>
            <a:r>
              <a:rPr lang="en-US" sz="2000" u="heavy" spc="-33" dirty="0">
                <a:uFill>
                  <a:solidFill>
                    <a:srgbClr val="595959"/>
                  </a:solidFill>
                </a:uFill>
              </a:rPr>
              <a:t>change</a:t>
            </a:r>
            <a:r>
              <a:rPr lang="en-US" sz="2000" u="heavy" spc="-152" dirty="0">
                <a:uFill>
                  <a:solidFill>
                    <a:srgbClr val="595959"/>
                  </a:solidFill>
                </a:uFill>
              </a:rPr>
              <a:t> </a:t>
            </a:r>
            <a:r>
              <a:rPr lang="en-US" sz="2000" u="heavy" dirty="0">
                <a:uFill>
                  <a:solidFill>
                    <a:srgbClr val="595959"/>
                  </a:solidFill>
                </a:uFill>
              </a:rPr>
              <a:t>the</a:t>
            </a:r>
            <a:r>
              <a:rPr lang="en-US" sz="2000" u="heavy" spc="-147" dirty="0">
                <a:uFill>
                  <a:solidFill>
                    <a:srgbClr val="595959"/>
                  </a:solidFill>
                </a:uFill>
              </a:rPr>
              <a:t> </a:t>
            </a:r>
            <a:r>
              <a:rPr lang="en-US" sz="2000" u="heavy" dirty="0">
                <a:uFill>
                  <a:solidFill>
                    <a:srgbClr val="595959"/>
                  </a:solidFill>
                </a:uFill>
              </a:rPr>
              <a:t>attitude</a:t>
            </a:r>
            <a:r>
              <a:rPr lang="en-US" sz="2000" u="heavy" spc="-152" dirty="0">
                <a:uFill>
                  <a:solidFill>
                    <a:srgbClr val="595959"/>
                  </a:solidFill>
                </a:uFill>
              </a:rPr>
              <a:t> </a:t>
            </a:r>
            <a:r>
              <a:rPr lang="en-US" sz="2000" u="heavy" spc="-33" dirty="0">
                <a:uFill>
                  <a:solidFill>
                    <a:srgbClr val="595959"/>
                  </a:solidFill>
                </a:uFill>
              </a:rPr>
              <a:t>of</a:t>
            </a:r>
            <a:r>
              <a:rPr lang="en-US" sz="2000" spc="-33" dirty="0"/>
              <a:t> </a:t>
            </a:r>
            <a:r>
              <a:rPr lang="en-US" sz="2000" u="heavy" spc="-13" dirty="0">
                <a:uFill>
                  <a:solidFill>
                    <a:srgbClr val="595959"/>
                  </a:solidFill>
                </a:uFill>
              </a:rPr>
              <a:t>employees</a:t>
            </a:r>
            <a:r>
              <a:rPr lang="en-US" sz="2000" u="heavy" spc="-100" dirty="0">
                <a:uFill>
                  <a:solidFill>
                    <a:srgbClr val="595959"/>
                  </a:solidFill>
                </a:uFill>
              </a:rPr>
              <a:t> </a:t>
            </a:r>
            <a:r>
              <a:rPr lang="en-US" sz="2000" u="heavy" dirty="0">
                <a:uFill>
                  <a:solidFill>
                    <a:srgbClr val="595959"/>
                  </a:solidFill>
                </a:uFill>
              </a:rPr>
              <a:t>toward</a:t>
            </a:r>
            <a:r>
              <a:rPr lang="en-US" sz="2000" u="heavy" spc="-100" dirty="0">
                <a:uFill>
                  <a:solidFill>
                    <a:srgbClr val="595959"/>
                  </a:solidFill>
                </a:uFill>
              </a:rPr>
              <a:t> </a:t>
            </a:r>
            <a:r>
              <a:rPr lang="en-US" sz="2000" u="heavy" spc="-13" dirty="0">
                <a:uFill>
                  <a:solidFill>
                    <a:srgbClr val="595959"/>
                  </a:solidFill>
                </a:uFill>
              </a:rPr>
              <a:t>work.</a:t>
            </a:r>
            <a:endParaRPr lang="en-US" sz="2000" dirty="0"/>
          </a:p>
          <a:p>
            <a:pPr marL="453802" indent="-228600" algn="just">
              <a:lnSpc>
                <a:spcPct val="90000"/>
              </a:lnSpc>
              <a:spcBef>
                <a:spcPts val="313"/>
              </a:spcBef>
              <a:buFont typeface="Arial" panose="020B0604020202020204" pitchFamily="34" charset="0"/>
              <a:buChar char="•"/>
              <a:tabLst>
                <a:tab pos="453802" algn="l"/>
              </a:tabLst>
            </a:pPr>
            <a:r>
              <a:rPr lang="en-US" sz="2000" spc="-40" dirty="0"/>
              <a:t>It</a:t>
            </a:r>
            <a:r>
              <a:rPr lang="en-US" sz="2000" spc="-147" dirty="0"/>
              <a:t> </a:t>
            </a:r>
            <a:r>
              <a:rPr lang="en-US" sz="2000" dirty="0"/>
              <a:t>is</a:t>
            </a:r>
            <a:r>
              <a:rPr lang="en-US" sz="2000" spc="-140" dirty="0"/>
              <a:t> </a:t>
            </a:r>
            <a:r>
              <a:rPr lang="en-US" sz="2000" dirty="0"/>
              <a:t>considered</a:t>
            </a:r>
            <a:r>
              <a:rPr lang="en-US" sz="2000" spc="-140" dirty="0"/>
              <a:t> </a:t>
            </a:r>
            <a:r>
              <a:rPr lang="en-US" sz="2000" dirty="0"/>
              <a:t>one</a:t>
            </a:r>
            <a:r>
              <a:rPr lang="en-US" sz="2000" spc="-147" dirty="0"/>
              <a:t> </a:t>
            </a:r>
            <a:r>
              <a:rPr lang="en-US" sz="2000" dirty="0"/>
              <a:t>of</a:t>
            </a:r>
            <a:r>
              <a:rPr lang="en-US" sz="2000" spc="-140" dirty="0"/>
              <a:t> </a:t>
            </a:r>
            <a:r>
              <a:rPr lang="en-US" sz="2000" dirty="0"/>
              <a:t>the</a:t>
            </a:r>
            <a:r>
              <a:rPr lang="en-US" sz="2000" spc="-140" dirty="0"/>
              <a:t> </a:t>
            </a:r>
            <a:r>
              <a:rPr lang="en-US" sz="2000" dirty="0"/>
              <a:t>foundation</a:t>
            </a:r>
            <a:r>
              <a:rPr lang="en-US" sz="2000" spc="-140" dirty="0"/>
              <a:t> </a:t>
            </a:r>
            <a:r>
              <a:rPr lang="en-US" sz="2000" dirty="0"/>
              <a:t>level</a:t>
            </a:r>
            <a:r>
              <a:rPr lang="en-US" sz="2000" spc="-147" dirty="0"/>
              <a:t> </a:t>
            </a:r>
            <a:r>
              <a:rPr lang="en-US" sz="2000" dirty="0"/>
              <a:t>techniques</a:t>
            </a:r>
            <a:r>
              <a:rPr lang="en-US" sz="2000" spc="-140" dirty="0"/>
              <a:t> </a:t>
            </a:r>
            <a:r>
              <a:rPr lang="en-US" sz="2000" dirty="0"/>
              <a:t>for</a:t>
            </a:r>
            <a:r>
              <a:rPr lang="en-US" sz="2000" spc="-140" dirty="0"/>
              <a:t> </a:t>
            </a:r>
            <a:r>
              <a:rPr lang="en-US" sz="2000" dirty="0"/>
              <a:t>continuous</a:t>
            </a:r>
            <a:r>
              <a:rPr lang="en-US" sz="2000" spc="-147" dirty="0"/>
              <a:t> </a:t>
            </a:r>
            <a:r>
              <a:rPr lang="en-US" sz="2000" spc="-13" dirty="0"/>
              <a:t>improvement.</a:t>
            </a:r>
            <a:endParaRPr lang="en-US" sz="2000" dirty="0"/>
          </a:p>
          <a:p>
            <a:pPr marL="453802" marR="8466" indent="-228600" algn="just">
              <a:lnSpc>
                <a:spcPct val="90000"/>
              </a:lnSpc>
              <a:buFont typeface="Arial" panose="020B0604020202020204" pitchFamily="34" charset="0"/>
              <a:buChar char="•"/>
              <a:tabLst>
                <a:tab pos="453802" algn="l"/>
              </a:tabLst>
            </a:pPr>
            <a:r>
              <a:rPr lang="en-US" sz="2000" spc="-13" dirty="0"/>
              <a:t>The</a:t>
            </a:r>
            <a:r>
              <a:rPr lang="en-US" sz="2000" spc="-160" dirty="0"/>
              <a:t> </a:t>
            </a:r>
            <a:r>
              <a:rPr lang="en-US" sz="2000" dirty="0"/>
              <a:t>5S</a:t>
            </a:r>
            <a:r>
              <a:rPr lang="en-US" sz="2000" spc="-152" dirty="0"/>
              <a:t> </a:t>
            </a:r>
            <a:r>
              <a:rPr lang="en-US" sz="2000" spc="-13" dirty="0"/>
              <a:t>was</a:t>
            </a:r>
            <a:r>
              <a:rPr lang="en-US" sz="2000" spc="-152" dirty="0"/>
              <a:t> </a:t>
            </a:r>
            <a:r>
              <a:rPr lang="en-US" sz="2000" dirty="0"/>
              <a:t>invented</a:t>
            </a:r>
            <a:r>
              <a:rPr lang="en-US" sz="2000" spc="-152" dirty="0"/>
              <a:t> </a:t>
            </a:r>
            <a:r>
              <a:rPr lang="en-US" sz="2000" dirty="0"/>
              <a:t>in</a:t>
            </a:r>
            <a:r>
              <a:rPr lang="en-US" sz="2000" spc="-152" dirty="0"/>
              <a:t> </a:t>
            </a:r>
            <a:r>
              <a:rPr lang="en-US" sz="2000" spc="-13" dirty="0"/>
              <a:t>Japan</a:t>
            </a:r>
            <a:r>
              <a:rPr lang="en-US" sz="2000" spc="-152" dirty="0"/>
              <a:t> </a:t>
            </a:r>
            <a:r>
              <a:rPr lang="en-US" sz="2000" spc="-13" dirty="0"/>
              <a:t>and</a:t>
            </a:r>
            <a:r>
              <a:rPr lang="en-US" sz="2000" spc="-152" dirty="0"/>
              <a:t> </a:t>
            </a:r>
            <a:r>
              <a:rPr lang="en-US" sz="2000" dirty="0"/>
              <a:t>it</a:t>
            </a:r>
            <a:r>
              <a:rPr lang="en-US" sz="2000" spc="-152" dirty="0"/>
              <a:t> </a:t>
            </a:r>
            <a:r>
              <a:rPr lang="en-US" sz="2000" dirty="0"/>
              <a:t>stands</a:t>
            </a:r>
            <a:r>
              <a:rPr lang="en-US" sz="2000" spc="-152" dirty="0"/>
              <a:t> </a:t>
            </a:r>
            <a:r>
              <a:rPr lang="en-US" sz="2000" dirty="0"/>
              <a:t>for</a:t>
            </a:r>
            <a:r>
              <a:rPr lang="en-US" sz="2000" spc="-152" dirty="0"/>
              <a:t> </a:t>
            </a:r>
            <a:r>
              <a:rPr lang="en-US" sz="2000" dirty="0"/>
              <a:t>the</a:t>
            </a:r>
            <a:r>
              <a:rPr lang="en-US" sz="2000" spc="-152" dirty="0"/>
              <a:t> </a:t>
            </a:r>
            <a:r>
              <a:rPr lang="en-US" sz="2000" dirty="0"/>
              <a:t>five</a:t>
            </a:r>
            <a:r>
              <a:rPr lang="en-US" sz="2000" spc="-152" dirty="0"/>
              <a:t> </a:t>
            </a:r>
            <a:r>
              <a:rPr lang="en-US" sz="2000" spc="-13" dirty="0"/>
              <a:t>Japanese</a:t>
            </a:r>
            <a:r>
              <a:rPr lang="en-US" sz="2000" spc="-152" dirty="0"/>
              <a:t> </a:t>
            </a:r>
            <a:r>
              <a:rPr lang="en-US" sz="2000" dirty="0"/>
              <a:t>words</a:t>
            </a:r>
            <a:r>
              <a:rPr lang="en-US" sz="2000" spc="-152" dirty="0"/>
              <a:t> </a:t>
            </a:r>
            <a:r>
              <a:rPr lang="en-US" sz="2000" dirty="0"/>
              <a:t>that</a:t>
            </a:r>
            <a:r>
              <a:rPr lang="en-US" sz="2000" spc="-152" dirty="0"/>
              <a:t> </a:t>
            </a:r>
            <a:r>
              <a:rPr lang="en-US" sz="2000" dirty="0"/>
              <a:t>start</a:t>
            </a:r>
            <a:r>
              <a:rPr lang="en-US" sz="2000" spc="-152" dirty="0"/>
              <a:t> </a:t>
            </a:r>
            <a:r>
              <a:rPr lang="en-US" sz="2000" dirty="0"/>
              <a:t>with</a:t>
            </a:r>
            <a:r>
              <a:rPr lang="en-US" sz="2000" spc="-152" dirty="0"/>
              <a:t> </a:t>
            </a:r>
            <a:r>
              <a:rPr lang="en-US" sz="2000" dirty="0"/>
              <a:t>the</a:t>
            </a:r>
            <a:r>
              <a:rPr lang="en-US" sz="2000" spc="-152" dirty="0"/>
              <a:t> </a:t>
            </a:r>
            <a:r>
              <a:rPr lang="en-US" sz="2000" dirty="0"/>
              <a:t>letter</a:t>
            </a:r>
            <a:r>
              <a:rPr lang="en-US" sz="2000" spc="-180" dirty="0"/>
              <a:t> </a:t>
            </a:r>
            <a:r>
              <a:rPr lang="en-US" sz="2000" u="heavy" spc="-53" dirty="0">
                <a:uFill>
                  <a:solidFill>
                    <a:srgbClr val="595959"/>
                  </a:solidFill>
                </a:uFill>
              </a:rPr>
              <a:t>'S':</a:t>
            </a:r>
            <a:r>
              <a:rPr lang="en-US" sz="2000" u="heavy" spc="-152" dirty="0">
                <a:uFill>
                  <a:solidFill>
                    <a:srgbClr val="595959"/>
                  </a:solidFill>
                </a:uFill>
              </a:rPr>
              <a:t> </a:t>
            </a:r>
            <a:r>
              <a:rPr lang="en-US" sz="2000" u="heavy" spc="-13" dirty="0" err="1">
                <a:uFill>
                  <a:solidFill>
                    <a:srgbClr val="595959"/>
                  </a:solidFill>
                </a:uFill>
              </a:rPr>
              <a:t>Seiri</a:t>
            </a:r>
            <a:r>
              <a:rPr lang="en-US" sz="2000" u="heavy" spc="-13" dirty="0">
                <a:uFill>
                  <a:solidFill>
                    <a:srgbClr val="595959"/>
                  </a:solidFill>
                </a:uFill>
              </a:rPr>
              <a:t>,</a:t>
            </a:r>
            <a:r>
              <a:rPr lang="en-US" sz="2000" spc="-13" dirty="0"/>
              <a:t> </a:t>
            </a:r>
            <a:r>
              <a:rPr lang="en-US" sz="2000" u="heavy" spc="-27" dirty="0" err="1">
                <a:uFill>
                  <a:solidFill>
                    <a:srgbClr val="595959"/>
                  </a:solidFill>
                </a:uFill>
              </a:rPr>
              <a:t>Seiton</a:t>
            </a:r>
            <a:r>
              <a:rPr lang="en-US" sz="2000" u="heavy" spc="-27" dirty="0">
                <a:uFill>
                  <a:solidFill>
                    <a:srgbClr val="595959"/>
                  </a:solidFill>
                </a:uFill>
              </a:rPr>
              <a:t>,</a:t>
            </a:r>
            <a:r>
              <a:rPr lang="en-US" sz="2000" u="heavy" spc="-140" dirty="0">
                <a:uFill>
                  <a:solidFill>
                    <a:srgbClr val="595959"/>
                  </a:solidFill>
                </a:uFill>
              </a:rPr>
              <a:t> </a:t>
            </a:r>
            <a:r>
              <a:rPr lang="en-US" sz="2000" u="heavy" spc="-33" dirty="0" err="1">
                <a:uFill>
                  <a:solidFill>
                    <a:srgbClr val="595959"/>
                  </a:solidFill>
                </a:uFill>
              </a:rPr>
              <a:t>Seiso</a:t>
            </a:r>
            <a:r>
              <a:rPr lang="en-US" sz="2000" u="heavy" spc="-33" dirty="0">
                <a:uFill>
                  <a:solidFill>
                    <a:srgbClr val="595959"/>
                  </a:solidFill>
                </a:uFill>
              </a:rPr>
              <a:t>,</a:t>
            </a:r>
            <a:r>
              <a:rPr lang="en-US" sz="2000" u="heavy" spc="-133" dirty="0">
                <a:uFill>
                  <a:solidFill>
                    <a:srgbClr val="595959"/>
                  </a:solidFill>
                </a:uFill>
              </a:rPr>
              <a:t> </a:t>
            </a:r>
            <a:r>
              <a:rPr lang="en-US" sz="2000" u="heavy" spc="-27" dirty="0" err="1">
                <a:uFill>
                  <a:solidFill>
                    <a:srgbClr val="595959"/>
                  </a:solidFill>
                </a:uFill>
              </a:rPr>
              <a:t>Seiketsu,and</a:t>
            </a:r>
            <a:r>
              <a:rPr lang="en-US" sz="2000" u="heavy" spc="-133" dirty="0">
                <a:uFill>
                  <a:solidFill>
                    <a:srgbClr val="595959"/>
                  </a:solidFill>
                </a:uFill>
              </a:rPr>
              <a:t> </a:t>
            </a:r>
            <a:r>
              <a:rPr lang="en-US" sz="2000" u="heavy" spc="-13" dirty="0" err="1">
                <a:uFill>
                  <a:solidFill>
                    <a:srgbClr val="595959"/>
                  </a:solidFill>
                </a:uFill>
              </a:rPr>
              <a:t>Shitsuke</a:t>
            </a:r>
            <a:r>
              <a:rPr lang="en-US" sz="2000" u="heavy" spc="-13" dirty="0">
                <a:uFill>
                  <a:solidFill>
                    <a:srgbClr val="595959"/>
                  </a:solidFill>
                </a:uFill>
              </a:rPr>
              <a:t>.</a:t>
            </a:r>
            <a:endParaRPr lang="en-US" sz="2000" dirty="0"/>
          </a:p>
        </p:txBody>
      </p:sp>
      <p:sp>
        <p:nvSpPr>
          <p:cNvPr id="7" name="TextBox 6">
            <a:extLst>
              <a:ext uri="{FF2B5EF4-FFF2-40B4-BE49-F238E27FC236}">
                <a16:creationId xmlns:a16="http://schemas.microsoft.com/office/drawing/2014/main" id="{D23685DF-255E-DA57-9DA0-2E2C96ABD6BE}"/>
              </a:ext>
            </a:extLst>
          </p:cNvPr>
          <p:cNvSpPr txBox="1"/>
          <p:nvPr/>
        </p:nvSpPr>
        <p:spPr>
          <a:xfrm>
            <a:off x="58841" y="460015"/>
            <a:ext cx="4976447" cy="2625591"/>
          </a:xfrm>
          <a:prstGeom prst="rect">
            <a:avLst/>
          </a:prstGeom>
          <a:noFill/>
        </p:spPr>
        <p:txBody>
          <a:bodyPr wrap="square">
            <a:spAutoFit/>
          </a:bodyPr>
          <a:lstStyle/>
          <a:p>
            <a:pPr marL="453802" indent="-228600" algn="just">
              <a:lnSpc>
                <a:spcPct val="90000"/>
              </a:lnSpc>
              <a:spcBef>
                <a:spcPts val="445"/>
              </a:spcBef>
              <a:buFont typeface="Arial" panose="020B0604020202020204" pitchFamily="34" charset="0"/>
              <a:buChar char="•"/>
              <a:tabLst>
                <a:tab pos="453802" algn="l"/>
              </a:tabLst>
            </a:pPr>
            <a:r>
              <a:rPr lang="en-US" sz="2000" b="1" dirty="0">
                <a:solidFill>
                  <a:schemeClr val="accent3">
                    <a:lumMod val="75000"/>
                  </a:schemeClr>
                </a:solidFill>
              </a:rPr>
              <a:t>5S</a:t>
            </a:r>
            <a:r>
              <a:rPr lang="en-US" sz="2000" b="1" spc="-167" dirty="0">
                <a:solidFill>
                  <a:schemeClr val="accent3">
                    <a:lumMod val="75000"/>
                  </a:schemeClr>
                </a:solidFill>
              </a:rPr>
              <a:t> </a:t>
            </a:r>
            <a:r>
              <a:rPr lang="en-US" sz="2000" b="1" dirty="0">
                <a:solidFill>
                  <a:schemeClr val="accent3">
                    <a:lumMod val="75000"/>
                  </a:schemeClr>
                </a:solidFill>
              </a:rPr>
              <a:t>occupies</a:t>
            </a:r>
            <a:r>
              <a:rPr lang="en-US" sz="2000" b="1" spc="-160" dirty="0">
                <a:solidFill>
                  <a:schemeClr val="accent3">
                    <a:lumMod val="75000"/>
                  </a:schemeClr>
                </a:solidFill>
              </a:rPr>
              <a:t> </a:t>
            </a:r>
            <a:r>
              <a:rPr lang="en-US" sz="2000" b="1" spc="-53" dirty="0">
                <a:solidFill>
                  <a:schemeClr val="accent3">
                    <a:lumMod val="75000"/>
                  </a:schemeClr>
                </a:solidFill>
              </a:rPr>
              <a:t>a</a:t>
            </a:r>
            <a:r>
              <a:rPr lang="en-US" sz="2000" b="1" spc="-160" dirty="0">
                <a:solidFill>
                  <a:schemeClr val="accent3">
                    <a:lumMod val="75000"/>
                  </a:schemeClr>
                </a:solidFill>
              </a:rPr>
              <a:t> </a:t>
            </a:r>
            <a:r>
              <a:rPr lang="en-US" sz="2000" b="1" dirty="0">
                <a:solidFill>
                  <a:schemeClr val="accent3">
                    <a:lumMod val="75000"/>
                  </a:schemeClr>
                </a:solidFill>
              </a:rPr>
              <a:t>prominent</a:t>
            </a:r>
            <a:r>
              <a:rPr lang="en-US" sz="2000" b="1" spc="-160" dirty="0">
                <a:solidFill>
                  <a:schemeClr val="accent3">
                    <a:lumMod val="75000"/>
                  </a:schemeClr>
                </a:solidFill>
              </a:rPr>
              <a:t> </a:t>
            </a:r>
            <a:r>
              <a:rPr lang="en-US" sz="2000" b="1" dirty="0">
                <a:solidFill>
                  <a:schemeClr val="accent3">
                    <a:lumMod val="75000"/>
                  </a:schemeClr>
                </a:solidFill>
              </a:rPr>
              <a:t>place</a:t>
            </a:r>
            <a:r>
              <a:rPr lang="en-US" sz="2000" b="1" spc="-160" dirty="0">
                <a:solidFill>
                  <a:schemeClr val="accent3">
                    <a:lumMod val="75000"/>
                  </a:schemeClr>
                </a:solidFill>
              </a:rPr>
              <a:t> </a:t>
            </a:r>
            <a:r>
              <a:rPr lang="en-US" sz="2000" b="1" spc="-47" dirty="0">
                <a:solidFill>
                  <a:schemeClr val="accent3">
                    <a:lumMod val="75000"/>
                  </a:schemeClr>
                </a:solidFill>
              </a:rPr>
              <a:t>as</a:t>
            </a:r>
            <a:r>
              <a:rPr lang="en-US" sz="2000" b="1" spc="-160" dirty="0">
                <a:solidFill>
                  <a:schemeClr val="accent3">
                    <a:lumMod val="75000"/>
                  </a:schemeClr>
                </a:solidFill>
              </a:rPr>
              <a:t> </a:t>
            </a:r>
            <a:r>
              <a:rPr lang="en-US" sz="2000" b="1" dirty="0">
                <a:solidFill>
                  <a:schemeClr val="accent3">
                    <a:lumMod val="75000"/>
                  </a:schemeClr>
                </a:solidFill>
              </a:rPr>
              <a:t>one</a:t>
            </a:r>
            <a:r>
              <a:rPr lang="en-US" sz="2000" b="1" spc="-160" dirty="0">
                <a:solidFill>
                  <a:schemeClr val="accent3">
                    <a:lumMod val="75000"/>
                  </a:schemeClr>
                </a:solidFill>
              </a:rPr>
              <a:t> </a:t>
            </a:r>
            <a:r>
              <a:rPr lang="en-US" sz="2000" b="1" dirty="0">
                <a:solidFill>
                  <a:schemeClr val="accent3">
                    <a:lumMod val="75000"/>
                  </a:schemeClr>
                </a:solidFill>
              </a:rPr>
              <a:t>of</a:t>
            </a:r>
            <a:r>
              <a:rPr lang="en-US" sz="2000" b="1" spc="-160" dirty="0">
                <a:solidFill>
                  <a:schemeClr val="accent3">
                    <a:lumMod val="75000"/>
                  </a:schemeClr>
                </a:solidFill>
              </a:rPr>
              <a:t> </a:t>
            </a:r>
            <a:r>
              <a:rPr lang="en-US" sz="2000" b="1" dirty="0">
                <a:solidFill>
                  <a:schemeClr val="accent3">
                    <a:lumMod val="75000"/>
                  </a:schemeClr>
                </a:solidFill>
              </a:rPr>
              <a:t>the</a:t>
            </a:r>
            <a:r>
              <a:rPr lang="en-US" sz="2000" b="1" spc="-173" dirty="0">
                <a:solidFill>
                  <a:schemeClr val="accent3">
                    <a:lumMod val="75000"/>
                  </a:schemeClr>
                </a:solidFill>
              </a:rPr>
              <a:t> </a:t>
            </a:r>
            <a:r>
              <a:rPr lang="en-US" sz="2000" b="1" u="heavy" dirty="0">
                <a:solidFill>
                  <a:schemeClr val="accent3">
                    <a:lumMod val="75000"/>
                  </a:schemeClr>
                </a:solidFill>
                <a:uFill>
                  <a:solidFill>
                    <a:srgbClr val="595959"/>
                  </a:solidFill>
                </a:uFill>
              </a:rPr>
              <a:t>basic</a:t>
            </a:r>
            <a:r>
              <a:rPr lang="en-US" sz="2000" b="1" u="heavy" spc="-16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tools</a:t>
            </a:r>
            <a:r>
              <a:rPr lang="en-US" sz="2000" b="1" u="heavy" spc="-16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to</a:t>
            </a:r>
            <a:r>
              <a:rPr lang="en-US" sz="2000" b="1" u="heavy" spc="-160" dirty="0">
                <a:solidFill>
                  <a:schemeClr val="accent3">
                    <a:lumMod val="75000"/>
                  </a:schemeClr>
                </a:solidFill>
                <a:uFill>
                  <a:solidFill>
                    <a:srgbClr val="595959"/>
                  </a:solidFill>
                </a:uFill>
              </a:rPr>
              <a:t> </a:t>
            </a:r>
            <a:r>
              <a:rPr lang="en-US" sz="2000" b="1" u="heavy" spc="-13" dirty="0">
                <a:solidFill>
                  <a:schemeClr val="accent3">
                    <a:lumMod val="75000"/>
                  </a:schemeClr>
                </a:solidFill>
                <a:uFill>
                  <a:solidFill>
                    <a:srgbClr val="595959"/>
                  </a:solidFill>
                </a:uFill>
              </a:rPr>
              <a:t>enhance</a:t>
            </a:r>
            <a:r>
              <a:rPr lang="en-US" sz="2000" b="1" u="heavy" spc="-16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the</a:t>
            </a:r>
            <a:r>
              <a:rPr lang="en-US" sz="2000" b="1" u="heavy" spc="-16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quality</a:t>
            </a:r>
            <a:r>
              <a:rPr lang="en-US" sz="2000" b="1" u="heavy" spc="-16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of</a:t>
            </a:r>
            <a:r>
              <a:rPr lang="en-US" sz="2000" b="1" u="heavy" spc="-16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the</a:t>
            </a:r>
            <a:r>
              <a:rPr lang="en-US" sz="2000" b="1" u="heavy" spc="-167" dirty="0">
                <a:solidFill>
                  <a:schemeClr val="accent3">
                    <a:lumMod val="75000"/>
                  </a:schemeClr>
                </a:solidFill>
                <a:uFill>
                  <a:solidFill>
                    <a:srgbClr val="595959"/>
                  </a:solidFill>
                </a:uFill>
              </a:rPr>
              <a:t> </a:t>
            </a:r>
            <a:r>
              <a:rPr lang="en-US" sz="2000" b="1" u="heavy" spc="-13" dirty="0">
                <a:solidFill>
                  <a:schemeClr val="accent3">
                    <a:lumMod val="75000"/>
                  </a:schemeClr>
                </a:solidFill>
                <a:uFill>
                  <a:solidFill>
                    <a:srgbClr val="595959"/>
                  </a:solidFill>
                </a:uFill>
              </a:rPr>
              <a:t>workplace.</a:t>
            </a:r>
            <a:endParaRPr lang="en-US" sz="2000" b="1" dirty="0">
              <a:solidFill>
                <a:schemeClr val="accent3">
                  <a:lumMod val="75000"/>
                </a:schemeClr>
              </a:solidFill>
            </a:endParaRPr>
          </a:p>
          <a:p>
            <a:pPr marL="453802" indent="-228600" algn="just">
              <a:lnSpc>
                <a:spcPct val="90000"/>
              </a:lnSpc>
              <a:spcBef>
                <a:spcPts val="305"/>
              </a:spcBef>
              <a:buFont typeface="Arial" panose="020B0604020202020204" pitchFamily="34" charset="0"/>
              <a:buChar char="•"/>
              <a:tabLst>
                <a:tab pos="453802" algn="l"/>
              </a:tabLst>
            </a:pPr>
            <a:r>
              <a:rPr lang="en-US" sz="2000" b="1" spc="-73" dirty="0">
                <a:solidFill>
                  <a:schemeClr val="accent3">
                    <a:lumMod val="75000"/>
                  </a:schemeClr>
                </a:solidFill>
              </a:rPr>
              <a:t>In</a:t>
            </a:r>
            <a:r>
              <a:rPr lang="en-US" sz="2000" b="1" spc="-140" dirty="0">
                <a:solidFill>
                  <a:schemeClr val="accent3">
                    <a:lumMod val="75000"/>
                  </a:schemeClr>
                </a:solidFill>
              </a:rPr>
              <a:t> </a:t>
            </a:r>
            <a:r>
              <a:rPr lang="en-US" sz="2000" b="1" spc="-33" dirty="0">
                <a:solidFill>
                  <a:schemeClr val="accent3">
                    <a:lumMod val="75000"/>
                  </a:schemeClr>
                </a:solidFill>
              </a:rPr>
              <a:t>fact,</a:t>
            </a:r>
            <a:r>
              <a:rPr lang="en-US" sz="2000" b="1" spc="-133" dirty="0">
                <a:solidFill>
                  <a:schemeClr val="accent3">
                    <a:lumMod val="75000"/>
                  </a:schemeClr>
                </a:solidFill>
              </a:rPr>
              <a:t> </a:t>
            </a:r>
            <a:r>
              <a:rPr lang="en-US" sz="2000" b="1" dirty="0">
                <a:solidFill>
                  <a:schemeClr val="accent3">
                    <a:lumMod val="75000"/>
                  </a:schemeClr>
                </a:solidFill>
              </a:rPr>
              <a:t>it</a:t>
            </a:r>
            <a:r>
              <a:rPr lang="en-US" sz="2000" b="1" spc="-140" dirty="0">
                <a:solidFill>
                  <a:schemeClr val="accent3">
                    <a:lumMod val="75000"/>
                  </a:schemeClr>
                </a:solidFill>
              </a:rPr>
              <a:t> </a:t>
            </a:r>
            <a:r>
              <a:rPr lang="en-US" sz="2000" b="1" dirty="0">
                <a:solidFill>
                  <a:schemeClr val="accent3">
                    <a:lumMod val="75000"/>
                  </a:schemeClr>
                </a:solidFill>
              </a:rPr>
              <a:t>forms</a:t>
            </a:r>
            <a:r>
              <a:rPr lang="en-US" sz="2000" b="1" spc="-133" dirty="0">
                <a:solidFill>
                  <a:schemeClr val="accent3">
                    <a:lumMod val="75000"/>
                  </a:schemeClr>
                </a:solidFill>
              </a:rPr>
              <a:t> </a:t>
            </a:r>
            <a:r>
              <a:rPr lang="en-US" sz="2000" b="1" dirty="0">
                <a:solidFill>
                  <a:schemeClr val="accent3">
                    <a:lumMod val="75000"/>
                  </a:schemeClr>
                </a:solidFill>
              </a:rPr>
              <a:t>the</a:t>
            </a:r>
            <a:r>
              <a:rPr lang="en-US" sz="2000" b="1" spc="-133" dirty="0">
                <a:solidFill>
                  <a:schemeClr val="accent3">
                    <a:lumMod val="75000"/>
                  </a:schemeClr>
                </a:solidFill>
              </a:rPr>
              <a:t> </a:t>
            </a:r>
            <a:r>
              <a:rPr lang="en-US" sz="2000" b="1" u="heavy" dirty="0">
                <a:solidFill>
                  <a:schemeClr val="accent3">
                    <a:lumMod val="75000"/>
                  </a:schemeClr>
                </a:solidFill>
                <a:uFill>
                  <a:solidFill>
                    <a:srgbClr val="595959"/>
                  </a:solidFill>
                </a:uFill>
              </a:rPr>
              <a:t>foundation</a:t>
            </a:r>
            <a:r>
              <a:rPr lang="en-US" sz="2000" b="1" u="heavy" spc="-140"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for</a:t>
            </a:r>
            <a:r>
              <a:rPr lang="en-US" sz="2000" b="1" u="heavy" spc="-133"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all</a:t>
            </a:r>
            <a:r>
              <a:rPr lang="en-US" sz="2000" b="1" u="heavy" spc="-133"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improvement</a:t>
            </a:r>
            <a:r>
              <a:rPr lang="en-US" sz="2000" b="1" u="heavy" spc="-140" dirty="0">
                <a:solidFill>
                  <a:schemeClr val="accent3">
                    <a:lumMod val="75000"/>
                  </a:schemeClr>
                </a:solidFill>
                <a:uFill>
                  <a:solidFill>
                    <a:srgbClr val="595959"/>
                  </a:solidFill>
                </a:uFill>
              </a:rPr>
              <a:t> </a:t>
            </a:r>
            <a:r>
              <a:rPr lang="en-US" sz="2000" b="1" u="heavy" spc="-13" dirty="0">
                <a:solidFill>
                  <a:schemeClr val="accent3">
                    <a:lumMod val="75000"/>
                  </a:schemeClr>
                </a:solidFill>
                <a:uFill>
                  <a:solidFill>
                    <a:srgbClr val="595959"/>
                  </a:solidFill>
                </a:uFill>
              </a:rPr>
              <a:t>efforts.</a:t>
            </a:r>
            <a:endParaRPr lang="en-US" sz="2000" b="1" dirty="0">
              <a:solidFill>
                <a:schemeClr val="accent3">
                  <a:lumMod val="75000"/>
                </a:schemeClr>
              </a:solidFill>
            </a:endParaRPr>
          </a:p>
          <a:p>
            <a:pPr marL="453802" marR="6773" indent="-228600" algn="just">
              <a:lnSpc>
                <a:spcPct val="90000"/>
              </a:lnSpc>
              <a:buFont typeface="Arial" panose="020B0604020202020204" pitchFamily="34" charset="0"/>
              <a:buChar char="•"/>
              <a:tabLst>
                <a:tab pos="453802" algn="l"/>
              </a:tabLst>
            </a:pPr>
            <a:r>
              <a:rPr lang="en-US" sz="2000" b="1" spc="-40" dirty="0">
                <a:solidFill>
                  <a:schemeClr val="accent3">
                    <a:lumMod val="75000"/>
                  </a:schemeClr>
                </a:solidFill>
              </a:rPr>
              <a:t>It</a:t>
            </a:r>
            <a:r>
              <a:rPr lang="en-US" sz="2000" b="1" spc="-167" dirty="0">
                <a:solidFill>
                  <a:schemeClr val="accent3">
                    <a:lumMod val="75000"/>
                  </a:schemeClr>
                </a:solidFill>
              </a:rPr>
              <a:t> </a:t>
            </a:r>
            <a:r>
              <a:rPr lang="en-US" sz="2000" b="1" dirty="0">
                <a:solidFill>
                  <a:schemeClr val="accent3">
                    <a:lumMod val="75000"/>
                  </a:schemeClr>
                </a:solidFill>
              </a:rPr>
              <a:t>is</a:t>
            </a:r>
            <a:r>
              <a:rPr lang="en-US" sz="2000" b="1" spc="-173" dirty="0">
                <a:solidFill>
                  <a:schemeClr val="accent3">
                    <a:lumMod val="75000"/>
                  </a:schemeClr>
                </a:solidFill>
              </a:rPr>
              <a:t> </a:t>
            </a:r>
            <a:r>
              <a:rPr lang="en-US" sz="2000" b="1" spc="-40" dirty="0">
                <a:solidFill>
                  <a:schemeClr val="accent3">
                    <a:lumMod val="75000"/>
                  </a:schemeClr>
                </a:solidFill>
              </a:rPr>
              <a:t>an</a:t>
            </a:r>
            <a:r>
              <a:rPr lang="en-US" sz="2000" b="1" spc="-167" dirty="0">
                <a:solidFill>
                  <a:schemeClr val="accent3">
                    <a:lumMod val="75000"/>
                  </a:schemeClr>
                </a:solidFill>
              </a:rPr>
              <a:t> </a:t>
            </a:r>
            <a:r>
              <a:rPr lang="en-US" sz="2000" b="1" spc="-13" dirty="0">
                <a:solidFill>
                  <a:schemeClr val="accent3">
                    <a:lumMod val="75000"/>
                  </a:schemeClr>
                </a:solidFill>
              </a:rPr>
              <a:t>acronym</a:t>
            </a:r>
            <a:r>
              <a:rPr lang="en-US" sz="2000" b="1" spc="-167" dirty="0">
                <a:solidFill>
                  <a:schemeClr val="accent3">
                    <a:lumMod val="75000"/>
                  </a:schemeClr>
                </a:solidFill>
              </a:rPr>
              <a:t> </a:t>
            </a:r>
            <a:r>
              <a:rPr lang="en-US" sz="2000" b="1" dirty="0">
                <a:solidFill>
                  <a:schemeClr val="accent3">
                    <a:lumMod val="75000"/>
                  </a:schemeClr>
                </a:solidFill>
              </a:rPr>
              <a:t>for</a:t>
            </a:r>
            <a:r>
              <a:rPr lang="en-US" sz="2000" b="1" spc="-167" dirty="0">
                <a:solidFill>
                  <a:schemeClr val="accent3">
                    <a:lumMod val="75000"/>
                  </a:schemeClr>
                </a:solidFill>
              </a:rPr>
              <a:t> </a:t>
            </a:r>
            <a:r>
              <a:rPr lang="en-US" sz="2000" b="1" u="heavy" dirty="0">
                <a:solidFill>
                  <a:schemeClr val="accent3">
                    <a:lumMod val="75000"/>
                  </a:schemeClr>
                </a:solidFill>
                <a:uFill>
                  <a:solidFill>
                    <a:srgbClr val="595959"/>
                  </a:solidFill>
                </a:uFill>
              </a:rPr>
              <a:t>five</a:t>
            </a:r>
            <a:r>
              <a:rPr lang="en-US" sz="2000" b="1" u="heavy" spc="-167" dirty="0">
                <a:solidFill>
                  <a:schemeClr val="accent3">
                    <a:lumMod val="75000"/>
                  </a:schemeClr>
                </a:solidFill>
                <a:uFill>
                  <a:solidFill>
                    <a:srgbClr val="595959"/>
                  </a:solidFill>
                </a:uFill>
              </a:rPr>
              <a:t> </a:t>
            </a:r>
            <a:r>
              <a:rPr lang="en-US" sz="2000" b="1" u="heavy" spc="-13" dirty="0">
                <a:solidFill>
                  <a:schemeClr val="accent3">
                    <a:lumMod val="75000"/>
                  </a:schemeClr>
                </a:solidFill>
                <a:uFill>
                  <a:solidFill>
                    <a:srgbClr val="595959"/>
                  </a:solidFill>
                </a:uFill>
              </a:rPr>
              <a:t>Japanese</a:t>
            </a:r>
            <a:r>
              <a:rPr lang="en-US" sz="2000" b="1" u="heavy" spc="-167"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words</a:t>
            </a:r>
            <a:r>
              <a:rPr lang="en-US" sz="2000" b="1" spc="-167" dirty="0">
                <a:solidFill>
                  <a:schemeClr val="accent3">
                    <a:lumMod val="75000"/>
                  </a:schemeClr>
                </a:solidFill>
              </a:rPr>
              <a:t> </a:t>
            </a:r>
            <a:r>
              <a:rPr lang="en-US" sz="2000" b="1" spc="-13" dirty="0">
                <a:solidFill>
                  <a:schemeClr val="accent3">
                    <a:lumMod val="75000"/>
                  </a:schemeClr>
                </a:solidFill>
              </a:rPr>
              <a:t>and</a:t>
            </a:r>
            <a:r>
              <a:rPr lang="en-US" sz="2000" b="1" spc="-167" dirty="0">
                <a:solidFill>
                  <a:schemeClr val="accent3">
                    <a:lumMod val="75000"/>
                  </a:schemeClr>
                </a:solidFill>
              </a:rPr>
              <a:t> </a:t>
            </a:r>
            <a:r>
              <a:rPr lang="en-US" sz="2000" b="1" dirty="0">
                <a:solidFill>
                  <a:schemeClr val="accent3">
                    <a:lumMod val="75000"/>
                  </a:schemeClr>
                </a:solidFill>
              </a:rPr>
              <a:t>denotes</a:t>
            </a:r>
            <a:r>
              <a:rPr lang="en-US" sz="2000" b="1" spc="-167" dirty="0">
                <a:solidFill>
                  <a:schemeClr val="accent3">
                    <a:lumMod val="75000"/>
                  </a:schemeClr>
                </a:solidFill>
              </a:rPr>
              <a:t> </a:t>
            </a:r>
            <a:r>
              <a:rPr lang="en-US" sz="2000" b="1" spc="-53" dirty="0">
                <a:solidFill>
                  <a:schemeClr val="accent3">
                    <a:lumMod val="75000"/>
                  </a:schemeClr>
                </a:solidFill>
              </a:rPr>
              <a:t>a</a:t>
            </a:r>
            <a:r>
              <a:rPr lang="en-US" sz="2000" b="1" spc="-167" dirty="0">
                <a:solidFill>
                  <a:schemeClr val="accent3">
                    <a:lumMod val="75000"/>
                  </a:schemeClr>
                </a:solidFill>
              </a:rPr>
              <a:t> </a:t>
            </a:r>
            <a:r>
              <a:rPr lang="en-US" sz="2000" b="1" u="heavy" dirty="0">
                <a:solidFill>
                  <a:schemeClr val="accent3">
                    <a:lumMod val="75000"/>
                  </a:schemeClr>
                </a:solidFill>
                <a:uFill>
                  <a:solidFill>
                    <a:srgbClr val="595959"/>
                  </a:solidFill>
                </a:uFill>
              </a:rPr>
              <a:t>step-</a:t>
            </a:r>
            <a:r>
              <a:rPr lang="en-US" sz="2000" b="1" u="heavy" spc="-13" dirty="0">
                <a:solidFill>
                  <a:schemeClr val="accent3">
                    <a:lumMod val="75000"/>
                  </a:schemeClr>
                </a:solidFill>
                <a:uFill>
                  <a:solidFill>
                    <a:srgbClr val="595959"/>
                  </a:solidFill>
                </a:uFill>
              </a:rPr>
              <a:t>by-</a:t>
            </a:r>
            <a:r>
              <a:rPr lang="en-US" sz="2000" b="1" u="heavy" dirty="0">
                <a:solidFill>
                  <a:schemeClr val="accent3">
                    <a:lumMod val="75000"/>
                  </a:schemeClr>
                </a:solidFill>
                <a:uFill>
                  <a:solidFill>
                    <a:srgbClr val="595959"/>
                  </a:solidFill>
                </a:uFill>
              </a:rPr>
              <a:t>step</a:t>
            </a:r>
            <a:r>
              <a:rPr lang="en-US" sz="2000" b="1" u="heavy" spc="-167" dirty="0">
                <a:solidFill>
                  <a:schemeClr val="accent3">
                    <a:lumMod val="75000"/>
                  </a:schemeClr>
                </a:solidFill>
                <a:uFill>
                  <a:solidFill>
                    <a:srgbClr val="595959"/>
                  </a:solidFill>
                </a:uFill>
              </a:rPr>
              <a:t> </a:t>
            </a:r>
            <a:r>
              <a:rPr lang="en-US" sz="2000" b="1" u="heavy" dirty="0">
                <a:solidFill>
                  <a:schemeClr val="accent3">
                    <a:lumMod val="75000"/>
                  </a:schemeClr>
                </a:solidFill>
                <a:uFill>
                  <a:solidFill>
                    <a:srgbClr val="595959"/>
                  </a:solidFill>
                </a:uFill>
              </a:rPr>
              <a:t>approach</a:t>
            </a:r>
            <a:r>
              <a:rPr lang="en-US" sz="2000" b="1" spc="-173" dirty="0">
                <a:solidFill>
                  <a:schemeClr val="accent3">
                    <a:lumMod val="75000"/>
                  </a:schemeClr>
                </a:solidFill>
              </a:rPr>
              <a:t> </a:t>
            </a:r>
            <a:r>
              <a:rPr lang="en-US" sz="2000" b="1" dirty="0">
                <a:solidFill>
                  <a:schemeClr val="accent3">
                    <a:lumMod val="75000"/>
                  </a:schemeClr>
                </a:solidFill>
              </a:rPr>
              <a:t>for</a:t>
            </a:r>
            <a:r>
              <a:rPr lang="en-US" sz="2000" b="1" spc="-167" dirty="0">
                <a:solidFill>
                  <a:schemeClr val="accent3">
                    <a:lumMod val="75000"/>
                  </a:schemeClr>
                </a:solidFill>
              </a:rPr>
              <a:t> </a:t>
            </a:r>
            <a:r>
              <a:rPr lang="en-US" sz="2000" b="1" spc="-13" dirty="0">
                <a:solidFill>
                  <a:schemeClr val="accent3">
                    <a:lumMod val="75000"/>
                  </a:schemeClr>
                </a:solidFill>
              </a:rPr>
              <a:t>developing</a:t>
            </a:r>
            <a:r>
              <a:rPr lang="en-US" sz="2000" b="1" spc="-167" dirty="0">
                <a:solidFill>
                  <a:schemeClr val="accent3">
                    <a:lumMod val="75000"/>
                  </a:schemeClr>
                </a:solidFill>
              </a:rPr>
              <a:t> </a:t>
            </a:r>
            <a:r>
              <a:rPr lang="en-US" sz="2000" b="1" spc="-53" dirty="0">
                <a:solidFill>
                  <a:schemeClr val="accent3">
                    <a:lumMod val="75000"/>
                  </a:schemeClr>
                </a:solidFill>
              </a:rPr>
              <a:t>a</a:t>
            </a:r>
            <a:r>
              <a:rPr lang="en-US" sz="2000" b="1" spc="-167" dirty="0">
                <a:solidFill>
                  <a:schemeClr val="accent3">
                    <a:lumMod val="75000"/>
                  </a:schemeClr>
                </a:solidFill>
              </a:rPr>
              <a:t> </a:t>
            </a:r>
            <a:r>
              <a:rPr lang="en-US" sz="2000" b="1" dirty="0">
                <a:solidFill>
                  <a:schemeClr val="accent3">
                    <a:lumMod val="75000"/>
                  </a:schemeClr>
                </a:solidFill>
              </a:rPr>
              <a:t>clean</a:t>
            </a:r>
            <a:r>
              <a:rPr lang="en-US" sz="2000" b="1" spc="-167" dirty="0">
                <a:solidFill>
                  <a:schemeClr val="accent3">
                    <a:lumMod val="75000"/>
                  </a:schemeClr>
                </a:solidFill>
              </a:rPr>
              <a:t> </a:t>
            </a:r>
            <a:r>
              <a:rPr lang="en-US" sz="2000" b="1" spc="-33" dirty="0">
                <a:solidFill>
                  <a:schemeClr val="accent3">
                    <a:lumMod val="75000"/>
                  </a:schemeClr>
                </a:solidFill>
              </a:rPr>
              <a:t>and </a:t>
            </a:r>
            <a:r>
              <a:rPr lang="en-US" sz="2000" b="1" dirty="0">
                <a:solidFill>
                  <a:schemeClr val="accent3">
                    <a:lumMod val="75000"/>
                  </a:schemeClr>
                </a:solidFill>
              </a:rPr>
              <a:t>well-organized</a:t>
            </a:r>
            <a:r>
              <a:rPr lang="en-US" sz="2000" b="1" spc="-107" dirty="0">
                <a:solidFill>
                  <a:schemeClr val="accent3">
                    <a:lumMod val="75000"/>
                  </a:schemeClr>
                </a:solidFill>
              </a:rPr>
              <a:t> </a:t>
            </a:r>
            <a:r>
              <a:rPr lang="en-US" sz="2000" b="1" spc="-13" dirty="0">
                <a:solidFill>
                  <a:schemeClr val="accent3">
                    <a:lumMod val="75000"/>
                  </a:schemeClr>
                </a:solidFill>
              </a:rPr>
              <a:t>workplace.</a:t>
            </a:r>
            <a:endParaRPr lang="en-US" sz="2000" b="1" dirty="0">
              <a:solidFill>
                <a:schemeClr val="accent3">
                  <a:lumMod val="75000"/>
                </a:schemeClr>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F6F8A32D-5699-08C0-C28B-2DCC9AD3D80B}"/>
              </a:ext>
            </a:extLst>
          </p:cNvPr>
          <p:cNvSpPr>
            <a:spLocks noGrp="1"/>
          </p:cNvSpPr>
          <p:nvPr>
            <p:ph type="title"/>
          </p:nvPr>
        </p:nvSpPr>
        <p:spPr/>
        <p:txBody>
          <a:bodyPr/>
          <a:lstStyle/>
          <a:p>
            <a:endParaRPr lang="en-GB"/>
          </a:p>
        </p:txBody>
      </p:sp>
      <p:graphicFrame>
        <p:nvGraphicFramePr>
          <p:cNvPr id="13" name="Content Placeholder 2">
            <a:extLst>
              <a:ext uri="{FF2B5EF4-FFF2-40B4-BE49-F238E27FC236}">
                <a16:creationId xmlns:a16="http://schemas.microsoft.com/office/drawing/2014/main" id="{C2CD2344-5F97-FDA7-2BF2-98E5C3C7AD4B}"/>
              </a:ext>
            </a:extLst>
          </p:cNvPr>
          <p:cNvGraphicFramePr>
            <a:graphicFrameLocks noGrp="1"/>
          </p:cNvGraphicFramePr>
          <p:nvPr>
            <p:ph idx="1"/>
            <p:extLst>
              <p:ext uri="{D42A27DB-BD31-4B8C-83A1-F6EECF244321}">
                <p14:modId xmlns:p14="http://schemas.microsoft.com/office/powerpoint/2010/main" val="13414023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6">
            <a:extLst>
              <a:ext uri="{FF2B5EF4-FFF2-40B4-BE49-F238E27FC236}">
                <a16:creationId xmlns:a16="http://schemas.microsoft.com/office/drawing/2014/main" id="{CFA97D5A-B620-AEAD-F434-589E03090D10}"/>
              </a:ext>
            </a:extLst>
          </p:cNvPr>
          <p:cNvSpPr>
            <a:spLocks noGrp="1"/>
          </p:cNvSpPr>
          <p:nvPr>
            <p:ph type="body" idx="4294967295"/>
          </p:nvPr>
        </p:nvSpPr>
        <p:spPr>
          <a:xfrm>
            <a:off x="0" y="661988"/>
            <a:ext cx="5157788" cy="823912"/>
          </a:xfrm>
        </p:spPr>
        <p:txBody>
          <a:bodyPr>
            <a:normAutofit/>
          </a:bodyPr>
          <a:lstStyle/>
          <a:p>
            <a:r>
              <a:rPr lang="en-GB" sz="3200" i="0" dirty="0">
                <a:solidFill>
                  <a:srgbClr val="333333"/>
                </a:solidFill>
                <a:effectLst/>
                <a:highlight>
                  <a:srgbClr val="FFFFFF"/>
                </a:highlight>
                <a:latin typeface="allumi-std"/>
              </a:rPr>
              <a:t>What Is the Goal of 5S?</a:t>
            </a:r>
            <a:endParaRPr lang="en-GB" sz="3200" dirty="0"/>
          </a:p>
        </p:txBody>
      </p:sp>
    </p:spTree>
    <p:extLst>
      <p:ext uri="{BB962C8B-B14F-4D97-AF65-F5344CB8AC3E}">
        <p14:creationId xmlns:p14="http://schemas.microsoft.com/office/powerpoint/2010/main" val="11003763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8">
            <a:extLst>
              <a:ext uri="{FF2B5EF4-FFF2-40B4-BE49-F238E27FC236}">
                <a16:creationId xmlns:a16="http://schemas.microsoft.com/office/drawing/2014/main" id="{95E06536-B212-ECEF-1F38-E93E49F174C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7">
            <a:extLst>
              <a:ext uri="{FF2B5EF4-FFF2-40B4-BE49-F238E27FC236}">
                <a16:creationId xmlns:a16="http://schemas.microsoft.com/office/drawing/2014/main" id="{8769F33D-B37E-5496-F42E-C9A9AC18099B}"/>
              </a:ext>
            </a:extLst>
          </p:cNvPr>
          <p:cNvSpPr>
            <a:spLocks noGrp="1"/>
          </p:cNvSpPr>
          <p:nvPr>
            <p:ph type="title"/>
          </p:nvPr>
        </p:nvSpPr>
        <p:spPr>
          <a:xfrm>
            <a:off x="838200" y="365125"/>
            <a:ext cx="10515600" cy="1325563"/>
          </a:xfrm>
        </p:spPr>
        <p:txBody>
          <a:bodyPr/>
          <a:lstStyle/>
          <a:p>
            <a:r>
              <a:rPr lang="en-GB" b="1" i="0" dirty="0">
                <a:solidFill>
                  <a:srgbClr val="333333"/>
                </a:solidFill>
                <a:effectLst/>
                <a:highlight>
                  <a:srgbClr val="FFFFFF"/>
                </a:highlight>
                <a:latin typeface="allumi-std"/>
              </a:rPr>
              <a:t>What Is the 5S Process?</a:t>
            </a:r>
          </a:p>
          <a:p>
            <a:endParaRPr lang="en-GB" dirty="0"/>
          </a:p>
        </p:txBody>
      </p:sp>
    </p:spTree>
    <p:extLst>
      <p:ext uri="{BB962C8B-B14F-4D97-AF65-F5344CB8AC3E}">
        <p14:creationId xmlns:p14="http://schemas.microsoft.com/office/powerpoint/2010/main" val="5503083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teps with icons and symbols&#10;&#10;Description automatically generated">
            <a:extLst>
              <a:ext uri="{FF2B5EF4-FFF2-40B4-BE49-F238E27FC236}">
                <a16:creationId xmlns:a16="http://schemas.microsoft.com/office/drawing/2014/main" id="{132F4D66-20AB-5C60-41BB-B480A990D2F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483" r="-2" b="2922"/>
          <a:stretch/>
        </p:blipFill>
        <p:spPr>
          <a:xfrm>
            <a:off x="813256" y="643467"/>
            <a:ext cx="4952088" cy="5571066"/>
          </a:xfrm>
          <a:prstGeom prst="rect">
            <a:avLst/>
          </a:prstGeom>
        </p:spPr>
      </p:pic>
      <p:pic>
        <p:nvPicPr>
          <p:cNvPr id="7" name="Picture 6" descr="A diagram of a five-step process&#10;&#10;Description automatically generated">
            <a:extLst>
              <a:ext uri="{FF2B5EF4-FFF2-40B4-BE49-F238E27FC236}">
                <a16:creationId xmlns:a16="http://schemas.microsoft.com/office/drawing/2014/main" id="{73F82800-582A-1D17-D7C6-4BF8EB606BAA}"/>
              </a:ext>
            </a:extLst>
          </p:cNvPr>
          <p:cNvPicPr>
            <a:picLocks noChangeAspect="1"/>
          </p:cNvPicPr>
          <p:nvPr/>
        </p:nvPicPr>
        <p:blipFill>
          <a:blip r:embed="rId3">
            <a:extLst>
              <a:ext uri="{28A0092B-C50C-407E-A947-70E740481C1C}">
                <a14:useLocalDpi xmlns:a14="http://schemas.microsoft.com/office/drawing/2010/main" val="0"/>
              </a:ext>
            </a:extLst>
          </a:blip>
          <a:srcRect r="1" b="3333"/>
          <a:stretch/>
        </p:blipFill>
        <p:spPr>
          <a:xfrm>
            <a:off x="6256865" y="643466"/>
            <a:ext cx="5291667" cy="5279031"/>
          </a:xfrm>
          <a:prstGeom prst="rect">
            <a:avLst/>
          </a:prstGeom>
        </p:spPr>
      </p:pic>
    </p:spTree>
    <p:extLst>
      <p:ext uri="{BB962C8B-B14F-4D97-AF65-F5344CB8AC3E}">
        <p14:creationId xmlns:p14="http://schemas.microsoft.com/office/powerpoint/2010/main" val="36057471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2" cstate="print"/>
          <a:stretch>
            <a:fillRect/>
          </a:stretch>
        </p:blipFill>
        <p:spPr>
          <a:xfrm>
            <a:off x="2031456" y="457200"/>
            <a:ext cx="8129087" cy="59436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5396" y="230569"/>
            <a:ext cx="2745833" cy="571096"/>
          </a:xfrm>
          <a:prstGeom prst="rect">
            <a:avLst/>
          </a:prstGeom>
        </p:spPr>
        <p:txBody>
          <a:bodyPr vert="horz" wrap="square" lIns="0" tIns="16933" rIns="0" bIns="0" rtlCol="0">
            <a:spAutoFit/>
          </a:bodyPr>
          <a:lstStyle/>
          <a:p>
            <a:pPr marL="16933">
              <a:spcBef>
                <a:spcPts val="133"/>
              </a:spcBef>
            </a:pPr>
            <a:r>
              <a:rPr sz="3600" b="1" dirty="0">
                <a:solidFill>
                  <a:schemeClr val="accent3">
                    <a:lumMod val="50000"/>
                  </a:schemeClr>
                </a:solidFill>
                <a:latin typeface="Times New Roman" panose="02020603050405020304" pitchFamily="18" charset="0"/>
                <a:cs typeface="Times New Roman" panose="02020603050405020304" pitchFamily="18" charset="0"/>
              </a:rPr>
              <a:t>a)</a:t>
            </a:r>
            <a:r>
              <a:rPr sz="3600" b="1" spc="-20" dirty="0">
                <a:solidFill>
                  <a:schemeClr val="accent3">
                    <a:lumMod val="50000"/>
                  </a:schemeClr>
                </a:solidFill>
                <a:latin typeface="Times New Roman" panose="02020603050405020304" pitchFamily="18" charset="0"/>
                <a:cs typeface="Times New Roman" panose="02020603050405020304" pitchFamily="18" charset="0"/>
              </a:rPr>
              <a:t> </a:t>
            </a:r>
            <a:r>
              <a:rPr sz="3600" b="1" dirty="0">
                <a:solidFill>
                  <a:schemeClr val="accent3">
                    <a:lumMod val="50000"/>
                  </a:schemeClr>
                </a:solidFill>
                <a:latin typeface="Times New Roman" panose="02020603050405020304" pitchFamily="18" charset="0"/>
                <a:cs typeface="Times New Roman" panose="02020603050405020304" pitchFamily="18" charset="0"/>
              </a:rPr>
              <a:t>Seiri</a:t>
            </a:r>
            <a:r>
              <a:rPr sz="3600" b="1" spc="-20" dirty="0">
                <a:solidFill>
                  <a:schemeClr val="accent3">
                    <a:lumMod val="50000"/>
                  </a:schemeClr>
                </a:solidFill>
                <a:latin typeface="Times New Roman" panose="02020603050405020304" pitchFamily="18" charset="0"/>
                <a:cs typeface="Times New Roman" panose="02020603050405020304" pitchFamily="18" charset="0"/>
              </a:rPr>
              <a:t> </a:t>
            </a:r>
            <a:r>
              <a:rPr sz="3600" b="1" spc="-13" dirty="0">
                <a:solidFill>
                  <a:schemeClr val="accent3">
                    <a:lumMod val="50000"/>
                  </a:schemeClr>
                </a:solidFill>
                <a:latin typeface="Times New Roman" panose="02020603050405020304" pitchFamily="18" charset="0"/>
                <a:cs typeface="Times New Roman" panose="02020603050405020304" pitchFamily="18" charset="0"/>
              </a:rPr>
              <a:t>(Sort)</a:t>
            </a:r>
            <a:endParaRPr sz="36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37625" y="889001"/>
            <a:ext cx="11854375" cy="5514565"/>
          </a:xfrm>
          <a:prstGeom prst="rect">
            <a:avLst/>
          </a:prstGeom>
        </p:spPr>
        <p:txBody>
          <a:bodyPr vert="horz" wrap="square" lIns="0" tIns="16933" rIns="0" bIns="0" rtlCol="0">
            <a:spAutoFit/>
          </a:bodyPr>
          <a:lstStyle/>
          <a:p>
            <a:pPr marL="433482" indent="-416550" algn="just">
              <a:spcBef>
                <a:spcPts val="133"/>
              </a:spcBef>
              <a:buChar char="●"/>
              <a:tabLst>
                <a:tab pos="433482" algn="l"/>
              </a:tabLst>
            </a:pPr>
            <a:r>
              <a:rPr sz="2000" dirty="0">
                <a:solidFill>
                  <a:srgbClr val="222222"/>
                </a:solidFill>
                <a:latin typeface="Times New Roman" panose="02020603050405020304" pitchFamily="18" charset="0"/>
                <a:cs typeface="Times New Roman" panose="02020603050405020304" pitchFamily="18" charset="0"/>
              </a:rPr>
              <a:t>The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first</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step</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of</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5</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processes,</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seiri,</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refers</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act</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throwing</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away</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all</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unwanted,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unnecessary</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endParaRPr sz="2000" dirty="0">
              <a:latin typeface="Times New Roman" panose="02020603050405020304" pitchFamily="18" charset="0"/>
              <a:cs typeface="Times New Roman" panose="02020603050405020304" pitchFamily="18" charset="0"/>
            </a:endParaRPr>
          </a:p>
          <a:p>
            <a:pPr algn="just">
              <a:spcBef>
                <a:spcPts val="73"/>
              </a:spcBef>
              <a:buClr>
                <a:srgbClr val="222222"/>
              </a:buClr>
              <a:buFont typeface="Arial MT"/>
              <a:buChar char="●"/>
            </a:pPr>
            <a:endParaRPr sz="2000" dirty="0">
              <a:latin typeface="Times New Roman" panose="02020603050405020304" pitchFamily="18" charset="0"/>
              <a:cs typeface="Times New Roman" panose="02020603050405020304" pitchFamily="18" charset="0"/>
            </a:endParaRPr>
          </a:p>
          <a:p>
            <a:pPr marL="433482" algn="just"/>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unrelated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materials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in</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7"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workplace.</a:t>
            </a:r>
            <a:endParaRPr sz="2000" dirty="0">
              <a:latin typeface="Times New Roman" panose="02020603050405020304" pitchFamily="18" charset="0"/>
              <a:cs typeface="Times New Roman" panose="02020603050405020304" pitchFamily="18" charset="0"/>
            </a:endParaRPr>
          </a:p>
          <a:p>
            <a:pPr algn="just">
              <a:spcBef>
                <a:spcPts val="73"/>
              </a:spcBef>
              <a:buClr>
                <a:srgbClr val="222222"/>
              </a:buClr>
              <a:buFont typeface="Arial MT"/>
              <a:buChar char="●"/>
            </a:pPr>
            <a:endParaRPr sz="2000" dirty="0">
              <a:latin typeface="Times New Roman" panose="02020603050405020304" pitchFamily="18" charset="0"/>
              <a:cs typeface="Times New Roman" panose="02020603050405020304" pitchFamily="18" charset="0"/>
            </a:endParaRPr>
          </a:p>
          <a:p>
            <a:pPr marL="433482" indent="-416550" algn="just">
              <a:buChar char="●"/>
              <a:tabLst>
                <a:tab pos="433482" algn="l"/>
              </a:tabLst>
            </a:pPr>
            <a:r>
              <a:rPr sz="2000" dirty="0">
                <a:solidFill>
                  <a:srgbClr val="222222"/>
                </a:solidFill>
                <a:latin typeface="Times New Roman" panose="02020603050405020304" pitchFamily="18" charset="0"/>
                <a:cs typeface="Times New Roman" panose="02020603050405020304" pitchFamily="18" charset="0"/>
              </a:rPr>
              <a:t>The</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idea</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33"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ensure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that</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everything</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left</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in</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workplace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related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work.</a:t>
            </a:r>
            <a:endParaRPr sz="2000" dirty="0">
              <a:latin typeface="Times New Roman" panose="02020603050405020304" pitchFamily="18" charset="0"/>
              <a:cs typeface="Times New Roman" panose="02020603050405020304" pitchFamily="18" charset="0"/>
            </a:endParaRPr>
          </a:p>
          <a:p>
            <a:pPr algn="just">
              <a:spcBef>
                <a:spcPts val="73"/>
              </a:spcBef>
              <a:buClr>
                <a:srgbClr val="222222"/>
              </a:buClr>
              <a:buFont typeface="Arial MT"/>
              <a:buChar char="●"/>
            </a:pPr>
            <a:endParaRPr sz="2000" dirty="0">
              <a:latin typeface="Times New Roman" panose="02020603050405020304" pitchFamily="18" charset="0"/>
              <a:cs typeface="Times New Roman" panose="02020603050405020304" pitchFamily="18" charset="0"/>
            </a:endParaRPr>
          </a:p>
          <a:p>
            <a:pPr marL="433482" indent="-416550" algn="just">
              <a:buChar char="●"/>
              <a:tabLst>
                <a:tab pos="433482" algn="l"/>
              </a:tabLst>
            </a:pPr>
            <a:r>
              <a:rPr sz="2000" dirty="0">
                <a:solidFill>
                  <a:srgbClr val="222222"/>
                </a:solidFill>
                <a:latin typeface="Times New Roman" panose="02020603050405020304" pitchFamily="18" charset="0"/>
                <a:cs typeface="Times New Roman" panose="02020603050405020304" pitchFamily="18" charset="0"/>
              </a:rPr>
              <a:t>Even</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number</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of</a:t>
            </a:r>
            <a:r>
              <a:rPr sz="2000" spc="-1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necessary</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items</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in</a:t>
            </a:r>
            <a:r>
              <a:rPr sz="2000" spc="-1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0"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workplace</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must</a:t>
            </a:r>
            <a:r>
              <a:rPr sz="2000" spc="-1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be</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kept</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its</a:t>
            </a:r>
            <a:r>
              <a:rPr sz="2000" spc="-7" dirty="0">
                <a:solidFill>
                  <a:srgbClr val="222222"/>
                </a:solid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absolute</a:t>
            </a:r>
            <a:r>
              <a:rPr sz="20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minimum.</a:t>
            </a:r>
            <a:endParaRPr sz="2000" dirty="0">
              <a:latin typeface="Times New Roman" panose="02020603050405020304" pitchFamily="18" charset="0"/>
              <a:cs typeface="Times New Roman" panose="02020603050405020304" pitchFamily="18" charset="0"/>
            </a:endParaRPr>
          </a:p>
          <a:p>
            <a:pPr algn="just">
              <a:spcBef>
                <a:spcPts val="73"/>
              </a:spcBef>
              <a:buClr>
                <a:srgbClr val="222222"/>
              </a:buClr>
              <a:buFont typeface="Arial MT"/>
              <a:buChar char="●"/>
            </a:pPr>
            <a:endParaRPr sz="2000" dirty="0">
              <a:latin typeface="Times New Roman" panose="02020603050405020304" pitchFamily="18" charset="0"/>
              <a:cs typeface="Times New Roman" panose="02020603050405020304" pitchFamily="18" charset="0"/>
            </a:endParaRPr>
          </a:p>
          <a:p>
            <a:pPr marL="433482" indent="-416550" algn="just">
              <a:buChar char="●"/>
              <a:tabLst>
                <a:tab pos="433482" algn="l"/>
              </a:tabLst>
            </a:pPr>
            <a:r>
              <a:rPr sz="2000" spc="-13" dirty="0">
                <a:solidFill>
                  <a:srgbClr val="222222"/>
                </a:solidFill>
                <a:latin typeface="Times New Roman" panose="02020603050405020304" pitchFamily="18" charset="0"/>
                <a:cs typeface="Times New Roman" panose="02020603050405020304" pitchFamily="18" charset="0"/>
              </a:rPr>
              <a:t>Because</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of</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seiri,</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7" dirty="0">
                <a:solidFill>
                  <a:srgbClr val="222222"/>
                </a:solid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simplification</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tasks,</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effective</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use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careful</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purchase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items</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follow</a:t>
            </a:r>
            <a:r>
              <a:rPr sz="2000" spc="-13" dirty="0">
                <a:solidFill>
                  <a:srgbClr val="222222"/>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433482" marR="6773" indent="-417396" algn="just">
              <a:lnSpc>
                <a:spcPct val="200000"/>
              </a:lnSpc>
              <a:buChar char="●"/>
              <a:tabLst>
                <a:tab pos="433482" algn="l"/>
              </a:tabLst>
            </a:pPr>
            <a:r>
              <a:rPr sz="2000" dirty="0">
                <a:solidFill>
                  <a:srgbClr val="222222"/>
                </a:solidFill>
                <a:latin typeface="Times New Roman" panose="02020603050405020304" pitchFamily="18" charset="0"/>
                <a:cs typeface="Times New Roman" panose="02020603050405020304" pitchFamily="18" charset="0"/>
              </a:rPr>
              <a:t>The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most</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effective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method</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33"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implement</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Seiri</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13"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place/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attach</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2000" u="sng" spc="-5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lang="en-GB" sz="2000" u="sng" spc="-60" dirty="0">
                <a:solidFill>
                  <a:srgbClr val="222222"/>
                </a:solidFill>
                <a:uFill>
                  <a:solidFill>
                    <a:srgbClr val="222222"/>
                  </a:solidFill>
                </a:uFill>
                <a:latin typeface="Times New Roman" panose="02020603050405020304" pitchFamily="18" charset="0"/>
                <a:cs typeface="Times New Roman" panose="02020603050405020304" pitchFamily="18" charset="0"/>
              </a:rPr>
              <a:t>r</a:t>
            </a:r>
            <a:r>
              <a:rPr sz="2000" u="sng" spc="-60" dirty="0">
                <a:solidFill>
                  <a:srgbClr val="222222"/>
                </a:solidFill>
                <a:uFill>
                  <a:solidFill>
                    <a:srgbClr val="222222"/>
                  </a:solidFill>
                </a:uFill>
                <a:latin typeface="Times New Roman" panose="02020603050405020304" pitchFamily="18" charset="0"/>
                <a:cs typeface="Times New Roman" panose="02020603050405020304" pitchFamily="18" charset="0"/>
              </a:rPr>
              <a:t>ed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tag</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all</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unneeded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items</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move</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them</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to</a:t>
            </a:r>
            <a:r>
              <a:rPr sz="2000" spc="667"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location</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outside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work</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area</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for</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storage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until</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disposed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off.</a:t>
            </a:r>
            <a:endParaRPr sz="2000" dirty="0">
              <a:latin typeface="Times New Roman" panose="02020603050405020304" pitchFamily="18" charset="0"/>
              <a:cs typeface="Times New Roman" panose="02020603050405020304" pitchFamily="18" charset="0"/>
            </a:endParaRPr>
          </a:p>
          <a:p>
            <a:pPr marL="433482" marR="568098" indent="-417396" algn="just">
              <a:lnSpc>
                <a:spcPct val="200000"/>
              </a:lnSpc>
              <a:buChar char="●"/>
              <a:tabLst>
                <a:tab pos="433482" algn="l"/>
              </a:tabLst>
            </a:pPr>
            <a:r>
              <a:rPr sz="2000" dirty="0">
                <a:solidFill>
                  <a:srgbClr val="222222"/>
                </a:solidFill>
                <a:latin typeface="Times New Roman" panose="02020603050405020304" pitchFamily="18" charset="0"/>
                <a:cs typeface="Times New Roman" panose="02020603050405020304" pitchFamily="18" charset="0"/>
              </a:rPr>
              <a:t>Sorting</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an</a:t>
            </a:r>
            <a:r>
              <a:rPr sz="2000" spc="-33" dirty="0">
                <a:solidFill>
                  <a:srgbClr val="222222"/>
                </a:solid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excellent</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way</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free</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up</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valuable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and</a:t>
            </a:r>
            <a:r>
              <a:rPr sz="2000" spc="-33"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eliminate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such</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things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as</a:t>
            </a:r>
            <a:r>
              <a:rPr sz="2000" spc="-33"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obsolete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stock,</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used</a:t>
            </a:r>
            <a:r>
              <a:rPr sz="2000" spc="-33" dirty="0">
                <a:solidFill>
                  <a:srgbClr val="222222"/>
                </a:solidFill>
                <a:latin typeface="Times New Roman" panose="02020603050405020304" pitchFamily="18" charset="0"/>
                <a:cs typeface="Times New Roman" panose="02020603050405020304" pitchFamily="18" charset="0"/>
              </a:rPr>
              <a:t> and </a:t>
            </a:r>
            <a:r>
              <a:rPr sz="2000" dirty="0">
                <a:solidFill>
                  <a:srgbClr val="222222"/>
                </a:solidFill>
                <a:latin typeface="Times New Roman" panose="02020603050405020304" pitchFamily="18" charset="0"/>
                <a:cs typeface="Times New Roman" panose="02020603050405020304" pitchFamily="18" charset="0"/>
              </a:rPr>
              <a:t>broken</a:t>
            </a:r>
            <a:r>
              <a:rPr sz="2000" spc="-5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tools,etc.</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irreparable</a:t>
            </a:r>
            <a:r>
              <a:rPr sz="2000" spc="305"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jigs</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and</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fixtures,</a:t>
            </a:r>
            <a:r>
              <a:rPr sz="2000" spc="-53" dirty="0">
                <a:solidFill>
                  <a:srgbClr val="222222"/>
                </a:solidFill>
                <a:latin typeface="Times New Roman" panose="02020603050405020304" pitchFamily="18" charset="0"/>
                <a:cs typeface="Times New Roman" panose="02020603050405020304" pitchFamily="18" charset="0"/>
              </a:rPr>
              <a:t> </a:t>
            </a:r>
            <a:r>
              <a:rPr sz="2000" spc="-27" dirty="0">
                <a:solidFill>
                  <a:srgbClr val="222222"/>
                </a:solidFill>
                <a:latin typeface="Times New Roman" panose="02020603050405020304" pitchFamily="18" charset="0"/>
                <a:cs typeface="Times New Roman" panose="02020603050405020304" pitchFamily="18" charset="0"/>
              </a:rPr>
              <a:t>non-</a:t>
            </a:r>
            <a:r>
              <a:rPr sz="2000" spc="-13" dirty="0">
                <a:solidFill>
                  <a:srgbClr val="222222"/>
                </a:solidFill>
                <a:latin typeface="Times New Roman" panose="02020603050405020304" pitchFamily="18" charset="0"/>
                <a:cs typeface="Times New Roman" panose="02020603050405020304" pitchFamily="18" charset="0"/>
              </a:rPr>
              <a:t>renewable</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jobs,</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surplus</a:t>
            </a:r>
            <a:r>
              <a:rPr sz="2000" spc="-47"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stocks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group of tags from a wall&#10;&#10;Description automatically generated">
            <a:extLst>
              <a:ext uri="{FF2B5EF4-FFF2-40B4-BE49-F238E27FC236}">
                <a16:creationId xmlns:a16="http://schemas.microsoft.com/office/drawing/2014/main" id="{4CDE1712-FCDA-CA5F-C001-E5C36DBD7E68}"/>
              </a:ext>
            </a:extLst>
          </p:cNvPr>
          <p:cNvPicPr>
            <a:picLocks noChangeAspect="1"/>
          </p:cNvPicPr>
          <p:nvPr/>
        </p:nvPicPr>
        <p:blipFill>
          <a:blip r:embed="rId3">
            <a:extLst>
              <a:ext uri="{28A0092B-C50C-407E-A947-70E740481C1C}">
                <a14:useLocalDpi xmlns:a14="http://schemas.microsoft.com/office/drawing/2010/main" val="0"/>
              </a:ext>
            </a:extLst>
          </a:blip>
          <a:srcRect t="19537" b="3619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2" name="object 2"/>
          <p:cNvSpPr txBox="1"/>
          <p:nvPr/>
        </p:nvSpPr>
        <p:spPr>
          <a:xfrm>
            <a:off x="7150062" y="4023361"/>
            <a:ext cx="7485413" cy="2798426"/>
          </a:xfrm>
          <a:prstGeom prst="rect">
            <a:avLst/>
          </a:prstGeom>
        </p:spPr>
        <p:txBody>
          <a:bodyPr vert="horz" lIns="91440" tIns="45720" rIns="91440" bIns="45720" rtlCol="0" anchor="ctr">
            <a:noAutofit/>
          </a:bodyPr>
          <a:lstStyle/>
          <a:p>
            <a:pPr marL="16933" indent="-228600">
              <a:lnSpc>
                <a:spcPct val="90000"/>
              </a:lnSpc>
              <a:spcBef>
                <a:spcPts val="133"/>
              </a:spcBef>
              <a:buFont typeface="Arial" panose="020B0604020202020204" pitchFamily="34" charset="0"/>
              <a:buChar char="•"/>
            </a:pPr>
            <a:r>
              <a:rPr lang="en-US" sz="2000" b="1" dirty="0"/>
              <a:t>Red</a:t>
            </a:r>
            <a:r>
              <a:rPr lang="en-US" sz="2000" b="1" spc="-53" dirty="0"/>
              <a:t> </a:t>
            </a:r>
            <a:r>
              <a:rPr lang="en-US" sz="2000" b="1" spc="-13" dirty="0"/>
              <a:t>Tagging:</a:t>
            </a:r>
            <a:endParaRPr lang="en-US" sz="2000" dirty="0"/>
          </a:p>
          <a:p>
            <a:pPr marL="16933" marR="3153754" indent="-228600">
              <a:lnSpc>
                <a:spcPct val="90000"/>
              </a:lnSpc>
              <a:buFont typeface="Arial" panose="020B0604020202020204" pitchFamily="34" charset="0"/>
              <a:buChar char="•"/>
            </a:pPr>
            <a:r>
              <a:rPr lang="en-US" sz="2000" u="sng" dirty="0">
                <a:uFill>
                  <a:solidFill>
                    <a:srgbClr val="222222"/>
                  </a:solidFill>
                </a:uFill>
              </a:rPr>
              <a:t>A</a:t>
            </a:r>
            <a:r>
              <a:rPr lang="en-US" sz="2000" u="sng" spc="-100" dirty="0">
                <a:uFill>
                  <a:solidFill>
                    <a:srgbClr val="222222"/>
                  </a:solidFill>
                </a:uFill>
              </a:rPr>
              <a:t> </a:t>
            </a:r>
            <a:r>
              <a:rPr lang="en-US" sz="2000" u="sng" dirty="0">
                <a:uFill>
                  <a:solidFill>
                    <a:srgbClr val="222222"/>
                  </a:solidFill>
                </a:uFill>
              </a:rPr>
              <a:t>method</a:t>
            </a:r>
            <a:r>
              <a:rPr lang="en-US" sz="2000" u="sng" spc="-47" dirty="0">
                <a:uFill>
                  <a:solidFill>
                    <a:srgbClr val="222222"/>
                  </a:solidFill>
                </a:uFill>
              </a:rPr>
              <a:t> </a:t>
            </a:r>
            <a:r>
              <a:rPr lang="en-US" sz="2000" u="sng" dirty="0">
                <a:uFill>
                  <a:solidFill>
                    <a:srgbClr val="222222"/>
                  </a:solidFill>
                </a:uFill>
              </a:rPr>
              <a:t>to</a:t>
            </a:r>
            <a:r>
              <a:rPr lang="en-US" sz="2000" u="sng" spc="-33" dirty="0">
                <a:uFill>
                  <a:solidFill>
                    <a:srgbClr val="222222"/>
                  </a:solidFill>
                </a:uFill>
              </a:rPr>
              <a:t> </a:t>
            </a:r>
            <a:r>
              <a:rPr lang="en-US" sz="2000" u="sng" dirty="0">
                <a:uFill>
                  <a:solidFill>
                    <a:srgbClr val="222222"/>
                  </a:solidFill>
                </a:uFill>
              </a:rPr>
              <a:t>identify</a:t>
            </a:r>
            <a:r>
              <a:rPr lang="en-US" sz="2000" u="sng" spc="-40" dirty="0">
                <a:uFill>
                  <a:solidFill>
                    <a:srgbClr val="222222"/>
                  </a:solidFill>
                </a:uFill>
              </a:rPr>
              <a:t> </a:t>
            </a:r>
            <a:r>
              <a:rPr lang="en-US" sz="2000" u="sng" dirty="0">
                <a:uFill>
                  <a:solidFill>
                    <a:srgbClr val="222222"/>
                  </a:solidFill>
                </a:uFill>
              </a:rPr>
              <a:t>items</a:t>
            </a:r>
            <a:r>
              <a:rPr lang="en-US" sz="2000" spc="-33" dirty="0"/>
              <a:t> </a:t>
            </a:r>
            <a:r>
              <a:rPr lang="en-US" sz="2000" dirty="0"/>
              <a:t>that</a:t>
            </a:r>
            <a:r>
              <a:rPr lang="en-US" sz="2000" spc="-33" dirty="0"/>
              <a:t> </a:t>
            </a:r>
            <a:r>
              <a:rPr lang="en-US" sz="2000" dirty="0"/>
              <a:t>will</a:t>
            </a:r>
            <a:r>
              <a:rPr lang="en-US" sz="2000" spc="-33" dirty="0"/>
              <a:t> </a:t>
            </a:r>
            <a:r>
              <a:rPr lang="en-US" sz="2000" dirty="0"/>
              <a:t>eventually</a:t>
            </a:r>
            <a:r>
              <a:rPr lang="en-US" sz="2000" spc="-40" dirty="0"/>
              <a:t> </a:t>
            </a:r>
            <a:r>
              <a:rPr lang="en-US" sz="2000" dirty="0"/>
              <a:t>be</a:t>
            </a:r>
            <a:r>
              <a:rPr lang="en-US" sz="2000" spc="-33" dirty="0"/>
              <a:t> </a:t>
            </a:r>
            <a:r>
              <a:rPr lang="en-US" sz="2000" dirty="0"/>
              <a:t>removed</a:t>
            </a:r>
            <a:r>
              <a:rPr lang="en-US" sz="2000" spc="-33" dirty="0"/>
              <a:t> </a:t>
            </a:r>
            <a:r>
              <a:rPr lang="en-US" sz="2000" dirty="0"/>
              <a:t>from</a:t>
            </a:r>
            <a:r>
              <a:rPr lang="en-US" sz="2000" spc="-33" dirty="0"/>
              <a:t> </a:t>
            </a:r>
            <a:r>
              <a:rPr lang="en-US" sz="2000" dirty="0"/>
              <a:t>an</a:t>
            </a:r>
            <a:r>
              <a:rPr lang="en-US" sz="2000" spc="-40" dirty="0"/>
              <a:t> </a:t>
            </a:r>
            <a:r>
              <a:rPr lang="en-US" sz="2000" spc="-13" dirty="0"/>
              <a:t>area. </a:t>
            </a:r>
            <a:r>
              <a:rPr lang="en-US" sz="2000" dirty="0"/>
              <a:t>Contains</a:t>
            </a:r>
            <a:r>
              <a:rPr lang="en-US" sz="2000" spc="-67" dirty="0"/>
              <a:t> </a:t>
            </a:r>
            <a:r>
              <a:rPr lang="en-US" sz="2000" dirty="0"/>
              <a:t>Data</a:t>
            </a:r>
            <a:r>
              <a:rPr lang="en-US" sz="2000" spc="-60" dirty="0"/>
              <a:t> </a:t>
            </a:r>
            <a:r>
              <a:rPr lang="en-US" sz="2000" spc="-13" dirty="0"/>
              <a:t>describing:</a:t>
            </a:r>
            <a:endParaRPr lang="en-US" sz="2000" dirty="0"/>
          </a:p>
          <a:p>
            <a:pPr marL="1235256" indent="-228600">
              <a:lnSpc>
                <a:spcPct val="90000"/>
              </a:lnSpc>
              <a:buFont typeface="Arial" panose="020B0604020202020204" pitchFamily="34" charset="0"/>
              <a:buChar char="•"/>
              <a:tabLst>
                <a:tab pos="1235256" algn="l"/>
              </a:tabLst>
            </a:pPr>
            <a:r>
              <a:rPr lang="en-US" sz="2000" b="1" dirty="0">
                <a:solidFill>
                  <a:schemeClr val="accent3">
                    <a:lumMod val="50000"/>
                  </a:schemeClr>
                </a:solidFill>
              </a:rPr>
              <a:t>Red</a:t>
            </a:r>
            <a:r>
              <a:rPr lang="en-US" sz="2000" b="1" spc="-67" dirty="0">
                <a:solidFill>
                  <a:schemeClr val="accent3">
                    <a:lumMod val="50000"/>
                  </a:schemeClr>
                </a:solidFill>
              </a:rPr>
              <a:t> </a:t>
            </a:r>
            <a:r>
              <a:rPr lang="en-US" sz="2000" b="1" spc="-60" dirty="0">
                <a:solidFill>
                  <a:schemeClr val="accent3">
                    <a:lumMod val="50000"/>
                  </a:schemeClr>
                </a:solidFill>
              </a:rPr>
              <a:t>Tag</a:t>
            </a:r>
            <a:r>
              <a:rPr lang="en-US" sz="2000" b="1" spc="-33" dirty="0">
                <a:solidFill>
                  <a:schemeClr val="accent3">
                    <a:lumMod val="50000"/>
                  </a:schemeClr>
                </a:solidFill>
              </a:rPr>
              <a:t> No.</a:t>
            </a:r>
            <a:endParaRPr lang="en-US" sz="2000" b="1" dirty="0">
              <a:solidFill>
                <a:schemeClr val="accent3">
                  <a:lumMod val="50000"/>
                </a:schemeClr>
              </a:solidFill>
            </a:endParaRPr>
          </a:p>
          <a:p>
            <a:pPr marL="1235256" indent="-228600">
              <a:lnSpc>
                <a:spcPct val="90000"/>
              </a:lnSpc>
              <a:spcBef>
                <a:spcPts val="267"/>
              </a:spcBef>
              <a:buFont typeface="Arial" panose="020B0604020202020204" pitchFamily="34" charset="0"/>
              <a:buChar char="•"/>
              <a:tabLst>
                <a:tab pos="1235256" algn="l"/>
              </a:tabLst>
            </a:pPr>
            <a:r>
              <a:rPr lang="en-US" sz="2000" b="1" spc="-13" dirty="0">
                <a:solidFill>
                  <a:schemeClr val="accent3">
                    <a:lumMod val="50000"/>
                  </a:schemeClr>
                </a:solidFill>
              </a:rPr>
              <a:t>Name/Description </a:t>
            </a:r>
            <a:r>
              <a:rPr lang="en-US" sz="2000" b="1" dirty="0">
                <a:solidFill>
                  <a:schemeClr val="accent3">
                    <a:lumMod val="50000"/>
                  </a:schemeClr>
                </a:solidFill>
              </a:rPr>
              <a:t>of</a:t>
            </a:r>
            <a:r>
              <a:rPr lang="en-US" sz="2000" b="1" spc="-13" dirty="0">
                <a:solidFill>
                  <a:schemeClr val="accent3">
                    <a:lumMod val="50000"/>
                  </a:schemeClr>
                </a:solidFill>
              </a:rPr>
              <a:t> </a:t>
            </a:r>
            <a:r>
              <a:rPr lang="en-US" sz="2000" b="1" spc="-27" dirty="0">
                <a:solidFill>
                  <a:schemeClr val="accent3">
                    <a:lumMod val="50000"/>
                  </a:schemeClr>
                </a:solidFill>
              </a:rPr>
              <a:t>item</a:t>
            </a:r>
            <a:endParaRPr lang="en-US" sz="2000" b="1" dirty="0">
              <a:solidFill>
                <a:schemeClr val="accent3">
                  <a:lumMod val="50000"/>
                </a:schemeClr>
              </a:solidFill>
            </a:endParaRPr>
          </a:p>
          <a:p>
            <a:pPr marL="1235256" indent="-228600">
              <a:lnSpc>
                <a:spcPct val="90000"/>
              </a:lnSpc>
              <a:spcBef>
                <a:spcPts val="267"/>
              </a:spcBef>
              <a:buFont typeface="Arial" panose="020B0604020202020204" pitchFamily="34" charset="0"/>
              <a:buChar char="•"/>
              <a:tabLst>
                <a:tab pos="1235256" algn="l"/>
              </a:tabLst>
            </a:pPr>
            <a:r>
              <a:rPr lang="en-US" sz="2000" b="1" dirty="0">
                <a:solidFill>
                  <a:schemeClr val="accent3">
                    <a:lumMod val="50000"/>
                  </a:schemeClr>
                </a:solidFill>
              </a:rPr>
              <a:t>Reason</a:t>
            </a:r>
            <a:r>
              <a:rPr lang="en-US" sz="2000" b="1" spc="-53" dirty="0">
                <a:solidFill>
                  <a:schemeClr val="accent3">
                    <a:lumMod val="50000"/>
                  </a:schemeClr>
                </a:solidFill>
              </a:rPr>
              <a:t> </a:t>
            </a:r>
            <a:r>
              <a:rPr lang="en-US" sz="2000" b="1" dirty="0">
                <a:solidFill>
                  <a:schemeClr val="accent3">
                    <a:lumMod val="50000"/>
                  </a:schemeClr>
                </a:solidFill>
              </a:rPr>
              <a:t>for</a:t>
            </a:r>
            <a:r>
              <a:rPr lang="en-US" sz="2000" b="1" spc="-73" dirty="0">
                <a:solidFill>
                  <a:schemeClr val="accent3">
                    <a:lumMod val="50000"/>
                  </a:schemeClr>
                </a:solidFill>
              </a:rPr>
              <a:t> </a:t>
            </a:r>
            <a:r>
              <a:rPr lang="en-US" sz="2000" b="1" spc="-13" dirty="0">
                <a:solidFill>
                  <a:schemeClr val="accent3">
                    <a:lumMod val="50000"/>
                  </a:schemeClr>
                </a:solidFill>
              </a:rPr>
              <a:t>Tagging</a:t>
            </a:r>
            <a:endParaRPr lang="en-US" sz="2000" b="1" dirty="0">
              <a:solidFill>
                <a:schemeClr val="accent3">
                  <a:lumMod val="50000"/>
                </a:schemeClr>
              </a:solidFill>
            </a:endParaRPr>
          </a:p>
          <a:p>
            <a:pPr marL="1235256" indent="-228600">
              <a:lnSpc>
                <a:spcPct val="90000"/>
              </a:lnSpc>
              <a:spcBef>
                <a:spcPts val="260"/>
              </a:spcBef>
              <a:buFont typeface="Arial" panose="020B0604020202020204" pitchFamily="34" charset="0"/>
              <a:buChar char="•"/>
              <a:tabLst>
                <a:tab pos="1235256" algn="l"/>
              </a:tabLst>
            </a:pPr>
            <a:r>
              <a:rPr lang="en-US" sz="2000" b="1" dirty="0">
                <a:solidFill>
                  <a:schemeClr val="accent3">
                    <a:lumMod val="50000"/>
                  </a:schemeClr>
                </a:solidFill>
              </a:rPr>
              <a:t>Date</a:t>
            </a:r>
            <a:r>
              <a:rPr lang="en-US" sz="2000" b="1" spc="-87" dirty="0">
                <a:solidFill>
                  <a:schemeClr val="accent3">
                    <a:lumMod val="50000"/>
                  </a:schemeClr>
                </a:solidFill>
              </a:rPr>
              <a:t> </a:t>
            </a:r>
            <a:r>
              <a:rPr lang="en-US" sz="2000" b="1" spc="-13" dirty="0">
                <a:solidFill>
                  <a:schemeClr val="accent3">
                    <a:lumMod val="50000"/>
                  </a:schemeClr>
                </a:solidFill>
              </a:rPr>
              <a:t>Tagged</a:t>
            </a:r>
            <a:endParaRPr lang="en-US" sz="2000" b="1" dirty="0">
              <a:solidFill>
                <a:schemeClr val="accent3">
                  <a:lumMod val="50000"/>
                </a:schemeClr>
              </a:solidFill>
            </a:endParaRPr>
          </a:p>
          <a:p>
            <a:pPr marL="1235256" indent="-228600">
              <a:lnSpc>
                <a:spcPct val="90000"/>
              </a:lnSpc>
              <a:spcBef>
                <a:spcPts val="267"/>
              </a:spcBef>
              <a:buFont typeface="Arial" panose="020B0604020202020204" pitchFamily="34" charset="0"/>
              <a:buChar char="•"/>
              <a:tabLst>
                <a:tab pos="1235256" algn="l"/>
              </a:tabLst>
            </a:pPr>
            <a:r>
              <a:rPr lang="en-US" sz="2000" b="1" dirty="0">
                <a:solidFill>
                  <a:schemeClr val="accent3">
                    <a:lumMod val="50000"/>
                  </a:schemeClr>
                </a:solidFill>
              </a:rPr>
              <a:t>Current</a:t>
            </a:r>
            <a:r>
              <a:rPr lang="en-US" sz="2000" b="1" spc="-47" dirty="0">
                <a:solidFill>
                  <a:schemeClr val="accent3">
                    <a:lumMod val="50000"/>
                  </a:schemeClr>
                </a:solidFill>
              </a:rPr>
              <a:t> </a:t>
            </a:r>
            <a:r>
              <a:rPr lang="en-US" sz="2000" b="1" spc="-13" dirty="0">
                <a:solidFill>
                  <a:schemeClr val="accent3">
                    <a:lumMod val="50000"/>
                  </a:schemeClr>
                </a:solidFill>
              </a:rPr>
              <a:t>Location</a:t>
            </a:r>
            <a:endParaRPr lang="en-US" sz="2000" b="1" dirty="0">
              <a:solidFill>
                <a:schemeClr val="accent3">
                  <a:lumMod val="50000"/>
                </a:schemeClr>
              </a:solidFill>
            </a:endParaRPr>
          </a:p>
          <a:p>
            <a:pPr indent="-228600">
              <a:lnSpc>
                <a:spcPct val="90000"/>
              </a:lnSpc>
              <a:spcBef>
                <a:spcPts val="173"/>
              </a:spcBef>
              <a:buFont typeface="Arial" panose="020B0604020202020204" pitchFamily="34" charset="0"/>
              <a:buChar char="•"/>
            </a:pPr>
            <a:endParaRPr lang="en-US" sz="2000" dirty="0"/>
          </a:p>
          <a:p>
            <a:pPr indent="-228600">
              <a:lnSpc>
                <a:spcPct val="90000"/>
              </a:lnSpc>
              <a:spcBef>
                <a:spcPts val="180"/>
              </a:spcBef>
              <a:buFont typeface="Arial" panose="020B0604020202020204" pitchFamily="34" charset="0"/>
              <a:buChar char="•"/>
            </a:pPr>
            <a:endParaRPr lang="en-US" sz="2000" dirty="0"/>
          </a:p>
        </p:txBody>
      </p:sp>
      <p:sp>
        <p:nvSpPr>
          <p:cNvPr id="14" name="TextBox 13">
            <a:extLst>
              <a:ext uri="{FF2B5EF4-FFF2-40B4-BE49-F238E27FC236}">
                <a16:creationId xmlns:a16="http://schemas.microsoft.com/office/drawing/2014/main" id="{EE17893D-C4D6-EAFA-9991-0FBD8E7A4BBF}"/>
              </a:ext>
            </a:extLst>
          </p:cNvPr>
          <p:cNvSpPr txBox="1"/>
          <p:nvPr/>
        </p:nvSpPr>
        <p:spPr>
          <a:xfrm>
            <a:off x="277836" y="3710613"/>
            <a:ext cx="6601265" cy="3141116"/>
          </a:xfrm>
          <a:prstGeom prst="rect">
            <a:avLst/>
          </a:prstGeom>
          <a:noFill/>
        </p:spPr>
        <p:txBody>
          <a:bodyPr wrap="square">
            <a:spAutoFit/>
          </a:bodyPr>
          <a:lstStyle/>
          <a:p>
            <a:pPr marL="16933" indent="-228600">
              <a:lnSpc>
                <a:spcPct val="90000"/>
              </a:lnSpc>
              <a:buFont typeface="Arial" panose="020B0604020202020204" pitchFamily="34" charset="0"/>
              <a:buChar char="•"/>
            </a:pPr>
            <a:r>
              <a:rPr lang="en-US" sz="2000" b="1" dirty="0"/>
              <a:t>Create</a:t>
            </a:r>
            <a:r>
              <a:rPr lang="en-US" sz="2000" b="1" spc="-67" dirty="0"/>
              <a:t> </a:t>
            </a:r>
            <a:r>
              <a:rPr lang="en-US" sz="2000" b="1" dirty="0"/>
              <a:t>a</a:t>
            </a:r>
            <a:r>
              <a:rPr lang="en-US" sz="2000" b="1" spc="-40" dirty="0"/>
              <a:t> </a:t>
            </a:r>
            <a:r>
              <a:rPr lang="en-US" sz="2000" b="1" dirty="0"/>
              <a:t>log</a:t>
            </a:r>
            <a:r>
              <a:rPr lang="en-US" sz="2000" b="1" spc="-40" dirty="0"/>
              <a:t> </a:t>
            </a:r>
            <a:r>
              <a:rPr lang="en-US" sz="2000" b="1" dirty="0"/>
              <a:t>maintained</a:t>
            </a:r>
            <a:r>
              <a:rPr lang="en-US" sz="2000" b="1" spc="-40" dirty="0"/>
              <a:t> </a:t>
            </a:r>
            <a:r>
              <a:rPr lang="en-US" sz="2000" b="1" dirty="0"/>
              <a:t>by</a:t>
            </a:r>
            <a:r>
              <a:rPr lang="en-US" sz="2000" b="1" spc="-33" dirty="0"/>
              <a:t> </a:t>
            </a:r>
            <a:r>
              <a:rPr lang="en-US" sz="2000" b="1" dirty="0"/>
              <a:t>the</a:t>
            </a:r>
            <a:r>
              <a:rPr lang="en-US" sz="2000" b="1" spc="-40" dirty="0"/>
              <a:t> </a:t>
            </a:r>
            <a:r>
              <a:rPr lang="en-US" sz="2000" b="1" dirty="0"/>
              <a:t>Red</a:t>
            </a:r>
            <a:r>
              <a:rPr lang="en-US" sz="2000" b="1" spc="-40" dirty="0"/>
              <a:t> </a:t>
            </a:r>
            <a:r>
              <a:rPr lang="en-US" sz="2000" b="1" spc="-60" dirty="0"/>
              <a:t>Tag </a:t>
            </a:r>
            <a:r>
              <a:rPr lang="en-US" sz="2000" b="1" dirty="0"/>
              <a:t>Area</a:t>
            </a:r>
            <a:r>
              <a:rPr lang="en-US" sz="2000" b="1" spc="-33" dirty="0"/>
              <a:t> </a:t>
            </a:r>
            <a:r>
              <a:rPr lang="en-US" sz="2000" b="1" spc="-13" dirty="0"/>
              <a:t>Manager.</a:t>
            </a:r>
            <a:endParaRPr lang="en-US" sz="2000" dirty="0"/>
          </a:p>
          <a:p>
            <a:pPr indent="-228600">
              <a:lnSpc>
                <a:spcPct val="90000"/>
              </a:lnSpc>
              <a:buFont typeface="Arial" panose="020B0604020202020204" pitchFamily="34" charset="0"/>
              <a:buChar char="•"/>
            </a:pPr>
            <a:r>
              <a:rPr lang="en-US" sz="2000" b="1" i="0" dirty="0">
                <a:effectLst/>
                <a:highlight>
                  <a:srgbClr val="FFFFFF"/>
                </a:highlight>
              </a:rPr>
              <a:t>How to Use the Red Tag Method: </a:t>
            </a:r>
          </a:p>
          <a:p>
            <a:pPr indent="-228600">
              <a:lnSpc>
                <a:spcPct val="90000"/>
              </a:lnSpc>
              <a:buFont typeface="Arial" panose="020B0604020202020204" pitchFamily="34" charset="0"/>
              <a:buChar char="•"/>
            </a:pPr>
            <a:r>
              <a:rPr lang="en-US" sz="2000" b="0" i="0" dirty="0">
                <a:effectLst/>
                <a:highlight>
                  <a:srgbClr val="FFFFFF"/>
                </a:highlight>
              </a:rPr>
              <a:t>Place items with red tags from sorted areas into the Red Tag holding area.</a:t>
            </a:r>
          </a:p>
          <a:p>
            <a:pPr indent="-228600">
              <a:lnSpc>
                <a:spcPct val="90000"/>
              </a:lnSpc>
              <a:buFont typeface="Arial" panose="020B0604020202020204" pitchFamily="34" charset="0"/>
              <a:buChar char="•"/>
            </a:pPr>
            <a:r>
              <a:rPr lang="en-US" sz="2000" b="0" i="0" dirty="0">
                <a:effectLst/>
                <a:highlight>
                  <a:srgbClr val="FFFFFF"/>
                </a:highlight>
              </a:rPr>
              <a:t>Keep items highly visible.</a:t>
            </a:r>
          </a:p>
          <a:p>
            <a:pPr indent="-228600">
              <a:lnSpc>
                <a:spcPct val="90000"/>
              </a:lnSpc>
              <a:buFont typeface="Arial" panose="020B0604020202020204" pitchFamily="34" charset="0"/>
              <a:buChar char="•"/>
            </a:pPr>
            <a:r>
              <a:rPr lang="en-US" sz="2000" b="0" i="0" dirty="0">
                <a:effectLst/>
                <a:highlight>
                  <a:srgbClr val="FFFFFF"/>
                </a:highlight>
              </a:rPr>
              <a:t>Clearly label items.</a:t>
            </a:r>
          </a:p>
          <a:p>
            <a:pPr indent="-228600">
              <a:lnSpc>
                <a:spcPct val="90000"/>
              </a:lnSpc>
              <a:buFont typeface="Arial" panose="020B0604020202020204" pitchFamily="34" charset="0"/>
              <a:buChar char="•"/>
            </a:pPr>
            <a:r>
              <a:rPr lang="en-US" sz="2000" b="0" i="0" dirty="0">
                <a:effectLst/>
                <a:highlight>
                  <a:srgbClr val="FFFFFF"/>
                </a:highlight>
              </a:rPr>
              <a:t>Assign a Red Tag Manager.</a:t>
            </a:r>
          </a:p>
          <a:p>
            <a:pPr indent="-228600">
              <a:lnSpc>
                <a:spcPct val="90000"/>
              </a:lnSpc>
              <a:buFont typeface="Arial" panose="020B0604020202020204" pitchFamily="34" charset="0"/>
              <a:buChar char="•"/>
            </a:pPr>
            <a:r>
              <a:rPr lang="en-US" sz="2000" b="0" i="0" dirty="0">
                <a:effectLst/>
                <a:highlight>
                  <a:srgbClr val="FFFFFF"/>
                </a:highlight>
              </a:rPr>
              <a:t>Document rules for:</a:t>
            </a:r>
            <a:br>
              <a:rPr lang="en-US" sz="2000" b="0" i="0" dirty="0">
                <a:effectLst/>
                <a:highlight>
                  <a:srgbClr val="FFFFFF"/>
                </a:highlight>
              </a:rPr>
            </a:br>
            <a:r>
              <a:rPr lang="en-US" sz="2000" b="0" i="0" dirty="0">
                <a:effectLst/>
                <a:highlight>
                  <a:srgbClr val="FFFFFF"/>
                </a:highlight>
              </a:rPr>
              <a:t>– Placing items in Red Tag area</a:t>
            </a:r>
            <a:br>
              <a:rPr lang="en-US" sz="2000" b="0" i="0" dirty="0">
                <a:effectLst/>
                <a:highlight>
                  <a:srgbClr val="FFFFFF"/>
                </a:highlight>
              </a:rPr>
            </a:br>
            <a:r>
              <a:rPr lang="en-US" sz="2000" b="0" i="0" dirty="0">
                <a:effectLst/>
                <a:highlight>
                  <a:srgbClr val="FFFFFF"/>
                </a:highlight>
              </a:rPr>
              <a:t>– Removal of items</a:t>
            </a:r>
            <a:br>
              <a:rPr lang="en-US" sz="2000" b="0" i="0" dirty="0">
                <a:effectLst/>
                <a:highlight>
                  <a:srgbClr val="FFFFFF"/>
                </a:highlight>
              </a:rPr>
            </a:br>
            <a:r>
              <a:rPr lang="en-US" sz="2000" b="0" i="0" dirty="0">
                <a:effectLst/>
                <a:highlight>
                  <a:srgbClr val="FFFFFF"/>
                </a:highlight>
              </a:rPr>
              <a:t>– Disposition of items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396650-AB57-7D12-5BB2-F7A7DCDE431D}"/>
              </a:ext>
            </a:extLst>
          </p:cNvPr>
          <p:cNvSpPr>
            <a:spLocks noGrp="1"/>
          </p:cNvSpPr>
          <p:nvPr>
            <p:ph type="title"/>
          </p:nvPr>
        </p:nvSpPr>
        <p:spPr>
          <a:xfrm>
            <a:off x="804672" y="802955"/>
            <a:ext cx="4977976" cy="1454051"/>
          </a:xfrm>
        </p:spPr>
        <p:txBody>
          <a:bodyPr>
            <a:normAutofit/>
          </a:bodyPr>
          <a:lstStyle/>
          <a:p>
            <a:r>
              <a:rPr lang="en-GB" sz="3300" u="sng">
                <a:solidFill>
                  <a:schemeClr val="tx2"/>
                </a:solidFill>
                <a:uFill>
                  <a:solidFill>
                    <a:srgbClr val="222222"/>
                  </a:solidFill>
                </a:uFill>
                <a:latin typeface="Times New Roman" panose="02020603050405020304" pitchFamily="18" charset="0"/>
                <a:cs typeface="Times New Roman" panose="02020603050405020304" pitchFamily="18" charset="0"/>
              </a:rPr>
              <a:t>Benefits</a:t>
            </a:r>
            <a:r>
              <a:rPr lang="en-GB" sz="3300" u="sng" spc="-47">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GB" sz="3300" u="sng">
                <a:solidFill>
                  <a:schemeClr val="tx2"/>
                </a:solidFill>
                <a:uFill>
                  <a:solidFill>
                    <a:srgbClr val="222222"/>
                  </a:solidFill>
                </a:uFill>
                <a:latin typeface="Times New Roman" panose="02020603050405020304" pitchFamily="18" charset="0"/>
                <a:cs typeface="Times New Roman" panose="02020603050405020304" pitchFamily="18" charset="0"/>
              </a:rPr>
              <a:t>expected</a:t>
            </a:r>
            <a:r>
              <a:rPr lang="en-GB" sz="3300" spc="-47">
                <a:solidFill>
                  <a:schemeClr val="tx2"/>
                </a:solidFill>
                <a:latin typeface="Times New Roman" panose="02020603050405020304" pitchFamily="18" charset="0"/>
                <a:cs typeface="Times New Roman" panose="02020603050405020304" pitchFamily="18" charset="0"/>
              </a:rPr>
              <a:t> </a:t>
            </a:r>
            <a:r>
              <a:rPr lang="en-GB" sz="3300">
                <a:solidFill>
                  <a:schemeClr val="tx2"/>
                </a:solidFill>
                <a:latin typeface="Times New Roman" panose="02020603050405020304" pitchFamily="18" charset="0"/>
                <a:cs typeface="Times New Roman" panose="02020603050405020304" pitchFamily="18" charset="0"/>
              </a:rPr>
              <a:t>from</a:t>
            </a:r>
            <a:r>
              <a:rPr lang="en-GB" sz="3300" spc="-40">
                <a:solidFill>
                  <a:schemeClr val="tx2"/>
                </a:solidFill>
                <a:latin typeface="Times New Roman" panose="02020603050405020304" pitchFamily="18" charset="0"/>
                <a:cs typeface="Times New Roman" panose="02020603050405020304" pitchFamily="18" charset="0"/>
              </a:rPr>
              <a:t> </a:t>
            </a:r>
            <a:r>
              <a:rPr lang="en-GB" sz="3300">
                <a:solidFill>
                  <a:schemeClr val="tx2"/>
                </a:solidFill>
                <a:latin typeface="Times New Roman" panose="02020603050405020304" pitchFamily="18" charset="0"/>
                <a:cs typeface="Times New Roman" panose="02020603050405020304" pitchFamily="18" charset="0"/>
              </a:rPr>
              <a:t>Seiri</a:t>
            </a:r>
            <a:r>
              <a:rPr lang="en-GB" sz="3300" spc="-47">
                <a:solidFill>
                  <a:schemeClr val="tx2"/>
                </a:solidFill>
                <a:latin typeface="Times New Roman" panose="02020603050405020304" pitchFamily="18" charset="0"/>
                <a:cs typeface="Times New Roman" panose="02020603050405020304" pitchFamily="18" charset="0"/>
              </a:rPr>
              <a:t> </a:t>
            </a:r>
            <a:r>
              <a:rPr lang="en-GB" sz="3300" spc="-13">
                <a:solidFill>
                  <a:schemeClr val="tx2"/>
                </a:solidFill>
                <a:latin typeface="Times New Roman" panose="02020603050405020304" pitchFamily="18" charset="0"/>
                <a:cs typeface="Times New Roman" panose="02020603050405020304" pitchFamily="18" charset="0"/>
              </a:rPr>
              <a:t>(sort):</a:t>
            </a:r>
            <a:br>
              <a:rPr lang="en-GB" sz="3300">
                <a:solidFill>
                  <a:schemeClr val="tx2"/>
                </a:solidFill>
                <a:latin typeface="Times New Roman" panose="02020603050405020304" pitchFamily="18" charset="0"/>
                <a:cs typeface="Times New Roman" panose="02020603050405020304" pitchFamily="18" charset="0"/>
              </a:rPr>
            </a:br>
            <a:endParaRPr lang="en-GB" sz="3300">
              <a:solidFill>
                <a:schemeClr val="tx2"/>
              </a:solidFill>
            </a:endParaRPr>
          </a:p>
        </p:txBody>
      </p:sp>
      <p:sp>
        <p:nvSpPr>
          <p:cNvPr id="3" name="Content Placeholder 2">
            <a:extLst>
              <a:ext uri="{FF2B5EF4-FFF2-40B4-BE49-F238E27FC236}">
                <a16:creationId xmlns:a16="http://schemas.microsoft.com/office/drawing/2014/main" id="{DF92779B-1B19-A29E-2DCE-AF243C59A1C4}"/>
              </a:ext>
            </a:extLst>
          </p:cNvPr>
          <p:cNvSpPr>
            <a:spLocks noGrp="1"/>
          </p:cNvSpPr>
          <p:nvPr>
            <p:ph idx="1"/>
          </p:nvPr>
        </p:nvSpPr>
        <p:spPr>
          <a:xfrm>
            <a:off x="804672" y="2421682"/>
            <a:ext cx="5612994" cy="3639289"/>
          </a:xfrm>
        </p:spPr>
        <p:txBody>
          <a:bodyPr anchor="ctr">
            <a:noAutofit/>
          </a:bodyPr>
          <a:lstStyle/>
          <a:p>
            <a:pPr>
              <a:spcBef>
                <a:spcPts val="173"/>
              </a:spcBef>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spcBef>
                <a:spcPts val="7"/>
              </a:spcBef>
              <a:buAutoNum type="arabicPeriod"/>
              <a:tabLst>
                <a:tab pos="220974" algn="l"/>
              </a:tabLst>
            </a:pPr>
            <a:r>
              <a:rPr lang="en-GB" sz="2400" dirty="0" err="1">
                <a:solidFill>
                  <a:schemeClr val="tx2"/>
                </a:solidFill>
                <a:latin typeface="Times New Roman" panose="02020603050405020304" pitchFamily="18" charset="0"/>
                <a:cs typeface="Times New Roman" panose="02020603050405020304" pitchFamily="18" charset="0"/>
              </a:rPr>
              <a:t>Seiri</a:t>
            </a:r>
            <a:r>
              <a:rPr lang="en-GB" sz="2400" spc="-47"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(sorts)</a:t>
            </a:r>
            <a:r>
              <a:rPr lang="en-GB" sz="2400" spc="-47"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saves</a:t>
            </a:r>
            <a:r>
              <a:rPr lang="en-GB" sz="2400" spc="-47"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productive</a:t>
            </a:r>
            <a:r>
              <a:rPr lang="en-GB" sz="2400" spc="-47"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work.</a:t>
            </a: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spcBef>
                <a:spcPts val="880"/>
              </a:spcBef>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It</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prevents</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incidents</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of</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unnecessary</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things.</a:t>
            </a: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spcBef>
                <a:spcPts val="880"/>
              </a:spcBef>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It</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provides</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clarity</a:t>
            </a:r>
            <a:r>
              <a:rPr lang="en-GB" sz="2400" spc="-27"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as</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to</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what</a:t>
            </a:r>
            <a:r>
              <a:rPr lang="en-GB" sz="2400" spc="-27"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is</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in</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stock.</a:t>
            </a: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spcBef>
                <a:spcPts val="880"/>
              </a:spcBef>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It</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reduces</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unnecessary</a:t>
            </a:r>
            <a:r>
              <a:rPr lang="en-GB" sz="2400" spc="-13" dirty="0">
                <a:solidFill>
                  <a:schemeClr val="tx2"/>
                </a:solidFill>
                <a:latin typeface="Times New Roman" panose="02020603050405020304" pitchFamily="18" charset="0"/>
                <a:cs typeface="Times New Roman" panose="02020603050405020304" pitchFamily="18" charset="0"/>
              </a:rPr>
              <a:t> handling, </a:t>
            </a:r>
            <a:r>
              <a:rPr lang="en-GB" sz="2400" dirty="0">
                <a:solidFill>
                  <a:schemeClr val="tx2"/>
                </a:solidFill>
                <a:latin typeface="Times New Roman" panose="02020603050405020304" pitchFamily="18" charset="0"/>
                <a:cs typeface="Times New Roman" panose="02020603050405020304" pitchFamily="18" charset="0"/>
              </a:rPr>
              <a:t>as</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there</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are</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less</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number</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of</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items</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to</a:t>
            </a:r>
            <a:r>
              <a:rPr lang="en-GB" sz="2400" spc="-13" dirty="0">
                <a:solidFill>
                  <a:schemeClr val="tx2"/>
                </a:solidFill>
                <a:latin typeface="Times New Roman" panose="02020603050405020304" pitchFamily="18" charset="0"/>
                <a:cs typeface="Times New Roman" panose="02020603050405020304" pitchFamily="18" charset="0"/>
              </a:rPr>
              <a:t> handle.</a:t>
            </a: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spcBef>
                <a:spcPts val="880"/>
              </a:spcBef>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It</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reduces</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the</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number</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of</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lockers/cabinets</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for</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storage</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(as</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numbers</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of</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filed</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papers/items</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stored</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are</a:t>
            </a:r>
            <a:r>
              <a:rPr lang="en-GB" sz="2400" spc="-13" dirty="0">
                <a:solidFill>
                  <a:schemeClr val="tx2"/>
                </a:solidFill>
                <a:latin typeface="Times New Roman" panose="02020603050405020304" pitchFamily="18" charset="0"/>
                <a:cs typeface="Times New Roman" panose="02020603050405020304" pitchFamily="18" charset="0"/>
              </a:rPr>
              <a:t> reduced)</a:t>
            </a:r>
            <a:endParaRPr lang="en-GB" sz="2400" dirty="0">
              <a:solidFill>
                <a:schemeClr val="tx2"/>
              </a:solidFill>
              <a:latin typeface="Times New Roman" panose="02020603050405020304" pitchFamily="18" charset="0"/>
              <a:cs typeface="Times New Roman" panose="02020603050405020304" pitchFamily="18" charset="0"/>
            </a:endParaRPr>
          </a:p>
          <a:p>
            <a:endParaRPr lang="en-GB" sz="2400" dirty="0">
              <a:solidFill>
                <a:schemeClr val="tx2"/>
              </a:solidFill>
            </a:endParaRPr>
          </a:p>
        </p:txBody>
      </p:sp>
      <p:grpSp>
        <p:nvGrpSpPr>
          <p:cNvPr id="27" name="Group 26">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8" name="Freeform: Shape 27">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Graphic 19" descr="Wheelbarrow">
            <a:extLst>
              <a:ext uri="{FF2B5EF4-FFF2-40B4-BE49-F238E27FC236}">
                <a16:creationId xmlns:a16="http://schemas.microsoft.com/office/drawing/2014/main" id="{3BA72556-E268-869D-182A-13A9C3C808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6535284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3539" y="1397001"/>
            <a:ext cx="10883660" cy="5159083"/>
          </a:xfrm>
          <a:prstGeom prst="rect">
            <a:avLst/>
          </a:prstGeom>
        </p:spPr>
        <p:txBody>
          <a:bodyPr vert="horz" wrap="square" lIns="0" tIns="128693" rIns="0" bIns="0" rtlCol="0">
            <a:spAutoFit/>
          </a:bodyPr>
          <a:lstStyle/>
          <a:p>
            <a:pPr marL="625671" indent="-416550" algn="just">
              <a:spcBef>
                <a:spcPts val="1013"/>
              </a:spcBef>
              <a:buChar char="●"/>
              <a:tabLst>
                <a:tab pos="625671" algn="l"/>
              </a:tabLst>
            </a:pPr>
            <a:r>
              <a:rPr sz="2000" dirty="0">
                <a:solidFill>
                  <a:srgbClr val="222222"/>
                </a:solidFill>
                <a:latin typeface="Times New Roman" panose="02020603050405020304" pitchFamily="18" charset="0"/>
                <a:cs typeface="Times New Roman" panose="02020603050405020304" pitchFamily="18" charset="0"/>
              </a:rPr>
              <a:t>Seiton</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means</a:t>
            </a:r>
            <a:r>
              <a:rPr sz="2000" spc="-40"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systematic,</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orderly,</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efficient,</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effective</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arrangement</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items</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in</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use</a:t>
            </a:r>
            <a:r>
              <a:rPr sz="2000" spc="-27" dirty="0">
                <a:solidFill>
                  <a:srgbClr val="222222"/>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625671" indent="-416550" algn="just">
              <a:spcBef>
                <a:spcPts val="880"/>
              </a:spcBef>
              <a:buChar char="●"/>
              <a:tabLst>
                <a:tab pos="625671" algn="l"/>
              </a:tabLst>
            </a:pPr>
            <a:r>
              <a:rPr sz="2000" dirty="0">
                <a:solidFill>
                  <a:srgbClr val="222222"/>
                </a:solidFill>
                <a:latin typeface="Times New Roman" panose="02020603050405020304" pitchFamily="18" charset="0"/>
                <a:cs typeface="Times New Roman" panose="02020603050405020304" pitchFamily="18" charset="0"/>
              </a:rPr>
              <a:t>For</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effective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storage,</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answers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33"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following</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questions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are</a:t>
            </a:r>
            <a:r>
              <a:rPr sz="2000" spc="-40"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required.</a:t>
            </a:r>
            <a:endParaRPr sz="2000" dirty="0">
              <a:latin typeface="Times New Roman" panose="02020603050405020304" pitchFamily="18" charset="0"/>
              <a:cs typeface="Times New Roman" panose="02020603050405020304" pitchFamily="18" charset="0"/>
            </a:endParaRPr>
          </a:p>
          <a:p>
            <a:pPr marL="1235256" lvl="1" indent="-416550" algn="just">
              <a:spcBef>
                <a:spcPts val="880"/>
              </a:spcBef>
              <a:buChar char="○"/>
              <a:tabLst>
                <a:tab pos="1235256" algn="l"/>
              </a:tabLst>
            </a:pPr>
            <a:r>
              <a:rPr sz="2000" dirty="0">
                <a:solidFill>
                  <a:srgbClr val="222222"/>
                </a:solidFill>
                <a:latin typeface="Times New Roman" panose="02020603050405020304" pitchFamily="18" charset="0"/>
                <a:cs typeface="Times New Roman" panose="02020603050405020304" pitchFamily="18" charset="0"/>
              </a:rPr>
              <a:t>What</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items</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are</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be</a:t>
            </a:r>
            <a:r>
              <a:rPr sz="2000" spc="-20"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stored?</a:t>
            </a:r>
            <a:endParaRPr sz="2000" dirty="0">
              <a:latin typeface="Times New Roman" panose="02020603050405020304" pitchFamily="18" charset="0"/>
              <a:cs typeface="Times New Roman" panose="02020603050405020304" pitchFamily="18" charset="0"/>
            </a:endParaRPr>
          </a:p>
          <a:p>
            <a:pPr marL="1235256" lvl="1" indent="-416550" algn="just">
              <a:spcBef>
                <a:spcPts val="880"/>
              </a:spcBef>
              <a:buChar char="○"/>
              <a:tabLst>
                <a:tab pos="1235256" algn="l"/>
              </a:tabLst>
            </a:pPr>
            <a:r>
              <a:rPr sz="2000" dirty="0">
                <a:solidFill>
                  <a:srgbClr val="222222"/>
                </a:solidFill>
                <a:latin typeface="Times New Roman" panose="02020603050405020304" pitchFamily="18" charset="0"/>
                <a:cs typeface="Times New Roman" panose="02020603050405020304" pitchFamily="18" charset="0"/>
              </a:rPr>
              <a:t>Where</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should</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items</a:t>
            </a:r>
            <a:r>
              <a:rPr sz="2000" spc="-3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be</a:t>
            </a:r>
            <a:r>
              <a:rPr sz="2000" spc="-33"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stored?</a:t>
            </a:r>
            <a:endParaRPr sz="2000" dirty="0">
              <a:latin typeface="Times New Roman" panose="02020603050405020304" pitchFamily="18" charset="0"/>
              <a:cs typeface="Times New Roman" panose="02020603050405020304" pitchFamily="18" charset="0"/>
            </a:endParaRPr>
          </a:p>
          <a:p>
            <a:pPr marL="1235256" lvl="1" indent="-416550" algn="just">
              <a:spcBef>
                <a:spcPts val="880"/>
              </a:spcBef>
              <a:buChar char="○"/>
              <a:tabLst>
                <a:tab pos="1235256" algn="l"/>
              </a:tabLst>
            </a:pPr>
            <a:r>
              <a:rPr sz="2000" dirty="0">
                <a:solidFill>
                  <a:srgbClr val="222222"/>
                </a:solidFill>
                <a:latin typeface="Times New Roman" panose="02020603050405020304" pitchFamily="18" charset="0"/>
                <a:cs typeface="Times New Roman" panose="02020603050405020304" pitchFamily="18" charset="0"/>
              </a:rPr>
              <a:t>What</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quantity</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of</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items</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is</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generally</a:t>
            </a:r>
            <a:r>
              <a:rPr sz="2000" spc="-20"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required</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be</a:t>
            </a:r>
            <a:r>
              <a:rPr sz="2000" spc="-20"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stored?</a:t>
            </a:r>
            <a:endParaRPr sz="2000" dirty="0">
              <a:latin typeface="Times New Roman" panose="02020603050405020304" pitchFamily="18" charset="0"/>
              <a:cs typeface="Times New Roman" panose="02020603050405020304" pitchFamily="18" charset="0"/>
            </a:endParaRPr>
          </a:p>
          <a:p>
            <a:pPr marL="1235256" lvl="1" indent="-416550" algn="just">
              <a:spcBef>
                <a:spcPts val="880"/>
              </a:spcBef>
              <a:buChar char="○"/>
              <a:tabLst>
                <a:tab pos="1235256" algn="l"/>
              </a:tabLst>
            </a:pPr>
            <a:r>
              <a:rPr sz="2000" dirty="0">
                <a:solidFill>
                  <a:srgbClr val="222222"/>
                </a:solidFill>
                <a:latin typeface="Times New Roman" panose="02020603050405020304" pitchFamily="18" charset="0"/>
                <a:cs typeface="Times New Roman" panose="02020603050405020304" pitchFamily="18" charset="0"/>
              </a:rPr>
              <a:t>Are</a:t>
            </a:r>
            <a:r>
              <a:rPr sz="2000" spc="-5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there</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any</a:t>
            </a:r>
            <a:r>
              <a:rPr sz="2000" spc="-5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special</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storage</a:t>
            </a:r>
            <a:r>
              <a:rPr sz="2000" spc="-47"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requirements?</a:t>
            </a:r>
            <a:endParaRPr sz="2000" dirty="0">
              <a:latin typeface="Times New Roman" panose="02020603050405020304" pitchFamily="18" charset="0"/>
              <a:cs typeface="Times New Roman" panose="02020603050405020304" pitchFamily="18" charset="0"/>
            </a:endParaRPr>
          </a:p>
          <a:p>
            <a:pPr marL="1235256" lvl="1" indent="-416550" algn="just">
              <a:spcBef>
                <a:spcPts val="880"/>
              </a:spcBef>
              <a:buChar char="○"/>
              <a:tabLst>
                <a:tab pos="1235256" algn="l"/>
              </a:tabLst>
            </a:pPr>
            <a:r>
              <a:rPr sz="2000" dirty="0">
                <a:solidFill>
                  <a:srgbClr val="222222"/>
                </a:solidFill>
                <a:latin typeface="Times New Roman" panose="02020603050405020304" pitchFamily="18" charset="0"/>
                <a:cs typeface="Times New Roman" panose="02020603050405020304" pitchFamily="18" charset="0"/>
              </a:rPr>
              <a:t>How</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often</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the</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items</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are</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to</a:t>
            </a:r>
            <a:r>
              <a:rPr sz="2000" spc="-2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be</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stored</a:t>
            </a:r>
            <a:r>
              <a:rPr sz="2000" spc="-2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or</a:t>
            </a:r>
            <a:r>
              <a:rPr sz="2000" spc="-20"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retrieved?</a:t>
            </a:r>
            <a:endParaRPr sz="2000" dirty="0">
              <a:latin typeface="Times New Roman" panose="02020603050405020304" pitchFamily="18" charset="0"/>
              <a:cs typeface="Times New Roman" panose="02020603050405020304" pitchFamily="18" charset="0"/>
            </a:endParaRPr>
          </a:p>
          <a:p>
            <a:pPr marL="16933" marR="302252" algn="just">
              <a:lnSpc>
                <a:spcPct val="150500"/>
              </a:lnSpc>
              <a:spcBef>
                <a:spcPts val="1420"/>
              </a:spcBef>
            </a:pPr>
            <a:r>
              <a:rPr sz="2000" dirty="0">
                <a:solidFill>
                  <a:srgbClr val="222222"/>
                </a:solidFill>
                <a:latin typeface="Times New Roman" panose="02020603050405020304" pitchFamily="18" charset="0"/>
                <a:cs typeface="Times New Roman" panose="02020603050405020304" pitchFamily="18" charset="0"/>
              </a:rPr>
              <a:t>Therefore</a:t>
            </a:r>
            <a:r>
              <a:rPr sz="2000" spc="-53"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t>
            </a:r>
            <a:r>
              <a:rPr sz="2000" spc="-40"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Seiton</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means,</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arrange</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correctly,</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following</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correct</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method</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doing</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activities</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making</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thorough</a:t>
            </a:r>
            <a:r>
              <a:rPr sz="2000" spc="-13"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preparation</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so</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that</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activities</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can</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20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performed</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even</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if</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they</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occur</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abruptly."</a:t>
            </a:r>
            <a:endParaRPr sz="2000" dirty="0">
              <a:latin typeface="Times New Roman" panose="02020603050405020304" pitchFamily="18" charset="0"/>
              <a:cs typeface="Times New Roman" panose="02020603050405020304" pitchFamily="18" charset="0"/>
            </a:endParaRPr>
          </a:p>
          <a:p>
            <a:pPr marL="16933" marR="6773" algn="just">
              <a:lnSpc>
                <a:spcPct val="150000"/>
              </a:lnSpc>
              <a:spcBef>
                <a:spcPts val="1600"/>
              </a:spcBef>
            </a:pPr>
            <a:r>
              <a:rPr sz="2000" dirty="0">
                <a:solidFill>
                  <a:srgbClr val="222222"/>
                </a:solidFill>
                <a:latin typeface="Times New Roman" panose="02020603050405020304" pitchFamily="18" charset="0"/>
                <a:cs typeface="Times New Roman" panose="02020603050405020304" pitchFamily="18" charset="0"/>
              </a:rPr>
              <a:t>Since</a:t>
            </a:r>
            <a:r>
              <a:rPr sz="2000" spc="-47" dirty="0">
                <a:solidFill>
                  <a:srgbClr val="222222"/>
                </a:solidFill>
                <a:latin typeface="Times New Roman" panose="02020603050405020304" pitchFamily="18" charset="0"/>
                <a:cs typeface="Times New Roman" panose="02020603050405020304" pitchFamily="18" charset="0"/>
              </a:rPr>
              <a:t> </a:t>
            </a:r>
            <a:r>
              <a:rPr sz="2000" spc="-13" dirty="0">
                <a:solidFill>
                  <a:srgbClr val="222222"/>
                </a:solidFill>
                <a:latin typeface="Times New Roman" panose="02020603050405020304" pitchFamily="18" charset="0"/>
                <a:cs typeface="Times New Roman" panose="02020603050405020304" pitchFamily="18" charset="0"/>
              </a:rPr>
              <a:t>arranging</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correctly</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is</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natural</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follow</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up</a:t>
            </a:r>
            <a:r>
              <a:rPr sz="2000" spc="-47"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activity</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after</a:t>
            </a:r>
            <a:r>
              <a:rPr sz="2000" spc="-40" dirty="0">
                <a:solidFill>
                  <a:srgbClr val="222222"/>
                </a:solidFill>
                <a:latin typeface="Times New Roman" panose="02020603050405020304" pitchFamily="18" charset="0"/>
                <a:cs typeface="Times New Roman" panose="02020603050405020304" pitchFamily="18" charset="0"/>
              </a:rPr>
              <a:t> </a:t>
            </a:r>
            <a:r>
              <a:rPr sz="2000" dirty="0">
                <a:solidFill>
                  <a:srgbClr val="222222"/>
                </a:solidFill>
                <a:latin typeface="Times New Roman" panose="02020603050405020304" pitchFamily="18" charset="0"/>
                <a:cs typeface="Times New Roman" panose="02020603050405020304" pitchFamily="18" charset="0"/>
              </a:rPr>
              <a:t>segregation,</a:t>
            </a:r>
            <a:r>
              <a:rPr sz="2000" spc="-47" dirty="0">
                <a:solidFill>
                  <a:srgbClr val="222222"/>
                </a:solid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seiri</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seiton</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are</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often</a:t>
            </a:r>
            <a:r>
              <a:rPr sz="20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used</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0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practiced</a:t>
            </a:r>
            <a:r>
              <a:rPr sz="2000" spc="-13" dirty="0">
                <a:solidFill>
                  <a:srgbClr val="222222"/>
                </a:solidFill>
                <a:latin typeface="Times New Roman" panose="02020603050405020304" pitchFamily="18" charset="0"/>
                <a:cs typeface="Times New Roman" panose="02020603050405020304" pitchFamily="18" charset="0"/>
              </a:rPr>
              <a:t> </a:t>
            </a:r>
            <a:r>
              <a:rPr sz="20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together.</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985067" y="876483"/>
            <a:ext cx="6358268" cy="447986"/>
          </a:xfrm>
          <a:prstGeom prst="rect">
            <a:avLst/>
          </a:prstGeom>
        </p:spPr>
        <p:txBody>
          <a:bodyPr vert="horz" wrap="square" lIns="0" tIns="16933" rIns="0" bIns="0" rtlCol="0">
            <a:spAutoFit/>
          </a:bodyPr>
          <a:lstStyle/>
          <a:p>
            <a:pPr marL="16933">
              <a:spcBef>
                <a:spcPts val="133"/>
              </a:spcBef>
            </a:pPr>
            <a:r>
              <a:rPr sz="2800" b="1" dirty="0">
                <a:solidFill>
                  <a:schemeClr val="accent2">
                    <a:lumMod val="75000"/>
                  </a:schemeClr>
                </a:solidFill>
                <a:latin typeface="Times New Roman" panose="02020603050405020304" pitchFamily="18" charset="0"/>
                <a:cs typeface="Times New Roman" panose="02020603050405020304" pitchFamily="18" charset="0"/>
              </a:rPr>
              <a:t>b)</a:t>
            </a:r>
            <a:r>
              <a:rPr sz="2800" b="1" spc="-27" dirty="0">
                <a:solidFill>
                  <a:schemeClr val="accent2">
                    <a:lumMod val="75000"/>
                  </a:schemeClr>
                </a:solidFill>
                <a:latin typeface="Times New Roman" panose="02020603050405020304" pitchFamily="18" charset="0"/>
                <a:cs typeface="Times New Roman" panose="02020603050405020304" pitchFamily="18" charset="0"/>
              </a:rPr>
              <a:t> </a:t>
            </a:r>
            <a:r>
              <a:rPr sz="2800" b="1" dirty="0">
                <a:solidFill>
                  <a:schemeClr val="accent2">
                    <a:lumMod val="75000"/>
                  </a:schemeClr>
                </a:solidFill>
                <a:latin typeface="Times New Roman" panose="02020603050405020304" pitchFamily="18" charset="0"/>
                <a:cs typeface="Times New Roman" panose="02020603050405020304" pitchFamily="18" charset="0"/>
              </a:rPr>
              <a:t>Seiton</a:t>
            </a:r>
            <a:r>
              <a:rPr sz="2800" b="1" spc="-27" dirty="0">
                <a:solidFill>
                  <a:schemeClr val="accent2">
                    <a:lumMod val="75000"/>
                  </a:schemeClr>
                </a:solidFill>
                <a:latin typeface="Times New Roman" panose="02020603050405020304" pitchFamily="18" charset="0"/>
                <a:cs typeface="Times New Roman" panose="02020603050405020304" pitchFamily="18" charset="0"/>
              </a:rPr>
              <a:t> </a:t>
            </a:r>
            <a:r>
              <a:rPr sz="2800" b="1" dirty="0">
                <a:solidFill>
                  <a:schemeClr val="accent2">
                    <a:lumMod val="75000"/>
                  </a:schemeClr>
                </a:solidFill>
                <a:latin typeface="Times New Roman" panose="02020603050405020304" pitchFamily="18" charset="0"/>
                <a:cs typeface="Times New Roman" panose="02020603050405020304" pitchFamily="18" charset="0"/>
              </a:rPr>
              <a:t>(</a:t>
            </a:r>
            <a:r>
              <a:rPr sz="2800" b="1" spc="-20" dirty="0">
                <a:solidFill>
                  <a:schemeClr val="accent2">
                    <a:lumMod val="75000"/>
                  </a:schemeClr>
                </a:solidFill>
                <a:latin typeface="Times New Roman" panose="02020603050405020304" pitchFamily="18" charset="0"/>
                <a:cs typeface="Times New Roman" panose="02020603050405020304" pitchFamily="18" charset="0"/>
              </a:rPr>
              <a:t> </a:t>
            </a:r>
            <a:r>
              <a:rPr sz="2800" b="1" dirty="0">
                <a:solidFill>
                  <a:schemeClr val="accent2">
                    <a:lumMod val="75000"/>
                  </a:schemeClr>
                </a:solidFill>
                <a:latin typeface="Times New Roman" panose="02020603050405020304" pitchFamily="18" charset="0"/>
                <a:cs typeface="Times New Roman" panose="02020603050405020304" pitchFamily="18" charset="0"/>
              </a:rPr>
              <a:t>Set</a:t>
            </a:r>
            <a:r>
              <a:rPr sz="2800" b="1" spc="-27" dirty="0">
                <a:solidFill>
                  <a:schemeClr val="accent2">
                    <a:lumMod val="75000"/>
                  </a:schemeClr>
                </a:solidFill>
                <a:latin typeface="Times New Roman" panose="02020603050405020304" pitchFamily="18" charset="0"/>
                <a:cs typeface="Times New Roman" panose="02020603050405020304" pitchFamily="18" charset="0"/>
              </a:rPr>
              <a:t> </a:t>
            </a:r>
            <a:r>
              <a:rPr sz="2800" b="1" dirty="0">
                <a:solidFill>
                  <a:schemeClr val="accent2">
                    <a:lumMod val="75000"/>
                  </a:schemeClr>
                </a:solidFill>
                <a:latin typeface="Times New Roman" panose="02020603050405020304" pitchFamily="18" charset="0"/>
                <a:cs typeface="Times New Roman" panose="02020603050405020304" pitchFamily="18" charset="0"/>
              </a:rPr>
              <a:t>in</a:t>
            </a:r>
            <a:r>
              <a:rPr sz="2800" b="1" spc="-20" dirty="0">
                <a:solidFill>
                  <a:schemeClr val="accent2">
                    <a:lumMod val="75000"/>
                  </a:schemeClr>
                </a:solidFill>
                <a:latin typeface="Times New Roman" panose="02020603050405020304" pitchFamily="18" charset="0"/>
                <a:cs typeface="Times New Roman" panose="02020603050405020304" pitchFamily="18" charset="0"/>
              </a:rPr>
              <a:t> </a:t>
            </a:r>
            <a:r>
              <a:rPr sz="2800" b="1" dirty="0">
                <a:solidFill>
                  <a:schemeClr val="accent2">
                    <a:lumMod val="75000"/>
                  </a:schemeClr>
                </a:solidFill>
                <a:latin typeface="Times New Roman" panose="02020603050405020304" pitchFamily="18" charset="0"/>
                <a:cs typeface="Times New Roman" panose="02020603050405020304" pitchFamily="18" charset="0"/>
              </a:rPr>
              <a:t>order)</a:t>
            </a:r>
            <a:r>
              <a:rPr sz="2800" b="1" spc="-27" dirty="0">
                <a:solidFill>
                  <a:schemeClr val="accent2">
                    <a:lumMod val="75000"/>
                  </a:schemeClr>
                </a:solidFill>
                <a:latin typeface="Times New Roman" panose="02020603050405020304" pitchFamily="18" charset="0"/>
                <a:cs typeface="Times New Roman" panose="02020603050405020304" pitchFamily="18" charset="0"/>
              </a:rPr>
              <a:t> </a:t>
            </a:r>
            <a:r>
              <a:rPr sz="2800" b="1" spc="-13" dirty="0">
                <a:solidFill>
                  <a:schemeClr val="accent2">
                    <a:lumMod val="75000"/>
                  </a:schemeClr>
                </a:solidFill>
                <a:latin typeface="Times New Roman" panose="02020603050405020304" pitchFamily="18" charset="0"/>
                <a:cs typeface="Times New Roman" panose="02020603050405020304" pitchFamily="18" charset="0"/>
              </a:rPr>
              <a:t>[Straighten]</a:t>
            </a:r>
            <a:endParaRPr sz="2800"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5FD0-7645-8A79-FC0B-8F30651DEEAB}"/>
              </a:ext>
            </a:extLst>
          </p:cNvPr>
          <p:cNvSpPr>
            <a:spLocks noGrp="1"/>
          </p:cNvSpPr>
          <p:nvPr>
            <p:ph type="title"/>
          </p:nvPr>
        </p:nvSpPr>
        <p:spPr/>
        <p:txBody>
          <a:bodyPr>
            <a:normAutofit fontScale="90000"/>
          </a:bodyPr>
          <a:lstStyle/>
          <a:p>
            <a:r>
              <a:rPr lang="en-GB" b="1" i="0" dirty="0">
                <a:solidFill>
                  <a:srgbClr val="333333"/>
                </a:solidFill>
                <a:effectLst/>
                <a:highlight>
                  <a:srgbClr val="FFFFFF"/>
                </a:highlight>
                <a:latin typeface="allumi-std"/>
              </a:rPr>
              <a:t>A place for everything and everything in its place.</a:t>
            </a:r>
            <a:br>
              <a:rPr lang="en-GB" b="1" i="0" dirty="0">
                <a:solidFill>
                  <a:srgbClr val="333333"/>
                </a:solidFill>
                <a:effectLst/>
                <a:highlight>
                  <a:srgbClr val="FFFFFF"/>
                </a:highlight>
                <a:latin typeface="allumi-std"/>
              </a:rPr>
            </a:br>
            <a:endParaRPr lang="en-GB" dirty="0"/>
          </a:p>
        </p:txBody>
      </p:sp>
      <p:pic>
        <p:nvPicPr>
          <p:cNvPr id="5" name="Content Placeholder 4" descr="A collage of different colors of paint&#10;&#10;Description automatically generated">
            <a:extLst>
              <a:ext uri="{FF2B5EF4-FFF2-40B4-BE49-F238E27FC236}">
                <a16:creationId xmlns:a16="http://schemas.microsoft.com/office/drawing/2014/main" id="{235BF4E8-D63B-5E73-ED47-8807C8B806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046" y="2229490"/>
            <a:ext cx="9338060" cy="4269614"/>
          </a:xfrm>
        </p:spPr>
      </p:pic>
    </p:spTree>
    <p:extLst>
      <p:ext uri="{BB962C8B-B14F-4D97-AF65-F5344CB8AC3E}">
        <p14:creationId xmlns:p14="http://schemas.microsoft.com/office/powerpoint/2010/main" val="6617533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3">
            <a:extLst>
              <a:ext uri="{FF2B5EF4-FFF2-40B4-BE49-F238E27FC236}">
                <a16:creationId xmlns:a16="http://schemas.microsoft.com/office/drawing/2014/main" id="{06D10367-8246-FF58-8BE2-3ACBA2572B0F}"/>
              </a:ext>
            </a:extLst>
          </p:cNvPr>
          <p:cNvGraphicFramePr/>
          <p:nvPr>
            <p:extLst>
              <p:ext uri="{D42A27DB-BD31-4B8C-83A1-F6EECF244321}">
                <p14:modId xmlns:p14="http://schemas.microsoft.com/office/powerpoint/2010/main" val="4038468600"/>
              </p:ext>
            </p:extLst>
          </p:nvPr>
        </p:nvGraphicFramePr>
        <p:xfrm>
          <a:off x="1320800" y="381001"/>
          <a:ext cx="9956800" cy="6214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1047880" y="494025"/>
            <a:ext cx="5801917" cy="644621"/>
          </a:xfrm>
          <a:prstGeom prst="rect">
            <a:avLst/>
          </a:prstGeom>
        </p:spPr>
        <p:txBody>
          <a:bodyPr vert="horz" lIns="91440" tIns="45720" rIns="91440" bIns="45720" rtlCol="0" anchor="b">
            <a:normAutofit/>
          </a:bodyPr>
          <a:lstStyle/>
          <a:p>
            <a:pPr marL="16933">
              <a:lnSpc>
                <a:spcPct val="90000"/>
              </a:lnSpc>
              <a:spcBef>
                <a:spcPct val="0"/>
              </a:spcBef>
              <a:spcAft>
                <a:spcPts val="600"/>
              </a:spcAft>
            </a:pPr>
            <a:r>
              <a:rPr lang="en-US" sz="4000" b="1" kern="1200" dirty="0">
                <a:solidFill>
                  <a:schemeClr val="tx1"/>
                </a:solidFill>
                <a:latin typeface="+mj-lt"/>
                <a:ea typeface="+mj-ea"/>
                <a:cs typeface="+mj-cs"/>
              </a:rPr>
              <a:t>c)</a:t>
            </a:r>
            <a:r>
              <a:rPr lang="en-US" sz="4000" b="1" kern="1200" spc="-40" dirty="0">
                <a:solidFill>
                  <a:schemeClr val="tx1"/>
                </a:solidFill>
                <a:latin typeface="+mj-lt"/>
                <a:ea typeface="+mj-ea"/>
                <a:cs typeface="+mj-cs"/>
              </a:rPr>
              <a:t> </a:t>
            </a:r>
            <a:r>
              <a:rPr lang="en-US" sz="4000" b="1" kern="1200" dirty="0" err="1">
                <a:solidFill>
                  <a:schemeClr val="tx1"/>
                </a:solidFill>
                <a:latin typeface="+mj-lt"/>
                <a:ea typeface="+mj-ea"/>
                <a:cs typeface="+mj-cs"/>
              </a:rPr>
              <a:t>Seiso</a:t>
            </a:r>
            <a:r>
              <a:rPr lang="en-US" sz="4000" b="1" kern="1200" spc="-40" dirty="0">
                <a:solidFill>
                  <a:schemeClr val="tx1"/>
                </a:solidFill>
                <a:latin typeface="+mj-lt"/>
                <a:ea typeface="+mj-ea"/>
                <a:cs typeface="+mj-cs"/>
              </a:rPr>
              <a:t> </a:t>
            </a:r>
            <a:r>
              <a:rPr lang="en-US" sz="4000" b="1" kern="1200" spc="-13" dirty="0">
                <a:solidFill>
                  <a:schemeClr val="tx1"/>
                </a:solidFill>
                <a:latin typeface="+mj-lt"/>
                <a:ea typeface="+mj-ea"/>
                <a:cs typeface="+mj-cs"/>
              </a:rPr>
              <a:t>(Shine)</a:t>
            </a:r>
            <a:endParaRPr lang="en-US" sz="4000" kern="1200" dirty="0">
              <a:solidFill>
                <a:schemeClr val="tx1"/>
              </a:solidFill>
              <a:latin typeface="+mj-lt"/>
              <a:ea typeface="+mj-ea"/>
              <a:cs typeface="+mj-cs"/>
            </a:endParaRPr>
          </a:p>
        </p:txBody>
      </p:sp>
      <p:pic>
        <p:nvPicPr>
          <p:cNvPr id="7" name="Graphic 6" descr="Mop and bucket">
            <a:extLst>
              <a:ext uri="{FF2B5EF4-FFF2-40B4-BE49-F238E27FC236}">
                <a16:creationId xmlns:a16="http://schemas.microsoft.com/office/drawing/2014/main" id="{0E63E886-82E4-D39B-F526-A5ECBA9352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744" y="494025"/>
            <a:ext cx="1198532" cy="1198532"/>
          </a:xfrm>
          <a:prstGeom prst="rect">
            <a:avLst/>
          </a:prstGeom>
        </p:spPr>
      </p:pic>
      <p:sp>
        <p:nvSpPr>
          <p:cNvPr id="3" name="object 3"/>
          <p:cNvSpPr txBox="1"/>
          <p:nvPr/>
        </p:nvSpPr>
        <p:spPr>
          <a:xfrm>
            <a:off x="548640" y="1632671"/>
            <a:ext cx="9959926" cy="4496419"/>
          </a:xfrm>
          <a:prstGeom prst="rect">
            <a:avLst/>
          </a:prstGeom>
        </p:spPr>
        <p:txBody>
          <a:bodyPr vert="horz" lIns="91440" tIns="45720" rIns="91440" bIns="45720" rtlCol="0">
            <a:normAutofit/>
          </a:bodyPr>
          <a:lstStyle/>
          <a:p>
            <a:pPr marL="433482" indent="-228600" algn="just">
              <a:lnSpc>
                <a:spcPct val="90000"/>
              </a:lnSpc>
              <a:spcBef>
                <a:spcPts val="393"/>
              </a:spcBef>
              <a:buFont typeface="Arial" panose="020B0604020202020204" pitchFamily="34" charset="0"/>
              <a:buChar char="•"/>
              <a:tabLst>
                <a:tab pos="433482" algn="l"/>
              </a:tabLst>
            </a:pPr>
            <a:r>
              <a:rPr lang="en-US" sz="2000" dirty="0" err="1">
                <a:latin typeface="Times New Roman" panose="02020603050405020304" pitchFamily="18" charset="0"/>
                <a:cs typeface="Times New Roman" panose="02020603050405020304" pitchFamily="18" charset="0"/>
              </a:rPr>
              <a:t>Seiso</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40" dirty="0">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cleaning</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workplace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completely</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so</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that</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there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is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no</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dust</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on</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floor,</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machines,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and</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equipment</a:t>
            </a:r>
            <a:r>
              <a:rPr lang="en-US" sz="2000" spc="-13"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33482" marR="6773" indent="-228600" algn="just">
              <a:lnSpc>
                <a:spcPct val="90000"/>
              </a:lnSpc>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The</a:t>
            </a:r>
            <a:r>
              <a:rPr lang="en-US" sz="2000" spc="-4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objective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4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seiso</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return</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items,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jigs/fixtures,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molds,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equipment,</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other</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utilities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1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workplaces</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spc="-27" dirty="0">
                <a:uFill>
                  <a:solidFill>
                    <a:srgbClr val="222222"/>
                  </a:solidFill>
                </a:uFill>
                <a:latin typeface="Times New Roman" panose="02020603050405020304" pitchFamily="18" charset="0"/>
                <a:cs typeface="Times New Roman" panose="02020603050405020304" pitchFamily="18" charset="0"/>
              </a:rPr>
              <a:t>used</a:t>
            </a:r>
            <a:r>
              <a:rPr lang="en-US" sz="2000" spc="-27"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during</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work</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to</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their</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original</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clean</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and</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polished</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condition</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by</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removing</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scrap</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leftovers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wiping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all</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surfaces </a:t>
            </a:r>
            <a:r>
              <a:rPr lang="en-US" sz="2000" dirty="0">
                <a:latin typeface="Times New Roman" panose="02020603050405020304" pitchFamily="18" charset="0"/>
                <a:cs typeface="Times New Roman" panose="02020603050405020304" pitchFamily="18" charset="0"/>
              </a:rPr>
              <a:t>to</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make</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dust/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dirt</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free.</a:t>
            </a:r>
            <a:endParaRPr lang="en-US" sz="2000" dirty="0">
              <a:latin typeface="Times New Roman" panose="02020603050405020304" pitchFamily="18" charset="0"/>
              <a:cs typeface="Times New Roman" panose="02020603050405020304" pitchFamily="18" charset="0"/>
            </a:endParaRPr>
          </a:p>
          <a:p>
            <a:pPr marL="433482" marR="94824" indent="-228600" algn="just">
              <a:lnSpc>
                <a:spcPct val="90000"/>
              </a:lnSpc>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The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presence</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3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dust</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can</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cause</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abrasions,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scratches,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blockages,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leakages,</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bad</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connection</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(electrical</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defects),</a:t>
            </a:r>
            <a:r>
              <a:rPr lang="en-US" sz="2000" spc="-13"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quality</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defects</a:t>
            </a:r>
            <a:r>
              <a:rPr lang="en-US" sz="2000" u="sng" spc="-33"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(e</a:t>
            </a:r>
            <a:r>
              <a:rPr lang="en-US" sz="2000" dirty="0">
                <a:latin typeface="Times New Roman" panose="02020603050405020304" pitchFamily="18" charset="0"/>
                <a:cs typeface="Times New Roman" panose="02020603050405020304" pitchFamily="18" charset="0"/>
              </a:rPr>
              <a:t>.g.</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painting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dusty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surfaces),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variability</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wrong</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measurements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lack</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process control)..</a:t>
            </a:r>
            <a:endParaRPr lang="en-US" sz="2000" dirty="0">
              <a:latin typeface="Times New Roman" panose="02020603050405020304" pitchFamily="18" charset="0"/>
              <a:cs typeface="Times New Roman" panose="02020603050405020304" pitchFamily="18" charset="0"/>
            </a:endParaRPr>
          </a:p>
          <a:p>
            <a:pPr marL="433482" marR="627363" indent="-228600" algn="just">
              <a:lnSpc>
                <a:spcPct val="90000"/>
              </a:lnSpc>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People</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generally</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take</a:t>
            </a:r>
            <a:r>
              <a:rPr lang="en-US" sz="2000" spc="-40"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pride</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in</a:t>
            </a:r>
            <a:r>
              <a:rPr lang="en-US" sz="2000" u="sng" spc="-4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working</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in</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clean</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and</a:t>
            </a:r>
            <a:r>
              <a:rPr lang="en-US" sz="2000" u="sng" spc="-40"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clutter-</a:t>
            </a:r>
            <a:r>
              <a:rPr lang="en-US" sz="2000" u="sng" dirty="0">
                <a:uFill>
                  <a:solidFill>
                    <a:srgbClr val="222222"/>
                  </a:solidFill>
                </a:uFill>
                <a:latin typeface="Times New Roman" panose="02020603050405020304" pitchFamily="18" charset="0"/>
                <a:cs typeface="Times New Roman" panose="02020603050405020304" pitchFamily="18" charset="0"/>
              </a:rPr>
              <a:t>free</a:t>
            </a:r>
            <a:r>
              <a:rPr lang="en-US" sz="2000" u="sng" spc="-47"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area</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sparkling/shining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helps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create ownership</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equipment</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13" dirty="0">
                <a:latin typeface="Times New Roman" panose="02020603050405020304" pitchFamily="18" charset="0"/>
                <a:cs typeface="Times New Roman" panose="02020603050405020304" pitchFamily="18" charset="0"/>
              </a:rPr>
              <a:t> facility.</a:t>
            </a:r>
            <a:endParaRPr lang="en-US" sz="2000" dirty="0">
              <a:latin typeface="Times New Roman" panose="02020603050405020304" pitchFamily="18" charset="0"/>
              <a:cs typeface="Times New Roman" panose="02020603050405020304" pitchFamily="18" charset="0"/>
            </a:endParaRPr>
          </a:p>
          <a:p>
            <a:pPr marL="433482" marR="61805" indent="-228600" algn="just">
              <a:lnSpc>
                <a:spcPct val="90000"/>
              </a:lnSpc>
              <a:buFont typeface="Arial" panose="020B0604020202020204" pitchFamily="34" charset="0"/>
              <a:buChar char="•"/>
              <a:tabLst>
                <a:tab pos="433482" algn="l"/>
              </a:tabLst>
            </a:pPr>
            <a:r>
              <a:rPr lang="en-US" sz="2000" spc="-13" dirty="0">
                <a:latin typeface="Times New Roman" panose="02020603050405020304" pitchFamily="18" charset="0"/>
                <a:cs typeface="Times New Roman" panose="02020603050405020304" pitchFamily="18" charset="0"/>
              </a:rPr>
              <a:t>Cleaning</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27"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not</a:t>
            </a:r>
            <a:r>
              <a:rPr lang="en-US" sz="2000" u="sng" spc="-20" dirty="0">
                <a:uFill>
                  <a:solidFill>
                    <a:srgbClr val="222222"/>
                  </a:solidFill>
                </a:uFill>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a</a:t>
            </a:r>
            <a:r>
              <a:rPr lang="en-US" sz="2000" u="sng" spc="-2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one-</a:t>
            </a:r>
            <a:r>
              <a:rPr lang="en-US" sz="2000" u="sng" dirty="0">
                <a:uFill>
                  <a:solidFill>
                    <a:srgbClr val="222222"/>
                  </a:solidFill>
                </a:uFill>
                <a:latin typeface="Times New Roman" panose="02020603050405020304" pitchFamily="18" charset="0"/>
                <a:cs typeface="Times New Roman" panose="02020603050405020304" pitchFamily="18" charset="0"/>
              </a:rPr>
              <a:t>time</a:t>
            </a:r>
            <a:r>
              <a:rPr lang="en-US" sz="2000" u="sng" spc="-27" dirty="0">
                <a:uFill>
                  <a:solidFill>
                    <a:srgbClr val="222222"/>
                  </a:solidFill>
                </a:uFill>
                <a:latin typeface="Times New Roman" panose="02020603050405020304" pitchFamily="18" charset="0"/>
                <a:cs typeface="Times New Roman" panose="02020603050405020304" pitchFamily="18" charset="0"/>
              </a:rPr>
              <a:t> </a:t>
            </a:r>
            <a:r>
              <a:rPr lang="en-US" sz="2000" u="sng" spc="-13" dirty="0">
                <a:uFill>
                  <a:solidFill>
                    <a:srgbClr val="222222"/>
                  </a:solidFill>
                </a:uFill>
                <a:latin typeface="Times New Roman" panose="02020603050405020304" pitchFamily="18" charset="0"/>
                <a:cs typeface="Times New Roman" panose="02020603050405020304" pitchFamily="18" charset="0"/>
              </a:rPr>
              <a:t>activity.</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Some</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sort</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standards</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7"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cleaning</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needs</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developed</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regular</a:t>
            </a:r>
            <a:r>
              <a:rPr lang="en-US" sz="2000" spc="-2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follow </a:t>
            </a:r>
            <a:r>
              <a:rPr lang="en-US" sz="2000" dirty="0">
                <a:latin typeface="Times New Roman" panose="02020603050405020304" pitchFamily="18" charset="0"/>
                <a:cs typeface="Times New Roman" panose="02020603050405020304" pitchFamily="18" charset="0"/>
              </a:rPr>
              <a:t>up</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necessary</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2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sustain</a:t>
            </a:r>
            <a:r>
              <a:rPr lang="en-US" sz="2000" spc="-3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a:t>
            </a:r>
            <a:r>
              <a:rPr lang="en-US" sz="2000" spc="-33"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improvement.</a:t>
            </a:r>
            <a:endParaRPr lang="en-US" sz="2000" dirty="0">
              <a:latin typeface="Times New Roman" panose="02020603050405020304" pitchFamily="18" charset="0"/>
              <a:cs typeface="Times New Roman" panose="02020603050405020304" pitchFamily="18" charset="0"/>
            </a:endParaRPr>
          </a:p>
          <a:p>
            <a:pPr marL="433482" indent="-228600" algn="just">
              <a:lnSpc>
                <a:spcPct val="90000"/>
              </a:lnSpc>
              <a:spcBef>
                <a:spcPts val="267"/>
              </a:spcBef>
              <a:buFont typeface="Arial" panose="020B0604020202020204" pitchFamily="34" charset="0"/>
              <a:buChar char="•"/>
              <a:tabLst>
                <a:tab pos="433482" algn="l"/>
              </a:tabLst>
            </a:pPr>
            <a:r>
              <a:rPr lang="en-US" sz="2000" dirty="0">
                <a:latin typeface="Times New Roman" panose="02020603050405020304" pitchFamily="18" charset="0"/>
                <a:cs typeface="Times New Roman" panose="02020603050405020304" pitchFamily="18" charset="0"/>
              </a:rPr>
              <a:t>This</a:t>
            </a:r>
            <a:r>
              <a:rPr lang="en-US" sz="2000" spc="-47"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can</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done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help</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making</a:t>
            </a:r>
            <a:r>
              <a:rPr lang="en-US" sz="2000" spc="-47" dirty="0">
                <a:latin typeface="Times New Roman" panose="02020603050405020304" pitchFamily="18" charset="0"/>
                <a:cs typeface="Times New Roman" panose="02020603050405020304" pitchFamily="18" charset="0"/>
              </a:rPr>
              <a:t> </a:t>
            </a:r>
            <a:r>
              <a:rPr lang="en-US" sz="2000" u="sng" dirty="0">
                <a:uFill>
                  <a:solidFill>
                    <a:srgbClr val="222222"/>
                  </a:solidFill>
                </a:uFill>
                <a:latin typeface="Times New Roman" panose="02020603050405020304" pitchFamily="18" charset="0"/>
                <a:cs typeface="Times New Roman" panose="02020603050405020304" pitchFamily="18" charset="0"/>
              </a:rPr>
              <a:t>checklists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example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shown</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40" dirty="0">
                <a:latin typeface="Times New Roman" panose="02020603050405020304" pitchFamily="18" charset="0"/>
                <a:cs typeface="Times New Roman" panose="02020603050405020304" pitchFamily="18" charset="0"/>
              </a:rPr>
              <a:t> </a:t>
            </a:r>
            <a:r>
              <a:rPr lang="en-US" sz="2000" spc="-13" dirty="0">
                <a:latin typeface="Times New Roman" panose="02020603050405020304" pitchFamily="18" charset="0"/>
                <a:cs typeface="Times New Roman" panose="02020603050405020304" pitchFamily="18" charset="0"/>
              </a:rPr>
              <a:t>below.</a:t>
            </a:r>
            <a:endParaRPr lang="en-US" sz="2000" dirty="0">
              <a:latin typeface="Times New Roman" panose="02020603050405020304" pitchFamily="18" charset="0"/>
              <a:cs typeface="Times New Roman" panose="02020603050405020304" pitchFamily="18" charset="0"/>
            </a:endParaRPr>
          </a:p>
        </p:txBody>
      </p:sp>
      <p:pic>
        <p:nvPicPr>
          <p:cNvPr id="9" name="Graphic 8" descr="Mop and bucket">
            <a:extLst>
              <a:ext uri="{FF2B5EF4-FFF2-40B4-BE49-F238E27FC236}">
                <a16:creationId xmlns:a16="http://schemas.microsoft.com/office/drawing/2014/main" id="{24C6C249-058A-4A98-8C62-3540546978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482600"/>
            <a:ext cx="11379200" cy="5789063"/>
          </a:xfrm>
          <a:prstGeom prst="rect">
            <a:avLst/>
          </a:prstGeom>
        </p:spPr>
        <p:txBody>
          <a:bodyPr vert="horz" wrap="square" lIns="0" tIns="16933" rIns="0" bIns="0" rtlCol="0">
            <a:spAutoFit/>
          </a:bodyPr>
          <a:lstStyle/>
          <a:p>
            <a:pPr marL="16933">
              <a:lnSpc>
                <a:spcPct val="150000"/>
              </a:lnSpc>
              <a:spcBef>
                <a:spcPts val="133"/>
              </a:spcBef>
            </a:pP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activities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necessary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implement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Seiso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organization:</a:t>
            </a:r>
            <a:endParaRPr sz="1867" dirty="0">
              <a:latin typeface="Times New Roman" panose="02020603050405020304" pitchFamily="18" charset="0"/>
              <a:cs typeface="Times New Roman" panose="02020603050405020304" pitchFamily="18" charset="0"/>
            </a:endParaRPr>
          </a:p>
          <a:p>
            <a:pPr marL="626518" marR="6773" indent="-460575">
              <a:spcBef>
                <a:spcPts val="1600"/>
              </a:spcBef>
              <a:buAutoNum type="arabicPeriod"/>
              <a:tabLst>
                <a:tab pos="626518" algn="l"/>
              </a:tabLst>
            </a:pPr>
            <a:r>
              <a:rPr sz="1867" dirty="0">
                <a:solidFill>
                  <a:srgbClr val="222222"/>
                </a:solidFill>
                <a:latin typeface="Times New Roman" panose="02020603050405020304" pitchFamily="18" charset="0"/>
                <a:cs typeface="Times New Roman" panose="02020603050405020304" pitchFamily="18" charset="0"/>
              </a:rPr>
              <a:t>Keep</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machines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workplace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clean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through</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sweeping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floor</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surroundings,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dusting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make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dirt</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free, </a:t>
            </a:r>
            <a:r>
              <a:rPr sz="1867" dirty="0">
                <a:solidFill>
                  <a:srgbClr val="222222"/>
                </a:solidFill>
                <a:latin typeface="Times New Roman" panose="02020603050405020304" pitchFamily="18" charset="0"/>
                <a:cs typeface="Times New Roman" panose="02020603050405020304" pitchFamily="18" charset="0"/>
              </a:rPr>
              <a:t>cobweb</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free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wiping</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make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oil/grease,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free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polishing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painting</a:t>
            </a:r>
            <a:endParaRPr sz="1867" dirty="0">
              <a:latin typeface="Times New Roman" panose="02020603050405020304" pitchFamily="18" charset="0"/>
              <a:cs typeface="Times New Roman" panose="02020603050405020304" pitchFamily="18" charset="0"/>
            </a:endParaRPr>
          </a:p>
          <a:p>
            <a:pPr marL="625671" indent="-459729">
              <a:spcBef>
                <a:spcPts val="260"/>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Clean</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machines/work</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table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before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start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daily</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routine.</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Eliminate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leakage/spillage.</a:t>
            </a:r>
            <a:endParaRPr sz="1867"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Brainstorm</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creative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ideas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make</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cleaning</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inspection</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easier.</a:t>
            </a:r>
            <a:endParaRPr sz="1867"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Clean</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even</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places</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most</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people</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don't</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notice.</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Remove</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scrap</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avoid</a:t>
            </a:r>
            <a:r>
              <a:rPr sz="1867" spc="-5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scratching.</a:t>
            </a:r>
            <a:endParaRPr sz="1867" dirty="0">
              <a:latin typeface="Times New Roman" panose="02020603050405020304" pitchFamily="18" charset="0"/>
              <a:cs typeface="Times New Roman" panose="02020603050405020304" pitchFamily="18" charset="0"/>
            </a:endParaRPr>
          </a:p>
          <a:p>
            <a:pPr marL="625671" indent="-459729">
              <a:spcBef>
                <a:spcPts val="260"/>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Clean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elements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remove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dirt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cause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sub-</a:t>
            </a:r>
            <a:r>
              <a:rPr sz="1867" dirty="0">
                <a:solidFill>
                  <a:srgbClr val="222222"/>
                </a:solidFill>
                <a:latin typeface="Times New Roman" panose="02020603050405020304" pitchFamily="18" charset="0"/>
                <a:cs typeface="Times New Roman" panose="02020603050405020304" pitchFamily="18" charset="0"/>
              </a:rPr>
              <a:t>standard</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performance.</a:t>
            </a:r>
            <a:endParaRPr sz="1867"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Clean</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electrical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contacts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avoid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bad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connections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eg:</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electrical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contacts,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pushbuttons,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switches,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etc.)</a:t>
            </a:r>
            <a:endParaRPr sz="1867" dirty="0">
              <a:latin typeface="Times New Roman" panose="02020603050405020304" pitchFamily="18" charset="0"/>
              <a:cs typeface="Times New Roman" panose="02020603050405020304" pitchFamily="18" charset="0"/>
            </a:endParaRPr>
          </a:p>
          <a:p>
            <a:pPr marL="677316" indent="-511374">
              <a:spcBef>
                <a:spcPts val="260"/>
              </a:spcBef>
              <a:buAutoNum type="arabicPeriod"/>
              <a:tabLst>
                <a:tab pos="677316" algn="l"/>
              </a:tabLst>
            </a:pPr>
            <a:r>
              <a:rPr sz="1867" dirty="0">
                <a:solidFill>
                  <a:srgbClr val="222222"/>
                </a:solidFill>
                <a:latin typeface="Times New Roman" panose="02020603050405020304" pitchFamily="18" charset="0"/>
                <a:cs typeface="Times New Roman" panose="02020603050405020304" pitchFamily="18" charset="0"/>
              </a:rPr>
              <a:t>Dust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off</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dirt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inside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computer</a:t>
            </a:r>
            <a:r>
              <a:rPr sz="1867" spc="-40"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a:t>
            </a:r>
            <a:endParaRPr sz="1867"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Remove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oil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dust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before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painting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ensure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better</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finish.</a:t>
            </a:r>
            <a:endParaRPr sz="1867"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Prepare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schedule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cleaning</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assign</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clear-</a:t>
            </a:r>
            <a:r>
              <a:rPr sz="1867" dirty="0">
                <a:solidFill>
                  <a:srgbClr val="222222"/>
                </a:solidFill>
                <a:latin typeface="Times New Roman" panose="02020603050405020304" pitchFamily="18" charset="0"/>
                <a:cs typeface="Times New Roman" panose="02020603050405020304" pitchFamily="18" charset="0"/>
              </a:rPr>
              <a:t>cut</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responsibilities.</a:t>
            </a:r>
            <a:endParaRPr sz="1867" dirty="0">
              <a:latin typeface="Times New Roman" panose="02020603050405020304" pitchFamily="18" charset="0"/>
              <a:cs typeface="Times New Roman" panose="02020603050405020304" pitchFamily="18" charset="0"/>
            </a:endParaRPr>
          </a:p>
          <a:p>
            <a:pPr marL="625671" indent="-563019">
              <a:spcBef>
                <a:spcPts val="260"/>
              </a:spcBef>
              <a:buAutoNum type="arabicPeriod"/>
              <a:tabLst>
                <a:tab pos="625671" algn="l"/>
              </a:tabLst>
            </a:pPr>
            <a:r>
              <a:rPr sz="1867" spc="-13" dirty="0">
                <a:solidFill>
                  <a:srgbClr val="222222"/>
                </a:solidFill>
                <a:latin typeface="Times New Roman" panose="02020603050405020304" pitchFamily="18" charset="0"/>
                <a:cs typeface="Times New Roman" panose="02020603050405020304" pitchFamily="18" charset="0"/>
              </a:rPr>
              <a:t>Conduct</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inspection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unearth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problems,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identify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root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causes,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establish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corrective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action.</a:t>
            </a:r>
            <a:endParaRPr sz="1867" dirty="0">
              <a:latin typeface="Times New Roman" panose="02020603050405020304" pitchFamily="18" charset="0"/>
              <a:cs typeface="Times New Roman" panose="02020603050405020304" pitchFamily="18" charset="0"/>
            </a:endParaRPr>
          </a:p>
          <a:p>
            <a:pPr marL="625671" indent="-549473">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Carry</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out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daily</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follow-</a:t>
            </a:r>
            <a:r>
              <a:rPr sz="1867" dirty="0">
                <a:solidFill>
                  <a:srgbClr val="222222"/>
                </a:solidFill>
                <a:latin typeface="Times New Roman" panose="02020603050405020304" pitchFamily="18" charset="0"/>
                <a:cs typeface="Times New Roman" panose="02020603050405020304" pitchFamily="18" charset="0"/>
              </a:rPr>
              <a:t>up</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cleaning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sustain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this</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improvement.</a:t>
            </a:r>
            <a:endParaRPr sz="1867" dirty="0">
              <a:latin typeface="Times New Roman" panose="02020603050405020304" pitchFamily="18" charset="0"/>
              <a:cs typeface="Times New Roman" panose="02020603050405020304" pitchFamily="18" charset="0"/>
            </a:endParaRPr>
          </a:p>
          <a:p>
            <a:pPr marL="625671" indent="-563019">
              <a:spcBef>
                <a:spcPts val="260"/>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Clean</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up</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machine,</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jigs/fixtures,</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tools/gauges,</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etc.</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after</a:t>
            </a:r>
            <a:r>
              <a:rPr sz="1867" spc="-53" dirty="0">
                <a:solidFill>
                  <a:srgbClr val="222222"/>
                </a:solidFill>
                <a:latin typeface="Times New Roman" panose="02020603050405020304" pitchFamily="18" charset="0"/>
                <a:cs typeface="Times New Roman" panose="02020603050405020304" pitchFamily="18" charset="0"/>
              </a:rPr>
              <a:t> </a:t>
            </a:r>
            <a:r>
              <a:rPr sz="1867" spc="-27" dirty="0">
                <a:solidFill>
                  <a:srgbClr val="222222"/>
                </a:solidFill>
                <a:latin typeface="Times New Roman" panose="02020603050405020304" pitchFamily="18" charset="0"/>
                <a:cs typeface="Times New Roman" panose="02020603050405020304" pitchFamily="18" charset="0"/>
              </a:rPr>
              <a:t>use.</a:t>
            </a:r>
            <a:endParaRPr sz="1867" dirty="0">
              <a:latin typeface="Times New Roman" panose="02020603050405020304" pitchFamily="18" charset="0"/>
              <a:cs typeface="Times New Roman" panose="02020603050405020304" pitchFamily="18" charset="0"/>
            </a:endParaRPr>
          </a:p>
          <a:p>
            <a:pPr marL="625671" indent="-56301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Place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trash</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bins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strategic</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places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empty</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them</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shift/day.</a:t>
            </a:r>
            <a:endParaRPr sz="1867" dirty="0">
              <a:latin typeface="Times New Roman" panose="02020603050405020304" pitchFamily="18" charset="0"/>
              <a:cs typeface="Times New Roman" panose="02020603050405020304" pitchFamily="18" charset="0"/>
            </a:endParaRPr>
          </a:p>
          <a:p>
            <a:pPr marL="625671" indent="-563019">
              <a:spcBef>
                <a:spcPts val="260"/>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Clean</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up</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supply</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lines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coolant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tanks;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spray</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paint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booth,</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water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storage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tank,</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material</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handling</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trolleys.</a:t>
            </a:r>
            <a:endParaRPr sz="1867" dirty="0">
              <a:latin typeface="Times New Roman" panose="02020603050405020304" pitchFamily="18" charset="0"/>
              <a:cs typeface="Times New Roman" panose="02020603050405020304" pitchFamily="18" charset="0"/>
            </a:endParaRPr>
          </a:p>
          <a:p>
            <a:pPr marL="625671" indent="-563019">
              <a:spcBef>
                <a:spcPts val="267"/>
              </a:spcBef>
              <a:buAutoNum type="arabicPeriod"/>
              <a:tabLst>
                <a:tab pos="625671" algn="l"/>
              </a:tabLst>
            </a:pPr>
            <a:r>
              <a:rPr sz="1867" dirty="0">
                <a:solidFill>
                  <a:srgbClr val="222222"/>
                </a:solidFill>
                <a:latin typeface="Times New Roman" panose="02020603050405020304" pitchFamily="18" charset="0"/>
                <a:cs typeface="Times New Roman" panose="02020603050405020304" pitchFamily="18" charset="0"/>
              </a:rPr>
              <a:t>Dust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off</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parts,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components,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items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lying</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shelves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store.</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Light bulb on yellow background with sketched light beams and cord">
            <a:extLst>
              <a:ext uri="{FF2B5EF4-FFF2-40B4-BE49-F238E27FC236}">
                <a16:creationId xmlns:a16="http://schemas.microsoft.com/office/drawing/2014/main" id="{E8BF8253-76A6-E679-3F7D-73CD95BBE4C6}"/>
              </a:ext>
            </a:extLst>
          </p:cNvPr>
          <p:cNvPicPr>
            <a:picLocks noChangeAspect="1"/>
          </p:cNvPicPr>
          <p:nvPr/>
        </p:nvPicPr>
        <p:blipFill>
          <a:blip r:embed="rId2"/>
          <a:srcRect l="44796" r="538"/>
          <a:stretch/>
        </p:blipFill>
        <p:spPr>
          <a:xfrm>
            <a:off x="-1" y="-2"/>
            <a:ext cx="6096001" cy="6858002"/>
          </a:xfrm>
          <a:prstGeom prst="rect">
            <a:avLst/>
          </a:prstGeom>
        </p:spPr>
      </p:pic>
      <p:sp>
        <p:nvSpPr>
          <p:cNvPr id="2" name="object 2"/>
          <p:cNvSpPr txBox="1"/>
          <p:nvPr/>
        </p:nvSpPr>
        <p:spPr>
          <a:xfrm>
            <a:off x="6677951" y="1105679"/>
            <a:ext cx="4885692" cy="3769835"/>
          </a:xfrm>
          <a:prstGeom prst="rect">
            <a:avLst/>
          </a:prstGeom>
        </p:spPr>
        <p:txBody>
          <a:bodyPr vert="horz" lIns="91440" tIns="45720" rIns="91440" bIns="45720" rtlCol="0" anchor="ctr">
            <a:noAutofit/>
          </a:bodyPr>
          <a:lstStyle/>
          <a:p>
            <a:pPr indent="-228600">
              <a:lnSpc>
                <a:spcPct val="90000"/>
              </a:lnSpc>
              <a:spcBef>
                <a:spcPts val="173"/>
              </a:spcBef>
              <a:buFont typeface="Arial" panose="020B0604020202020204" pitchFamily="34" charset="0"/>
              <a:buChar char="•"/>
            </a:pPr>
            <a:endParaRPr lang="en-US" sz="2800" dirty="0"/>
          </a:p>
          <a:p>
            <a:pPr marL="220974" indent="-228600">
              <a:lnSpc>
                <a:spcPct val="90000"/>
              </a:lnSpc>
              <a:buFont typeface="Arial" panose="020B0604020202020204" pitchFamily="34" charset="0"/>
              <a:buChar char="•"/>
              <a:tabLst>
                <a:tab pos="220974" algn="l"/>
              </a:tabLst>
            </a:pPr>
            <a:r>
              <a:rPr lang="en-US" sz="2800" dirty="0"/>
              <a:t>Early</a:t>
            </a:r>
            <a:r>
              <a:rPr lang="en-US" sz="2800" spc="-27" dirty="0"/>
              <a:t> </a:t>
            </a:r>
            <a:r>
              <a:rPr lang="en-US" sz="2800" spc="-13" dirty="0"/>
              <a:t>identification</a:t>
            </a:r>
            <a:r>
              <a:rPr lang="en-US" sz="2800" spc="-27" dirty="0"/>
              <a:t> </a:t>
            </a:r>
            <a:r>
              <a:rPr lang="en-US" sz="2800" dirty="0"/>
              <a:t>of</a:t>
            </a:r>
            <a:r>
              <a:rPr lang="en-US" sz="2800" spc="-27" dirty="0"/>
              <a:t> </a:t>
            </a:r>
            <a:r>
              <a:rPr lang="en-US" sz="2800" dirty="0"/>
              <a:t>problems</a:t>
            </a:r>
            <a:r>
              <a:rPr lang="en-US" sz="2800" spc="-27" dirty="0"/>
              <a:t> </a:t>
            </a:r>
            <a:r>
              <a:rPr lang="en-US" sz="2800" dirty="0"/>
              <a:t>like</a:t>
            </a:r>
            <a:r>
              <a:rPr lang="en-US" sz="2800" spc="-27" dirty="0"/>
              <a:t> </a:t>
            </a:r>
            <a:r>
              <a:rPr lang="en-US" sz="2800" spc="-13" dirty="0"/>
              <a:t>cracks/oil</a:t>
            </a:r>
            <a:r>
              <a:rPr lang="en-US" sz="2800" spc="-20" dirty="0"/>
              <a:t> </a:t>
            </a:r>
            <a:r>
              <a:rPr lang="en-US" sz="2800" spc="-13" dirty="0"/>
              <a:t>leakage.</a:t>
            </a:r>
            <a:endParaRPr lang="en-US" sz="2800" dirty="0"/>
          </a:p>
          <a:p>
            <a:pPr indent="-228600">
              <a:lnSpc>
                <a:spcPct val="90000"/>
              </a:lnSpc>
              <a:spcBef>
                <a:spcPts val="180"/>
              </a:spcBef>
              <a:buClr>
                <a:srgbClr val="222222"/>
              </a:buClr>
              <a:buFont typeface="Arial" panose="020B0604020202020204" pitchFamily="34" charset="0"/>
              <a:buChar char="•"/>
            </a:pPr>
            <a:endParaRPr lang="en-US" sz="2800" dirty="0"/>
          </a:p>
          <a:p>
            <a:pPr marL="220974" indent="-228600">
              <a:lnSpc>
                <a:spcPct val="90000"/>
              </a:lnSpc>
              <a:buFont typeface="Arial" panose="020B0604020202020204" pitchFamily="34" charset="0"/>
              <a:buChar char="•"/>
              <a:tabLst>
                <a:tab pos="220974" algn="l"/>
              </a:tabLst>
            </a:pPr>
            <a:r>
              <a:rPr lang="en-US" sz="2800" dirty="0"/>
              <a:t>Greater</a:t>
            </a:r>
            <a:r>
              <a:rPr lang="en-US" sz="2800" spc="-13" dirty="0"/>
              <a:t> confidence</a:t>
            </a:r>
            <a:r>
              <a:rPr lang="en-US" sz="2800" spc="-7" dirty="0"/>
              <a:t> </a:t>
            </a:r>
            <a:r>
              <a:rPr lang="en-US" sz="2800" dirty="0"/>
              <a:t>of</a:t>
            </a:r>
            <a:r>
              <a:rPr lang="en-US" sz="2800" spc="-7" dirty="0"/>
              <a:t> </a:t>
            </a:r>
            <a:r>
              <a:rPr lang="en-US" sz="2800" spc="-13" dirty="0"/>
              <a:t>customers.</a:t>
            </a:r>
            <a:endParaRPr lang="en-US" sz="2800" dirty="0"/>
          </a:p>
          <a:p>
            <a:pPr indent="-228600">
              <a:lnSpc>
                <a:spcPct val="90000"/>
              </a:lnSpc>
              <a:spcBef>
                <a:spcPts val="173"/>
              </a:spcBef>
              <a:buClr>
                <a:srgbClr val="222222"/>
              </a:buClr>
              <a:buFont typeface="Arial" panose="020B0604020202020204" pitchFamily="34" charset="0"/>
              <a:buChar char="•"/>
            </a:pPr>
            <a:endParaRPr lang="en-US" sz="2800" dirty="0"/>
          </a:p>
          <a:p>
            <a:pPr marL="220974" indent="-228600">
              <a:lnSpc>
                <a:spcPct val="90000"/>
              </a:lnSpc>
              <a:spcBef>
                <a:spcPts val="7"/>
              </a:spcBef>
              <a:buFont typeface="Arial" panose="020B0604020202020204" pitchFamily="34" charset="0"/>
              <a:buChar char="•"/>
              <a:tabLst>
                <a:tab pos="220974" algn="l"/>
              </a:tabLst>
            </a:pPr>
            <a:r>
              <a:rPr lang="en-US" sz="2800" dirty="0"/>
              <a:t>Improved</a:t>
            </a:r>
            <a:r>
              <a:rPr lang="en-US" sz="2800" spc="-53" dirty="0"/>
              <a:t> </a:t>
            </a:r>
            <a:r>
              <a:rPr lang="en-US" sz="2800" dirty="0"/>
              <a:t>product</a:t>
            </a:r>
            <a:r>
              <a:rPr lang="en-US" sz="2800" spc="-47" dirty="0"/>
              <a:t> </a:t>
            </a:r>
            <a:r>
              <a:rPr lang="en-US" sz="2800" spc="-13" dirty="0"/>
              <a:t>quality</a:t>
            </a:r>
            <a:endParaRPr lang="en-US" sz="2800" dirty="0"/>
          </a:p>
          <a:p>
            <a:pPr indent="-228600">
              <a:lnSpc>
                <a:spcPct val="90000"/>
              </a:lnSpc>
              <a:spcBef>
                <a:spcPts val="173"/>
              </a:spcBef>
              <a:buClr>
                <a:srgbClr val="222222"/>
              </a:buClr>
              <a:buFont typeface="Arial" panose="020B0604020202020204" pitchFamily="34" charset="0"/>
              <a:buChar char="•"/>
            </a:pPr>
            <a:endParaRPr lang="en-US" sz="2800" dirty="0"/>
          </a:p>
          <a:p>
            <a:pPr marL="220974" indent="-228600">
              <a:lnSpc>
                <a:spcPct val="90000"/>
              </a:lnSpc>
              <a:buFont typeface="Arial" panose="020B0604020202020204" pitchFamily="34" charset="0"/>
              <a:buChar char="•"/>
              <a:tabLst>
                <a:tab pos="220974" algn="l"/>
              </a:tabLst>
            </a:pPr>
            <a:r>
              <a:rPr lang="en-US" sz="2800" dirty="0"/>
              <a:t>Pride</a:t>
            </a:r>
            <a:r>
              <a:rPr lang="en-US" sz="2800" spc="-33" dirty="0"/>
              <a:t> </a:t>
            </a:r>
            <a:r>
              <a:rPr lang="en-US" sz="2800" dirty="0"/>
              <a:t>for</a:t>
            </a:r>
            <a:r>
              <a:rPr lang="en-US" sz="2800" spc="-33" dirty="0"/>
              <a:t> </a:t>
            </a:r>
            <a:r>
              <a:rPr lang="en-US" sz="2800" dirty="0"/>
              <a:t>the</a:t>
            </a:r>
            <a:r>
              <a:rPr lang="en-US" sz="2800" spc="-33" dirty="0"/>
              <a:t> </a:t>
            </a:r>
            <a:r>
              <a:rPr lang="en-US" sz="2800" spc="-13" dirty="0"/>
              <a:t>employees.</a:t>
            </a:r>
            <a:endParaRPr lang="en-US" sz="2800" dirty="0"/>
          </a:p>
        </p:txBody>
      </p:sp>
      <p:sp>
        <p:nvSpPr>
          <p:cNvPr id="5" name="TextBox 4">
            <a:extLst>
              <a:ext uri="{FF2B5EF4-FFF2-40B4-BE49-F238E27FC236}">
                <a16:creationId xmlns:a16="http://schemas.microsoft.com/office/drawing/2014/main" id="{570ADDFD-6308-1E36-ECF9-DA0FE37A3A3F}"/>
              </a:ext>
            </a:extLst>
          </p:cNvPr>
          <p:cNvSpPr txBox="1"/>
          <p:nvPr/>
        </p:nvSpPr>
        <p:spPr>
          <a:xfrm>
            <a:off x="1206304" y="23783"/>
            <a:ext cx="6098344" cy="594137"/>
          </a:xfrm>
          <a:prstGeom prst="rect">
            <a:avLst/>
          </a:prstGeom>
          <a:noFill/>
        </p:spPr>
        <p:txBody>
          <a:bodyPr wrap="square">
            <a:spAutoFit/>
          </a:bodyPr>
          <a:lstStyle/>
          <a:p>
            <a:pPr marL="16933" indent="-228600">
              <a:lnSpc>
                <a:spcPct val="90000"/>
              </a:lnSpc>
              <a:spcBef>
                <a:spcPts val="133"/>
              </a:spcBef>
              <a:buFont typeface="Arial" panose="020B0604020202020204" pitchFamily="34" charset="0"/>
              <a:buChar char="•"/>
            </a:pPr>
            <a:r>
              <a:rPr lang="en-US" sz="3600" b="1" dirty="0"/>
              <a:t>Benefits</a:t>
            </a:r>
            <a:r>
              <a:rPr lang="en-US" sz="3600" b="1" spc="-40" dirty="0"/>
              <a:t> </a:t>
            </a:r>
            <a:r>
              <a:rPr lang="en-US" sz="3600" b="1" dirty="0"/>
              <a:t>of</a:t>
            </a:r>
            <a:r>
              <a:rPr lang="en-US" sz="3600" b="1" spc="-33" dirty="0"/>
              <a:t> </a:t>
            </a:r>
            <a:r>
              <a:rPr lang="en-US" sz="3600" b="1" spc="-13" dirty="0" err="1"/>
              <a:t>Seiso</a:t>
            </a:r>
            <a:r>
              <a:rPr lang="en-US" sz="3600" b="1" spc="-13" dirty="0"/>
              <a:t>:</a:t>
            </a:r>
            <a:endParaRPr lang="en-US" sz="3600" b="1"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761799" y="194682"/>
            <a:ext cx="5334197" cy="1708242"/>
          </a:xfrm>
          <a:prstGeom prst="rect">
            <a:avLst/>
          </a:prstGeom>
        </p:spPr>
        <p:txBody>
          <a:bodyPr vert="horz" lIns="91440" tIns="45720" rIns="91440" bIns="45720" rtlCol="0" anchor="ctr">
            <a:normAutofit/>
          </a:bodyPr>
          <a:lstStyle/>
          <a:p>
            <a:pPr marL="16933">
              <a:lnSpc>
                <a:spcPct val="90000"/>
              </a:lnSpc>
              <a:spcBef>
                <a:spcPct val="0"/>
              </a:spcBef>
              <a:spcAft>
                <a:spcPts val="600"/>
              </a:spcAft>
            </a:pPr>
            <a:r>
              <a:rPr lang="en-US" sz="4000" b="1" dirty="0">
                <a:latin typeface="+mj-lt"/>
                <a:ea typeface="+mj-ea"/>
                <a:cs typeface="+mj-cs"/>
              </a:rPr>
              <a:t>d)</a:t>
            </a:r>
            <a:r>
              <a:rPr lang="en-US" sz="4000" b="1" spc="-33" dirty="0">
                <a:latin typeface="+mj-lt"/>
                <a:ea typeface="+mj-ea"/>
                <a:cs typeface="+mj-cs"/>
              </a:rPr>
              <a:t> </a:t>
            </a:r>
            <a:r>
              <a:rPr lang="en-US" sz="4000" b="1" dirty="0" err="1">
                <a:latin typeface="+mj-lt"/>
                <a:ea typeface="+mj-ea"/>
                <a:cs typeface="+mj-cs"/>
              </a:rPr>
              <a:t>Seiketsu</a:t>
            </a:r>
            <a:r>
              <a:rPr lang="en-US" sz="4000" b="1" spc="-27" dirty="0">
                <a:latin typeface="+mj-lt"/>
                <a:ea typeface="+mj-ea"/>
                <a:cs typeface="+mj-cs"/>
              </a:rPr>
              <a:t> </a:t>
            </a:r>
            <a:r>
              <a:rPr lang="en-US" sz="4000" b="1" spc="-13" dirty="0">
                <a:latin typeface="+mj-lt"/>
                <a:ea typeface="+mj-ea"/>
                <a:cs typeface="+mj-cs"/>
              </a:rPr>
              <a:t>(Standardize)</a:t>
            </a:r>
            <a:endParaRPr lang="en-US" sz="4000" dirty="0">
              <a:latin typeface="+mj-lt"/>
              <a:ea typeface="+mj-ea"/>
              <a:cs typeface="+mj-cs"/>
            </a:endParaRPr>
          </a:p>
        </p:txBody>
      </p:sp>
      <p:sp>
        <p:nvSpPr>
          <p:cNvPr id="3" name="object 3"/>
          <p:cNvSpPr txBox="1"/>
          <p:nvPr/>
        </p:nvSpPr>
        <p:spPr>
          <a:xfrm>
            <a:off x="761800" y="2470244"/>
            <a:ext cx="5920354" cy="3769835"/>
          </a:xfrm>
          <a:prstGeom prst="rect">
            <a:avLst/>
          </a:prstGeom>
        </p:spPr>
        <p:txBody>
          <a:bodyPr vert="horz" lIns="91440" tIns="45720" rIns="91440" bIns="45720" rtlCol="0" anchor="ctr">
            <a:noAutofit/>
          </a:bodyPr>
          <a:lstStyle/>
          <a:p>
            <a:pPr marL="626518" marR="37252" indent="-228600" algn="just">
              <a:lnSpc>
                <a:spcPct val="90000"/>
              </a:lnSpc>
              <a:spcBef>
                <a:spcPts val="133"/>
              </a:spcBef>
              <a:buFont typeface="Arial" panose="020B0604020202020204" pitchFamily="34" charset="0"/>
              <a:buChar char="•"/>
              <a:tabLst>
                <a:tab pos="626518" algn="l"/>
              </a:tabLst>
            </a:pPr>
            <a:r>
              <a:rPr lang="en-US" sz="2400" dirty="0"/>
              <a:t>The</a:t>
            </a:r>
            <a:r>
              <a:rPr lang="en-US" sz="2400" spc="-27" dirty="0"/>
              <a:t> </a:t>
            </a:r>
            <a:r>
              <a:rPr lang="en-US" sz="2400" dirty="0"/>
              <a:t>first</a:t>
            </a:r>
            <a:r>
              <a:rPr lang="en-US" sz="2400" spc="-27" dirty="0"/>
              <a:t> </a:t>
            </a:r>
            <a:r>
              <a:rPr lang="en-US" sz="2400" dirty="0"/>
              <a:t>three</a:t>
            </a:r>
            <a:r>
              <a:rPr lang="en-US" sz="2400" spc="-20" dirty="0"/>
              <a:t> </a:t>
            </a:r>
            <a:r>
              <a:rPr lang="en-US" sz="2400" dirty="0"/>
              <a:t>steps</a:t>
            </a:r>
            <a:r>
              <a:rPr lang="en-US" sz="2400" spc="-27" dirty="0"/>
              <a:t> </a:t>
            </a:r>
            <a:r>
              <a:rPr lang="en-US" sz="2400" dirty="0"/>
              <a:t>of</a:t>
            </a:r>
            <a:r>
              <a:rPr lang="en-US" sz="2400" spc="-20" dirty="0"/>
              <a:t> </a:t>
            </a:r>
            <a:r>
              <a:rPr lang="en-US" sz="2400" dirty="0"/>
              <a:t>5S</a:t>
            </a:r>
            <a:r>
              <a:rPr lang="en-US" sz="2400" spc="-27" dirty="0"/>
              <a:t> </a:t>
            </a:r>
            <a:r>
              <a:rPr lang="en-US" sz="2400" dirty="0"/>
              <a:t>cover</a:t>
            </a:r>
            <a:r>
              <a:rPr lang="en-US" sz="2400" spc="-27" dirty="0"/>
              <a:t> </a:t>
            </a:r>
            <a:r>
              <a:rPr lang="en-US" sz="2400" dirty="0"/>
              <a:t>the</a:t>
            </a:r>
            <a:r>
              <a:rPr lang="en-US" sz="2400" spc="-20" dirty="0"/>
              <a:t> </a:t>
            </a:r>
            <a:r>
              <a:rPr lang="en-US" sz="2400" dirty="0"/>
              <a:t>basics</a:t>
            </a:r>
            <a:r>
              <a:rPr lang="en-US" sz="2400" spc="-27" dirty="0"/>
              <a:t> </a:t>
            </a:r>
            <a:r>
              <a:rPr lang="en-US" sz="2400" dirty="0"/>
              <a:t>of</a:t>
            </a:r>
            <a:r>
              <a:rPr lang="en-US" sz="2400" spc="-20" dirty="0"/>
              <a:t> </a:t>
            </a:r>
            <a:r>
              <a:rPr lang="en-US" sz="2400" spc="-13" dirty="0"/>
              <a:t>clearing,</a:t>
            </a:r>
            <a:r>
              <a:rPr lang="en-US" sz="2400" spc="-27" dirty="0"/>
              <a:t> </a:t>
            </a:r>
            <a:r>
              <a:rPr lang="en-US" sz="2400" spc="-13" dirty="0"/>
              <a:t>organizing,</a:t>
            </a:r>
            <a:r>
              <a:rPr lang="en-US" sz="2400" spc="-27" dirty="0"/>
              <a:t> </a:t>
            </a:r>
            <a:r>
              <a:rPr lang="en-US" sz="2400" dirty="0"/>
              <a:t>and</a:t>
            </a:r>
            <a:r>
              <a:rPr lang="en-US" sz="2400" spc="-20" dirty="0"/>
              <a:t> </a:t>
            </a:r>
            <a:r>
              <a:rPr lang="en-US" sz="2400" spc="-13" dirty="0"/>
              <a:t>cleaning</a:t>
            </a:r>
            <a:r>
              <a:rPr lang="en-US" sz="2400" spc="-27" dirty="0"/>
              <a:t> </a:t>
            </a:r>
            <a:r>
              <a:rPr lang="en-US" sz="2400" dirty="0"/>
              <a:t>a</a:t>
            </a:r>
            <a:r>
              <a:rPr lang="en-US" sz="2400" spc="-20" dirty="0"/>
              <a:t> </a:t>
            </a:r>
            <a:r>
              <a:rPr lang="en-US" sz="2400" dirty="0"/>
              <a:t>work</a:t>
            </a:r>
            <a:r>
              <a:rPr lang="en-US" sz="2400" spc="-27" dirty="0"/>
              <a:t> </a:t>
            </a:r>
            <a:r>
              <a:rPr lang="en-US" sz="2400" dirty="0"/>
              <a:t>space;</a:t>
            </a:r>
            <a:r>
              <a:rPr lang="en-US" sz="2400" spc="-20" dirty="0"/>
              <a:t> </a:t>
            </a:r>
            <a:r>
              <a:rPr lang="en-US" sz="2400" dirty="0"/>
              <a:t>on</a:t>
            </a:r>
            <a:r>
              <a:rPr lang="en-US" sz="2400" spc="-27" dirty="0"/>
              <a:t> </a:t>
            </a:r>
            <a:r>
              <a:rPr lang="en-US" sz="2400" dirty="0"/>
              <a:t>their</a:t>
            </a:r>
            <a:r>
              <a:rPr lang="en-US" sz="2400" spc="-27" dirty="0"/>
              <a:t> </a:t>
            </a:r>
            <a:r>
              <a:rPr lang="en-US" sz="2400" dirty="0"/>
              <a:t>own,</a:t>
            </a:r>
            <a:r>
              <a:rPr lang="en-US" sz="2400" spc="-20" dirty="0"/>
              <a:t> </a:t>
            </a:r>
            <a:r>
              <a:rPr lang="en-US" sz="2400" spc="-13" dirty="0"/>
              <a:t>those </a:t>
            </a:r>
            <a:r>
              <a:rPr lang="en-US" sz="2400" dirty="0"/>
              <a:t>steps</a:t>
            </a:r>
            <a:r>
              <a:rPr lang="en-US" sz="2400" spc="-47" dirty="0"/>
              <a:t> </a:t>
            </a:r>
            <a:r>
              <a:rPr lang="en-US" sz="2400" dirty="0"/>
              <a:t>will</a:t>
            </a:r>
            <a:r>
              <a:rPr lang="en-US" sz="2400" spc="-47" dirty="0"/>
              <a:t> </a:t>
            </a:r>
            <a:r>
              <a:rPr lang="en-US" sz="2400" dirty="0"/>
              <a:t>provide</a:t>
            </a:r>
            <a:r>
              <a:rPr lang="en-US" sz="2400" spc="-40" dirty="0"/>
              <a:t> </a:t>
            </a:r>
            <a:r>
              <a:rPr lang="en-US" sz="2400" dirty="0"/>
              <a:t>short-term</a:t>
            </a:r>
            <a:r>
              <a:rPr lang="en-US" sz="2400" spc="-47" dirty="0"/>
              <a:t> </a:t>
            </a:r>
            <a:r>
              <a:rPr lang="en-US" sz="2400" spc="-13" dirty="0"/>
              <a:t>benefits.</a:t>
            </a:r>
            <a:endParaRPr lang="en-US" sz="2400" dirty="0"/>
          </a:p>
          <a:p>
            <a:pPr marL="626518" marR="6773" indent="-228600" algn="just">
              <a:lnSpc>
                <a:spcPct val="90000"/>
              </a:lnSpc>
              <a:buFont typeface="Arial" panose="020B0604020202020204" pitchFamily="34" charset="0"/>
              <a:buChar char="•"/>
              <a:tabLst>
                <a:tab pos="626518" algn="l"/>
              </a:tabLst>
            </a:pPr>
            <a:r>
              <a:rPr lang="en-US" sz="2400" dirty="0"/>
              <a:t>The</a:t>
            </a:r>
            <a:r>
              <a:rPr lang="en-US" sz="2400" spc="-53" dirty="0"/>
              <a:t> </a:t>
            </a:r>
            <a:r>
              <a:rPr lang="en-US" sz="2400" dirty="0"/>
              <a:t>fourth</a:t>
            </a:r>
            <a:r>
              <a:rPr lang="en-US" sz="2400" spc="-47" dirty="0"/>
              <a:t> </a:t>
            </a:r>
            <a:r>
              <a:rPr lang="en-US" sz="2400" dirty="0"/>
              <a:t>step</a:t>
            </a:r>
            <a:r>
              <a:rPr lang="en-US" sz="2400" spc="-53" dirty="0"/>
              <a:t> </a:t>
            </a:r>
            <a:r>
              <a:rPr lang="en-US" sz="2400" dirty="0"/>
              <a:t>simply</a:t>
            </a:r>
            <a:r>
              <a:rPr lang="en-US" sz="2400" spc="-47" dirty="0"/>
              <a:t> </a:t>
            </a:r>
            <a:r>
              <a:rPr lang="en-US" sz="2400" dirty="0"/>
              <a:t>means</a:t>
            </a:r>
            <a:r>
              <a:rPr lang="en-US" sz="2400" spc="-47" dirty="0"/>
              <a:t> </a:t>
            </a:r>
            <a:r>
              <a:rPr lang="en-US" sz="2400" dirty="0"/>
              <a:t>Standardize,</a:t>
            </a:r>
            <a:r>
              <a:rPr lang="en-US" sz="2400" spc="-53" dirty="0"/>
              <a:t> </a:t>
            </a:r>
            <a:r>
              <a:rPr lang="en-US" sz="2400" dirty="0"/>
              <a:t>or</a:t>
            </a:r>
            <a:r>
              <a:rPr lang="en-US" sz="2400" spc="-47" dirty="0"/>
              <a:t> </a:t>
            </a:r>
            <a:r>
              <a:rPr lang="en-US" sz="2400" dirty="0"/>
              <a:t>"</a:t>
            </a:r>
            <a:r>
              <a:rPr lang="en-US" sz="2400" dirty="0" err="1"/>
              <a:t>seiketsu</a:t>
            </a:r>
            <a:r>
              <a:rPr lang="en-US" sz="2400" dirty="0"/>
              <a:t>,"</a:t>
            </a:r>
            <a:r>
              <a:rPr lang="en-US" sz="2400" spc="-47" dirty="0"/>
              <a:t> </a:t>
            </a:r>
            <a:r>
              <a:rPr lang="en-US" sz="2400" dirty="0"/>
              <a:t>which</a:t>
            </a:r>
            <a:r>
              <a:rPr lang="en-US" sz="2400" spc="-53" dirty="0"/>
              <a:t> </a:t>
            </a:r>
            <a:r>
              <a:rPr lang="en-US" sz="2400" dirty="0"/>
              <a:t>standardization.</a:t>
            </a:r>
            <a:r>
              <a:rPr lang="en-US" sz="2400" spc="-20" dirty="0"/>
              <a:t> </a:t>
            </a:r>
            <a:r>
              <a:rPr lang="en-US" sz="2400" u="sng" dirty="0">
                <a:uFill>
                  <a:solidFill>
                    <a:srgbClr val="222222"/>
                  </a:solidFill>
                </a:uFill>
              </a:rPr>
              <a:t>By</a:t>
            </a:r>
            <a:r>
              <a:rPr lang="en-US" sz="2400" u="sng" spc="-53" dirty="0">
                <a:uFill>
                  <a:solidFill>
                    <a:srgbClr val="222222"/>
                  </a:solidFill>
                </a:uFill>
              </a:rPr>
              <a:t> </a:t>
            </a:r>
            <a:r>
              <a:rPr lang="en-US" sz="2400" u="sng" dirty="0">
                <a:uFill>
                  <a:solidFill>
                    <a:srgbClr val="222222"/>
                  </a:solidFill>
                </a:uFill>
              </a:rPr>
              <a:t>writing</a:t>
            </a:r>
            <a:r>
              <a:rPr lang="en-US" sz="2400" u="sng" spc="-47" dirty="0">
                <a:uFill>
                  <a:solidFill>
                    <a:srgbClr val="222222"/>
                  </a:solidFill>
                </a:uFill>
              </a:rPr>
              <a:t> </a:t>
            </a:r>
            <a:r>
              <a:rPr lang="en-US" sz="2400" u="sng" dirty="0">
                <a:uFill>
                  <a:solidFill>
                    <a:srgbClr val="222222"/>
                  </a:solidFill>
                </a:uFill>
              </a:rPr>
              <a:t>down</a:t>
            </a:r>
            <a:r>
              <a:rPr lang="en-US" sz="2400" u="sng" spc="-53" dirty="0">
                <a:uFill>
                  <a:solidFill>
                    <a:srgbClr val="222222"/>
                  </a:solidFill>
                </a:uFill>
              </a:rPr>
              <a:t> </a:t>
            </a:r>
            <a:r>
              <a:rPr lang="en-US" sz="2400" u="sng" dirty="0">
                <a:uFill>
                  <a:solidFill>
                    <a:srgbClr val="222222"/>
                  </a:solidFill>
                </a:uFill>
              </a:rPr>
              <a:t>what</a:t>
            </a:r>
            <a:r>
              <a:rPr lang="en-US" sz="2400" u="sng" spc="-47" dirty="0">
                <a:uFill>
                  <a:solidFill>
                    <a:srgbClr val="222222"/>
                  </a:solidFill>
                </a:uFill>
              </a:rPr>
              <a:t> </a:t>
            </a:r>
            <a:r>
              <a:rPr lang="en-US" sz="2400" u="sng" dirty="0">
                <a:uFill>
                  <a:solidFill>
                    <a:srgbClr val="222222"/>
                  </a:solidFill>
                </a:uFill>
              </a:rPr>
              <a:t>is</a:t>
            </a:r>
            <a:r>
              <a:rPr lang="en-US" sz="2400" u="sng" spc="-47" dirty="0">
                <a:uFill>
                  <a:solidFill>
                    <a:srgbClr val="222222"/>
                  </a:solidFill>
                </a:uFill>
              </a:rPr>
              <a:t> </a:t>
            </a:r>
            <a:r>
              <a:rPr lang="en-US" sz="2400" u="sng" spc="-13" dirty="0">
                <a:uFill>
                  <a:solidFill>
                    <a:srgbClr val="222222"/>
                  </a:solidFill>
                </a:uFill>
              </a:rPr>
              <a:t>being</a:t>
            </a:r>
            <a:r>
              <a:rPr lang="en-US" sz="2400" spc="-13" dirty="0"/>
              <a:t> </a:t>
            </a:r>
            <a:r>
              <a:rPr lang="en-US" sz="2400" u="sng" dirty="0">
                <a:uFill>
                  <a:solidFill>
                    <a:srgbClr val="222222"/>
                  </a:solidFill>
                </a:uFill>
              </a:rPr>
              <a:t>done,</a:t>
            </a:r>
            <a:r>
              <a:rPr lang="en-US" sz="2400" u="sng" spc="-47" dirty="0">
                <a:uFill>
                  <a:solidFill>
                    <a:srgbClr val="222222"/>
                  </a:solidFill>
                </a:uFill>
              </a:rPr>
              <a:t> </a:t>
            </a:r>
            <a:r>
              <a:rPr lang="en-US" sz="2400" u="sng" dirty="0">
                <a:uFill>
                  <a:solidFill>
                    <a:srgbClr val="222222"/>
                  </a:solidFill>
                </a:uFill>
              </a:rPr>
              <a:t>where,</a:t>
            </a:r>
            <a:r>
              <a:rPr lang="en-US" sz="2400" u="sng" spc="-47" dirty="0">
                <a:uFill>
                  <a:solidFill>
                    <a:srgbClr val="222222"/>
                  </a:solidFill>
                </a:uFill>
              </a:rPr>
              <a:t> </a:t>
            </a:r>
            <a:r>
              <a:rPr lang="en-US" sz="2400" u="sng" dirty="0">
                <a:uFill>
                  <a:solidFill>
                    <a:srgbClr val="222222"/>
                  </a:solidFill>
                </a:uFill>
              </a:rPr>
              <a:t>and</a:t>
            </a:r>
            <a:r>
              <a:rPr lang="en-US" sz="2400" u="sng" spc="-40" dirty="0">
                <a:uFill>
                  <a:solidFill>
                    <a:srgbClr val="222222"/>
                  </a:solidFill>
                </a:uFill>
              </a:rPr>
              <a:t> </a:t>
            </a:r>
            <a:r>
              <a:rPr lang="en-US" sz="2400" u="sng" dirty="0">
                <a:uFill>
                  <a:solidFill>
                    <a:srgbClr val="222222"/>
                  </a:solidFill>
                </a:uFill>
              </a:rPr>
              <a:t>by</a:t>
            </a:r>
            <a:r>
              <a:rPr lang="en-US" sz="2400" u="sng" spc="-47" dirty="0">
                <a:uFill>
                  <a:solidFill>
                    <a:srgbClr val="222222"/>
                  </a:solidFill>
                </a:uFill>
              </a:rPr>
              <a:t> </a:t>
            </a:r>
            <a:r>
              <a:rPr lang="en-US" sz="2400" u="sng" dirty="0">
                <a:uFill>
                  <a:solidFill>
                    <a:srgbClr val="222222"/>
                  </a:solidFill>
                </a:uFill>
              </a:rPr>
              <a:t>whom,</a:t>
            </a:r>
            <a:r>
              <a:rPr lang="en-US" sz="2400" u="sng" spc="-47" dirty="0">
                <a:uFill>
                  <a:solidFill>
                    <a:srgbClr val="222222"/>
                  </a:solidFill>
                </a:uFill>
              </a:rPr>
              <a:t> </a:t>
            </a:r>
            <a:r>
              <a:rPr lang="en-US" sz="2400" u="sng" dirty="0">
                <a:uFill>
                  <a:solidFill>
                    <a:srgbClr val="222222"/>
                  </a:solidFill>
                </a:uFill>
              </a:rPr>
              <a:t>we</a:t>
            </a:r>
            <a:r>
              <a:rPr lang="en-US" sz="2400" u="sng" spc="-40" dirty="0">
                <a:uFill>
                  <a:solidFill>
                    <a:srgbClr val="222222"/>
                  </a:solidFill>
                </a:uFill>
              </a:rPr>
              <a:t> </a:t>
            </a:r>
            <a:r>
              <a:rPr lang="en-US" sz="2400" u="sng" dirty="0">
                <a:uFill>
                  <a:solidFill>
                    <a:srgbClr val="222222"/>
                  </a:solidFill>
                </a:uFill>
              </a:rPr>
              <a:t>can</a:t>
            </a:r>
            <a:r>
              <a:rPr lang="en-US" sz="2400" u="sng" spc="-47" dirty="0">
                <a:uFill>
                  <a:solidFill>
                    <a:srgbClr val="222222"/>
                  </a:solidFill>
                </a:uFill>
              </a:rPr>
              <a:t> </a:t>
            </a:r>
            <a:r>
              <a:rPr lang="en-US" sz="2400" u="sng" dirty="0">
                <a:uFill>
                  <a:solidFill>
                    <a:srgbClr val="222222"/>
                  </a:solidFill>
                </a:uFill>
              </a:rPr>
              <a:t>incorporate</a:t>
            </a:r>
            <a:r>
              <a:rPr lang="en-US" sz="2400" u="sng" spc="-40" dirty="0">
                <a:uFill>
                  <a:solidFill>
                    <a:srgbClr val="222222"/>
                  </a:solidFill>
                </a:uFill>
              </a:rPr>
              <a:t> </a:t>
            </a:r>
            <a:r>
              <a:rPr lang="en-US" sz="2400" u="sng" dirty="0">
                <a:uFill>
                  <a:solidFill>
                    <a:srgbClr val="222222"/>
                  </a:solidFill>
                </a:uFill>
              </a:rPr>
              <a:t>the</a:t>
            </a:r>
            <a:r>
              <a:rPr lang="en-US" sz="2400" u="sng" spc="-47" dirty="0">
                <a:uFill>
                  <a:solidFill>
                    <a:srgbClr val="222222"/>
                  </a:solidFill>
                </a:uFill>
              </a:rPr>
              <a:t> </a:t>
            </a:r>
            <a:r>
              <a:rPr lang="en-US" sz="2400" u="sng" dirty="0">
                <a:uFill>
                  <a:solidFill>
                    <a:srgbClr val="222222"/>
                  </a:solidFill>
                </a:uFill>
              </a:rPr>
              <a:t>new</a:t>
            </a:r>
            <a:r>
              <a:rPr lang="en-US" sz="2400" u="sng" spc="-47" dirty="0">
                <a:uFill>
                  <a:solidFill>
                    <a:srgbClr val="222222"/>
                  </a:solidFill>
                </a:uFill>
              </a:rPr>
              <a:t> </a:t>
            </a:r>
            <a:r>
              <a:rPr lang="en-US" sz="2400" u="sng" dirty="0">
                <a:uFill>
                  <a:solidFill>
                    <a:srgbClr val="222222"/>
                  </a:solidFill>
                </a:uFill>
              </a:rPr>
              <a:t>practices</a:t>
            </a:r>
            <a:r>
              <a:rPr lang="en-US" sz="2400" u="sng" spc="-40" dirty="0">
                <a:uFill>
                  <a:solidFill>
                    <a:srgbClr val="222222"/>
                  </a:solidFill>
                </a:uFill>
              </a:rPr>
              <a:t> </a:t>
            </a:r>
            <a:r>
              <a:rPr lang="en-US" sz="2400" u="sng" dirty="0">
                <a:uFill>
                  <a:solidFill>
                    <a:srgbClr val="222222"/>
                  </a:solidFill>
                </a:uFill>
              </a:rPr>
              <a:t>into</a:t>
            </a:r>
            <a:r>
              <a:rPr lang="en-US" sz="2400" u="sng" spc="-47" dirty="0">
                <a:uFill>
                  <a:solidFill>
                    <a:srgbClr val="222222"/>
                  </a:solidFill>
                </a:uFill>
              </a:rPr>
              <a:t> </a:t>
            </a:r>
            <a:r>
              <a:rPr lang="en-US" sz="2400" u="sng" dirty="0">
                <a:uFill>
                  <a:solidFill>
                    <a:srgbClr val="222222"/>
                  </a:solidFill>
                </a:uFill>
              </a:rPr>
              <a:t>normal</a:t>
            </a:r>
            <a:r>
              <a:rPr lang="en-US" sz="2400" u="sng" spc="-40" dirty="0">
                <a:uFill>
                  <a:solidFill>
                    <a:srgbClr val="222222"/>
                  </a:solidFill>
                </a:uFill>
              </a:rPr>
              <a:t> </a:t>
            </a:r>
            <a:r>
              <a:rPr lang="en-US" sz="2400" u="sng" dirty="0">
                <a:uFill>
                  <a:solidFill>
                    <a:srgbClr val="222222"/>
                  </a:solidFill>
                </a:uFill>
              </a:rPr>
              <a:t>work</a:t>
            </a:r>
            <a:r>
              <a:rPr lang="en-US" sz="2400" u="sng" spc="-47" dirty="0">
                <a:uFill>
                  <a:solidFill>
                    <a:srgbClr val="222222"/>
                  </a:solidFill>
                </a:uFill>
              </a:rPr>
              <a:t> </a:t>
            </a:r>
            <a:r>
              <a:rPr lang="en-US" sz="2400" u="sng" dirty="0">
                <a:uFill>
                  <a:solidFill>
                    <a:srgbClr val="222222"/>
                  </a:solidFill>
                </a:uFill>
              </a:rPr>
              <a:t>procedure.</a:t>
            </a:r>
            <a:r>
              <a:rPr lang="en-US" sz="2400" u="sng" spc="-67" dirty="0">
                <a:uFill>
                  <a:solidFill>
                    <a:srgbClr val="222222"/>
                  </a:solidFill>
                </a:uFill>
              </a:rPr>
              <a:t> </a:t>
            </a:r>
            <a:r>
              <a:rPr lang="en-US" sz="2400" u="sng" dirty="0">
                <a:uFill>
                  <a:solidFill>
                    <a:srgbClr val="222222"/>
                  </a:solidFill>
                </a:uFill>
              </a:rPr>
              <a:t>This</a:t>
            </a:r>
            <a:r>
              <a:rPr lang="en-US" sz="2400" u="sng" spc="-47" dirty="0">
                <a:uFill>
                  <a:solidFill>
                    <a:srgbClr val="222222"/>
                  </a:solidFill>
                </a:uFill>
              </a:rPr>
              <a:t> </a:t>
            </a:r>
            <a:r>
              <a:rPr lang="en-US" sz="2400" u="sng" dirty="0">
                <a:uFill>
                  <a:solidFill>
                    <a:srgbClr val="222222"/>
                  </a:solidFill>
                </a:uFill>
              </a:rPr>
              <a:t>paves</a:t>
            </a:r>
            <a:r>
              <a:rPr lang="en-US" sz="2400" u="sng" spc="-47" dirty="0">
                <a:uFill>
                  <a:solidFill>
                    <a:srgbClr val="222222"/>
                  </a:solidFill>
                </a:uFill>
              </a:rPr>
              <a:t> </a:t>
            </a:r>
            <a:r>
              <a:rPr lang="en-US" sz="2400" u="sng" dirty="0">
                <a:uFill>
                  <a:solidFill>
                    <a:srgbClr val="222222"/>
                  </a:solidFill>
                </a:uFill>
              </a:rPr>
              <a:t>the</a:t>
            </a:r>
            <a:r>
              <a:rPr lang="en-US" sz="2400" u="sng" spc="-27" dirty="0">
                <a:uFill>
                  <a:solidFill>
                    <a:srgbClr val="222222"/>
                  </a:solidFill>
                </a:uFill>
              </a:rPr>
              <a:t> </a:t>
            </a:r>
            <a:r>
              <a:rPr lang="en-US" sz="2400" u="sng" spc="-33" dirty="0">
                <a:uFill>
                  <a:solidFill>
                    <a:srgbClr val="222222"/>
                  </a:solidFill>
                </a:uFill>
              </a:rPr>
              <a:t>way</a:t>
            </a:r>
            <a:r>
              <a:rPr lang="en-US" sz="2400" spc="-33" dirty="0"/>
              <a:t> </a:t>
            </a:r>
            <a:r>
              <a:rPr lang="en-US" sz="2400" u="sng" dirty="0">
                <a:uFill>
                  <a:solidFill>
                    <a:srgbClr val="222222"/>
                  </a:solidFill>
                </a:uFill>
              </a:rPr>
              <a:t>for</a:t>
            </a:r>
            <a:r>
              <a:rPr lang="en-US" sz="2400" u="sng" spc="-7" dirty="0">
                <a:uFill>
                  <a:solidFill>
                    <a:srgbClr val="222222"/>
                  </a:solidFill>
                </a:uFill>
              </a:rPr>
              <a:t> </a:t>
            </a:r>
            <a:r>
              <a:rPr lang="en-US" sz="2400" u="sng" dirty="0">
                <a:uFill>
                  <a:solidFill>
                    <a:srgbClr val="222222"/>
                  </a:solidFill>
                </a:uFill>
              </a:rPr>
              <a:t>long-term</a:t>
            </a:r>
            <a:r>
              <a:rPr lang="en-US" sz="2400" u="sng" spc="-7" dirty="0">
                <a:uFill>
                  <a:solidFill>
                    <a:srgbClr val="222222"/>
                  </a:solidFill>
                </a:uFill>
              </a:rPr>
              <a:t> </a:t>
            </a:r>
            <a:r>
              <a:rPr lang="en-US" sz="2400" u="sng" spc="-13" dirty="0">
                <a:uFill>
                  <a:solidFill>
                    <a:srgbClr val="222222"/>
                  </a:solidFill>
                </a:uFill>
              </a:rPr>
              <a:t>change.</a:t>
            </a:r>
            <a:endParaRPr lang="en-US" sz="2400" dirty="0"/>
          </a:p>
          <a:p>
            <a:pPr indent="-228600" algn="just">
              <a:lnSpc>
                <a:spcPct val="90000"/>
              </a:lnSpc>
              <a:spcBef>
                <a:spcPts val="173"/>
              </a:spcBef>
              <a:buClr>
                <a:srgbClr val="222222"/>
              </a:buClr>
              <a:buFont typeface="Arial" panose="020B0604020202020204" pitchFamily="34" charset="0"/>
              <a:buChar char="•"/>
            </a:pPr>
            <a:endParaRPr lang="en-US" sz="2400" dirty="0"/>
          </a:p>
        </p:txBody>
      </p:sp>
      <p:pic>
        <p:nvPicPr>
          <p:cNvPr id="14" name="Picture 13" descr="Colourful art materials">
            <a:extLst>
              <a:ext uri="{FF2B5EF4-FFF2-40B4-BE49-F238E27FC236}">
                <a16:creationId xmlns:a16="http://schemas.microsoft.com/office/drawing/2014/main" id="{7A95D091-4D02-47DB-0B5F-7FF26DE76E7C}"/>
              </a:ext>
            </a:extLst>
          </p:cNvPr>
          <p:cNvPicPr>
            <a:picLocks noChangeAspect="1"/>
          </p:cNvPicPr>
          <p:nvPr/>
        </p:nvPicPr>
        <p:blipFill>
          <a:blip r:embed="rId2"/>
          <a:srcRect l="23396" r="24768"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FC664-1D71-FD4C-505A-E22BC7460875}"/>
              </a:ext>
            </a:extLst>
          </p:cNvPr>
          <p:cNvSpPr>
            <a:spLocks noGrp="1"/>
          </p:cNvSpPr>
          <p:nvPr>
            <p:ph type="title"/>
          </p:nvPr>
        </p:nvSpPr>
        <p:spPr>
          <a:xfrm>
            <a:off x="227877" y="717107"/>
            <a:ext cx="4977976" cy="1454051"/>
          </a:xfrm>
        </p:spPr>
        <p:txBody>
          <a:bodyPr>
            <a:normAutofit/>
          </a:bodyPr>
          <a:lstStyle/>
          <a:p>
            <a:r>
              <a:rPr lang="en-GB" sz="3600" b="1" spc="-27">
                <a:solidFill>
                  <a:schemeClr val="tx2"/>
                </a:solidFill>
                <a:latin typeface="Times New Roman" panose="02020603050405020304" pitchFamily="18" charset="0"/>
                <a:cs typeface="Times New Roman" panose="02020603050405020304" pitchFamily="18" charset="0"/>
              </a:rPr>
              <a:t>Tools</a:t>
            </a:r>
            <a:r>
              <a:rPr lang="en-GB" sz="3600" b="1" spc="-33">
                <a:solidFill>
                  <a:schemeClr val="tx2"/>
                </a:solidFill>
                <a:latin typeface="Times New Roman" panose="02020603050405020304" pitchFamily="18" charset="0"/>
                <a:cs typeface="Times New Roman" panose="02020603050405020304" pitchFamily="18" charset="0"/>
              </a:rPr>
              <a:t> </a:t>
            </a:r>
            <a:r>
              <a:rPr lang="en-GB" sz="3600" b="1">
                <a:solidFill>
                  <a:schemeClr val="tx2"/>
                </a:solidFill>
                <a:latin typeface="Times New Roman" panose="02020603050405020304" pitchFamily="18" charset="0"/>
                <a:cs typeface="Times New Roman" panose="02020603050405020304" pitchFamily="18" charset="0"/>
              </a:rPr>
              <a:t>for</a:t>
            </a:r>
            <a:r>
              <a:rPr lang="en-GB" sz="3600" b="1" spc="-33">
                <a:solidFill>
                  <a:schemeClr val="tx2"/>
                </a:solidFill>
                <a:latin typeface="Times New Roman" panose="02020603050405020304" pitchFamily="18" charset="0"/>
                <a:cs typeface="Times New Roman" panose="02020603050405020304" pitchFamily="18" charset="0"/>
              </a:rPr>
              <a:t> </a:t>
            </a:r>
            <a:r>
              <a:rPr lang="en-GB" sz="3600" b="1" spc="-13">
                <a:solidFill>
                  <a:schemeClr val="tx2"/>
                </a:solidFill>
                <a:latin typeface="Times New Roman" panose="02020603050405020304" pitchFamily="18" charset="0"/>
                <a:cs typeface="Times New Roman" panose="02020603050405020304" pitchFamily="18" charset="0"/>
              </a:rPr>
              <a:t>Standardizing</a:t>
            </a:r>
            <a:br>
              <a:rPr lang="en-GB" sz="3600">
                <a:solidFill>
                  <a:schemeClr val="tx2"/>
                </a:solidFill>
                <a:latin typeface="Times New Roman" panose="02020603050405020304" pitchFamily="18" charset="0"/>
                <a:cs typeface="Times New Roman" panose="02020603050405020304" pitchFamily="18" charset="0"/>
              </a:rPr>
            </a:br>
            <a:endParaRPr lang="en-GB" sz="3600">
              <a:solidFill>
                <a:schemeClr val="tx2"/>
              </a:solidFill>
            </a:endParaRPr>
          </a:p>
        </p:txBody>
      </p:sp>
      <p:pic>
        <p:nvPicPr>
          <p:cNvPr id="7" name="Graphic 6" descr="Check List">
            <a:extLst>
              <a:ext uri="{FF2B5EF4-FFF2-40B4-BE49-F238E27FC236}">
                <a16:creationId xmlns:a16="http://schemas.microsoft.com/office/drawing/2014/main" id="{135F1653-1AF0-5A8F-0B71-07C4794C50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95768C94-FA0C-9DCC-C174-0FC971FE78E9}"/>
              </a:ext>
            </a:extLst>
          </p:cNvPr>
          <p:cNvSpPr>
            <a:spLocks noGrp="1"/>
          </p:cNvSpPr>
          <p:nvPr>
            <p:ph idx="1"/>
          </p:nvPr>
        </p:nvSpPr>
        <p:spPr>
          <a:xfrm>
            <a:off x="6090574" y="1069146"/>
            <a:ext cx="6101426" cy="4991826"/>
          </a:xfrm>
        </p:spPr>
        <p:txBody>
          <a:bodyPr anchor="ctr">
            <a:noAutofit/>
          </a:bodyPr>
          <a:lstStyle/>
          <a:p>
            <a:pPr marL="626518" marR="922844" indent="-417396" algn="just">
              <a:spcBef>
                <a:spcPts val="1600"/>
              </a:spcBef>
              <a:buFont typeface="Arial MT"/>
              <a:buChar char="●"/>
              <a:tabLst>
                <a:tab pos="626518" algn="l"/>
              </a:tabLst>
            </a:pPr>
            <a:r>
              <a:rPr lang="en-GB" sz="2000" b="1" dirty="0">
                <a:solidFill>
                  <a:schemeClr val="tx2"/>
                </a:solidFill>
                <a:latin typeface="Times New Roman" panose="02020603050405020304" pitchFamily="18" charset="0"/>
                <a:cs typeface="Times New Roman" panose="02020603050405020304" pitchFamily="18" charset="0"/>
              </a:rPr>
              <a:t>5S</a:t>
            </a:r>
            <a:r>
              <a:rPr lang="en-GB" sz="2000" b="1" spc="-27"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checklists</a:t>
            </a:r>
            <a:r>
              <a:rPr lang="en-GB" sz="2000" b="1" spc="-27"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a:t>
            </a:r>
            <a:r>
              <a:rPr lang="en-GB" sz="2000" b="1" spc="-1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Listing</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the</a:t>
            </a:r>
            <a:r>
              <a:rPr lang="en-GB" sz="2000" spc="-20"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individual</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steps</a:t>
            </a:r>
            <a:r>
              <a:rPr lang="en-GB" sz="2000" spc="-2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of</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process</a:t>
            </a:r>
            <a:r>
              <a:rPr lang="en-GB" sz="2000" spc="-2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makes</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it</a:t>
            </a:r>
            <a:r>
              <a:rPr lang="en-GB" sz="2000" spc="-2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easy</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for</a:t>
            </a:r>
            <a:r>
              <a:rPr lang="en-GB" sz="2000" spc="-2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workers</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to</a:t>
            </a:r>
            <a:r>
              <a:rPr lang="en-GB" sz="2000" spc="-2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follow</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the</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process completely.</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It</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also</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provides</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simple</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auditing</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tool</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to</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check</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progress</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later</a:t>
            </a:r>
            <a:r>
              <a:rPr lang="en-GB" sz="2000" spc="-33" dirty="0">
                <a:solidFill>
                  <a:schemeClr val="tx2"/>
                </a:solidFill>
                <a:latin typeface="Times New Roman" panose="02020603050405020304" pitchFamily="18" charset="0"/>
                <a:cs typeface="Times New Roman" panose="02020603050405020304" pitchFamily="18" charset="0"/>
              </a:rPr>
              <a:t> on.</a:t>
            </a:r>
            <a:endParaRPr lang="en-GB" sz="2000" dirty="0">
              <a:solidFill>
                <a:schemeClr val="tx2"/>
              </a:solidFill>
              <a:latin typeface="Times New Roman" panose="02020603050405020304" pitchFamily="18" charset="0"/>
              <a:cs typeface="Times New Roman" panose="02020603050405020304" pitchFamily="18" charset="0"/>
            </a:endParaRPr>
          </a:p>
          <a:p>
            <a:pPr marL="626518" marR="187955" indent="-417396" algn="just">
              <a:buFont typeface="Arial MT"/>
              <a:buChar char="●"/>
              <a:tabLst>
                <a:tab pos="626518" algn="l"/>
              </a:tabLst>
            </a:pPr>
            <a:r>
              <a:rPr lang="en-GB" sz="2000" b="1" dirty="0">
                <a:solidFill>
                  <a:schemeClr val="tx2"/>
                </a:solidFill>
                <a:latin typeface="Times New Roman" panose="02020603050405020304" pitchFamily="18" charset="0"/>
                <a:cs typeface="Times New Roman" panose="02020603050405020304" pitchFamily="18" charset="0"/>
              </a:rPr>
              <a:t>Job</a:t>
            </a:r>
            <a:r>
              <a:rPr lang="en-GB" sz="2000" b="1" spc="-33"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cycle</a:t>
            </a:r>
            <a:r>
              <a:rPr lang="en-GB" sz="2000" b="1" spc="-33"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charts</a:t>
            </a:r>
            <a:r>
              <a:rPr lang="en-GB" sz="2000" b="1"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identify</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each</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task</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to</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be</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performed</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in</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work</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area,</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and</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decide</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on</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schedule</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or</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frequency</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33" dirty="0">
                <a:solidFill>
                  <a:schemeClr val="tx2"/>
                </a:solidFill>
                <a:latin typeface="Times New Roman" panose="02020603050405020304" pitchFamily="18" charset="0"/>
                <a:cs typeface="Times New Roman" panose="02020603050405020304" pitchFamily="18" charset="0"/>
              </a:rPr>
              <a:t>for </a:t>
            </a:r>
            <a:r>
              <a:rPr lang="en-GB" sz="2000" dirty="0">
                <a:solidFill>
                  <a:schemeClr val="tx2"/>
                </a:solidFill>
                <a:latin typeface="Times New Roman" panose="02020603050405020304" pitchFamily="18" charset="0"/>
                <a:cs typeface="Times New Roman" panose="02020603050405020304" pitchFamily="18" charset="0"/>
              </a:rPr>
              <a:t>each</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of</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those</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tasks.</a:t>
            </a:r>
            <a:r>
              <a:rPr lang="en-GB" sz="2000" spc="-6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Then,</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assign</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responsibility</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to</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particular</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worker</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(or</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job</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duty).</a:t>
            </a:r>
            <a:r>
              <a:rPr lang="en-GB" sz="2000" spc="-6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The</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resulting</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chart</a:t>
            </a:r>
            <a:r>
              <a:rPr lang="en-GB" sz="2000" spc="-4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can</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spc="-47" dirty="0">
                <a:solidFill>
                  <a:schemeClr val="tx2"/>
                </a:solidFill>
                <a:latin typeface="Times New Roman" panose="02020603050405020304" pitchFamily="18" charset="0"/>
                <a:cs typeface="Times New Roman" panose="02020603050405020304" pitchFamily="18" charset="0"/>
              </a:rPr>
              <a:t>be </a:t>
            </a:r>
            <a:r>
              <a:rPr lang="en-GB" sz="2000" dirty="0">
                <a:solidFill>
                  <a:schemeClr val="tx2"/>
                </a:solidFill>
                <a:latin typeface="Times New Roman" panose="02020603050405020304" pitchFamily="18" charset="0"/>
                <a:cs typeface="Times New Roman" panose="02020603050405020304" pitchFamily="18" charset="0"/>
              </a:rPr>
              <a:t>posted</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visibly</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to</a:t>
            </a:r>
            <a:r>
              <a:rPr lang="en-GB" sz="2000" spc="-4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resolve</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questions</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and</a:t>
            </a:r>
            <a:r>
              <a:rPr lang="en-GB" sz="2000" spc="-47"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promote</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accountability</a:t>
            </a:r>
            <a:endParaRPr lang="en-GB" sz="2000" dirty="0">
              <a:solidFill>
                <a:schemeClr val="tx2"/>
              </a:solidFill>
              <a:latin typeface="Times New Roman" panose="02020603050405020304" pitchFamily="18" charset="0"/>
              <a:cs typeface="Times New Roman" panose="02020603050405020304" pitchFamily="18" charset="0"/>
            </a:endParaRPr>
          </a:p>
          <a:p>
            <a:pPr marL="626518" marR="160015" indent="-417396" algn="just">
              <a:buFont typeface="Arial MT"/>
              <a:buChar char="●"/>
              <a:tabLst>
                <a:tab pos="626518" algn="l"/>
              </a:tabLst>
            </a:pPr>
            <a:r>
              <a:rPr lang="en-GB" sz="2000" b="1" spc="-13" dirty="0">
                <a:solidFill>
                  <a:schemeClr val="tx2"/>
                </a:solidFill>
                <a:latin typeface="Times New Roman" panose="02020603050405020304" pitchFamily="18" charset="0"/>
                <a:cs typeface="Times New Roman" panose="02020603050405020304" pitchFamily="18" charset="0"/>
              </a:rPr>
              <a:t>Procedure</a:t>
            </a:r>
            <a:r>
              <a:rPr lang="en-GB" sz="2000" b="1" spc="-33"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labels</a:t>
            </a:r>
            <a:r>
              <a:rPr lang="en-GB" sz="2000" b="1" spc="-33"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and</a:t>
            </a:r>
            <a:r>
              <a:rPr lang="en-GB" sz="2000" b="1" spc="-27" dirty="0">
                <a:solidFill>
                  <a:schemeClr val="tx2"/>
                </a:solidFill>
                <a:latin typeface="Times New Roman" panose="02020603050405020304" pitchFamily="18" charset="0"/>
                <a:cs typeface="Times New Roman" panose="02020603050405020304" pitchFamily="18" charset="0"/>
              </a:rPr>
              <a:t> </a:t>
            </a:r>
            <a:r>
              <a:rPr lang="en-GB" sz="2000" b="1" dirty="0">
                <a:solidFill>
                  <a:schemeClr val="tx2"/>
                </a:solidFill>
                <a:latin typeface="Times New Roman" panose="02020603050405020304" pitchFamily="18" charset="0"/>
                <a:cs typeface="Times New Roman" panose="02020603050405020304" pitchFamily="18" charset="0"/>
              </a:rPr>
              <a:t>signs:</a:t>
            </a:r>
            <a:r>
              <a:rPr lang="en-GB" sz="2000" b="1" spc="339"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Provide</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operating</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instructions,</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cleaning</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steps,</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and</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maintenance</a:t>
            </a:r>
            <a:r>
              <a:rPr lang="en-GB" sz="2000" spc="-3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procedures</a:t>
            </a:r>
            <a:r>
              <a:rPr lang="en-GB" sz="2000" spc="-27"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right </a:t>
            </a:r>
            <a:r>
              <a:rPr lang="en-GB" sz="2000" dirty="0">
                <a:solidFill>
                  <a:schemeClr val="tx2"/>
                </a:solidFill>
                <a:latin typeface="Times New Roman" panose="02020603050405020304" pitchFamily="18" charset="0"/>
                <a:cs typeface="Times New Roman" panose="02020603050405020304" pitchFamily="18" charset="0"/>
              </a:rPr>
              <a:t>where</a:t>
            </a:r>
            <a:r>
              <a:rPr lang="en-GB" sz="2000" spc="-60"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that</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information</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will</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dirty="0">
                <a:solidFill>
                  <a:schemeClr val="tx2"/>
                </a:solidFill>
                <a:latin typeface="Times New Roman" panose="02020603050405020304" pitchFamily="18" charset="0"/>
                <a:cs typeface="Times New Roman" panose="02020603050405020304" pitchFamily="18" charset="0"/>
              </a:rPr>
              <a:t>be</a:t>
            </a:r>
            <a:r>
              <a:rPr lang="en-GB" sz="2000" spc="-53" dirty="0">
                <a:solidFill>
                  <a:schemeClr val="tx2"/>
                </a:solidFill>
                <a:latin typeface="Times New Roman" panose="02020603050405020304" pitchFamily="18" charset="0"/>
                <a:cs typeface="Times New Roman" panose="02020603050405020304" pitchFamily="18" charset="0"/>
              </a:rPr>
              <a:t> </a:t>
            </a:r>
            <a:r>
              <a:rPr lang="en-GB" sz="2000" spc="-13" dirty="0">
                <a:solidFill>
                  <a:schemeClr val="tx2"/>
                </a:solidFill>
                <a:latin typeface="Times New Roman" panose="02020603050405020304" pitchFamily="18" charset="0"/>
                <a:cs typeface="Times New Roman" panose="02020603050405020304" pitchFamily="18" charset="0"/>
              </a:rPr>
              <a:t>needed.</a:t>
            </a:r>
            <a:endParaRPr lang="en-GB" sz="2000" dirty="0">
              <a:solidFill>
                <a:schemeClr val="tx2"/>
              </a:solidFill>
              <a:latin typeface="Times New Roman" panose="02020603050405020304" pitchFamily="18" charset="0"/>
              <a:cs typeface="Times New Roman" panose="02020603050405020304" pitchFamily="18" charset="0"/>
            </a:endParaRPr>
          </a:p>
          <a:p>
            <a:pPr algn="just"/>
            <a:endParaRPr lang="en-GB" sz="2000" dirty="0">
              <a:solidFill>
                <a:schemeClr val="tx2"/>
              </a:solidFill>
            </a:endParaRPr>
          </a:p>
        </p:txBody>
      </p:sp>
      <p:grpSp>
        <p:nvGrpSpPr>
          <p:cNvPr id="18" name="Group 17">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9" name="Freeform: Shape 18">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956120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256012" y="967631"/>
            <a:ext cx="4977976" cy="1454051"/>
          </a:xfrm>
          <a:prstGeom prst="rect">
            <a:avLst/>
          </a:prstGeom>
        </p:spPr>
        <p:txBody>
          <a:bodyPr vert="horz" lIns="91440" tIns="45720" rIns="91440" bIns="45720" rtlCol="0" anchor="ctr">
            <a:normAutofit/>
          </a:bodyPr>
          <a:lstStyle/>
          <a:p>
            <a:pPr marL="16933">
              <a:lnSpc>
                <a:spcPct val="90000"/>
              </a:lnSpc>
              <a:spcBef>
                <a:spcPct val="0"/>
              </a:spcBef>
              <a:spcAft>
                <a:spcPts val="600"/>
              </a:spcAft>
            </a:pPr>
            <a:r>
              <a:rPr lang="en-US" sz="3600" b="1" kern="1200" dirty="0">
                <a:solidFill>
                  <a:schemeClr val="tx2"/>
                </a:solidFill>
                <a:latin typeface="+mj-lt"/>
                <a:ea typeface="+mj-ea"/>
                <a:cs typeface="+mj-cs"/>
              </a:rPr>
              <a:t>e)</a:t>
            </a:r>
            <a:r>
              <a:rPr lang="en-US" sz="3600" b="1" kern="1200" spc="-13" dirty="0">
                <a:solidFill>
                  <a:schemeClr val="tx2"/>
                </a:solidFill>
                <a:latin typeface="+mj-lt"/>
                <a:ea typeface="+mj-ea"/>
                <a:cs typeface="+mj-cs"/>
              </a:rPr>
              <a:t> </a:t>
            </a:r>
            <a:r>
              <a:rPr lang="en-US" sz="3600" b="1" kern="1200" spc="-13" dirty="0" err="1">
                <a:solidFill>
                  <a:schemeClr val="tx2"/>
                </a:solidFill>
                <a:latin typeface="+mj-lt"/>
                <a:ea typeface="+mj-ea"/>
                <a:cs typeface="+mj-cs"/>
              </a:rPr>
              <a:t>Shitsuke</a:t>
            </a:r>
            <a:r>
              <a:rPr lang="en-US" sz="3600" b="1" kern="1200" spc="-7" dirty="0">
                <a:solidFill>
                  <a:schemeClr val="tx2"/>
                </a:solidFill>
                <a:latin typeface="+mj-lt"/>
                <a:ea typeface="+mj-ea"/>
                <a:cs typeface="+mj-cs"/>
              </a:rPr>
              <a:t> </a:t>
            </a:r>
            <a:r>
              <a:rPr lang="en-US" sz="3600" b="1" kern="1200" spc="-13" dirty="0">
                <a:solidFill>
                  <a:schemeClr val="tx2"/>
                </a:solidFill>
                <a:latin typeface="+mj-lt"/>
                <a:ea typeface="+mj-ea"/>
                <a:cs typeface="+mj-cs"/>
              </a:rPr>
              <a:t>(Sustain)</a:t>
            </a:r>
            <a:endParaRPr lang="en-US" sz="3600" kern="1200" dirty="0">
              <a:solidFill>
                <a:schemeClr val="tx2"/>
              </a:solidFill>
              <a:latin typeface="+mj-lt"/>
              <a:ea typeface="+mj-ea"/>
              <a:cs typeface="+mj-cs"/>
            </a:endParaRPr>
          </a:p>
        </p:txBody>
      </p:sp>
      <p:pic>
        <p:nvPicPr>
          <p:cNvPr id="7" name="Graphic 6" descr="Checkmark">
            <a:extLst>
              <a:ext uri="{FF2B5EF4-FFF2-40B4-BE49-F238E27FC236}">
                <a16:creationId xmlns:a16="http://schemas.microsoft.com/office/drawing/2014/main" id="{70E9BE24-174F-F3D1-A378-1765EA1193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object 3"/>
          <p:cNvSpPr txBox="1"/>
          <p:nvPr/>
        </p:nvSpPr>
        <p:spPr>
          <a:xfrm>
            <a:off x="6090574" y="1774578"/>
            <a:ext cx="5414475" cy="3639289"/>
          </a:xfrm>
          <a:prstGeom prst="rect">
            <a:avLst/>
          </a:prstGeom>
        </p:spPr>
        <p:txBody>
          <a:bodyPr vert="horz" lIns="91440" tIns="45720" rIns="91440" bIns="45720" rtlCol="0" anchor="ctr">
            <a:noAutofit/>
          </a:bodyPr>
          <a:lstStyle/>
          <a:p>
            <a:pPr marL="433482" marR="6773" indent="-228600" algn="just">
              <a:lnSpc>
                <a:spcPct val="90000"/>
              </a:lnSpc>
              <a:spcBef>
                <a:spcPts val="133"/>
              </a:spcBef>
              <a:buFont typeface="Arial" panose="020B0604020202020204" pitchFamily="34" charset="0"/>
              <a:buChar char="•"/>
              <a:tabLst>
                <a:tab pos="433482" algn="l"/>
              </a:tabLst>
            </a:pPr>
            <a:r>
              <a:rPr lang="en-US" sz="2000" spc="-13" dirty="0" err="1">
                <a:solidFill>
                  <a:schemeClr val="tx2"/>
                </a:solidFill>
                <a:latin typeface="Times New Roman" panose="02020603050405020304" pitchFamily="18" charset="0"/>
                <a:cs typeface="Times New Roman" panose="02020603050405020304" pitchFamily="18" charset="0"/>
              </a:rPr>
              <a:t>Shitsuke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means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self-discipline.</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It</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denotes</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commitment</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maintain</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orderliness</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practice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first</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4S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as</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33" dirty="0">
                <a:solidFill>
                  <a:schemeClr val="tx2"/>
                </a:solidFill>
                <a:latin typeface="Times New Roman" panose="02020603050405020304" pitchFamily="18" charset="0"/>
                <a:cs typeface="Times New Roman" panose="02020603050405020304" pitchFamily="18" charset="0"/>
              </a:rPr>
              <a:t>way </a:t>
            </a:r>
            <a:r>
              <a:rPr lang="en-US" sz="2000" dirty="0">
                <a:solidFill>
                  <a:schemeClr val="tx2"/>
                </a:solidFill>
                <a:latin typeface="Times New Roman" panose="02020603050405020304" pitchFamily="18" charset="0"/>
                <a:cs typeface="Times New Roman" panose="02020603050405020304" pitchFamily="18" charset="0"/>
              </a:rPr>
              <a:t>of</a:t>
            </a:r>
            <a:r>
              <a:rPr lang="en-US" sz="2000" spc="-13" dirty="0">
                <a:solidFill>
                  <a:schemeClr val="tx2"/>
                </a:solidFill>
                <a:latin typeface="Times New Roman" panose="02020603050405020304" pitchFamily="18" charset="0"/>
                <a:cs typeface="Times New Roman" panose="02020603050405020304" pitchFamily="18" charset="0"/>
              </a:rPr>
              <a:t> life.</a:t>
            </a:r>
            <a:endParaRPr lang="en-US" sz="2000" dirty="0">
              <a:solidFill>
                <a:schemeClr val="tx2"/>
              </a:solidFill>
              <a:latin typeface="Times New Roman" panose="02020603050405020304" pitchFamily="18" charset="0"/>
              <a:cs typeface="Times New Roman" panose="02020603050405020304" pitchFamily="18" charset="0"/>
            </a:endParaRPr>
          </a:p>
          <a:p>
            <a:pPr marL="433482" indent="-228600" algn="just">
              <a:lnSpc>
                <a:spcPct val="90000"/>
              </a:lnSpc>
              <a:spcBef>
                <a:spcPts val="260"/>
              </a:spcBef>
              <a:buFont typeface="Arial" panose="020B0604020202020204" pitchFamily="34" charset="0"/>
              <a:buChar char="•"/>
              <a:tabLst>
                <a:tab pos="433482" algn="l"/>
              </a:tabLst>
            </a:pP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emphasis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err="1">
                <a:solidFill>
                  <a:schemeClr val="tx2"/>
                </a:solidFill>
                <a:latin typeface="Times New Roman" panose="02020603050405020304" pitchFamily="18" charset="0"/>
                <a:cs typeface="Times New Roman" panose="02020603050405020304" pitchFamily="18" charset="0"/>
              </a:rPr>
              <a:t>shitsuke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elimination</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bad</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habits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constant</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practice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good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ones.</a:t>
            </a:r>
            <a:endParaRPr lang="en-US" sz="2000" dirty="0">
              <a:solidFill>
                <a:schemeClr val="tx2"/>
              </a:solidFill>
              <a:latin typeface="Times New Roman" panose="02020603050405020304" pitchFamily="18" charset="0"/>
              <a:cs typeface="Times New Roman" panose="02020603050405020304" pitchFamily="18" charset="0"/>
            </a:endParaRPr>
          </a:p>
          <a:p>
            <a:pPr marL="433482" marR="592652" indent="-228600" algn="just">
              <a:lnSpc>
                <a:spcPct val="90000"/>
              </a:lnSpc>
              <a:buFont typeface="Arial" panose="020B0604020202020204" pitchFamily="34" charset="0"/>
              <a:buChar char="•"/>
              <a:tabLst>
                <a:tab pos="433482" algn="l"/>
              </a:tabLst>
            </a:pPr>
            <a:r>
              <a:rPr lang="en-US" sz="2000" dirty="0">
                <a:solidFill>
                  <a:schemeClr val="tx2"/>
                </a:solidFill>
                <a:latin typeface="Times New Roman" panose="02020603050405020304" pitchFamily="18" charset="0"/>
                <a:cs typeface="Times New Roman" panose="02020603050405020304" pitchFamily="18" charset="0"/>
              </a:rPr>
              <a:t>Once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true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err="1">
                <a:solidFill>
                  <a:schemeClr val="tx2"/>
                </a:solidFill>
                <a:latin typeface="Times New Roman" panose="02020603050405020304" pitchFamily="18" charset="0"/>
                <a:cs typeface="Times New Roman" panose="02020603050405020304" pitchFamily="18" charset="0"/>
              </a:rPr>
              <a:t>shitsuke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achieved,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personnel</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voluntarily</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observe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cleanliness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orderliness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at</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all</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times, </a:t>
            </a:r>
            <a:r>
              <a:rPr lang="en-US" sz="2000" dirty="0">
                <a:solidFill>
                  <a:schemeClr val="tx2"/>
                </a:solidFill>
                <a:latin typeface="Times New Roman" panose="02020603050405020304" pitchFamily="18" charset="0"/>
                <a:cs typeface="Times New Roman" panose="02020603050405020304" pitchFamily="18" charset="0"/>
              </a:rPr>
              <a:t>without</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having</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reminded</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by</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management.</a:t>
            </a:r>
            <a:endParaRPr lang="en-US" sz="2000" dirty="0">
              <a:solidFill>
                <a:schemeClr val="tx2"/>
              </a:solidFill>
              <a:latin typeface="Times New Roman" panose="02020603050405020304" pitchFamily="18" charset="0"/>
              <a:cs typeface="Times New Roman" panose="02020603050405020304" pitchFamily="18" charset="0"/>
            </a:endParaRPr>
          </a:p>
          <a:p>
            <a:pPr marL="433482" marR="552860" indent="-228600" algn="just">
              <a:lnSpc>
                <a:spcPct val="90000"/>
              </a:lnSpc>
              <a:buFont typeface="Arial" panose="020B0604020202020204" pitchFamily="34" charset="0"/>
              <a:buChar char="•"/>
              <a:tabLst>
                <a:tab pos="433482" algn="l"/>
              </a:tabLst>
            </a:pPr>
            <a:r>
              <a:rPr lang="en-US" sz="2000" dirty="0">
                <a:solidFill>
                  <a:schemeClr val="tx2"/>
                </a:solidFill>
                <a:latin typeface="Times New Roman" panose="02020603050405020304" pitchFamily="18" charset="0"/>
                <a:cs typeface="Times New Roman" panose="02020603050405020304" pitchFamily="18" charset="0"/>
              </a:rPr>
              <a:t>One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must</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train</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oneself</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keep</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4S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principles</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realize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that</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by</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following</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5S,</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ultimately</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work</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spc="-27" dirty="0">
                <a:solidFill>
                  <a:schemeClr val="tx2"/>
                </a:solidFill>
                <a:latin typeface="Times New Roman" panose="02020603050405020304" pitchFamily="18" charset="0"/>
                <a:cs typeface="Times New Roman" panose="02020603050405020304" pitchFamily="18" charset="0"/>
              </a:rPr>
              <a:t>will </a:t>
            </a:r>
            <a:r>
              <a:rPr lang="en-US" sz="2000" dirty="0">
                <a:solidFill>
                  <a:schemeClr val="tx2"/>
                </a:solidFill>
                <a:latin typeface="Times New Roman" panose="02020603050405020304" pitchFamily="18" charset="0"/>
                <a:cs typeface="Times New Roman" panose="02020603050405020304" pitchFamily="18" charset="0"/>
              </a:rPr>
              <a:t>become</a:t>
            </a:r>
            <a:r>
              <a:rPr lang="en-US" sz="2000" spc="-4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easier.</a:t>
            </a:r>
            <a:endParaRPr lang="en-US" sz="2000" dirty="0">
              <a:solidFill>
                <a:schemeClr val="tx2"/>
              </a:solidFill>
              <a:latin typeface="Times New Roman" panose="02020603050405020304" pitchFamily="18" charset="0"/>
              <a:cs typeface="Times New Roman" panose="02020603050405020304" pitchFamily="18" charset="0"/>
            </a:endParaRPr>
          </a:p>
          <a:p>
            <a:pPr marL="433482" indent="-228600" algn="just">
              <a:lnSpc>
                <a:spcPct val="90000"/>
              </a:lnSpc>
              <a:spcBef>
                <a:spcPts val="267"/>
              </a:spcBef>
              <a:buFont typeface="Arial" panose="020B0604020202020204" pitchFamily="34" charset="0"/>
              <a:buChar char="•"/>
              <a:tabLst>
                <a:tab pos="433482" algn="l"/>
              </a:tabLst>
            </a:pPr>
            <a:r>
              <a:rPr lang="en-US" sz="2000" spc="-13" dirty="0" err="1">
                <a:solidFill>
                  <a:schemeClr val="tx2"/>
                </a:solidFill>
                <a:latin typeface="Times New Roman" panose="02020603050405020304" pitchFamily="18" charset="0"/>
                <a:cs typeface="Times New Roman" panose="02020603050405020304" pitchFamily="18" charset="0"/>
              </a:rPr>
              <a:t>Shitsuke</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most</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difficult</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implement</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 </a:t>
            </a:r>
            <a:r>
              <a:rPr lang="en-US" sz="2000" spc="-13" dirty="0">
                <a:solidFill>
                  <a:schemeClr val="tx2"/>
                </a:solidFill>
                <a:latin typeface="Times New Roman" panose="02020603050405020304" pitchFamily="18" charset="0"/>
                <a:cs typeface="Times New Roman" panose="02020603050405020304" pitchFamily="18" charset="0"/>
              </a:rPr>
              <a:t>achieve</a:t>
            </a:r>
            <a:endParaRPr lang="en-US" sz="2000" dirty="0">
              <a:solidFill>
                <a:schemeClr val="tx2"/>
              </a:solidFill>
              <a:latin typeface="Times New Roman" panose="02020603050405020304" pitchFamily="18" charset="0"/>
              <a:cs typeface="Times New Roman" panose="02020603050405020304" pitchFamily="18" charset="0"/>
            </a:endParaRPr>
          </a:p>
          <a:p>
            <a:pPr marL="433482" marR="117684" indent="-228600" algn="just">
              <a:lnSpc>
                <a:spcPct val="90000"/>
              </a:lnSpc>
              <a:buFont typeface="Arial" panose="020B0604020202020204" pitchFamily="34" charset="0"/>
              <a:buChar char="•"/>
              <a:tabLst>
                <a:tab pos="433482" algn="l"/>
              </a:tabLst>
            </a:pPr>
            <a:r>
              <a:rPr lang="en-US" sz="2000" dirty="0">
                <a:solidFill>
                  <a:schemeClr val="tx2"/>
                </a:solidFill>
                <a:latin typeface="Times New Roman" panose="02020603050405020304" pitchFamily="18" charset="0"/>
                <a:cs typeface="Times New Roman" panose="02020603050405020304" pitchFamily="18" charset="0"/>
              </a:rPr>
              <a:t>Since</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human</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nature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resist</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change,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many</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err="1">
                <a:solidFill>
                  <a:schemeClr val="tx2"/>
                </a:solidFill>
                <a:latin typeface="Times New Roman" panose="02020603050405020304" pitchFamily="18" charset="0"/>
                <a:cs typeface="Times New Roman" panose="02020603050405020304" pitchFamily="18" charset="0"/>
              </a:rPr>
              <a:t>organiza</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returns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to</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status</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quo</a:t>
            </a:r>
            <a:r>
              <a:rPr lang="en-US" sz="2000" spc="-33"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(i.e.</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end</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up</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with</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dirty</a:t>
            </a:r>
            <a:r>
              <a:rPr lang="en-US" sz="2000" spc="-27"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cluttered </a:t>
            </a:r>
            <a:r>
              <a:rPr lang="en-US" sz="2000" dirty="0">
                <a:solidFill>
                  <a:schemeClr val="tx2"/>
                </a:solidFill>
                <a:latin typeface="Times New Roman" panose="02020603050405020304" pitchFamily="18" charset="0"/>
                <a:cs typeface="Times New Roman" panose="02020603050405020304" pitchFamily="18" charset="0"/>
              </a:rPr>
              <a:t>shop)</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few</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weeks</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13" dirty="0">
                <a:solidFill>
                  <a:schemeClr val="tx2"/>
                </a:solidFill>
                <a:latin typeface="Times New Roman" panose="02020603050405020304" pitchFamily="18" charset="0"/>
                <a:cs typeface="Times New Roman" panose="02020603050405020304" pitchFamily="18" charset="0"/>
              </a:rPr>
              <a:t>following</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the</a:t>
            </a:r>
            <a:r>
              <a:rPr lang="en-US" sz="2000" spc="-13" dirty="0">
                <a:solidFill>
                  <a:schemeClr val="tx2"/>
                </a:solidFill>
                <a:latin typeface="Times New Roman" panose="02020603050405020304" pitchFamily="18" charset="0"/>
                <a:cs typeface="Times New Roman" panose="02020603050405020304" pitchFamily="18" charset="0"/>
              </a:rPr>
              <a:t> implementation</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of</a:t>
            </a:r>
            <a:r>
              <a:rPr lang="en-US" sz="2000" spc="-20" dirty="0">
                <a:solidFill>
                  <a:schemeClr val="tx2"/>
                </a:solidFill>
                <a:latin typeface="Times New Roman" panose="02020603050405020304" pitchFamily="18" charset="0"/>
                <a:cs typeface="Times New Roman" panose="02020603050405020304" pitchFamily="18" charset="0"/>
              </a:rPr>
              <a:t> </a:t>
            </a:r>
            <a:r>
              <a:rPr lang="en-US" sz="2000" spc="-33" dirty="0">
                <a:solidFill>
                  <a:schemeClr val="tx2"/>
                </a:solidFill>
                <a:latin typeface="Times New Roman" panose="02020603050405020304" pitchFamily="18" charset="0"/>
                <a:cs typeface="Times New Roman" panose="02020603050405020304" pitchFamily="18" charset="0"/>
              </a:rPr>
              <a:t>5S.</a:t>
            </a:r>
            <a:endParaRPr lang="en-US" sz="2000" dirty="0">
              <a:solidFill>
                <a:schemeClr val="tx2"/>
              </a:solidFill>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2797" y="584201"/>
            <a:ext cx="7010400" cy="3174373"/>
          </a:xfrm>
          <a:prstGeom prst="rect">
            <a:avLst/>
          </a:prstGeom>
        </p:spPr>
        <p:txBody>
          <a:bodyPr vert="horz" wrap="square" lIns="0" tIns="16933" rIns="0" bIns="0" rtlCol="0">
            <a:spAutoFit/>
          </a:bodyPr>
          <a:lstStyle/>
          <a:p>
            <a:pPr marL="16933">
              <a:spcBef>
                <a:spcPts val="133"/>
              </a:spcBef>
            </a:pPr>
            <a:r>
              <a:rPr sz="2800" u="sng" dirty="0">
                <a:solidFill>
                  <a:srgbClr val="222222"/>
                </a:solidFill>
                <a:uFill>
                  <a:solidFill>
                    <a:srgbClr val="222222"/>
                  </a:solidFill>
                </a:uFill>
                <a:latin typeface="Times New Roman" panose="02020603050405020304" pitchFamily="18" charset="0"/>
                <a:cs typeface="Times New Roman" panose="02020603050405020304" pitchFamily="18" charset="0"/>
              </a:rPr>
              <a:t>Methodology</a:t>
            </a:r>
            <a:r>
              <a:rPr sz="28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8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28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8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Shitsuke</a:t>
            </a:r>
            <a:r>
              <a:rPr sz="28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8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(Sustain)</a:t>
            </a:r>
            <a:endParaRPr sz="2800" dirty="0">
              <a:latin typeface="Times New Roman" panose="02020603050405020304" pitchFamily="18" charset="0"/>
              <a:cs typeface="Times New Roman" panose="02020603050405020304" pitchFamily="18" charset="0"/>
            </a:endParaRPr>
          </a:p>
          <a:p>
            <a:pPr>
              <a:spcBef>
                <a:spcPts val="173"/>
              </a:spcBef>
            </a:pPr>
            <a:endParaRPr sz="2800" dirty="0">
              <a:latin typeface="Times New Roman" panose="02020603050405020304" pitchFamily="18" charset="0"/>
              <a:cs typeface="Times New Roman" panose="02020603050405020304" pitchFamily="18" charset="0"/>
            </a:endParaRPr>
          </a:p>
          <a:p>
            <a:pPr marL="625671" indent="-459729">
              <a:buAutoNum type="arabicPeriod"/>
              <a:tabLst>
                <a:tab pos="625671" algn="l"/>
              </a:tabLst>
            </a:pPr>
            <a:r>
              <a:rPr sz="2800" dirty="0">
                <a:solidFill>
                  <a:srgbClr val="222222"/>
                </a:solidFill>
                <a:latin typeface="Times New Roman" panose="02020603050405020304" pitchFamily="18" charset="0"/>
                <a:cs typeface="Times New Roman" panose="02020603050405020304" pitchFamily="18" charset="0"/>
              </a:rPr>
              <a:t>Monitor</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the</a:t>
            </a:r>
            <a:r>
              <a:rPr sz="2800" spc="-2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refined</a:t>
            </a:r>
            <a:r>
              <a:rPr sz="2800" spc="-2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methods</a:t>
            </a:r>
            <a:r>
              <a:rPr sz="2800" spc="-20" dirty="0">
                <a:solidFill>
                  <a:srgbClr val="222222"/>
                </a:solidFill>
                <a:latin typeface="Times New Roman" panose="02020603050405020304" pitchFamily="18" charset="0"/>
                <a:cs typeface="Times New Roman" panose="02020603050405020304" pitchFamily="18" charset="0"/>
              </a:rPr>
              <a:t> </a:t>
            </a:r>
            <a:r>
              <a:rPr sz="2800" spc="-13" dirty="0">
                <a:solidFill>
                  <a:srgbClr val="222222"/>
                </a:solidFill>
                <a:latin typeface="Times New Roman" panose="02020603050405020304" pitchFamily="18" charset="0"/>
                <a:cs typeface="Times New Roman" panose="02020603050405020304" pitchFamily="18" charset="0"/>
              </a:rPr>
              <a:t>consistently.</a:t>
            </a:r>
            <a:endParaRPr sz="2800"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2800" spc="-13" dirty="0">
                <a:solidFill>
                  <a:srgbClr val="222222"/>
                </a:solidFill>
                <a:latin typeface="Times New Roman" panose="02020603050405020304" pitchFamily="18" charset="0"/>
                <a:cs typeface="Times New Roman" panose="02020603050405020304" pitchFamily="18" charset="0"/>
              </a:rPr>
              <a:t>Maintain</a:t>
            </a:r>
            <a:r>
              <a:rPr sz="2800" spc="-4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the</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defined</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methods</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for</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continuous</a:t>
            </a:r>
            <a:r>
              <a:rPr sz="2800" spc="-40" dirty="0">
                <a:solidFill>
                  <a:srgbClr val="222222"/>
                </a:solidFill>
                <a:latin typeface="Times New Roman" panose="02020603050405020304" pitchFamily="18" charset="0"/>
                <a:cs typeface="Times New Roman" panose="02020603050405020304" pitchFamily="18" charset="0"/>
              </a:rPr>
              <a:t> </a:t>
            </a:r>
            <a:r>
              <a:rPr sz="2800" spc="-13" dirty="0">
                <a:solidFill>
                  <a:srgbClr val="222222"/>
                </a:solidFill>
                <a:latin typeface="Times New Roman" panose="02020603050405020304" pitchFamily="18" charset="0"/>
                <a:cs typeface="Times New Roman" panose="02020603050405020304" pitchFamily="18" charset="0"/>
              </a:rPr>
              <a:t>improvement.</a:t>
            </a:r>
            <a:endParaRPr sz="2800" dirty="0">
              <a:latin typeface="Times New Roman" panose="02020603050405020304" pitchFamily="18" charset="0"/>
              <a:cs typeface="Times New Roman" panose="02020603050405020304" pitchFamily="18" charset="0"/>
            </a:endParaRPr>
          </a:p>
          <a:p>
            <a:pPr marL="625671" indent="-459729">
              <a:spcBef>
                <a:spcPts val="267"/>
              </a:spcBef>
              <a:buAutoNum type="arabicPeriod"/>
              <a:tabLst>
                <a:tab pos="625671" algn="l"/>
              </a:tabLst>
            </a:pPr>
            <a:r>
              <a:rPr sz="2800" spc="-13" dirty="0">
                <a:solidFill>
                  <a:srgbClr val="222222"/>
                </a:solidFill>
                <a:latin typeface="Times New Roman" panose="02020603050405020304" pitchFamily="18" charset="0"/>
                <a:cs typeface="Times New Roman" panose="02020603050405020304" pitchFamily="18" charset="0"/>
              </a:rPr>
              <a:t>Establish</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norms</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and</a:t>
            </a:r>
            <a:r>
              <a:rPr sz="2800" spc="-33"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follow</a:t>
            </a:r>
            <a:r>
              <a:rPr sz="2800" spc="-33" dirty="0">
                <a:solidFill>
                  <a:srgbClr val="222222"/>
                </a:solidFill>
                <a:latin typeface="Times New Roman" panose="02020603050405020304" pitchFamily="18" charset="0"/>
                <a:cs typeface="Times New Roman" panose="02020603050405020304" pitchFamily="18" charset="0"/>
              </a:rPr>
              <a:t> </a:t>
            </a:r>
            <a:r>
              <a:rPr sz="2800" spc="-13" dirty="0">
                <a:solidFill>
                  <a:srgbClr val="222222"/>
                </a:solidFill>
                <a:latin typeface="Times New Roman" panose="02020603050405020304" pitchFamily="18" charset="0"/>
                <a:cs typeface="Times New Roman" panose="02020603050405020304" pitchFamily="18" charset="0"/>
              </a:rPr>
              <a:t>them.</a:t>
            </a:r>
            <a:endParaRPr sz="2800" dirty="0">
              <a:latin typeface="Times New Roman" panose="02020603050405020304" pitchFamily="18" charset="0"/>
              <a:cs typeface="Times New Roman" panose="02020603050405020304" pitchFamily="18" charset="0"/>
            </a:endParaRPr>
          </a:p>
          <a:p>
            <a:pPr marL="625671" indent="-459729">
              <a:spcBef>
                <a:spcPts val="260"/>
              </a:spcBef>
              <a:buAutoNum type="arabicPeriod"/>
              <a:tabLst>
                <a:tab pos="625671" algn="l"/>
              </a:tabLst>
            </a:pPr>
            <a:r>
              <a:rPr sz="2800" dirty="0">
                <a:solidFill>
                  <a:srgbClr val="222222"/>
                </a:solidFill>
                <a:latin typeface="Times New Roman" panose="02020603050405020304" pitchFamily="18" charset="0"/>
                <a:cs typeface="Times New Roman" panose="02020603050405020304" pitchFamily="18" charset="0"/>
              </a:rPr>
              <a:t>Keep</a:t>
            </a:r>
            <a:r>
              <a:rPr sz="2800" spc="-27" dirty="0">
                <a:solidFill>
                  <a:srgbClr val="222222"/>
                </a:solidFill>
                <a:latin typeface="Times New Roman" panose="02020603050405020304" pitchFamily="18" charset="0"/>
                <a:cs typeface="Times New Roman" panose="02020603050405020304" pitchFamily="18" charset="0"/>
              </a:rPr>
              <a:t> </a:t>
            </a:r>
            <a:r>
              <a:rPr sz="2800" spc="-13" dirty="0">
                <a:solidFill>
                  <a:srgbClr val="222222"/>
                </a:solidFill>
                <a:latin typeface="Times New Roman" panose="02020603050405020304" pitchFamily="18" charset="0"/>
                <a:cs typeface="Times New Roman" panose="02020603050405020304" pitchFamily="18" charset="0"/>
              </a:rPr>
              <a:t>repeating</a:t>
            </a:r>
            <a:r>
              <a:rPr sz="2800" spc="-2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the</a:t>
            </a:r>
            <a:r>
              <a:rPr sz="2800" spc="-2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1</a:t>
            </a:r>
            <a:r>
              <a:rPr sz="2800" spc="-2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to</a:t>
            </a:r>
            <a:r>
              <a:rPr sz="2800" spc="-20" dirty="0">
                <a:solidFill>
                  <a:srgbClr val="222222"/>
                </a:solidFill>
                <a:latin typeface="Times New Roman" panose="02020603050405020304" pitchFamily="18" charset="0"/>
                <a:cs typeface="Times New Roman" panose="02020603050405020304" pitchFamily="18" charset="0"/>
              </a:rPr>
              <a:t> </a:t>
            </a:r>
            <a:r>
              <a:rPr sz="2800" dirty="0">
                <a:solidFill>
                  <a:srgbClr val="222222"/>
                </a:solidFill>
                <a:latin typeface="Times New Roman" panose="02020603050405020304" pitchFamily="18" charset="0"/>
                <a:cs typeface="Times New Roman" panose="02020603050405020304" pitchFamily="18" charset="0"/>
              </a:rPr>
              <a:t>4</a:t>
            </a:r>
            <a:r>
              <a:rPr sz="2800" spc="-20" dirty="0">
                <a:solidFill>
                  <a:srgbClr val="222222"/>
                </a:solidFill>
                <a:latin typeface="Times New Roman" panose="02020603050405020304" pitchFamily="18" charset="0"/>
                <a:cs typeface="Times New Roman" panose="02020603050405020304" pitchFamily="18" charset="0"/>
              </a:rPr>
              <a:t> </a:t>
            </a:r>
            <a:r>
              <a:rPr sz="2800" spc="-33" dirty="0">
                <a:solidFill>
                  <a:srgbClr val="222222"/>
                </a:solidFill>
                <a:latin typeface="Times New Roman" panose="02020603050405020304" pitchFamily="18" charset="0"/>
                <a:cs typeface="Times New Roman" panose="02020603050405020304" pitchFamily="18" charset="0"/>
              </a:rPr>
              <a:t>'S'</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A93D42-50EA-D788-6CE9-3AA775A0CEAA}"/>
              </a:ext>
            </a:extLst>
          </p:cNvPr>
          <p:cNvSpPr>
            <a:spLocks noGrp="1"/>
          </p:cNvSpPr>
          <p:nvPr>
            <p:ph type="title"/>
          </p:nvPr>
        </p:nvSpPr>
        <p:spPr>
          <a:xfrm>
            <a:off x="6094105" y="802955"/>
            <a:ext cx="4977976" cy="1454051"/>
          </a:xfrm>
        </p:spPr>
        <p:txBody>
          <a:bodyPr>
            <a:noAutofit/>
          </a:bodyPr>
          <a:lstStyle/>
          <a:p>
            <a:r>
              <a:rPr lang="en-GB" sz="3600" b="1" u="sng" dirty="0">
                <a:solidFill>
                  <a:schemeClr val="tx2"/>
                </a:solidFill>
                <a:uFill>
                  <a:solidFill>
                    <a:srgbClr val="222222"/>
                  </a:solidFill>
                </a:uFill>
                <a:latin typeface="Times New Roman" panose="02020603050405020304" pitchFamily="18" charset="0"/>
                <a:cs typeface="Times New Roman" panose="02020603050405020304" pitchFamily="18" charset="0"/>
              </a:rPr>
              <a:t>Benefits</a:t>
            </a:r>
            <a:r>
              <a:rPr lang="en-GB" sz="3600" b="1"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GB" sz="3600" b="1" u="sng" dirty="0">
                <a:solidFill>
                  <a:schemeClr val="tx2"/>
                </a:solidFill>
                <a:uFill>
                  <a:solidFill>
                    <a:srgbClr val="222222"/>
                  </a:solidFill>
                </a:uFill>
                <a:latin typeface="Times New Roman" panose="02020603050405020304" pitchFamily="18" charset="0"/>
                <a:cs typeface="Times New Roman" panose="02020603050405020304" pitchFamily="18" charset="0"/>
              </a:rPr>
              <a:t>of</a:t>
            </a:r>
            <a:r>
              <a:rPr lang="en-GB" sz="3600" b="1" u="sng" spc="-27"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GB" sz="3600" b="1" u="sng" spc="-13" dirty="0" err="1">
                <a:solidFill>
                  <a:schemeClr val="tx2"/>
                </a:solidFill>
                <a:uFill>
                  <a:solidFill>
                    <a:srgbClr val="222222"/>
                  </a:solidFill>
                </a:uFill>
                <a:latin typeface="Times New Roman" panose="02020603050405020304" pitchFamily="18" charset="0"/>
                <a:cs typeface="Times New Roman" panose="02020603050405020304" pitchFamily="18" charset="0"/>
              </a:rPr>
              <a:t>Shitsuke</a:t>
            </a:r>
            <a:r>
              <a:rPr lang="en-GB" sz="3600" b="1" u="sng" spc="-20" dirty="0">
                <a:solidFill>
                  <a:schemeClr val="tx2"/>
                </a:solidFill>
                <a:uFill>
                  <a:solidFill>
                    <a:srgbClr val="222222"/>
                  </a:solidFill>
                </a:uFill>
                <a:latin typeface="Times New Roman" panose="02020603050405020304" pitchFamily="18" charset="0"/>
                <a:cs typeface="Times New Roman" panose="02020603050405020304" pitchFamily="18" charset="0"/>
              </a:rPr>
              <a:t> </a:t>
            </a:r>
            <a:r>
              <a:rPr lang="en-GB" sz="3600" b="1" u="sng" spc="-13" dirty="0">
                <a:solidFill>
                  <a:schemeClr val="tx2"/>
                </a:solidFill>
                <a:uFill>
                  <a:solidFill>
                    <a:srgbClr val="222222"/>
                  </a:solidFill>
                </a:uFill>
                <a:latin typeface="Times New Roman" panose="02020603050405020304" pitchFamily="18" charset="0"/>
                <a:cs typeface="Times New Roman" panose="02020603050405020304" pitchFamily="18" charset="0"/>
              </a:rPr>
              <a:t>(Sustain)</a:t>
            </a:r>
            <a:br>
              <a:rPr lang="en-GB" sz="3600" b="1" dirty="0">
                <a:solidFill>
                  <a:schemeClr val="tx2"/>
                </a:solidFill>
                <a:latin typeface="Times New Roman" panose="02020603050405020304" pitchFamily="18" charset="0"/>
                <a:cs typeface="Times New Roman" panose="02020603050405020304" pitchFamily="18" charset="0"/>
              </a:rPr>
            </a:br>
            <a:endParaRPr lang="en-GB" sz="3600" b="1" dirty="0">
              <a:solidFill>
                <a:schemeClr val="tx2"/>
              </a:solidFill>
            </a:endParaRPr>
          </a:p>
        </p:txBody>
      </p:sp>
      <p:pic>
        <p:nvPicPr>
          <p:cNvPr id="7" name="Graphic 6" descr="Business Growth">
            <a:extLst>
              <a:ext uri="{FF2B5EF4-FFF2-40B4-BE49-F238E27FC236}">
                <a16:creationId xmlns:a16="http://schemas.microsoft.com/office/drawing/2014/main" id="{9013BF74-0364-5ED8-8B04-FC9D60CE1E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E0D34E5B-E7D0-A42C-21E5-9675B256E559}"/>
              </a:ext>
            </a:extLst>
          </p:cNvPr>
          <p:cNvSpPr>
            <a:spLocks noGrp="1"/>
          </p:cNvSpPr>
          <p:nvPr>
            <p:ph idx="1"/>
          </p:nvPr>
        </p:nvSpPr>
        <p:spPr>
          <a:xfrm>
            <a:off x="6090574" y="2421682"/>
            <a:ext cx="4977578" cy="3639289"/>
          </a:xfrm>
        </p:spPr>
        <p:txBody>
          <a:bodyPr anchor="ctr">
            <a:noAutofit/>
          </a:bodyPr>
          <a:lstStyle/>
          <a:p>
            <a:pPr>
              <a:spcBef>
                <a:spcPts val="173"/>
              </a:spcBef>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lang="en-GB" sz="2400" spc="-13" dirty="0">
                <a:solidFill>
                  <a:schemeClr val="tx2"/>
                </a:solidFill>
                <a:latin typeface="Times New Roman" panose="02020603050405020304" pitchFamily="18" charset="0"/>
                <a:cs typeface="Times New Roman" panose="02020603050405020304" pitchFamily="18" charset="0"/>
              </a:rPr>
              <a:t>Discipline</a:t>
            </a:r>
            <a:r>
              <a:rPr lang="en-GB" sz="2400" spc="-20"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in</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the</a:t>
            </a:r>
            <a:r>
              <a:rPr lang="en-GB" sz="2400" spc="-13" dirty="0">
                <a:solidFill>
                  <a:schemeClr val="tx2"/>
                </a:solidFill>
                <a:latin typeface="Times New Roman" panose="02020603050405020304" pitchFamily="18" charset="0"/>
                <a:cs typeface="Times New Roman" panose="02020603050405020304" pitchFamily="18" charset="0"/>
              </a:rPr>
              <a:t> system.</a:t>
            </a:r>
            <a:endParaRPr lang="en-GB" sz="2400" dirty="0">
              <a:solidFill>
                <a:schemeClr val="tx2"/>
              </a:solidFill>
              <a:latin typeface="Times New Roman" panose="02020603050405020304" pitchFamily="18" charset="0"/>
              <a:cs typeface="Times New Roman" panose="02020603050405020304" pitchFamily="18" charset="0"/>
            </a:endParaRPr>
          </a:p>
          <a:p>
            <a:pPr>
              <a:spcBef>
                <a:spcPts val="180"/>
              </a:spcBef>
              <a:buClr>
                <a:srgbClr val="222222"/>
              </a:buClr>
              <a:buFont typeface="Arial MT"/>
              <a:buAutoNum type="arabicPeriod"/>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Waste</a:t>
            </a:r>
            <a:r>
              <a:rPr lang="en-GB" sz="2400" spc="-87"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reduction.</a:t>
            </a:r>
            <a:endParaRPr lang="en-GB" sz="2400" dirty="0">
              <a:solidFill>
                <a:schemeClr val="tx2"/>
              </a:solidFill>
              <a:latin typeface="Times New Roman" panose="02020603050405020304" pitchFamily="18" charset="0"/>
              <a:cs typeface="Times New Roman" panose="02020603050405020304" pitchFamily="18" charset="0"/>
            </a:endParaRPr>
          </a:p>
          <a:p>
            <a:pPr>
              <a:spcBef>
                <a:spcPts val="173"/>
              </a:spcBef>
              <a:buClr>
                <a:srgbClr val="222222"/>
              </a:buClr>
              <a:buFont typeface="Arial MT"/>
              <a:buAutoNum type="arabicPeriod"/>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spcBef>
                <a:spcPts val="7"/>
              </a:spcBef>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High</a:t>
            </a:r>
            <a:r>
              <a:rPr lang="en-GB" sz="2400" spc="-60"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morale.</a:t>
            </a:r>
            <a:endParaRPr lang="en-GB" sz="2400" dirty="0">
              <a:solidFill>
                <a:schemeClr val="tx2"/>
              </a:solidFill>
              <a:latin typeface="Times New Roman" panose="02020603050405020304" pitchFamily="18" charset="0"/>
              <a:cs typeface="Times New Roman" panose="02020603050405020304" pitchFamily="18" charset="0"/>
            </a:endParaRPr>
          </a:p>
          <a:p>
            <a:pPr>
              <a:spcBef>
                <a:spcPts val="173"/>
              </a:spcBef>
              <a:buClr>
                <a:srgbClr val="222222"/>
              </a:buClr>
              <a:buFont typeface="Arial MT"/>
              <a:buAutoNum type="arabicPeriod"/>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Neat</a:t>
            </a:r>
            <a:r>
              <a:rPr lang="en-GB" sz="2400" spc="-5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and</a:t>
            </a:r>
            <a:r>
              <a:rPr lang="en-GB" sz="2400" spc="-53"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cleanliness.</a:t>
            </a:r>
            <a:endParaRPr lang="en-GB" sz="2400" dirty="0">
              <a:solidFill>
                <a:schemeClr val="tx2"/>
              </a:solidFill>
              <a:latin typeface="Times New Roman" panose="02020603050405020304" pitchFamily="18" charset="0"/>
              <a:cs typeface="Times New Roman" panose="02020603050405020304" pitchFamily="18" charset="0"/>
            </a:endParaRPr>
          </a:p>
          <a:p>
            <a:pPr>
              <a:spcBef>
                <a:spcPts val="180"/>
              </a:spcBef>
              <a:buClr>
                <a:srgbClr val="222222"/>
              </a:buClr>
              <a:buFont typeface="Arial MT"/>
              <a:buAutoNum type="arabicPeriod"/>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Easier</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to</a:t>
            </a:r>
            <a:r>
              <a:rPr lang="en-GB" sz="2400" spc="-33" dirty="0">
                <a:solidFill>
                  <a:schemeClr val="tx2"/>
                </a:solidFill>
                <a:latin typeface="Times New Roman" panose="02020603050405020304" pitchFamily="18" charset="0"/>
                <a:cs typeface="Times New Roman" panose="02020603050405020304" pitchFamily="18" charset="0"/>
              </a:rPr>
              <a:t> </a:t>
            </a:r>
            <a:r>
              <a:rPr lang="en-GB" sz="2400" spc="-27" dirty="0">
                <a:solidFill>
                  <a:schemeClr val="tx2"/>
                </a:solidFill>
                <a:latin typeface="Times New Roman" panose="02020603050405020304" pitchFamily="18" charset="0"/>
                <a:cs typeface="Times New Roman" panose="02020603050405020304" pitchFamily="18" charset="0"/>
              </a:rPr>
              <a:t>work.</a:t>
            </a:r>
            <a:endParaRPr lang="en-GB" sz="2400" dirty="0">
              <a:solidFill>
                <a:schemeClr val="tx2"/>
              </a:solidFill>
              <a:latin typeface="Times New Roman" panose="02020603050405020304" pitchFamily="18" charset="0"/>
              <a:cs typeface="Times New Roman" panose="02020603050405020304" pitchFamily="18" charset="0"/>
            </a:endParaRPr>
          </a:p>
          <a:p>
            <a:pPr>
              <a:spcBef>
                <a:spcPts val="173"/>
              </a:spcBef>
              <a:buClr>
                <a:srgbClr val="222222"/>
              </a:buClr>
              <a:buFont typeface="Arial MT"/>
              <a:buAutoNum type="arabicPeriod"/>
            </a:pPr>
            <a:endParaRPr lang="en-GB" sz="2400" dirty="0">
              <a:solidFill>
                <a:schemeClr val="tx2"/>
              </a:solidFill>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lang="en-GB" sz="2400" dirty="0">
                <a:solidFill>
                  <a:schemeClr val="tx2"/>
                </a:solidFill>
                <a:latin typeface="Times New Roman" panose="02020603050405020304" pitchFamily="18" charset="0"/>
                <a:cs typeface="Times New Roman" panose="02020603050405020304" pitchFamily="18" charset="0"/>
              </a:rPr>
              <a:t>Lesser</a:t>
            </a:r>
            <a:r>
              <a:rPr lang="en-GB" sz="2400" spc="-13"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stress</a:t>
            </a:r>
            <a:r>
              <a:rPr lang="en-GB" sz="2400" spc="-7" dirty="0">
                <a:solidFill>
                  <a:schemeClr val="tx2"/>
                </a:solidFill>
                <a:latin typeface="Times New Roman" panose="02020603050405020304" pitchFamily="18" charset="0"/>
                <a:cs typeface="Times New Roman" panose="02020603050405020304" pitchFamily="18" charset="0"/>
              </a:rPr>
              <a:t> </a:t>
            </a:r>
            <a:r>
              <a:rPr lang="en-GB" sz="2400" dirty="0">
                <a:solidFill>
                  <a:schemeClr val="tx2"/>
                </a:solidFill>
                <a:latin typeface="Times New Roman" panose="02020603050405020304" pitchFamily="18" charset="0"/>
                <a:cs typeface="Times New Roman" panose="02020603050405020304" pitchFamily="18" charset="0"/>
              </a:rPr>
              <a:t>at</a:t>
            </a:r>
            <a:r>
              <a:rPr lang="en-GB" sz="2400" spc="-7" dirty="0">
                <a:solidFill>
                  <a:schemeClr val="tx2"/>
                </a:solidFill>
                <a:latin typeface="Times New Roman" panose="02020603050405020304" pitchFamily="18" charset="0"/>
                <a:cs typeface="Times New Roman" panose="02020603050405020304" pitchFamily="18" charset="0"/>
              </a:rPr>
              <a:t> </a:t>
            </a:r>
            <a:r>
              <a:rPr lang="en-GB" sz="2400" spc="-13" dirty="0">
                <a:solidFill>
                  <a:schemeClr val="tx2"/>
                </a:solidFill>
                <a:latin typeface="Times New Roman" panose="02020603050405020304" pitchFamily="18" charset="0"/>
                <a:cs typeface="Times New Roman" panose="02020603050405020304" pitchFamily="18" charset="0"/>
              </a:rPr>
              <a:t>work.</a:t>
            </a:r>
            <a:endParaRPr lang="en-GB" sz="2400" dirty="0">
              <a:solidFill>
                <a:schemeClr val="tx2"/>
              </a:solidFill>
              <a:latin typeface="Times New Roman" panose="02020603050405020304" pitchFamily="18" charset="0"/>
              <a:cs typeface="Times New Roman" panose="02020603050405020304" pitchFamily="18" charset="0"/>
            </a:endParaRPr>
          </a:p>
          <a:p>
            <a:endParaRPr lang="en-GB" sz="2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43205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63467" y="825367"/>
            <a:ext cx="8758400" cy="5568199"/>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2"/>
          <p:cNvSpPr txBox="1"/>
          <p:nvPr/>
        </p:nvSpPr>
        <p:spPr>
          <a:xfrm>
            <a:off x="1016001" y="279401"/>
            <a:ext cx="9191633" cy="1502313"/>
          </a:xfrm>
          <a:prstGeom prst="rect">
            <a:avLst/>
          </a:prstGeom>
        </p:spPr>
        <p:txBody>
          <a:bodyPr vert="horz" wrap="square" lIns="0" tIns="16933" rIns="0" bIns="0" rtlCol="0">
            <a:spAutoFit/>
          </a:bodyPr>
          <a:lstStyle/>
          <a:p>
            <a:pPr marL="16933">
              <a:spcBef>
                <a:spcPts val="133"/>
              </a:spcBef>
            </a:pPr>
            <a:r>
              <a:rPr sz="2800" b="1" u="sng" spc="-13">
                <a:solidFill>
                  <a:srgbClr val="FF0000"/>
                </a:solidFill>
                <a:latin typeface="Times New Roman" panose="02020603050405020304" pitchFamily="18" charset="0"/>
                <a:cs typeface="Times New Roman" panose="02020603050405020304" pitchFamily="18" charset="0"/>
              </a:rPr>
              <a:t>Advantages</a:t>
            </a:r>
            <a:r>
              <a:rPr sz="2800" b="1" u="sng" spc="-20">
                <a:solidFill>
                  <a:srgbClr val="FF0000"/>
                </a:solidFill>
                <a:latin typeface="Times New Roman" panose="02020603050405020304" pitchFamily="18" charset="0"/>
                <a:cs typeface="Times New Roman" panose="02020603050405020304" pitchFamily="18" charset="0"/>
              </a:rPr>
              <a:t> </a:t>
            </a:r>
            <a:r>
              <a:rPr sz="2800" b="1" u="sng">
                <a:solidFill>
                  <a:srgbClr val="FF0000"/>
                </a:solidFill>
                <a:latin typeface="Times New Roman" panose="02020603050405020304" pitchFamily="18" charset="0"/>
                <a:cs typeface="Times New Roman" panose="02020603050405020304" pitchFamily="18" charset="0"/>
              </a:rPr>
              <a:t>of</a:t>
            </a:r>
            <a:r>
              <a:rPr sz="2800" b="1" u="sng" spc="-20">
                <a:solidFill>
                  <a:srgbClr val="FF0000"/>
                </a:solidFill>
                <a:latin typeface="Times New Roman" panose="02020603050405020304" pitchFamily="18" charset="0"/>
                <a:cs typeface="Times New Roman" panose="02020603050405020304" pitchFamily="18" charset="0"/>
              </a:rPr>
              <a:t> </a:t>
            </a:r>
            <a:r>
              <a:rPr sz="2800" b="1" u="sng">
                <a:solidFill>
                  <a:srgbClr val="FF0000"/>
                </a:solidFill>
                <a:latin typeface="Times New Roman" panose="02020603050405020304" pitchFamily="18" charset="0"/>
                <a:cs typeface="Times New Roman" panose="02020603050405020304" pitchFamily="18" charset="0"/>
              </a:rPr>
              <a:t>5S</a:t>
            </a:r>
            <a:r>
              <a:rPr sz="2800" b="1" u="sng" spc="-20">
                <a:solidFill>
                  <a:srgbClr val="FF0000"/>
                </a:solidFill>
                <a:latin typeface="Times New Roman" panose="02020603050405020304" pitchFamily="18" charset="0"/>
                <a:cs typeface="Times New Roman" panose="02020603050405020304" pitchFamily="18" charset="0"/>
              </a:rPr>
              <a:t> </a:t>
            </a:r>
            <a:r>
              <a:rPr sz="2800" b="1" u="sng" spc="-13">
                <a:solidFill>
                  <a:srgbClr val="FF0000"/>
                </a:solidFill>
                <a:latin typeface="Times New Roman" panose="02020603050405020304" pitchFamily="18" charset="0"/>
                <a:cs typeface="Times New Roman" panose="02020603050405020304" pitchFamily="18" charset="0"/>
              </a:rPr>
              <a:t>System</a:t>
            </a:r>
            <a:endParaRPr sz="2800" u="sng">
              <a:solidFill>
                <a:srgbClr val="FF0000"/>
              </a:solidFill>
              <a:latin typeface="Times New Roman" panose="02020603050405020304" pitchFamily="18" charset="0"/>
              <a:cs typeface="Times New Roman" panose="02020603050405020304" pitchFamily="18" charset="0"/>
            </a:endParaRPr>
          </a:p>
          <a:p>
            <a:pPr>
              <a:spcBef>
                <a:spcPts val="1273"/>
              </a:spcBef>
            </a:pPr>
            <a:endParaRPr lang="en-GB" sz="1867">
              <a:latin typeface="Times New Roman" panose="02020603050405020304" pitchFamily="18" charset="0"/>
              <a:cs typeface="Times New Roman" panose="02020603050405020304" pitchFamily="18" charset="0"/>
            </a:endParaRPr>
          </a:p>
          <a:p>
            <a:pPr>
              <a:spcBef>
                <a:spcPts val="173"/>
              </a:spcBef>
            </a:pPr>
            <a:endParaRPr sz="1867">
              <a:latin typeface="Times New Roman" panose="02020603050405020304" pitchFamily="18" charset="0"/>
              <a:cs typeface="Times New Roman" panose="02020603050405020304" pitchFamily="18" charset="0"/>
            </a:endParaRPr>
          </a:p>
          <a:p>
            <a:pPr marL="625671" indent="-459729">
              <a:buAutoNum type="arabicPeriod"/>
              <a:tabLst>
                <a:tab pos="625671" algn="l"/>
              </a:tabLst>
            </a:pPr>
            <a:endParaRPr sz="1867">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172ACA2-8E64-81C2-683D-437CE5DA4BBA}"/>
              </a:ext>
            </a:extLst>
          </p:cNvPr>
          <p:cNvSpPr>
            <a:spLocks noGrp="1"/>
          </p:cNvSpPr>
          <p:nvPr>
            <p:ph type="title"/>
          </p:nvPr>
        </p:nvSpPr>
        <p:spPr>
          <a:xfrm>
            <a:off x="1016001" y="984104"/>
            <a:ext cx="10515600" cy="675884"/>
          </a:xfrm>
        </p:spPr>
        <p:txBody>
          <a:bodyPr>
            <a:normAutofit fontScale="90000"/>
          </a:bodyPr>
          <a:lstStyle/>
          <a:p>
            <a:endParaRPr lang="en-GB" dirty="0"/>
          </a:p>
        </p:txBody>
      </p:sp>
      <p:graphicFrame>
        <p:nvGraphicFramePr>
          <p:cNvPr id="6" name="Content Placeholder 3">
            <a:extLst>
              <a:ext uri="{FF2B5EF4-FFF2-40B4-BE49-F238E27FC236}">
                <a16:creationId xmlns:a16="http://schemas.microsoft.com/office/drawing/2014/main" id="{F1F35C5A-8540-94FC-8FF3-01E3A974C34B}"/>
              </a:ext>
            </a:extLst>
          </p:cNvPr>
          <p:cNvGraphicFramePr>
            <a:graphicFrameLocks noGrp="1"/>
          </p:cNvGraphicFramePr>
          <p:nvPr>
            <p:ph idx="1"/>
            <p:extLst>
              <p:ext uri="{D42A27DB-BD31-4B8C-83A1-F6EECF244321}">
                <p14:modId xmlns:p14="http://schemas.microsoft.com/office/powerpoint/2010/main" val="30985641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09334" y="320733"/>
            <a:ext cx="7767733" cy="6370599"/>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9968" y="1848117"/>
            <a:ext cx="4924433" cy="304421"/>
          </a:xfrm>
          <a:prstGeom prst="rect">
            <a:avLst/>
          </a:prstGeom>
        </p:spPr>
        <p:txBody>
          <a:bodyPr vert="horz" wrap="square" lIns="0" tIns="16933" rIns="0" bIns="0" rtlCol="0">
            <a:spAutoFit/>
          </a:bodyPr>
          <a:lstStyle/>
          <a:p>
            <a:pPr marL="16933">
              <a:spcBef>
                <a:spcPts val="133"/>
              </a:spcBef>
            </a:pPr>
            <a:r>
              <a:rPr sz="1867" b="1" spc="-13" dirty="0">
                <a:solidFill>
                  <a:srgbClr val="FF0000"/>
                </a:solidFill>
                <a:latin typeface="Times New Roman" panose="02020603050405020304" pitchFamily="18" charset="0"/>
                <a:cs typeface="Times New Roman" panose="02020603050405020304" pitchFamily="18" charset="0"/>
              </a:rPr>
              <a:t>Disadvantages</a:t>
            </a:r>
            <a:r>
              <a:rPr sz="1867" b="1" spc="-33" dirty="0">
                <a:solidFill>
                  <a:srgbClr val="FF0000"/>
                </a:solidFill>
                <a:latin typeface="Times New Roman" panose="02020603050405020304" pitchFamily="18" charset="0"/>
                <a:cs typeface="Times New Roman" panose="02020603050405020304" pitchFamily="18" charset="0"/>
              </a:rPr>
              <a:t> </a:t>
            </a:r>
            <a:r>
              <a:rPr sz="1867" b="1" dirty="0">
                <a:solidFill>
                  <a:srgbClr val="FF0000"/>
                </a:solidFill>
                <a:latin typeface="Times New Roman" panose="02020603050405020304" pitchFamily="18" charset="0"/>
                <a:cs typeface="Times New Roman" panose="02020603050405020304" pitchFamily="18" charset="0"/>
              </a:rPr>
              <a:t>of</a:t>
            </a:r>
            <a:r>
              <a:rPr sz="1867" b="1" spc="-27" dirty="0">
                <a:solidFill>
                  <a:srgbClr val="FF0000"/>
                </a:solidFill>
                <a:latin typeface="Times New Roman" panose="02020603050405020304" pitchFamily="18" charset="0"/>
                <a:cs typeface="Times New Roman" panose="02020603050405020304" pitchFamily="18" charset="0"/>
              </a:rPr>
              <a:t> </a:t>
            </a:r>
            <a:r>
              <a:rPr sz="1867" b="1" dirty="0">
                <a:solidFill>
                  <a:srgbClr val="FF0000"/>
                </a:solidFill>
                <a:latin typeface="Times New Roman" panose="02020603050405020304" pitchFamily="18" charset="0"/>
                <a:cs typeface="Times New Roman" panose="02020603050405020304" pitchFamily="18" charset="0"/>
              </a:rPr>
              <a:t>using</a:t>
            </a:r>
            <a:r>
              <a:rPr sz="1867" b="1" spc="-33" dirty="0">
                <a:solidFill>
                  <a:srgbClr val="FF0000"/>
                </a:solidFill>
                <a:latin typeface="Times New Roman" panose="02020603050405020304" pitchFamily="18" charset="0"/>
                <a:cs typeface="Times New Roman" panose="02020603050405020304" pitchFamily="18" charset="0"/>
              </a:rPr>
              <a:t> </a:t>
            </a:r>
            <a:r>
              <a:rPr sz="1867" b="1" dirty="0">
                <a:solidFill>
                  <a:srgbClr val="FF0000"/>
                </a:solidFill>
                <a:latin typeface="Times New Roman" panose="02020603050405020304" pitchFamily="18" charset="0"/>
                <a:cs typeface="Times New Roman" panose="02020603050405020304" pitchFamily="18" charset="0"/>
              </a:rPr>
              <a:t>the</a:t>
            </a:r>
            <a:r>
              <a:rPr sz="1867" b="1" spc="-27" dirty="0">
                <a:solidFill>
                  <a:srgbClr val="FF0000"/>
                </a:solidFill>
                <a:latin typeface="Times New Roman" panose="02020603050405020304" pitchFamily="18" charset="0"/>
                <a:cs typeface="Times New Roman" panose="02020603050405020304" pitchFamily="18" charset="0"/>
              </a:rPr>
              <a:t> </a:t>
            </a:r>
            <a:r>
              <a:rPr sz="1867" b="1" dirty="0">
                <a:solidFill>
                  <a:srgbClr val="FF0000"/>
                </a:solidFill>
                <a:latin typeface="Times New Roman" panose="02020603050405020304" pitchFamily="18" charset="0"/>
                <a:cs typeface="Times New Roman" panose="02020603050405020304" pitchFamily="18" charset="0"/>
              </a:rPr>
              <a:t>5S</a:t>
            </a:r>
            <a:r>
              <a:rPr sz="1867" b="1" spc="-33" dirty="0">
                <a:solidFill>
                  <a:srgbClr val="FF0000"/>
                </a:solidFill>
                <a:latin typeface="Times New Roman" panose="02020603050405020304" pitchFamily="18" charset="0"/>
                <a:cs typeface="Times New Roman" panose="02020603050405020304" pitchFamily="18" charset="0"/>
              </a:rPr>
              <a:t> </a:t>
            </a:r>
            <a:r>
              <a:rPr sz="1867" b="1" spc="-13" dirty="0">
                <a:solidFill>
                  <a:srgbClr val="FF0000"/>
                </a:solidFill>
                <a:latin typeface="Times New Roman" panose="02020603050405020304" pitchFamily="18" charset="0"/>
                <a:cs typeface="Times New Roman" panose="02020603050405020304" pitchFamily="18" charset="0"/>
              </a:rPr>
              <a:t>method</a:t>
            </a:r>
            <a:endParaRPr sz="1867"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083822" y="2413001"/>
            <a:ext cx="9801233" cy="2679943"/>
          </a:xfrm>
          <a:prstGeom prst="rect">
            <a:avLst/>
          </a:prstGeom>
        </p:spPr>
        <p:txBody>
          <a:bodyPr vert="horz" wrap="square" lIns="0" tIns="16933" rIns="0" bIns="0" rtlCol="0">
            <a:spAutoFit/>
          </a:bodyPr>
          <a:lstStyle/>
          <a:p>
            <a:pPr marL="16933">
              <a:spcBef>
                <a:spcPts val="133"/>
              </a:spcBef>
            </a:pP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major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problems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with</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5S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appear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when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properly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understood,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implemented.</a:t>
            </a:r>
            <a:endParaRPr sz="1867" dirty="0">
              <a:latin typeface="Times New Roman" panose="02020603050405020304" pitchFamily="18" charset="0"/>
              <a:cs typeface="Times New Roman" panose="02020603050405020304" pitchFamily="18" charset="0"/>
            </a:endParaRPr>
          </a:p>
          <a:p>
            <a:pPr>
              <a:lnSpc>
                <a:spcPct val="100000"/>
              </a:lnSpc>
            </a:pPr>
            <a:endParaRPr sz="1867" dirty="0">
              <a:latin typeface="Times New Roman" panose="02020603050405020304" pitchFamily="18" charset="0"/>
              <a:cs typeface="Times New Roman" panose="02020603050405020304" pitchFamily="18" charset="0"/>
            </a:endParaRPr>
          </a:p>
          <a:p>
            <a:pPr marL="221821" indent="-204888">
              <a:buAutoNum type="arabicPeriod"/>
              <a:tabLst>
                <a:tab pos="221821" algn="l"/>
              </a:tabLst>
            </a:pPr>
            <a:r>
              <a:rPr sz="1867" spc="-13" dirty="0">
                <a:solidFill>
                  <a:srgbClr val="222222"/>
                </a:solidFill>
                <a:latin typeface="Times New Roman" panose="02020603050405020304" pitchFamily="18" charset="0"/>
                <a:cs typeface="Times New Roman" panose="02020603050405020304" pitchFamily="18" charset="0"/>
              </a:rPr>
              <a:t>Misunderstanding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5S</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accomplishes</a:t>
            </a:r>
            <a:endParaRPr sz="1867" dirty="0">
              <a:latin typeface="Times New Roman" panose="02020603050405020304" pitchFamily="18" charset="0"/>
              <a:cs typeface="Times New Roman" panose="02020603050405020304" pitchFamily="18" charset="0"/>
            </a:endParaRPr>
          </a:p>
          <a:p>
            <a:pPr>
              <a:spcBef>
                <a:spcPts val="173"/>
              </a:spcBef>
              <a:buClr>
                <a:srgbClr val="222222"/>
              </a:buClr>
              <a:buFont typeface="Arial MT"/>
              <a:buAutoNum type="arabicPeriod"/>
            </a:pPr>
            <a:endParaRPr sz="1867" dirty="0">
              <a:latin typeface="Times New Roman" panose="02020603050405020304" pitchFamily="18" charset="0"/>
              <a:cs typeface="Times New Roman" panose="02020603050405020304" pitchFamily="18" charset="0"/>
            </a:endParaRPr>
          </a:p>
          <a:p>
            <a:pPr marL="220974" indent="-204042">
              <a:spcBef>
                <a:spcPts val="7"/>
              </a:spcBef>
              <a:buAutoNum type="arabicPeriod"/>
              <a:tabLst>
                <a:tab pos="220974" algn="l"/>
              </a:tabLst>
            </a:pPr>
            <a:r>
              <a:rPr sz="1867" spc="-13" dirty="0">
                <a:solidFill>
                  <a:srgbClr val="222222"/>
                </a:solidFill>
                <a:latin typeface="Times New Roman" panose="02020603050405020304" pitchFamily="18" charset="0"/>
                <a:cs typeface="Times New Roman" panose="02020603050405020304" pitchFamily="18" charset="0"/>
              </a:rPr>
              <a:t>Resistance</a:t>
            </a:r>
            <a:r>
              <a:rPr sz="1867" spc="-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change</a:t>
            </a:r>
            <a:endParaRPr sz="1867" dirty="0">
              <a:latin typeface="Times New Roman" panose="02020603050405020304" pitchFamily="18" charset="0"/>
              <a:cs typeface="Times New Roman" panose="02020603050405020304" pitchFamily="18" charset="0"/>
            </a:endParaRPr>
          </a:p>
          <a:p>
            <a:pPr>
              <a:spcBef>
                <a:spcPts val="173"/>
              </a:spcBef>
              <a:buClr>
                <a:srgbClr val="222222"/>
              </a:buClr>
              <a:buFont typeface="Arial MT"/>
              <a:buAutoNum type="arabicPeriod"/>
            </a:pPr>
            <a:endParaRPr sz="1867" dirty="0">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sz="1867" dirty="0">
                <a:solidFill>
                  <a:srgbClr val="222222"/>
                </a:solidFill>
                <a:latin typeface="Times New Roman" panose="02020603050405020304" pitchFamily="18" charset="0"/>
                <a:cs typeface="Times New Roman" panose="02020603050405020304" pitchFamily="18" charset="0"/>
              </a:rPr>
              <a:t>Not</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addressing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problems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workplace</a:t>
            </a:r>
            <a:endParaRPr sz="1867" dirty="0">
              <a:latin typeface="Times New Roman" panose="02020603050405020304" pitchFamily="18" charset="0"/>
              <a:cs typeface="Times New Roman" panose="02020603050405020304" pitchFamily="18" charset="0"/>
            </a:endParaRPr>
          </a:p>
          <a:p>
            <a:pPr>
              <a:spcBef>
                <a:spcPts val="180"/>
              </a:spcBef>
              <a:buClr>
                <a:srgbClr val="222222"/>
              </a:buClr>
              <a:buFont typeface="Arial MT"/>
              <a:buAutoNum type="arabicPeriod"/>
            </a:pPr>
            <a:endParaRPr sz="1867" dirty="0">
              <a:latin typeface="Times New Roman" panose="02020603050405020304" pitchFamily="18" charset="0"/>
              <a:cs typeface="Times New Roman" panose="02020603050405020304" pitchFamily="18" charset="0"/>
            </a:endParaRPr>
          </a:p>
          <a:p>
            <a:pPr marL="220974" indent="-204042">
              <a:buAutoNum type="arabicPeriod"/>
              <a:tabLst>
                <a:tab pos="220974" algn="l"/>
              </a:tabLst>
            </a:pPr>
            <a:r>
              <a:rPr sz="1867" dirty="0">
                <a:solidFill>
                  <a:srgbClr val="222222"/>
                </a:solidFill>
                <a:latin typeface="Times New Roman" panose="02020603050405020304" pitchFamily="18" charset="0"/>
                <a:cs typeface="Times New Roman" panose="02020603050405020304" pitchFamily="18" charset="0"/>
              </a:rPr>
              <a:t>Lack</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management</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support</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127F2B-BF79-4615-AE37-0214A6809845}"/>
              </a:ext>
            </a:extLst>
          </p:cNvPr>
          <p:cNvSpPr>
            <a:spLocks noGrp="1"/>
          </p:cNvSpPr>
          <p:nvPr>
            <p:ph type="title"/>
          </p:nvPr>
        </p:nvSpPr>
        <p:spPr>
          <a:xfrm>
            <a:off x="838200" y="365125"/>
            <a:ext cx="10515600" cy="1860400"/>
          </a:xfrm>
        </p:spPr>
        <p:txBody>
          <a:bodyPr vert="horz" lIns="91440" tIns="45720" rIns="91440" bIns="45720" rtlCol="0" anchor="ctr">
            <a:normAutofit/>
          </a:bodyPr>
          <a:lstStyle/>
          <a:p>
            <a:endParaRPr lang="en-US" sz="5200" kern="1200">
              <a:solidFill>
                <a:schemeClr val="tx1"/>
              </a:solidFill>
              <a:latin typeface="+mj-lt"/>
              <a:ea typeface="+mj-ea"/>
              <a:cs typeface="+mj-cs"/>
            </a:endParaRPr>
          </a:p>
        </p:txBody>
      </p:sp>
      <p:pic>
        <p:nvPicPr>
          <p:cNvPr id="7" name="Content Placeholder 6" descr="A diagram of a 5s explanation&#10;&#10;Description automatically generated">
            <a:extLst>
              <a:ext uri="{FF2B5EF4-FFF2-40B4-BE49-F238E27FC236}">
                <a16:creationId xmlns:a16="http://schemas.microsoft.com/office/drawing/2014/main" id="{B70D37C7-7A79-4659-F099-E32F198D1B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921" y="1111348"/>
            <a:ext cx="6408368" cy="5192693"/>
          </a:xfrm>
          <a:prstGeom prst="rect">
            <a:avLst/>
          </a:prstGeom>
        </p:spPr>
      </p:pic>
      <p:pic>
        <p:nvPicPr>
          <p:cNvPr id="5" name="Content Placeholder 4" descr="A diagram of a product&#10;&#10;Description automatically generated with medium confidence">
            <a:extLst>
              <a:ext uri="{FF2B5EF4-FFF2-40B4-BE49-F238E27FC236}">
                <a16:creationId xmlns:a16="http://schemas.microsoft.com/office/drawing/2014/main" id="{398B2089-E409-C0FF-063E-35625867799F}"/>
              </a:ext>
            </a:extLst>
          </p:cNvPr>
          <p:cNvPicPr>
            <a:picLocks noChangeAspect="1"/>
          </p:cNvPicPr>
          <p:nvPr/>
        </p:nvPicPr>
        <p:blipFill>
          <a:blip r:embed="rId3">
            <a:extLst>
              <a:ext uri="{28A0092B-C50C-407E-A947-70E740481C1C}">
                <a14:useLocalDpi xmlns:a14="http://schemas.microsoft.com/office/drawing/2010/main" val="0"/>
              </a:ext>
            </a:extLst>
          </a:blip>
          <a:srcRect r="30842" b="-1"/>
          <a:stretch/>
        </p:blipFill>
        <p:spPr>
          <a:xfrm>
            <a:off x="7056233" y="506437"/>
            <a:ext cx="4971644" cy="5797604"/>
          </a:xfrm>
          <a:prstGeom prst="rect">
            <a:avLst/>
          </a:prstGeom>
        </p:spPr>
      </p:pic>
    </p:spTree>
    <p:extLst>
      <p:ext uri="{BB962C8B-B14F-4D97-AF65-F5344CB8AC3E}">
        <p14:creationId xmlns:p14="http://schemas.microsoft.com/office/powerpoint/2010/main" val="22884560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38E81-ACFF-012E-BFC1-F585BD0058D3}"/>
              </a:ext>
            </a:extLst>
          </p:cNvPr>
          <p:cNvSpPr>
            <a:spLocks noGrp="1"/>
          </p:cNvSpPr>
          <p:nvPr>
            <p:ph type="title"/>
          </p:nvPr>
        </p:nvSpPr>
        <p:spPr/>
        <p:txBody>
          <a:bodyPr/>
          <a:lstStyle/>
          <a:p>
            <a:endParaRPr lang="en-GB"/>
          </a:p>
        </p:txBody>
      </p:sp>
      <p:pic>
        <p:nvPicPr>
          <p:cNvPr id="4" name="Picture 3" descr="A yellow sign with red text&#10;&#10;Description automatically generated">
            <a:extLst>
              <a:ext uri="{FF2B5EF4-FFF2-40B4-BE49-F238E27FC236}">
                <a16:creationId xmlns:a16="http://schemas.microsoft.com/office/drawing/2014/main" id="{D46D0D9F-A42D-61AA-55EB-81E670265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958599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yellow helmet and earphones on a table&#10;&#10;Description automatically generated">
            <a:extLst>
              <a:ext uri="{FF2B5EF4-FFF2-40B4-BE49-F238E27FC236}">
                <a16:creationId xmlns:a16="http://schemas.microsoft.com/office/drawing/2014/main" id="{256AF3A8-85F9-93DB-B96C-0CD114A8E8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57" y="1805056"/>
            <a:ext cx="4777381" cy="358303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7C867060-D347-7DF5-F284-26EE3A20552A}"/>
              </a:ext>
            </a:extLst>
          </p:cNvPr>
          <p:cNvSpPr>
            <a:spLocks noGrp="1"/>
          </p:cNvSpPr>
          <p:nvPr>
            <p:ph idx="1"/>
          </p:nvPr>
        </p:nvSpPr>
        <p:spPr>
          <a:xfrm>
            <a:off x="4969095" y="185623"/>
            <a:ext cx="6798184" cy="6485000"/>
          </a:xfrm>
        </p:spPr>
        <p:txBody>
          <a:bodyPr>
            <a:noAutofit/>
          </a:bodyPr>
          <a:lstStyle/>
          <a:p>
            <a:pPr algn="just"/>
            <a:r>
              <a:rPr lang="en-GB" b="1" i="0" dirty="0">
                <a:effectLst/>
                <a:highlight>
                  <a:srgbClr val="FFFFFF"/>
                </a:highlight>
                <a:latin typeface="__Noto_Sans_2e7f9a"/>
              </a:rPr>
              <a:t>Permits to work are special authorization documentation that ensures adequate risk has been accessed for the process and a level of control has been put in place to reduce the severity, likelihood, and potential of an incident occurring</a:t>
            </a:r>
          </a:p>
          <a:p>
            <a:pPr algn="just"/>
            <a:r>
              <a:rPr lang="en-GB" b="1" i="0" dirty="0">
                <a:solidFill>
                  <a:schemeClr val="accent2">
                    <a:lumMod val="50000"/>
                  </a:schemeClr>
                </a:solidFill>
                <a:effectLst/>
                <a:highlight>
                  <a:srgbClr val="FFFFFF"/>
                </a:highlight>
                <a:latin typeface="__Noto_Sans_2e7f9a"/>
              </a:rPr>
              <a:t>A permit to work (PTW) system is a process to keep employees safe during hazardous and nonstandard operations. It involves assessing the risks, establishing a proper safety protocol based on the risks, and proper communication throughout the entire process</a:t>
            </a:r>
            <a:r>
              <a:rPr lang="en-GB" b="0" i="0" dirty="0">
                <a:effectLst/>
                <a:highlight>
                  <a:srgbClr val="FFFFFF"/>
                </a:highlight>
                <a:latin typeface="__Noto_Sans_2e7f9a"/>
              </a:rPr>
              <a:t>. </a:t>
            </a:r>
          </a:p>
          <a:p>
            <a:pPr algn="just"/>
            <a:r>
              <a:rPr lang="en-GB" b="0" i="0" dirty="0">
                <a:effectLst/>
                <a:highlight>
                  <a:srgbClr val="FFFFFF"/>
                </a:highlight>
                <a:latin typeface="__Noto_Sans_2e7f9a"/>
              </a:rPr>
              <a:t>The PTW system is designed to mitigate environmental, health, sustainability, and safety risks in certain operations.</a:t>
            </a:r>
            <a:endParaRPr lang="en-GB" dirty="0"/>
          </a:p>
        </p:txBody>
      </p:sp>
    </p:spTree>
    <p:extLst>
      <p:ext uri="{BB962C8B-B14F-4D97-AF65-F5344CB8AC3E}">
        <p14:creationId xmlns:p14="http://schemas.microsoft.com/office/powerpoint/2010/main" val="2715503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89719"/>
            <a:ext cx="5291663" cy="1628775"/>
          </a:xfrm>
          <a:prstGeom prst="rect">
            <a:avLst/>
          </a:prstGeom>
        </p:spPr>
        <p:txBody>
          <a:bodyPr vert="horz" lIns="91440" tIns="45720" rIns="91440" bIns="45720" rtlCol="0" anchor="b">
            <a:normAutofit/>
          </a:bodyPr>
          <a:lstStyle/>
          <a:p>
            <a:pPr marL="16933"/>
            <a:r>
              <a:rPr lang="en-US" sz="4000" b="1" dirty="0"/>
              <a:t>WORK</a:t>
            </a:r>
            <a:r>
              <a:rPr lang="en-US" sz="4000" b="1" spc="-80" dirty="0"/>
              <a:t> </a:t>
            </a:r>
            <a:r>
              <a:rPr lang="en-US" sz="4000" b="1" dirty="0"/>
              <a:t>PERMIT</a:t>
            </a:r>
            <a:r>
              <a:rPr lang="en-US" sz="4000" b="1" spc="-73" dirty="0"/>
              <a:t> </a:t>
            </a:r>
            <a:br>
              <a:rPr lang="en-US" sz="4000" b="1" spc="-73" dirty="0"/>
            </a:br>
            <a:r>
              <a:rPr lang="en-US" sz="4000" b="1" spc="-13" dirty="0"/>
              <a:t>SYSTEM</a:t>
            </a:r>
            <a:endParaRPr lang="en-US" sz="4000" b="1" dirty="0"/>
          </a:p>
        </p:txBody>
      </p:sp>
      <p:pic>
        <p:nvPicPr>
          <p:cNvPr id="5" name="Picture 4" descr="A group of people standing in front of a pyramid&#10;&#10;Description automatically generated">
            <a:extLst>
              <a:ext uri="{FF2B5EF4-FFF2-40B4-BE49-F238E27FC236}">
                <a16:creationId xmlns:a16="http://schemas.microsoft.com/office/drawing/2014/main" id="{BF3BBD3F-007A-617A-28B7-56F5850006A7}"/>
              </a:ext>
            </a:extLst>
          </p:cNvPr>
          <p:cNvPicPr>
            <a:picLocks noChangeAspect="1"/>
          </p:cNvPicPr>
          <p:nvPr/>
        </p:nvPicPr>
        <p:blipFill>
          <a:blip r:embed="rId2">
            <a:extLst>
              <a:ext uri="{28A0092B-C50C-407E-A947-70E740481C1C}">
                <a14:useLocalDpi xmlns:a14="http://schemas.microsoft.com/office/drawing/2010/main" val="0"/>
              </a:ext>
            </a:extLst>
          </a:blip>
          <a:srcRect l="19563" r="21163" b="-1"/>
          <a:stretch/>
        </p:blipFill>
        <p:spPr>
          <a:xfrm>
            <a:off x="3" y="1439056"/>
            <a:ext cx="4542018" cy="5418944"/>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3" name="object 3"/>
          <p:cNvSpPr txBox="1"/>
          <p:nvPr/>
        </p:nvSpPr>
        <p:spPr>
          <a:xfrm>
            <a:off x="4542022" y="270602"/>
            <a:ext cx="7649976" cy="6040257"/>
          </a:xfrm>
          <a:prstGeom prst="rect">
            <a:avLst/>
          </a:prstGeom>
        </p:spPr>
        <p:txBody>
          <a:bodyPr vert="horz" lIns="91440" tIns="45720" rIns="91440" bIns="45720" rtlCol="0">
            <a:noAutofit/>
          </a:bodyPr>
          <a:lstStyle/>
          <a:p>
            <a:pPr marL="433482" indent="-228600" algn="just">
              <a:lnSpc>
                <a:spcPct val="90000"/>
              </a:lnSpc>
              <a:spcBef>
                <a:spcPts val="133"/>
              </a:spcBef>
              <a:buFont typeface="Arial" panose="020B0604020202020204" pitchFamily="34" charset="0"/>
              <a:buChar char="•"/>
              <a:tabLst>
                <a:tab pos="433482" algn="l"/>
              </a:tabLst>
            </a:pPr>
            <a:r>
              <a:rPr lang="en-US" sz="2400" dirty="0"/>
              <a:t>Work</a:t>
            </a:r>
            <a:r>
              <a:rPr lang="en-US" sz="2400" spc="-27" dirty="0"/>
              <a:t> </a:t>
            </a:r>
            <a:r>
              <a:rPr lang="en-US" sz="2400" dirty="0"/>
              <a:t>Permit</a:t>
            </a:r>
            <a:r>
              <a:rPr lang="en-US" sz="2400" spc="-27" dirty="0"/>
              <a:t> </a:t>
            </a:r>
            <a:r>
              <a:rPr lang="en-US" sz="2400" dirty="0"/>
              <a:t>System</a:t>
            </a:r>
            <a:r>
              <a:rPr lang="en-US" sz="2400" spc="-27" dirty="0"/>
              <a:t> </a:t>
            </a:r>
            <a:r>
              <a:rPr lang="en-US" sz="2400" dirty="0"/>
              <a:t>or</a:t>
            </a:r>
            <a:r>
              <a:rPr lang="en-US" sz="2400" spc="-20" dirty="0"/>
              <a:t> </a:t>
            </a:r>
            <a:r>
              <a:rPr lang="en-US" sz="2400" u="sng" spc="-13" dirty="0">
                <a:uFill>
                  <a:solidFill>
                    <a:srgbClr val="222222"/>
                  </a:solidFill>
                </a:uFill>
              </a:rPr>
              <a:t>Permit-</a:t>
            </a:r>
            <a:r>
              <a:rPr lang="en-US" sz="2400" u="sng" spc="-73" dirty="0">
                <a:uFill>
                  <a:solidFill>
                    <a:srgbClr val="222222"/>
                  </a:solidFill>
                </a:uFill>
              </a:rPr>
              <a:t>To-</a:t>
            </a:r>
            <a:r>
              <a:rPr lang="en-US" sz="2400" u="sng" dirty="0">
                <a:uFill>
                  <a:solidFill>
                    <a:srgbClr val="222222"/>
                  </a:solidFill>
                </a:uFill>
              </a:rPr>
              <a:t>Work</a:t>
            </a:r>
            <a:r>
              <a:rPr lang="en-US" sz="2400" u="sng" spc="-27" dirty="0">
                <a:uFill>
                  <a:solidFill>
                    <a:srgbClr val="222222"/>
                  </a:solidFill>
                </a:uFill>
              </a:rPr>
              <a:t> </a:t>
            </a:r>
            <a:r>
              <a:rPr lang="en-US" sz="2400" u="sng" dirty="0">
                <a:uFill>
                  <a:solidFill>
                    <a:srgbClr val="222222"/>
                  </a:solidFill>
                </a:uFill>
              </a:rPr>
              <a:t>(PTW)</a:t>
            </a:r>
            <a:r>
              <a:rPr lang="en-US" sz="2400" u="sng" spc="-27" dirty="0">
                <a:uFill>
                  <a:solidFill>
                    <a:srgbClr val="222222"/>
                  </a:solidFill>
                </a:uFill>
              </a:rPr>
              <a:t> </a:t>
            </a:r>
            <a:r>
              <a:rPr lang="en-US" sz="2400" u="sng" dirty="0">
                <a:uFill>
                  <a:solidFill>
                    <a:srgbClr val="222222"/>
                  </a:solidFill>
                </a:uFill>
              </a:rPr>
              <a:t>system</a:t>
            </a:r>
            <a:r>
              <a:rPr lang="en-US" sz="2400" spc="-27" dirty="0"/>
              <a:t> </a:t>
            </a:r>
            <a:r>
              <a:rPr lang="en-US" sz="2400" dirty="0"/>
              <a:t>is</a:t>
            </a:r>
            <a:r>
              <a:rPr lang="en-US" sz="2400" spc="-27" dirty="0"/>
              <a:t> </a:t>
            </a:r>
            <a:r>
              <a:rPr lang="en-US" sz="2400" u="sng" dirty="0">
                <a:uFill>
                  <a:solidFill>
                    <a:srgbClr val="222222"/>
                  </a:solidFill>
                </a:uFill>
              </a:rPr>
              <a:t>a</a:t>
            </a:r>
            <a:r>
              <a:rPr lang="en-US" sz="2400" u="sng" spc="-27" dirty="0">
                <a:uFill>
                  <a:solidFill>
                    <a:srgbClr val="222222"/>
                  </a:solidFill>
                </a:uFill>
              </a:rPr>
              <a:t> </a:t>
            </a:r>
            <a:r>
              <a:rPr lang="en-US" sz="2400" u="sng" dirty="0">
                <a:uFill>
                  <a:solidFill>
                    <a:srgbClr val="222222"/>
                  </a:solidFill>
                </a:uFill>
              </a:rPr>
              <a:t>formal</a:t>
            </a:r>
            <a:r>
              <a:rPr lang="en-US" sz="2400" u="sng" spc="-27" dirty="0">
                <a:uFill>
                  <a:solidFill>
                    <a:srgbClr val="222222"/>
                  </a:solidFill>
                </a:uFill>
              </a:rPr>
              <a:t> </a:t>
            </a:r>
            <a:r>
              <a:rPr lang="en-US" sz="2400" u="sng" dirty="0">
                <a:uFill>
                  <a:solidFill>
                    <a:srgbClr val="222222"/>
                  </a:solidFill>
                </a:uFill>
              </a:rPr>
              <a:t>written</a:t>
            </a:r>
            <a:r>
              <a:rPr lang="en-US" sz="2400" u="sng" spc="-27" dirty="0">
                <a:uFill>
                  <a:solidFill>
                    <a:srgbClr val="222222"/>
                  </a:solidFill>
                </a:uFill>
              </a:rPr>
              <a:t> </a:t>
            </a:r>
            <a:r>
              <a:rPr lang="en-US" sz="2400" u="sng" dirty="0">
                <a:uFill>
                  <a:solidFill>
                    <a:srgbClr val="222222"/>
                  </a:solidFill>
                </a:uFill>
              </a:rPr>
              <a:t>system</a:t>
            </a:r>
            <a:r>
              <a:rPr lang="en-US" sz="2400" spc="-27" dirty="0"/>
              <a:t> </a:t>
            </a:r>
            <a:r>
              <a:rPr lang="en-US" sz="2400" dirty="0"/>
              <a:t>used</a:t>
            </a:r>
            <a:r>
              <a:rPr lang="en-US" sz="2400" spc="-27" dirty="0"/>
              <a:t> </a:t>
            </a:r>
            <a:r>
              <a:rPr lang="en-US" sz="2400" u="sng" dirty="0">
                <a:uFill>
                  <a:solidFill>
                    <a:srgbClr val="222222"/>
                  </a:solidFill>
                </a:uFill>
              </a:rPr>
              <a:t>to</a:t>
            </a:r>
            <a:r>
              <a:rPr lang="en-US" sz="2400" u="sng" spc="-27" dirty="0">
                <a:uFill>
                  <a:solidFill>
                    <a:srgbClr val="222222"/>
                  </a:solidFill>
                </a:uFill>
              </a:rPr>
              <a:t> </a:t>
            </a:r>
            <a:r>
              <a:rPr lang="en-US" sz="2400" u="sng" dirty="0">
                <a:uFill>
                  <a:solidFill>
                    <a:srgbClr val="222222"/>
                  </a:solidFill>
                </a:uFill>
              </a:rPr>
              <a:t>control</a:t>
            </a:r>
            <a:r>
              <a:rPr lang="en-US" sz="2400" u="sng" spc="-27" dirty="0">
                <a:uFill>
                  <a:solidFill>
                    <a:srgbClr val="222222"/>
                  </a:solidFill>
                </a:uFill>
              </a:rPr>
              <a:t> </a:t>
            </a:r>
            <a:r>
              <a:rPr lang="en-US" sz="2400" u="sng" dirty="0">
                <a:uFill>
                  <a:solidFill>
                    <a:srgbClr val="222222"/>
                  </a:solidFill>
                </a:uFill>
              </a:rPr>
              <a:t>and</a:t>
            </a:r>
            <a:r>
              <a:rPr lang="en-US" sz="2400" u="sng" spc="-27" dirty="0">
                <a:uFill>
                  <a:solidFill>
                    <a:srgbClr val="222222"/>
                  </a:solidFill>
                </a:uFill>
              </a:rPr>
              <a:t> </a:t>
            </a:r>
            <a:r>
              <a:rPr lang="en-US" sz="2400" u="sng" spc="-13" dirty="0">
                <a:uFill>
                  <a:solidFill>
                    <a:srgbClr val="222222"/>
                  </a:solidFill>
                </a:uFill>
              </a:rPr>
              <a:t>execute</a:t>
            </a:r>
            <a:endParaRPr lang="en-US" sz="2400" dirty="0"/>
          </a:p>
          <a:p>
            <a:pPr indent="-228600" algn="just">
              <a:lnSpc>
                <a:spcPct val="90000"/>
              </a:lnSpc>
              <a:spcBef>
                <a:spcPts val="73"/>
              </a:spcBef>
              <a:buClr>
                <a:srgbClr val="222222"/>
              </a:buClr>
              <a:buFont typeface="Arial" panose="020B0604020202020204" pitchFamily="34" charset="0"/>
              <a:buChar char="•"/>
            </a:pPr>
            <a:endParaRPr lang="en-US" sz="2400" dirty="0"/>
          </a:p>
          <a:p>
            <a:pPr marL="433482" indent="-228600" algn="just">
              <a:lnSpc>
                <a:spcPct val="90000"/>
              </a:lnSpc>
              <a:buFont typeface="Arial" panose="020B0604020202020204" pitchFamily="34" charset="0"/>
              <a:buChar char="•"/>
            </a:pPr>
            <a:r>
              <a:rPr lang="en-US" sz="2400" u="sng" dirty="0">
                <a:uFill>
                  <a:solidFill>
                    <a:srgbClr val="222222"/>
                  </a:solidFill>
                </a:uFill>
              </a:rPr>
              <a:t>certain</a:t>
            </a:r>
            <a:r>
              <a:rPr lang="en-US" sz="2400" u="sng" spc="-40" dirty="0">
                <a:uFill>
                  <a:solidFill>
                    <a:srgbClr val="222222"/>
                  </a:solidFill>
                </a:uFill>
              </a:rPr>
              <a:t> </a:t>
            </a:r>
            <a:r>
              <a:rPr lang="en-US" sz="2400" u="sng" dirty="0">
                <a:uFill>
                  <a:solidFill>
                    <a:srgbClr val="222222"/>
                  </a:solidFill>
                </a:uFill>
              </a:rPr>
              <a:t>types</a:t>
            </a:r>
            <a:r>
              <a:rPr lang="en-US" sz="2400" u="sng" spc="-33" dirty="0">
                <a:uFill>
                  <a:solidFill>
                    <a:srgbClr val="222222"/>
                  </a:solidFill>
                </a:uFill>
              </a:rPr>
              <a:t> </a:t>
            </a:r>
            <a:r>
              <a:rPr lang="en-US" sz="2400" u="sng" dirty="0">
                <a:uFill>
                  <a:solidFill>
                    <a:srgbClr val="222222"/>
                  </a:solidFill>
                </a:uFill>
              </a:rPr>
              <a:t>of</a:t>
            </a:r>
            <a:r>
              <a:rPr lang="en-US" sz="2400" u="sng" spc="-33" dirty="0">
                <a:uFill>
                  <a:solidFill>
                    <a:srgbClr val="222222"/>
                  </a:solidFill>
                </a:uFill>
              </a:rPr>
              <a:t> </a:t>
            </a:r>
            <a:r>
              <a:rPr lang="en-US" sz="2400" u="sng" dirty="0">
                <a:uFill>
                  <a:solidFill>
                    <a:srgbClr val="222222"/>
                  </a:solidFill>
                </a:uFill>
              </a:rPr>
              <a:t>jobs</a:t>
            </a:r>
            <a:r>
              <a:rPr lang="en-US" sz="2400" u="sng" spc="-33" dirty="0">
                <a:uFill>
                  <a:solidFill>
                    <a:srgbClr val="222222"/>
                  </a:solidFill>
                </a:uFill>
              </a:rPr>
              <a:t> </a:t>
            </a:r>
            <a:r>
              <a:rPr lang="en-US" sz="2400" u="sng" spc="-13" dirty="0">
                <a:uFill>
                  <a:solidFill>
                    <a:srgbClr val="222222"/>
                  </a:solidFill>
                </a:uFill>
              </a:rPr>
              <a:t>safely,</a:t>
            </a:r>
            <a:r>
              <a:rPr lang="en-US" sz="2400" spc="-33" dirty="0"/>
              <a:t> </a:t>
            </a:r>
            <a:r>
              <a:rPr lang="en-US" sz="2400" dirty="0"/>
              <a:t>which</a:t>
            </a:r>
            <a:r>
              <a:rPr lang="en-US" sz="2400" spc="-33" dirty="0"/>
              <a:t> </a:t>
            </a:r>
            <a:r>
              <a:rPr lang="en-US" sz="2400" dirty="0"/>
              <a:t>are</a:t>
            </a:r>
            <a:r>
              <a:rPr lang="en-US" sz="2400" spc="-33" dirty="0"/>
              <a:t> </a:t>
            </a:r>
            <a:r>
              <a:rPr lang="en-US" sz="2400" spc="-13" dirty="0"/>
              <a:t>identified</a:t>
            </a:r>
            <a:r>
              <a:rPr lang="en-US" sz="2400" spc="-33" dirty="0"/>
              <a:t> </a:t>
            </a:r>
            <a:r>
              <a:rPr lang="en-US" sz="2400" dirty="0"/>
              <a:t>as</a:t>
            </a:r>
            <a:r>
              <a:rPr lang="en-US" sz="2400" spc="-33" dirty="0"/>
              <a:t> </a:t>
            </a:r>
            <a:r>
              <a:rPr lang="en-US" sz="2400" u="sng" dirty="0">
                <a:uFill>
                  <a:solidFill>
                    <a:srgbClr val="222222"/>
                  </a:solidFill>
                </a:uFill>
              </a:rPr>
              <a:t>potentially</a:t>
            </a:r>
            <a:r>
              <a:rPr lang="en-US" sz="2400" u="sng" spc="-33" dirty="0">
                <a:uFill>
                  <a:solidFill>
                    <a:srgbClr val="222222"/>
                  </a:solidFill>
                </a:uFill>
              </a:rPr>
              <a:t> </a:t>
            </a:r>
            <a:r>
              <a:rPr lang="en-US" sz="2400" u="sng" spc="-13" dirty="0">
                <a:uFill>
                  <a:solidFill>
                    <a:srgbClr val="222222"/>
                  </a:solidFill>
                </a:uFill>
              </a:rPr>
              <a:t>hazardous</a:t>
            </a:r>
            <a:r>
              <a:rPr lang="en-US" sz="2400" spc="-13" dirty="0"/>
              <a:t>.</a:t>
            </a:r>
            <a:endParaRPr lang="en-US" sz="2400" dirty="0"/>
          </a:p>
          <a:p>
            <a:pPr indent="-228600" algn="just">
              <a:lnSpc>
                <a:spcPct val="90000"/>
              </a:lnSpc>
              <a:spcBef>
                <a:spcPts val="73"/>
              </a:spcBef>
              <a:buFont typeface="Arial" panose="020B0604020202020204" pitchFamily="34" charset="0"/>
              <a:buChar char="•"/>
            </a:pPr>
            <a:endParaRPr lang="en-US" sz="2400" dirty="0"/>
          </a:p>
          <a:p>
            <a:pPr marL="433482" indent="-228600" algn="just">
              <a:lnSpc>
                <a:spcPct val="90000"/>
              </a:lnSpc>
              <a:buFont typeface="Arial" panose="020B0604020202020204" pitchFamily="34" charset="0"/>
              <a:buChar char="•"/>
              <a:tabLst>
                <a:tab pos="433482" algn="l"/>
              </a:tabLst>
            </a:pPr>
            <a:r>
              <a:rPr lang="en-US" sz="2400" dirty="0"/>
              <a:t>It</a:t>
            </a:r>
            <a:r>
              <a:rPr lang="en-US" sz="2400" spc="-40" dirty="0"/>
              <a:t> </a:t>
            </a:r>
            <a:r>
              <a:rPr lang="en-US" sz="2400" dirty="0"/>
              <a:t>is</a:t>
            </a:r>
            <a:r>
              <a:rPr lang="en-US" sz="2400" spc="-33" dirty="0"/>
              <a:t> </a:t>
            </a:r>
            <a:r>
              <a:rPr lang="en-US" sz="2400" dirty="0"/>
              <a:t>also</a:t>
            </a:r>
            <a:r>
              <a:rPr lang="en-US" sz="2400" spc="-33" dirty="0"/>
              <a:t> </a:t>
            </a:r>
            <a:r>
              <a:rPr lang="en-US" sz="2400" dirty="0"/>
              <a:t>a</a:t>
            </a:r>
            <a:r>
              <a:rPr lang="en-US" sz="2400" spc="-27" dirty="0"/>
              <a:t> </a:t>
            </a:r>
            <a:r>
              <a:rPr lang="en-US" sz="2400" u="sng" dirty="0">
                <a:uFill>
                  <a:solidFill>
                    <a:srgbClr val="222222"/>
                  </a:solidFill>
                </a:uFill>
              </a:rPr>
              <a:t>means</a:t>
            </a:r>
            <a:r>
              <a:rPr lang="en-US" sz="2400" u="sng" spc="-33" dirty="0">
                <a:uFill>
                  <a:solidFill>
                    <a:srgbClr val="222222"/>
                  </a:solidFill>
                </a:uFill>
              </a:rPr>
              <a:t> </a:t>
            </a:r>
            <a:r>
              <a:rPr lang="en-US" sz="2400" u="sng" dirty="0">
                <a:uFill>
                  <a:solidFill>
                    <a:srgbClr val="222222"/>
                  </a:solidFill>
                </a:uFill>
              </a:rPr>
              <a:t>of</a:t>
            </a:r>
            <a:r>
              <a:rPr lang="en-US" sz="2400" u="sng" spc="-33" dirty="0">
                <a:uFill>
                  <a:solidFill>
                    <a:srgbClr val="222222"/>
                  </a:solidFill>
                </a:uFill>
              </a:rPr>
              <a:t> </a:t>
            </a:r>
            <a:r>
              <a:rPr lang="en-US" sz="2400" u="sng" spc="-13" dirty="0">
                <a:uFill>
                  <a:solidFill>
                    <a:srgbClr val="222222"/>
                  </a:solidFill>
                </a:uFill>
              </a:rPr>
              <a:t>communication</a:t>
            </a:r>
            <a:r>
              <a:rPr lang="en-US" sz="2400" spc="-33" dirty="0"/>
              <a:t> </a:t>
            </a:r>
            <a:r>
              <a:rPr lang="en-US" sz="2400" spc="-13" dirty="0"/>
              <a:t>between</a:t>
            </a:r>
            <a:r>
              <a:rPr lang="en-US" sz="2400" spc="-33" dirty="0"/>
              <a:t> </a:t>
            </a:r>
            <a:r>
              <a:rPr lang="en-US" sz="2400" spc="-13" dirty="0"/>
              <a:t>different</a:t>
            </a:r>
            <a:r>
              <a:rPr lang="en-US" sz="2400" spc="-33" dirty="0"/>
              <a:t> </a:t>
            </a:r>
            <a:r>
              <a:rPr lang="en-US" sz="2400" dirty="0"/>
              <a:t>departments,</a:t>
            </a:r>
            <a:r>
              <a:rPr lang="en-US" sz="2400" spc="-33" dirty="0"/>
              <a:t> </a:t>
            </a:r>
            <a:r>
              <a:rPr lang="en-US" sz="2400" dirty="0"/>
              <a:t>plant</a:t>
            </a:r>
            <a:r>
              <a:rPr lang="en-US" sz="2400" spc="-40" dirty="0"/>
              <a:t> </a:t>
            </a:r>
            <a:r>
              <a:rPr lang="en-US" sz="2400" dirty="0"/>
              <a:t>supervisors,</a:t>
            </a:r>
            <a:r>
              <a:rPr lang="en-US" sz="2400" spc="-33" dirty="0"/>
              <a:t> </a:t>
            </a:r>
            <a:r>
              <a:rPr lang="en-US" sz="2400" dirty="0"/>
              <a:t>operators,</a:t>
            </a:r>
            <a:r>
              <a:rPr lang="en-US" sz="2400" spc="-33" dirty="0"/>
              <a:t> </a:t>
            </a:r>
            <a:r>
              <a:rPr lang="en-US" sz="2400" dirty="0"/>
              <a:t>agencies</a:t>
            </a:r>
            <a:r>
              <a:rPr lang="en-US" sz="2400" spc="-33" dirty="0"/>
              <a:t> </a:t>
            </a:r>
            <a:r>
              <a:rPr lang="en-US" sz="2400" spc="-27" dirty="0"/>
              <a:t>etc.</a:t>
            </a:r>
            <a:endParaRPr lang="en-US" sz="2400" dirty="0"/>
          </a:p>
          <a:p>
            <a:pPr marL="433482" marR="6773" indent="-228600" algn="just">
              <a:lnSpc>
                <a:spcPct val="90000"/>
              </a:lnSpc>
              <a:buFont typeface="Arial" panose="020B0604020202020204" pitchFamily="34" charset="0"/>
              <a:buChar char="•"/>
              <a:tabLst>
                <a:tab pos="433482" algn="l"/>
              </a:tabLst>
            </a:pPr>
            <a:r>
              <a:rPr lang="en-US" sz="2400" u="sng" dirty="0">
                <a:uFill>
                  <a:solidFill>
                    <a:srgbClr val="222222"/>
                  </a:solidFill>
                </a:uFill>
              </a:rPr>
              <a:t>Before</a:t>
            </a:r>
            <a:r>
              <a:rPr lang="en-US" sz="2400" u="sng" spc="-33" dirty="0">
                <a:uFill>
                  <a:solidFill>
                    <a:srgbClr val="222222"/>
                  </a:solidFill>
                </a:uFill>
              </a:rPr>
              <a:t> </a:t>
            </a:r>
            <a:r>
              <a:rPr lang="en-US" sz="2400" u="sng" dirty="0">
                <a:uFill>
                  <a:solidFill>
                    <a:srgbClr val="222222"/>
                  </a:solidFill>
                </a:uFill>
              </a:rPr>
              <a:t>starting</a:t>
            </a:r>
            <a:r>
              <a:rPr lang="en-US" sz="2400" u="sng" spc="-33" dirty="0">
                <a:uFill>
                  <a:solidFill>
                    <a:srgbClr val="222222"/>
                  </a:solidFill>
                </a:uFill>
              </a:rPr>
              <a:t> </a:t>
            </a:r>
            <a:r>
              <a:rPr lang="en-US" sz="2400" u="sng" dirty="0">
                <a:uFill>
                  <a:solidFill>
                    <a:srgbClr val="222222"/>
                  </a:solidFill>
                </a:uFill>
              </a:rPr>
              <a:t>any</a:t>
            </a:r>
            <a:r>
              <a:rPr lang="en-US" sz="2400" u="sng" spc="-33" dirty="0">
                <a:uFill>
                  <a:solidFill>
                    <a:srgbClr val="222222"/>
                  </a:solidFill>
                </a:uFill>
              </a:rPr>
              <a:t> </a:t>
            </a:r>
            <a:r>
              <a:rPr lang="en-US" sz="2400" u="sng" dirty="0">
                <a:uFill>
                  <a:solidFill>
                    <a:srgbClr val="222222"/>
                  </a:solidFill>
                </a:uFill>
              </a:rPr>
              <a:t>job</a:t>
            </a:r>
            <a:r>
              <a:rPr lang="en-US" sz="2400" spc="-27" dirty="0"/>
              <a:t> </a:t>
            </a:r>
            <a:r>
              <a:rPr lang="en-US" sz="2400" dirty="0"/>
              <a:t>in</a:t>
            </a:r>
            <a:r>
              <a:rPr lang="en-US" sz="2400" spc="-33" dirty="0"/>
              <a:t> </a:t>
            </a:r>
            <a:r>
              <a:rPr lang="en-US" sz="2400" dirty="0"/>
              <a:t>an</a:t>
            </a:r>
            <a:r>
              <a:rPr lang="en-US" sz="2400" spc="-33" dirty="0"/>
              <a:t> </a:t>
            </a:r>
            <a:r>
              <a:rPr lang="en-US" sz="2400" dirty="0"/>
              <a:t>area,</a:t>
            </a:r>
            <a:r>
              <a:rPr lang="en-US" sz="2400" spc="-27" dirty="0"/>
              <a:t> </a:t>
            </a:r>
            <a:r>
              <a:rPr lang="en-US" sz="2400" dirty="0"/>
              <a:t>it</a:t>
            </a:r>
            <a:r>
              <a:rPr lang="en-US" sz="2400" spc="-33" dirty="0"/>
              <a:t> </a:t>
            </a:r>
            <a:r>
              <a:rPr lang="en-US" sz="2400" dirty="0"/>
              <a:t>must</a:t>
            </a:r>
            <a:r>
              <a:rPr lang="en-US" sz="2400" spc="-33" dirty="0"/>
              <a:t> </a:t>
            </a:r>
            <a:r>
              <a:rPr lang="en-US" sz="2400" dirty="0"/>
              <a:t>be</a:t>
            </a:r>
            <a:r>
              <a:rPr lang="en-US" sz="2400" spc="-13" dirty="0"/>
              <a:t> </a:t>
            </a:r>
            <a:r>
              <a:rPr lang="en-US" sz="2400" u="sng" spc="-13" dirty="0">
                <a:uFill>
                  <a:solidFill>
                    <a:srgbClr val="222222"/>
                  </a:solidFill>
                </a:uFill>
              </a:rPr>
              <a:t>ensuring</a:t>
            </a:r>
            <a:r>
              <a:rPr lang="en-US" sz="2400" u="sng" spc="-33" dirty="0">
                <a:uFill>
                  <a:solidFill>
                    <a:srgbClr val="222222"/>
                  </a:solidFill>
                </a:uFill>
              </a:rPr>
              <a:t> </a:t>
            </a:r>
            <a:r>
              <a:rPr lang="en-US" sz="2400" u="sng" dirty="0">
                <a:uFill>
                  <a:solidFill>
                    <a:srgbClr val="222222"/>
                  </a:solidFill>
                </a:uFill>
              </a:rPr>
              <a:t>that</a:t>
            </a:r>
            <a:r>
              <a:rPr lang="en-US" sz="2400" u="sng" spc="-33" dirty="0">
                <a:uFill>
                  <a:solidFill>
                    <a:srgbClr val="222222"/>
                  </a:solidFill>
                </a:uFill>
              </a:rPr>
              <a:t> </a:t>
            </a:r>
            <a:r>
              <a:rPr lang="en-US" sz="2400" u="sng" dirty="0">
                <a:uFill>
                  <a:solidFill>
                    <a:srgbClr val="222222"/>
                  </a:solidFill>
                </a:uFill>
              </a:rPr>
              <a:t>it</a:t>
            </a:r>
            <a:r>
              <a:rPr lang="en-US" sz="2400" u="sng" spc="-27" dirty="0">
                <a:uFill>
                  <a:solidFill>
                    <a:srgbClr val="222222"/>
                  </a:solidFill>
                </a:uFill>
              </a:rPr>
              <a:t> </a:t>
            </a:r>
            <a:r>
              <a:rPr lang="en-US" sz="2400" u="sng" dirty="0">
                <a:uFill>
                  <a:solidFill>
                    <a:srgbClr val="222222"/>
                  </a:solidFill>
                </a:uFill>
              </a:rPr>
              <a:t>is</a:t>
            </a:r>
            <a:r>
              <a:rPr lang="en-US" sz="2400" u="sng" spc="-33" dirty="0">
                <a:uFill>
                  <a:solidFill>
                    <a:srgbClr val="222222"/>
                  </a:solidFill>
                </a:uFill>
              </a:rPr>
              <a:t> </a:t>
            </a:r>
            <a:r>
              <a:rPr lang="en-US" sz="2400" u="sng" dirty="0">
                <a:uFill>
                  <a:solidFill>
                    <a:srgbClr val="222222"/>
                  </a:solidFill>
                </a:uFill>
              </a:rPr>
              <a:t>safe</a:t>
            </a:r>
            <a:r>
              <a:rPr lang="en-US" sz="2400" u="sng" spc="-33" dirty="0">
                <a:uFill>
                  <a:solidFill>
                    <a:srgbClr val="222222"/>
                  </a:solidFill>
                </a:uFill>
              </a:rPr>
              <a:t> </a:t>
            </a:r>
            <a:r>
              <a:rPr lang="en-US" sz="2400" u="sng" dirty="0">
                <a:uFill>
                  <a:solidFill>
                    <a:srgbClr val="222222"/>
                  </a:solidFill>
                </a:uFill>
              </a:rPr>
              <a:t>to</a:t>
            </a:r>
            <a:r>
              <a:rPr lang="en-US" sz="2400" u="sng" spc="-27" dirty="0">
                <a:uFill>
                  <a:solidFill>
                    <a:srgbClr val="222222"/>
                  </a:solidFill>
                </a:uFill>
              </a:rPr>
              <a:t> </a:t>
            </a:r>
            <a:r>
              <a:rPr lang="en-US" sz="2400" u="sng" dirty="0">
                <a:uFill>
                  <a:solidFill>
                    <a:srgbClr val="222222"/>
                  </a:solidFill>
                </a:uFill>
              </a:rPr>
              <a:t>work</a:t>
            </a:r>
            <a:r>
              <a:rPr lang="en-US" sz="2400" spc="-27" dirty="0"/>
              <a:t> </a:t>
            </a:r>
            <a:r>
              <a:rPr lang="en-US" sz="2400" dirty="0"/>
              <a:t>in</a:t>
            </a:r>
            <a:r>
              <a:rPr lang="en-US" sz="2400" spc="-33" dirty="0"/>
              <a:t> </a:t>
            </a:r>
            <a:r>
              <a:rPr lang="en-US" sz="2400" dirty="0"/>
              <a:t>the</a:t>
            </a:r>
            <a:r>
              <a:rPr lang="en-US" sz="2400" spc="-27" dirty="0"/>
              <a:t> </a:t>
            </a:r>
            <a:r>
              <a:rPr lang="en-US" sz="2400" dirty="0"/>
              <a:t>environment</a:t>
            </a:r>
            <a:r>
              <a:rPr lang="en-US" sz="2400" spc="-33" dirty="0"/>
              <a:t> </a:t>
            </a:r>
            <a:r>
              <a:rPr lang="en-US" sz="2400" dirty="0"/>
              <a:t>as</a:t>
            </a:r>
            <a:r>
              <a:rPr lang="en-US" sz="2400" spc="-33" dirty="0"/>
              <a:t> </a:t>
            </a:r>
            <a:r>
              <a:rPr lang="en-US" sz="2400" dirty="0"/>
              <a:t>well</a:t>
            </a:r>
            <a:r>
              <a:rPr lang="en-US" sz="2400" spc="-27" dirty="0"/>
              <a:t> </a:t>
            </a:r>
            <a:r>
              <a:rPr lang="en-US" sz="2400" dirty="0"/>
              <a:t>as</a:t>
            </a:r>
            <a:r>
              <a:rPr lang="en-US" sz="2400" spc="-33" dirty="0"/>
              <a:t> </a:t>
            </a:r>
            <a:r>
              <a:rPr lang="en-US" sz="2400" dirty="0"/>
              <a:t>with</a:t>
            </a:r>
            <a:r>
              <a:rPr lang="en-US" sz="2400" spc="-33" dirty="0"/>
              <a:t> the </a:t>
            </a:r>
            <a:r>
              <a:rPr lang="en-US" sz="2400" spc="-13" dirty="0"/>
              <a:t>machinery,</a:t>
            </a:r>
            <a:r>
              <a:rPr lang="en-US" sz="2400" spc="-27" dirty="0"/>
              <a:t> </a:t>
            </a:r>
            <a:r>
              <a:rPr lang="en-US" sz="2400" spc="-13" dirty="0"/>
              <a:t>equipment</a:t>
            </a:r>
            <a:r>
              <a:rPr lang="en-US" sz="2400" spc="-20" dirty="0"/>
              <a:t> </a:t>
            </a:r>
            <a:r>
              <a:rPr lang="en-US" sz="2400" spc="-13" dirty="0"/>
              <a:t>involved.</a:t>
            </a:r>
            <a:r>
              <a:rPr lang="en-US" sz="2400" spc="-27" dirty="0"/>
              <a:t> </a:t>
            </a:r>
            <a:r>
              <a:rPr lang="en-US" sz="2400" dirty="0"/>
              <a:t>In</a:t>
            </a:r>
            <a:r>
              <a:rPr lang="en-US" sz="2400" spc="-20" dirty="0"/>
              <a:t> </a:t>
            </a:r>
            <a:r>
              <a:rPr lang="en-US" sz="2400" dirty="0"/>
              <a:t>order</a:t>
            </a:r>
            <a:r>
              <a:rPr lang="en-US" sz="2400" spc="-20" dirty="0"/>
              <a:t> </a:t>
            </a:r>
            <a:r>
              <a:rPr lang="en-US" sz="2400" dirty="0"/>
              <a:t>to</a:t>
            </a:r>
            <a:r>
              <a:rPr lang="en-US" sz="2400" spc="-27" dirty="0"/>
              <a:t> </a:t>
            </a:r>
            <a:r>
              <a:rPr lang="en-US" sz="2400" dirty="0"/>
              <a:t>ensure</a:t>
            </a:r>
            <a:r>
              <a:rPr lang="en-US" sz="2400" spc="-20" dirty="0"/>
              <a:t> </a:t>
            </a:r>
            <a:r>
              <a:rPr lang="en-US" sz="2400" dirty="0"/>
              <a:t>that</a:t>
            </a:r>
            <a:r>
              <a:rPr lang="en-US" sz="2400" spc="-27" dirty="0"/>
              <a:t> </a:t>
            </a:r>
            <a:r>
              <a:rPr lang="en-US" sz="2400" dirty="0"/>
              <a:t>no</a:t>
            </a:r>
            <a:r>
              <a:rPr lang="en-US" sz="2400" spc="-20" dirty="0"/>
              <a:t> </a:t>
            </a:r>
            <a:r>
              <a:rPr lang="en-US" sz="2400" dirty="0"/>
              <a:t>work</a:t>
            </a:r>
            <a:r>
              <a:rPr lang="en-US" sz="2400" spc="-20" dirty="0"/>
              <a:t> </a:t>
            </a:r>
            <a:r>
              <a:rPr lang="en-US" sz="2400" dirty="0"/>
              <a:t>has</a:t>
            </a:r>
            <a:r>
              <a:rPr lang="en-US" sz="2400" spc="-27" dirty="0"/>
              <a:t> </a:t>
            </a:r>
            <a:r>
              <a:rPr lang="en-US" sz="2400" dirty="0"/>
              <a:t>to</a:t>
            </a:r>
            <a:r>
              <a:rPr lang="en-US" sz="2400" spc="-20" dirty="0"/>
              <a:t> </a:t>
            </a:r>
            <a:r>
              <a:rPr lang="en-US" sz="2400" dirty="0"/>
              <a:t>start</a:t>
            </a:r>
            <a:r>
              <a:rPr lang="en-US" sz="2400" spc="-20" dirty="0"/>
              <a:t> </a:t>
            </a:r>
            <a:r>
              <a:rPr lang="en-US" sz="2400" dirty="0"/>
              <a:t>before</a:t>
            </a:r>
            <a:r>
              <a:rPr lang="en-US" sz="2400" spc="-27" dirty="0"/>
              <a:t> </a:t>
            </a:r>
            <a:r>
              <a:rPr lang="en-US" sz="2400" spc="-13" dirty="0"/>
              <a:t>ascertaining</a:t>
            </a:r>
            <a:r>
              <a:rPr lang="en-US" sz="2400" spc="-20" dirty="0"/>
              <a:t> </a:t>
            </a:r>
            <a:r>
              <a:rPr lang="en-US" sz="2400" dirty="0"/>
              <a:t>the</a:t>
            </a:r>
            <a:r>
              <a:rPr lang="en-US" sz="2400" spc="-27" dirty="0"/>
              <a:t> safe</a:t>
            </a:r>
            <a:r>
              <a:rPr lang="en-US" sz="2400" spc="667" dirty="0"/>
              <a:t> </a:t>
            </a:r>
            <a:r>
              <a:rPr lang="en-US" sz="2400" spc="-13" dirty="0"/>
              <a:t>conditions,</a:t>
            </a:r>
            <a:r>
              <a:rPr lang="en-US" sz="2400" spc="-33" dirty="0"/>
              <a:t> </a:t>
            </a:r>
            <a:r>
              <a:rPr lang="en-US" sz="2400" dirty="0"/>
              <a:t>work</a:t>
            </a:r>
            <a:r>
              <a:rPr lang="en-US" sz="2400" spc="-27" dirty="0"/>
              <a:t> </a:t>
            </a:r>
            <a:r>
              <a:rPr lang="en-US" sz="2400" dirty="0"/>
              <a:t>permit</a:t>
            </a:r>
            <a:r>
              <a:rPr lang="en-US" sz="2400" spc="-27" dirty="0"/>
              <a:t> </a:t>
            </a:r>
            <a:r>
              <a:rPr lang="en-US" sz="2400" dirty="0"/>
              <a:t>system</a:t>
            </a:r>
            <a:r>
              <a:rPr lang="en-US" sz="2400" spc="-27" dirty="0"/>
              <a:t> </a:t>
            </a:r>
            <a:r>
              <a:rPr lang="en-US" sz="2400" dirty="0"/>
              <a:t>is</a:t>
            </a:r>
            <a:r>
              <a:rPr lang="en-US" sz="2400" spc="-27" dirty="0"/>
              <a:t> </a:t>
            </a:r>
            <a:r>
              <a:rPr lang="en-US" sz="2400" dirty="0"/>
              <a:t>being</a:t>
            </a:r>
            <a:r>
              <a:rPr lang="en-US" sz="2400" spc="-33" dirty="0"/>
              <a:t> </a:t>
            </a:r>
            <a:r>
              <a:rPr lang="en-US" sz="2400" spc="-13" dirty="0"/>
              <a:t>followed.</a:t>
            </a:r>
            <a:endParaRPr lang="en-US" sz="2400" dirty="0"/>
          </a:p>
          <a:p>
            <a:pPr marL="433482" marR="25399" indent="-228600" algn="just">
              <a:lnSpc>
                <a:spcPct val="90000"/>
              </a:lnSpc>
              <a:buFont typeface="Arial" panose="020B0604020202020204" pitchFamily="34" charset="0"/>
              <a:buChar char="•"/>
              <a:tabLst>
                <a:tab pos="433482" algn="l"/>
              </a:tabLst>
            </a:pPr>
            <a:r>
              <a:rPr lang="en-US" sz="2400" dirty="0"/>
              <a:t>The</a:t>
            </a:r>
            <a:r>
              <a:rPr lang="en-US" sz="2400" spc="-33" dirty="0"/>
              <a:t> </a:t>
            </a:r>
            <a:r>
              <a:rPr lang="en-US" sz="2400" dirty="0"/>
              <a:t>work</a:t>
            </a:r>
            <a:r>
              <a:rPr lang="en-US" sz="2400" spc="-33" dirty="0"/>
              <a:t> </a:t>
            </a:r>
            <a:r>
              <a:rPr lang="en-US" sz="2400" dirty="0"/>
              <a:t>permit</a:t>
            </a:r>
            <a:r>
              <a:rPr lang="en-US" sz="2400" spc="-27" dirty="0"/>
              <a:t> </a:t>
            </a:r>
            <a:r>
              <a:rPr lang="en-US" sz="2400" u="sng" dirty="0">
                <a:uFill>
                  <a:solidFill>
                    <a:srgbClr val="222222"/>
                  </a:solidFill>
                </a:uFill>
              </a:rPr>
              <a:t>specifies</a:t>
            </a:r>
            <a:r>
              <a:rPr lang="en-US" sz="2400" u="sng" spc="-33" dirty="0">
                <a:uFill>
                  <a:solidFill>
                    <a:srgbClr val="222222"/>
                  </a:solidFill>
                </a:uFill>
              </a:rPr>
              <a:t> </a:t>
            </a:r>
            <a:r>
              <a:rPr lang="en-US" sz="2400" u="sng" dirty="0">
                <a:uFill>
                  <a:solidFill>
                    <a:srgbClr val="222222"/>
                  </a:solidFill>
                </a:uFill>
              </a:rPr>
              <a:t>the</a:t>
            </a:r>
            <a:r>
              <a:rPr lang="en-US" sz="2400" u="sng" spc="-33" dirty="0">
                <a:uFill>
                  <a:solidFill>
                    <a:srgbClr val="222222"/>
                  </a:solidFill>
                </a:uFill>
              </a:rPr>
              <a:t> </a:t>
            </a:r>
            <a:r>
              <a:rPr lang="en-US" sz="2400" u="sng" dirty="0">
                <a:uFill>
                  <a:solidFill>
                    <a:srgbClr val="222222"/>
                  </a:solidFill>
                </a:uFill>
              </a:rPr>
              <a:t>conditions</a:t>
            </a:r>
            <a:r>
              <a:rPr lang="en-US" sz="2400" u="sng" spc="-27" dirty="0">
                <a:uFill>
                  <a:solidFill>
                    <a:srgbClr val="222222"/>
                  </a:solidFill>
                </a:uFill>
              </a:rPr>
              <a:t> </a:t>
            </a:r>
            <a:r>
              <a:rPr lang="en-US" sz="2400" u="sng" dirty="0">
                <a:uFill>
                  <a:solidFill>
                    <a:srgbClr val="222222"/>
                  </a:solidFill>
                </a:uFill>
              </a:rPr>
              <a:t>and</a:t>
            </a:r>
            <a:r>
              <a:rPr lang="en-US" sz="2400" u="sng" spc="-33" dirty="0">
                <a:uFill>
                  <a:solidFill>
                    <a:srgbClr val="222222"/>
                  </a:solidFill>
                </a:uFill>
              </a:rPr>
              <a:t> </a:t>
            </a:r>
            <a:r>
              <a:rPr lang="en-US" sz="2400" u="sng" dirty="0">
                <a:uFill>
                  <a:solidFill>
                    <a:srgbClr val="222222"/>
                  </a:solidFill>
                </a:uFill>
              </a:rPr>
              <a:t>procedures</a:t>
            </a:r>
            <a:r>
              <a:rPr lang="en-US" sz="2400" u="sng" spc="-33" dirty="0">
                <a:uFill>
                  <a:solidFill>
                    <a:srgbClr val="222222"/>
                  </a:solidFill>
                </a:uFill>
              </a:rPr>
              <a:t> </a:t>
            </a:r>
            <a:r>
              <a:rPr lang="en-US" sz="2400" u="sng" dirty="0">
                <a:uFill>
                  <a:solidFill>
                    <a:srgbClr val="222222"/>
                  </a:solidFill>
                </a:uFill>
              </a:rPr>
              <a:t>for</a:t>
            </a:r>
            <a:r>
              <a:rPr lang="en-US" sz="2400" u="sng" spc="-33" dirty="0">
                <a:uFill>
                  <a:solidFill>
                    <a:srgbClr val="222222"/>
                  </a:solidFill>
                </a:uFill>
              </a:rPr>
              <a:t> </a:t>
            </a:r>
            <a:r>
              <a:rPr lang="en-US" sz="2400" u="sng" dirty="0">
                <a:uFill>
                  <a:solidFill>
                    <a:srgbClr val="222222"/>
                  </a:solidFill>
                </a:uFill>
              </a:rPr>
              <a:t>safe</a:t>
            </a:r>
            <a:r>
              <a:rPr lang="en-US" sz="2400" u="sng" spc="-33" dirty="0">
                <a:uFill>
                  <a:solidFill>
                    <a:srgbClr val="222222"/>
                  </a:solidFill>
                </a:uFill>
              </a:rPr>
              <a:t> </a:t>
            </a:r>
            <a:r>
              <a:rPr lang="en-US" sz="2400" u="sng" spc="-13" dirty="0">
                <a:uFill>
                  <a:solidFill>
                    <a:srgbClr val="222222"/>
                  </a:solidFill>
                </a:uFill>
              </a:rPr>
              <a:t>execution</a:t>
            </a:r>
            <a:r>
              <a:rPr lang="en-US" sz="2400" u="sng" spc="-33" dirty="0">
                <a:uFill>
                  <a:solidFill>
                    <a:srgbClr val="222222"/>
                  </a:solidFill>
                </a:uFill>
              </a:rPr>
              <a:t> </a:t>
            </a:r>
            <a:r>
              <a:rPr lang="en-US" sz="2400" u="sng" dirty="0">
                <a:uFill>
                  <a:solidFill>
                    <a:srgbClr val="222222"/>
                  </a:solidFill>
                </a:uFill>
              </a:rPr>
              <a:t>of</a:t>
            </a:r>
            <a:r>
              <a:rPr lang="en-US" sz="2400" u="sng" spc="-27" dirty="0">
                <a:uFill>
                  <a:solidFill>
                    <a:srgbClr val="222222"/>
                  </a:solidFill>
                </a:uFill>
              </a:rPr>
              <a:t> </a:t>
            </a:r>
            <a:r>
              <a:rPr lang="en-US" sz="2400" u="sng" dirty="0">
                <a:uFill>
                  <a:solidFill>
                    <a:srgbClr val="222222"/>
                  </a:solidFill>
                </a:uFill>
              </a:rPr>
              <a:t>the</a:t>
            </a:r>
            <a:r>
              <a:rPr lang="en-US" sz="2400" u="sng" spc="-33" dirty="0">
                <a:uFill>
                  <a:solidFill>
                    <a:srgbClr val="222222"/>
                  </a:solidFill>
                </a:uFill>
              </a:rPr>
              <a:t> </a:t>
            </a:r>
            <a:r>
              <a:rPr lang="en-US" sz="2400" u="sng" dirty="0">
                <a:uFill>
                  <a:solidFill>
                    <a:srgbClr val="222222"/>
                  </a:solidFill>
                </a:uFill>
              </a:rPr>
              <a:t>work</a:t>
            </a:r>
            <a:r>
              <a:rPr lang="en-US" sz="2400" spc="-47" dirty="0"/>
              <a:t> </a:t>
            </a:r>
            <a:r>
              <a:rPr lang="en-US" sz="2400" dirty="0"/>
              <a:t>and</a:t>
            </a:r>
            <a:r>
              <a:rPr lang="en-US" sz="2400" spc="-33" dirty="0"/>
              <a:t> </a:t>
            </a:r>
            <a:r>
              <a:rPr lang="en-US" sz="2400" dirty="0"/>
              <a:t>allows</a:t>
            </a:r>
            <a:r>
              <a:rPr lang="en-US" sz="2400" spc="-33" dirty="0"/>
              <a:t> </a:t>
            </a:r>
            <a:r>
              <a:rPr lang="en-US" sz="2400" dirty="0"/>
              <a:t>the</a:t>
            </a:r>
            <a:r>
              <a:rPr lang="en-US" sz="2400" spc="-27" dirty="0"/>
              <a:t> </a:t>
            </a:r>
            <a:r>
              <a:rPr lang="en-US" sz="2400" dirty="0"/>
              <a:t>work</a:t>
            </a:r>
            <a:r>
              <a:rPr lang="en-US" sz="2400" spc="-33" dirty="0"/>
              <a:t> </a:t>
            </a:r>
            <a:r>
              <a:rPr lang="en-US" sz="2400" dirty="0"/>
              <a:t>to</a:t>
            </a:r>
            <a:r>
              <a:rPr lang="en-US" sz="2400" spc="-33" dirty="0"/>
              <a:t> be </a:t>
            </a:r>
            <a:r>
              <a:rPr lang="en-US" sz="2400" dirty="0"/>
              <a:t>carried</a:t>
            </a:r>
            <a:r>
              <a:rPr lang="en-US" sz="2400" spc="-33" dirty="0"/>
              <a:t> </a:t>
            </a:r>
            <a:r>
              <a:rPr lang="en-US" sz="2400" dirty="0"/>
              <a:t>out</a:t>
            </a:r>
            <a:r>
              <a:rPr lang="en-US" sz="2400" spc="-33" dirty="0"/>
              <a:t> </a:t>
            </a:r>
            <a:r>
              <a:rPr lang="en-US" sz="2400" dirty="0"/>
              <a:t>under</a:t>
            </a:r>
            <a:r>
              <a:rPr lang="en-US" sz="2400" spc="-27" dirty="0"/>
              <a:t> </a:t>
            </a:r>
            <a:r>
              <a:rPr lang="en-US" sz="2400" u="sng" spc="-13" dirty="0">
                <a:uFill>
                  <a:solidFill>
                    <a:srgbClr val="222222"/>
                  </a:solidFill>
                </a:uFill>
              </a:rPr>
              <a:t>controlled</a:t>
            </a:r>
            <a:r>
              <a:rPr lang="en-US" sz="2400" u="sng" spc="-27" dirty="0">
                <a:uFill>
                  <a:solidFill>
                    <a:srgbClr val="222222"/>
                  </a:solidFill>
                </a:uFill>
              </a:rPr>
              <a:t> </a:t>
            </a:r>
            <a:r>
              <a:rPr lang="en-US" sz="2400" u="sng" dirty="0">
                <a:uFill>
                  <a:solidFill>
                    <a:srgbClr val="222222"/>
                  </a:solidFill>
                </a:uFill>
              </a:rPr>
              <a:t>risk</a:t>
            </a:r>
            <a:r>
              <a:rPr lang="en-US" sz="2400" u="sng" spc="-27" dirty="0">
                <a:uFill>
                  <a:solidFill>
                    <a:srgbClr val="222222"/>
                  </a:solidFill>
                </a:uFill>
              </a:rPr>
              <a:t> </a:t>
            </a:r>
            <a:r>
              <a:rPr lang="en-US" sz="2400" u="sng" spc="-13" dirty="0">
                <a:uFill>
                  <a:solidFill>
                    <a:srgbClr val="222222"/>
                  </a:solidFill>
                </a:uFill>
              </a:rPr>
              <a:t>conditions</a:t>
            </a:r>
            <a:r>
              <a:rPr lang="en-US" sz="2400" spc="-13" dirty="0"/>
              <a:t>.</a:t>
            </a:r>
            <a:endParaRPr lang="en-US"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B5B46F1-7632-2E38-3286-664AAF3ADB23}"/>
              </a:ext>
            </a:extLst>
          </p:cNvPr>
          <p:cNvSpPr txBox="1"/>
          <p:nvPr/>
        </p:nvSpPr>
        <p:spPr>
          <a:xfrm>
            <a:off x="3854692" y="85964"/>
            <a:ext cx="8337307" cy="669348"/>
          </a:xfrm>
          <a:prstGeom prst="rect">
            <a:avLst/>
          </a:prstGeom>
        </p:spPr>
        <p:txBody>
          <a:bodyPr vert="horz" lIns="91440" tIns="45720" rIns="91440" bIns="45720" rtlCol="0" anchor="ctr">
            <a:normAutofit lnSpcReduction="10000"/>
          </a:bodyPr>
          <a:lstStyle/>
          <a:p>
            <a:pPr marL="16933">
              <a:lnSpc>
                <a:spcPct val="90000"/>
              </a:lnSpc>
              <a:spcBef>
                <a:spcPct val="0"/>
              </a:spcBef>
              <a:spcAft>
                <a:spcPts val="600"/>
              </a:spcAft>
            </a:pPr>
            <a:r>
              <a:rPr lang="en-US" sz="4400" b="1" dirty="0">
                <a:latin typeface="+mj-lt"/>
                <a:ea typeface="+mj-ea"/>
                <a:cs typeface="+mj-cs"/>
              </a:rPr>
              <a:t>Objectives</a:t>
            </a:r>
            <a:r>
              <a:rPr lang="en-US" sz="4400" b="1" spc="-40" dirty="0">
                <a:latin typeface="+mj-lt"/>
                <a:ea typeface="+mj-ea"/>
                <a:cs typeface="+mj-cs"/>
              </a:rPr>
              <a:t> </a:t>
            </a:r>
            <a:r>
              <a:rPr lang="en-US" sz="4400" b="1" dirty="0">
                <a:latin typeface="+mj-lt"/>
                <a:ea typeface="+mj-ea"/>
                <a:cs typeface="+mj-cs"/>
              </a:rPr>
              <a:t>of</a:t>
            </a:r>
            <a:r>
              <a:rPr lang="en-US" sz="4400" b="1" spc="-40" dirty="0">
                <a:latin typeface="+mj-lt"/>
                <a:ea typeface="+mj-ea"/>
                <a:cs typeface="+mj-cs"/>
              </a:rPr>
              <a:t> </a:t>
            </a:r>
            <a:r>
              <a:rPr lang="en-US" sz="4400" b="1" dirty="0">
                <a:latin typeface="+mj-lt"/>
                <a:ea typeface="+mj-ea"/>
                <a:cs typeface="+mj-cs"/>
              </a:rPr>
              <a:t>Work</a:t>
            </a:r>
            <a:r>
              <a:rPr lang="en-US" sz="4400" b="1" spc="-40" dirty="0">
                <a:latin typeface="+mj-lt"/>
                <a:ea typeface="+mj-ea"/>
                <a:cs typeface="+mj-cs"/>
              </a:rPr>
              <a:t> </a:t>
            </a:r>
            <a:r>
              <a:rPr lang="en-US" sz="4400" b="1" dirty="0">
                <a:latin typeface="+mj-lt"/>
                <a:ea typeface="+mj-ea"/>
                <a:cs typeface="+mj-cs"/>
              </a:rPr>
              <a:t>Permit</a:t>
            </a:r>
            <a:r>
              <a:rPr lang="en-US" sz="4400" b="1" spc="-40" dirty="0">
                <a:latin typeface="+mj-lt"/>
                <a:ea typeface="+mj-ea"/>
                <a:cs typeface="+mj-cs"/>
              </a:rPr>
              <a:t> </a:t>
            </a:r>
            <a:r>
              <a:rPr lang="en-US" sz="4400" b="1" spc="-13" dirty="0">
                <a:latin typeface="+mj-lt"/>
                <a:ea typeface="+mj-ea"/>
                <a:cs typeface="+mj-cs"/>
              </a:rPr>
              <a:t>System</a:t>
            </a:r>
            <a:endParaRPr lang="en-US" sz="4400" dirty="0">
              <a:latin typeface="+mj-lt"/>
              <a:ea typeface="+mj-ea"/>
              <a:cs typeface="+mj-cs"/>
            </a:endParaRPr>
          </a:p>
        </p:txBody>
      </p:sp>
      <p:pic>
        <p:nvPicPr>
          <p:cNvPr id="6" name="Picture 5" descr="Different coloured organisers">
            <a:extLst>
              <a:ext uri="{FF2B5EF4-FFF2-40B4-BE49-F238E27FC236}">
                <a16:creationId xmlns:a16="http://schemas.microsoft.com/office/drawing/2014/main" id="{2BC7C510-84A1-9F32-BE09-E783D30B3292}"/>
              </a:ext>
            </a:extLst>
          </p:cNvPr>
          <p:cNvPicPr>
            <a:picLocks noChangeAspect="1"/>
          </p:cNvPicPr>
          <p:nvPr/>
        </p:nvPicPr>
        <p:blipFill>
          <a:blip r:embed="rId2"/>
          <a:srcRect l="33491" r="33385"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23" name="object 2"/>
          <p:cNvSpPr txBox="1"/>
          <p:nvPr/>
        </p:nvSpPr>
        <p:spPr>
          <a:xfrm>
            <a:off x="3105183" y="305607"/>
            <a:ext cx="8430719" cy="5769291"/>
          </a:xfrm>
          <a:prstGeom prst="rect">
            <a:avLst/>
          </a:prstGeom>
        </p:spPr>
        <p:txBody>
          <a:bodyPr vert="horz" lIns="91440" tIns="45720" rIns="91440" bIns="45720" rtlCol="0" anchor="t">
            <a:noAutofit/>
          </a:bodyPr>
          <a:lstStyle/>
          <a:p>
            <a:pPr indent="-228600">
              <a:lnSpc>
                <a:spcPct val="90000"/>
              </a:lnSpc>
              <a:spcBef>
                <a:spcPts val="545"/>
              </a:spcBef>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buFont typeface="Arial" panose="020B0604020202020204" pitchFamily="34" charset="0"/>
              <a:buChar char="•"/>
              <a:tabLst>
                <a:tab pos="1082860" algn="l"/>
              </a:tabLst>
            </a:pPr>
            <a:r>
              <a:rPr lang="en-US" sz="2400" b="1" dirty="0">
                <a:solidFill>
                  <a:schemeClr val="accent4">
                    <a:lumMod val="75000"/>
                  </a:schemeClr>
                </a:solidFill>
              </a:rPr>
              <a:t>Give</a:t>
            </a:r>
            <a:r>
              <a:rPr lang="en-US" sz="2400" b="1" spc="-27" dirty="0">
                <a:solidFill>
                  <a:schemeClr val="accent4">
                    <a:lumMod val="75000"/>
                  </a:schemeClr>
                </a:solidFill>
              </a:rPr>
              <a:t> </a:t>
            </a:r>
            <a:r>
              <a:rPr lang="en-US" sz="2400" b="1" u="sng" dirty="0">
                <a:solidFill>
                  <a:schemeClr val="accent4">
                    <a:lumMod val="75000"/>
                  </a:schemeClr>
                </a:solidFill>
                <a:uFill>
                  <a:solidFill>
                    <a:srgbClr val="222222"/>
                  </a:solidFill>
                </a:uFill>
              </a:rPr>
              <a:t>written</a:t>
            </a:r>
            <a:r>
              <a:rPr lang="en-US" sz="2400" b="1" u="sng" spc="-27" dirty="0">
                <a:solidFill>
                  <a:schemeClr val="accent4">
                    <a:lumMod val="75000"/>
                  </a:schemeClr>
                </a:solidFill>
                <a:uFill>
                  <a:solidFill>
                    <a:srgbClr val="222222"/>
                  </a:solidFill>
                </a:uFill>
              </a:rPr>
              <a:t> </a:t>
            </a:r>
            <a:r>
              <a:rPr lang="en-US" sz="2400" b="1" u="sng" spc="-13" dirty="0">
                <a:solidFill>
                  <a:schemeClr val="accent4">
                    <a:lumMod val="75000"/>
                  </a:schemeClr>
                </a:solidFill>
                <a:uFill>
                  <a:solidFill>
                    <a:srgbClr val="222222"/>
                  </a:solidFill>
                </a:uFill>
              </a:rPr>
              <a:t>permission</a:t>
            </a:r>
            <a:r>
              <a:rPr lang="en-US" sz="2400" b="1" spc="-20" dirty="0">
                <a:solidFill>
                  <a:schemeClr val="accent4">
                    <a:lumMod val="75000"/>
                  </a:schemeClr>
                </a:solidFill>
              </a:rPr>
              <a:t> </a:t>
            </a:r>
            <a:r>
              <a:rPr lang="en-US" sz="2400" b="1" dirty="0">
                <a:solidFill>
                  <a:schemeClr val="accent4">
                    <a:lumMod val="75000"/>
                  </a:schemeClr>
                </a:solidFill>
              </a:rPr>
              <a:t>to</a:t>
            </a:r>
            <a:r>
              <a:rPr lang="en-US" sz="2400" b="1" spc="-27" dirty="0">
                <a:solidFill>
                  <a:schemeClr val="accent4">
                    <a:lumMod val="75000"/>
                  </a:schemeClr>
                </a:solidFill>
              </a:rPr>
              <a:t> </a:t>
            </a:r>
            <a:r>
              <a:rPr lang="en-US" sz="2400" b="1" dirty="0">
                <a:solidFill>
                  <a:schemeClr val="accent4">
                    <a:lumMod val="75000"/>
                  </a:schemeClr>
                </a:solidFill>
              </a:rPr>
              <a:t>carry</a:t>
            </a:r>
            <a:r>
              <a:rPr lang="en-US" sz="2400" b="1" spc="-27" dirty="0">
                <a:solidFill>
                  <a:schemeClr val="accent4">
                    <a:lumMod val="75000"/>
                  </a:schemeClr>
                </a:solidFill>
              </a:rPr>
              <a:t> </a:t>
            </a:r>
            <a:r>
              <a:rPr lang="en-US" sz="2400" b="1" dirty="0">
                <a:solidFill>
                  <a:schemeClr val="accent4">
                    <a:lumMod val="75000"/>
                  </a:schemeClr>
                </a:solidFill>
              </a:rPr>
              <a:t>out</a:t>
            </a:r>
            <a:r>
              <a:rPr lang="en-US" sz="2400" b="1" spc="-20" dirty="0">
                <a:solidFill>
                  <a:schemeClr val="accent4">
                    <a:lumMod val="75000"/>
                  </a:schemeClr>
                </a:solidFill>
              </a:rPr>
              <a:t> </a:t>
            </a:r>
            <a:r>
              <a:rPr lang="en-US" sz="2400" b="1" dirty="0">
                <a:solidFill>
                  <a:schemeClr val="accent4">
                    <a:lumMod val="75000"/>
                  </a:schemeClr>
                </a:solidFill>
              </a:rPr>
              <a:t>a</a:t>
            </a:r>
            <a:r>
              <a:rPr lang="en-US" sz="2400" b="1" spc="-27" dirty="0">
                <a:solidFill>
                  <a:schemeClr val="accent4">
                    <a:lumMod val="75000"/>
                  </a:schemeClr>
                </a:solidFill>
              </a:rPr>
              <a:t> task</a:t>
            </a:r>
            <a:endParaRPr lang="en-US" sz="2400" b="1" dirty="0">
              <a:solidFill>
                <a:schemeClr val="accent4">
                  <a:lumMod val="75000"/>
                </a:schemeClr>
              </a:solidFill>
            </a:endParaRPr>
          </a:p>
          <a:p>
            <a:pPr indent="-228600">
              <a:lnSpc>
                <a:spcPct val="90000"/>
              </a:lnSpc>
              <a:spcBef>
                <a:spcPts val="73"/>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spcBef>
                <a:spcPts val="7"/>
              </a:spcBef>
              <a:buFont typeface="Arial" panose="020B0604020202020204" pitchFamily="34" charset="0"/>
              <a:buChar char="•"/>
              <a:tabLst>
                <a:tab pos="1082860" algn="l"/>
              </a:tabLst>
            </a:pPr>
            <a:r>
              <a:rPr lang="en-US" sz="2400" b="1" dirty="0">
                <a:solidFill>
                  <a:schemeClr val="accent4">
                    <a:lumMod val="75000"/>
                  </a:schemeClr>
                </a:solidFill>
              </a:rPr>
              <a:t>Ensure</a:t>
            </a:r>
            <a:r>
              <a:rPr lang="en-US" sz="2400" b="1" spc="-33" dirty="0">
                <a:solidFill>
                  <a:schemeClr val="accent4">
                    <a:lumMod val="75000"/>
                  </a:schemeClr>
                </a:solidFill>
              </a:rPr>
              <a:t> </a:t>
            </a:r>
            <a:r>
              <a:rPr lang="en-US" sz="2400" b="1" u="sng" dirty="0">
                <a:solidFill>
                  <a:schemeClr val="accent4">
                    <a:lumMod val="75000"/>
                  </a:schemeClr>
                </a:solidFill>
                <a:uFill>
                  <a:solidFill>
                    <a:srgbClr val="222222"/>
                  </a:solidFill>
                </a:uFill>
              </a:rPr>
              <a:t>every</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aspect</a:t>
            </a:r>
            <a:r>
              <a:rPr lang="en-US" sz="2400" b="1" spc="-27" dirty="0">
                <a:solidFill>
                  <a:schemeClr val="accent4">
                    <a:lumMod val="75000"/>
                  </a:schemeClr>
                </a:solidFill>
              </a:rPr>
              <a:t> </a:t>
            </a:r>
            <a:r>
              <a:rPr lang="en-US" sz="2400" b="1" dirty="0">
                <a:solidFill>
                  <a:schemeClr val="accent4">
                    <a:lumMod val="75000"/>
                  </a:schemeClr>
                </a:solidFill>
              </a:rPr>
              <a:t>of</a:t>
            </a:r>
            <a:r>
              <a:rPr lang="en-US" sz="2400" b="1" spc="-27" dirty="0">
                <a:solidFill>
                  <a:schemeClr val="accent4">
                    <a:lumMod val="75000"/>
                  </a:schemeClr>
                </a:solidFill>
              </a:rPr>
              <a:t> </a:t>
            </a:r>
            <a:r>
              <a:rPr lang="en-US" sz="2400" b="1" dirty="0">
                <a:solidFill>
                  <a:schemeClr val="accent4">
                    <a:lumMod val="75000"/>
                  </a:schemeClr>
                </a:solidFill>
              </a:rPr>
              <a:t>the</a:t>
            </a:r>
            <a:r>
              <a:rPr lang="en-US" sz="2400" b="1" spc="-33" dirty="0">
                <a:solidFill>
                  <a:schemeClr val="accent4">
                    <a:lumMod val="75000"/>
                  </a:schemeClr>
                </a:solidFill>
              </a:rPr>
              <a:t> </a:t>
            </a:r>
            <a:r>
              <a:rPr lang="en-US" sz="2400" b="1" dirty="0">
                <a:solidFill>
                  <a:schemeClr val="accent4">
                    <a:lumMod val="75000"/>
                  </a:schemeClr>
                </a:solidFill>
              </a:rPr>
              <a:t>work</a:t>
            </a:r>
            <a:r>
              <a:rPr lang="en-US" sz="2400" b="1" spc="-33" dirty="0">
                <a:solidFill>
                  <a:schemeClr val="accent4">
                    <a:lumMod val="75000"/>
                  </a:schemeClr>
                </a:solidFill>
              </a:rPr>
              <a:t> </a:t>
            </a:r>
            <a:r>
              <a:rPr lang="en-US" sz="2400" b="1" dirty="0">
                <a:solidFill>
                  <a:schemeClr val="accent4">
                    <a:lumMod val="75000"/>
                  </a:schemeClr>
                </a:solidFill>
              </a:rPr>
              <a:t>is</a:t>
            </a:r>
            <a:r>
              <a:rPr lang="en-US" sz="2400" b="1" spc="-27" dirty="0">
                <a:solidFill>
                  <a:schemeClr val="accent4">
                    <a:lumMod val="75000"/>
                  </a:schemeClr>
                </a:solidFill>
              </a:rPr>
              <a:t> </a:t>
            </a:r>
            <a:r>
              <a:rPr lang="en-US" sz="2400" b="1" u="sng" spc="-13" dirty="0">
                <a:solidFill>
                  <a:schemeClr val="accent4">
                    <a:lumMod val="75000"/>
                  </a:schemeClr>
                </a:solidFill>
                <a:uFill>
                  <a:solidFill>
                    <a:srgbClr val="222222"/>
                  </a:solidFill>
                </a:uFill>
              </a:rPr>
              <a:t>planned</a:t>
            </a:r>
            <a:endParaRPr lang="en-US" sz="2400" b="1" dirty="0">
              <a:solidFill>
                <a:schemeClr val="accent4">
                  <a:lumMod val="75000"/>
                </a:schemeClr>
              </a:solidFill>
            </a:endParaRPr>
          </a:p>
          <a:p>
            <a:pPr indent="-228600">
              <a:lnSpc>
                <a:spcPct val="90000"/>
              </a:lnSpc>
              <a:spcBef>
                <a:spcPts val="67"/>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spcBef>
                <a:spcPts val="7"/>
              </a:spcBef>
              <a:buFont typeface="Arial" panose="020B0604020202020204" pitchFamily="34" charset="0"/>
              <a:buChar char="•"/>
              <a:tabLst>
                <a:tab pos="1082860" algn="l"/>
              </a:tabLst>
            </a:pPr>
            <a:r>
              <a:rPr lang="en-US" sz="2400" b="1" dirty="0">
                <a:solidFill>
                  <a:schemeClr val="accent4">
                    <a:lumMod val="75000"/>
                  </a:schemeClr>
                </a:solidFill>
              </a:rPr>
              <a:t>Make</a:t>
            </a:r>
            <a:r>
              <a:rPr lang="en-US" sz="2400" b="1" spc="-27" dirty="0">
                <a:solidFill>
                  <a:schemeClr val="accent4">
                    <a:lumMod val="75000"/>
                  </a:schemeClr>
                </a:solidFill>
              </a:rPr>
              <a:t> </a:t>
            </a:r>
            <a:r>
              <a:rPr lang="en-US" sz="2400" b="1" dirty="0">
                <a:solidFill>
                  <a:schemeClr val="accent4">
                    <a:lumMod val="75000"/>
                  </a:schemeClr>
                </a:solidFill>
              </a:rPr>
              <a:t>sure</a:t>
            </a:r>
            <a:r>
              <a:rPr lang="en-US" sz="2400" b="1" spc="-27" dirty="0">
                <a:solidFill>
                  <a:schemeClr val="accent4">
                    <a:lumMod val="75000"/>
                  </a:schemeClr>
                </a:solidFill>
              </a:rPr>
              <a:t> </a:t>
            </a:r>
            <a:r>
              <a:rPr lang="en-US" sz="2400" b="1" u="sng" dirty="0">
                <a:solidFill>
                  <a:schemeClr val="accent4">
                    <a:lumMod val="75000"/>
                  </a:schemeClr>
                </a:solidFill>
                <a:uFill>
                  <a:solidFill>
                    <a:srgbClr val="222222"/>
                  </a:solidFill>
                </a:uFill>
              </a:rPr>
              <a:t>every</a:t>
            </a:r>
            <a:r>
              <a:rPr lang="en-US" sz="2400" b="1" u="sng" spc="-20"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aspect</a:t>
            </a:r>
            <a:r>
              <a:rPr lang="en-US" sz="2400" b="1" spc="-20" dirty="0">
                <a:solidFill>
                  <a:schemeClr val="accent4">
                    <a:lumMod val="75000"/>
                  </a:schemeClr>
                </a:solidFill>
              </a:rPr>
              <a:t> </a:t>
            </a:r>
            <a:r>
              <a:rPr lang="en-US" sz="2400" b="1" dirty="0">
                <a:solidFill>
                  <a:schemeClr val="accent4">
                    <a:lumMod val="75000"/>
                  </a:schemeClr>
                </a:solidFill>
              </a:rPr>
              <a:t>of</a:t>
            </a:r>
            <a:r>
              <a:rPr lang="en-US" sz="2400" b="1" spc="-20" dirty="0">
                <a:solidFill>
                  <a:schemeClr val="accent4">
                    <a:lumMod val="75000"/>
                  </a:schemeClr>
                </a:solidFill>
              </a:rPr>
              <a:t> </a:t>
            </a:r>
            <a:r>
              <a:rPr lang="en-US" sz="2400" b="1" dirty="0">
                <a:solidFill>
                  <a:schemeClr val="accent4">
                    <a:lumMod val="75000"/>
                  </a:schemeClr>
                </a:solidFill>
              </a:rPr>
              <a:t>the</a:t>
            </a:r>
            <a:r>
              <a:rPr lang="en-US" sz="2400" b="1" spc="-27" dirty="0">
                <a:solidFill>
                  <a:schemeClr val="accent4">
                    <a:lumMod val="75000"/>
                  </a:schemeClr>
                </a:solidFill>
              </a:rPr>
              <a:t> </a:t>
            </a:r>
            <a:r>
              <a:rPr lang="en-US" sz="2400" b="1" dirty="0">
                <a:solidFill>
                  <a:schemeClr val="accent4">
                    <a:lumMod val="75000"/>
                  </a:schemeClr>
                </a:solidFill>
              </a:rPr>
              <a:t>work</a:t>
            </a:r>
            <a:r>
              <a:rPr lang="en-US" sz="2400" b="1" spc="-20" dirty="0">
                <a:solidFill>
                  <a:schemeClr val="accent4">
                    <a:lumMod val="75000"/>
                  </a:schemeClr>
                </a:solidFill>
              </a:rPr>
              <a:t> </a:t>
            </a:r>
            <a:r>
              <a:rPr lang="en-US" sz="2400" b="1" dirty="0">
                <a:solidFill>
                  <a:schemeClr val="accent4">
                    <a:lumMod val="75000"/>
                  </a:schemeClr>
                </a:solidFill>
              </a:rPr>
              <a:t>is</a:t>
            </a:r>
            <a:r>
              <a:rPr lang="en-US" sz="2400" b="1" spc="-20" dirty="0">
                <a:solidFill>
                  <a:schemeClr val="accent4">
                    <a:lumMod val="75000"/>
                  </a:schemeClr>
                </a:solidFill>
              </a:rPr>
              <a:t> </a:t>
            </a:r>
            <a:r>
              <a:rPr lang="en-US" sz="2400" b="1" u="sng" spc="-13" dirty="0">
                <a:solidFill>
                  <a:schemeClr val="accent4">
                    <a:lumMod val="75000"/>
                  </a:schemeClr>
                </a:solidFill>
                <a:uFill>
                  <a:solidFill>
                    <a:srgbClr val="222222"/>
                  </a:solidFill>
                </a:uFill>
              </a:rPr>
              <a:t>checked</a:t>
            </a:r>
            <a:endParaRPr lang="en-US" sz="2400" b="1" dirty="0">
              <a:solidFill>
                <a:schemeClr val="accent4">
                  <a:lumMod val="75000"/>
                </a:schemeClr>
              </a:solidFill>
            </a:endParaRPr>
          </a:p>
          <a:p>
            <a:pPr indent="-228600">
              <a:lnSpc>
                <a:spcPct val="90000"/>
              </a:lnSpc>
              <a:spcBef>
                <a:spcPts val="67"/>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spcBef>
                <a:spcPts val="7"/>
              </a:spcBef>
              <a:buFont typeface="Arial" panose="020B0604020202020204" pitchFamily="34" charset="0"/>
              <a:buChar char="•"/>
              <a:tabLst>
                <a:tab pos="1082860" algn="l"/>
              </a:tabLst>
            </a:pPr>
            <a:r>
              <a:rPr lang="en-US" sz="2400" b="1" dirty="0">
                <a:solidFill>
                  <a:schemeClr val="accent4">
                    <a:lumMod val="75000"/>
                  </a:schemeClr>
                </a:solidFill>
              </a:rPr>
              <a:t>Put</a:t>
            </a:r>
            <a:r>
              <a:rPr lang="en-US" sz="2400" b="1" spc="-27" dirty="0">
                <a:solidFill>
                  <a:schemeClr val="accent4">
                    <a:lumMod val="75000"/>
                  </a:schemeClr>
                </a:solidFill>
              </a:rPr>
              <a:t> </a:t>
            </a:r>
            <a:r>
              <a:rPr lang="en-US" sz="2400" b="1" u="sng" dirty="0">
                <a:solidFill>
                  <a:schemeClr val="accent4">
                    <a:lumMod val="75000"/>
                  </a:schemeClr>
                </a:solidFill>
                <a:uFill>
                  <a:solidFill>
                    <a:srgbClr val="222222"/>
                  </a:solidFill>
                </a:uFill>
              </a:rPr>
              <a:t>risk</a:t>
            </a:r>
            <a:r>
              <a:rPr lang="en-US" sz="2400" b="1" u="sng" spc="-27"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assessments</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and</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method</a:t>
            </a:r>
            <a:r>
              <a:rPr lang="en-US" sz="2400" b="1" u="sng" spc="-27"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statements</a:t>
            </a:r>
            <a:r>
              <a:rPr lang="en-US" sz="2400" b="1" u="sng" spc="-27"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into</a:t>
            </a:r>
            <a:r>
              <a:rPr lang="en-US" sz="2400" b="1" u="sng" spc="-27" dirty="0">
                <a:solidFill>
                  <a:schemeClr val="accent4">
                    <a:lumMod val="75000"/>
                  </a:schemeClr>
                </a:solidFill>
                <a:uFill>
                  <a:solidFill>
                    <a:srgbClr val="222222"/>
                  </a:solidFill>
                </a:uFill>
              </a:rPr>
              <a:t> </a:t>
            </a:r>
            <a:r>
              <a:rPr lang="en-US" sz="2400" b="1" u="sng" spc="-13" dirty="0">
                <a:solidFill>
                  <a:schemeClr val="accent4">
                    <a:lumMod val="75000"/>
                  </a:schemeClr>
                </a:solidFill>
                <a:uFill>
                  <a:solidFill>
                    <a:srgbClr val="222222"/>
                  </a:solidFill>
                </a:uFill>
              </a:rPr>
              <a:t>action</a:t>
            </a:r>
            <a:endParaRPr lang="en-US" sz="2400" b="1" dirty="0">
              <a:solidFill>
                <a:schemeClr val="accent4">
                  <a:lumMod val="75000"/>
                </a:schemeClr>
              </a:solidFill>
            </a:endParaRPr>
          </a:p>
          <a:p>
            <a:pPr indent="-228600">
              <a:lnSpc>
                <a:spcPct val="90000"/>
              </a:lnSpc>
              <a:spcBef>
                <a:spcPts val="67"/>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spcBef>
                <a:spcPts val="7"/>
              </a:spcBef>
              <a:buFont typeface="Arial" panose="020B0604020202020204" pitchFamily="34" charset="0"/>
              <a:buChar char="•"/>
              <a:tabLst>
                <a:tab pos="1082860" algn="l"/>
              </a:tabLst>
            </a:pPr>
            <a:r>
              <a:rPr lang="en-US" sz="2400" b="1" spc="-13" dirty="0">
                <a:solidFill>
                  <a:schemeClr val="accent4">
                    <a:lumMod val="75000"/>
                  </a:schemeClr>
                </a:solidFill>
              </a:rPr>
              <a:t>Communicate</a:t>
            </a:r>
            <a:r>
              <a:rPr lang="en-US" sz="2400" b="1" spc="-40" dirty="0">
                <a:solidFill>
                  <a:schemeClr val="accent4">
                    <a:lumMod val="75000"/>
                  </a:schemeClr>
                </a:solidFill>
              </a:rPr>
              <a:t> </a:t>
            </a:r>
            <a:r>
              <a:rPr lang="en-US" sz="2400" b="1" u="sng" dirty="0">
                <a:solidFill>
                  <a:schemeClr val="accent4">
                    <a:lumMod val="75000"/>
                  </a:schemeClr>
                </a:solidFill>
                <a:uFill>
                  <a:solidFill>
                    <a:srgbClr val="222222"/>
                  </a:solidFill>
                </a:uFill>
              </a:rPr>
              <a:t>health</a:t>
            </a:r>
            <a:r>
              <a:rPr lang="en-US" sz="2400" b="1" u="sng" spc="-40"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and</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safety</a:t>
            </a:r>
            <a:r>
              <a:rPr lang="en-US" sz="2400" b="1" u="sng" spc="-40" dirty="0">
                <a:solidFill>
                  <a:schemeClr val="accent4">
                    <a:lumMod val="75000"/>
                  </a:schemeClr>
                </a:solidFill>
                <a:uFill>
                  <a:solidFill>
                    <a:srgbClr val="222222"/>
                  </a:solidFill>
                </a:uFill>
              </a:rPr>
              <a:t> </a:t>
            </a:r>
            <a:r>
              <a:rPr lang="en-US" sz="2400" b="1" u="sng" spc="-13" dirty="0">
                <a:solidFill>
                  <a:schemeClr val="accent4">
                    <a:lumMod val="75000"/>
                  </a:schemeClr>
                </a:solidFill>
                <a:uFill>
                  <a:solidFill>
                    <a:srgbClr val="222222"/>
                  </a:solidFill>
                </a:uFill>
              </a:rPr>
              <a:t>information</a:t>
            </a:r>
            <a:endParaRPr lang="en-US" sz="2400" b="1" dirty="0">
              <a:solidFill>
                <a:schemeClr val="accent4">
                  <a:lumMod val="75000"/>
                </a:schemeClr>
              </a:solidFill>
            </a:endParaRPr>
          </a:p>
          <a:p>
            <a:pPr indent="-228600">
              <a:lnSpc>
                <a:spcPct val="90000"/>
              </a:lnSpc>
              <a:spcBef>
                <a:spcPts val="67"/>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spcBef>
                <a:spcPts val="7"/>
              </a:spcBef>
              <a:buFont typeface="Arial" panose="020B0604020202020204" pitchFamily="34" charset="0"/>
              <a:buChar char="•"/>
              <a:tabLst>
                <a:tab pos="1082860" algn="l"/>
              </a:tabLst>
            </a:pPr>
            <a:r>
              <a:rPr lang="en-US" sz="2400" b="1" u="sng" dirty="0">
                <a:solidFill>
                  <a:schemeClr val="accent4">
                    <a:lumMod val="75000"/>
                  </a:schemeClr>
                </a:solidFill>
                <a:uFill>
                  <a:solidFill>
                    <a:srgbClr val="222222"/>
                  </a:solidFill>
                </a:uFill>
              </a:rPr>
              <a:t>Provide</a:t>
            </a:r>
            <a:r>
              <a:rPr lang="en-US" sz="2400" b="1" u="sng" spc="-40"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procedure</a:t>
            </a:r>
            <a:r>
              <a:rPr lang="en-US" sz="2400" b="1" u="sng" spc="-40"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to</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ensure</a:t>
            </a:r>
            <a:r>
              <a:rPr lang="en-US" sz="2400" b="1" u="sng" spc="-33" dirty="0">
                <a:solidFill>
                  <a:schemeClr val="accent4">
                    <a:lumMod val="75000"/>
                  </a:schemeClr>
                </a:solidFill>
                <a:uFill>
                  <a:solidFill>
                    <a:srgbClr val="222222"/>
                  </a:solidFill>
                </a:uFill>
              </a:rPr>
              <a:t> </a:t>
            </a:r>
            <a:r>
              <a:rPr lang="en-US" sz="2400" b="1" u="sng" spc="-13" dirty="0">
                <a:solidFill>
                  <a:schemeClr val="accent4">
                    <a:lumMod val="75000"/>
                  </a:schemeClr>
                </a:solidFill>
                <a:uFill>
                  <a:solidFill>
                    <a:srgbClr val="222222"/>
                  </a:solidFill>
                </a:uFill>
              </a:rPr>
              <a:t>essential</a:t>
            </a:r>
            <a:r>
              <a:rPr lang="en-US" sz="2400" b="1" u="sng" spc="-40"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controls</a:t>
            </a:r>
            <a:r>
              <a:rPr lang="en-US" sz="2400" b="1" spc="-40" dirty="0">
                <a:solidFill>
                  <a:schemeClr val="accent4">
                    <a:lumMod val="75000"/>
                  </a:schemeClr>
                </a:solidFill>
              </a:rPr>
              <a:t> </a:t>
            </a:r>
            <a:r>
              <a:rPr lang="en-US" sz="2400" b="1" dirty="0">
                <a:solidFill>
                  <a:schemeClr val="accent4">
                    <a:lumMod val="75000"/>
                  </a:schemeClr>
                </a:solidFill>
              </a:rPr>
              <a:t>remain</a:t>
            </a:r>
            <a:r>
              <a:rPr lang="en-US" sz="2400" b="1" spc="-33" dirty="0">
                <a:solidFill>
                  <a:schemeClr val="accent4">
                    <a:lumMod val="75000"/>
                  </a:schemeClr>
                </a:solidFill>
              </a:rPr>
              <a:t> </a:t>
            </a:r>
            <a:r>
              <a:rPr lang="en-US" sz="2400" b="1" dirty="0">
                <a:solidFill>
                  <a:schemeClr val="accent4">
                    <a:lumMod val="75000"/>
                  </a:schemeClr>
                </a:solidFill>
              </a:rPr>
              <a:t>in</a:t>
            </a:r>
            <a:r>
              <a:rPr lang="en-US" sz="2400" b="1" spc="-40" dirty="0">
                <a:solidFill>
                  <a:schemeClr val="accent4">
                    <a:lumMod val="75000"/>
                  </a:schemeClr>
                </a:solidFill>
              </a:rPr>
              <a:t> </a:t>
            </a:r>
            <a:r>
              <a:rPr lang="en-US" sz="2400" b="1" spc="-13" dirty="0">
                <a:solidFill>
                  <a:schemeClr val="accent4">
                    <a:lumMod val="75000"/>
                  </a:schemeClr>
                </a:solidFill>
              </a:rPr>
              <a:t>place</a:t>
            </a:r>
            <a:endParaRPr lang="en-US" sz="2400" b="1" dirty="0">
              <a:solidFill>
                <a:schemeClr val="accent4">
                  <a:lumMod val="75000"/>
                </a:schemeClr>
              </a:solidFill>
            </a:endParaRPr>
          </a:p>
          <a:p>
            <a:pPr indent="-228600">
              <a:lnSpc>
                <a:spcPct val="90000"/>
              </a:lnSpc>
              <a:spcBef>
                <a:spcPts val="67"/>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spcBef>
                <a:spcPts val="7"/>
              </a:spcBef>
              <a:buFont typeface="Arial" panose="020B0604020202020204" pitchFamily="34" charset="0"/>
              <a:buChar char="•"/>
              <a:tabLst>
                <a:tab pos="1082860" algn="l"/>
              </a:tabLst>
            </a:pPr>
            <a:r>
              <a:rPr lang="en-US" sz="2400" b="1" u="sng" dirty="0">
                <a:solidFill>
                  <a:schemeClr val="accent4">
                    <a:lumMod val="75000"/>
                  </a:schemeClr>
                </a:solidFill>
                <a:uFill>
                  <a:solidFill>
                    <a:srgbClr val="222222"/>
                  </a:solidFill>
                </a:uFill>
              </a:rPr>
              <a:t>Provide</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procedure</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to</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return</a:t>
            </a:r>
            <a:r>
              <a:rPr lang="en-US" sz="2400" b="1" u="sng" spc="-27"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the</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area</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to</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a</a:t>
            </a:r>
            <a:r>
              <a:rPr lang="en-US" sz="2400" b="1" u="sng" spc="-27"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safe</a:t>
            </a:r>
            <a:r>
              <a:rPr lang="en-US" sz="2400" b="1" u="sng" spc="-33"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state</a:t>
            </a:r>
            <a:r>
              <a:rPr lang="en-US" sz="2400" b="1" spc="-33" dirty="0">
                <a:solidFill>
                  <a:schemeClr val="accent4">
                    <a:lumMod val="75000"/>
                  </a:schemeClr>
                </a:solidFill>
              </a:rPr>
              <a:t> </a:t>
            </a:r>
            <a:r>
              <a:rPr lang="en-US" sz="2400" b="1" dirty="0">
                <a:solidFill>
                  <a:schemeClr val="accent4">
                    <a:lumMod val="75000"/>
                  </a:schemeClr>
                </a:solidFill>
              </a:rPr>
              <a:t>on</a:t>
            </a:r>
            <a:r>
              <a:rPr lang="en-US" sz="2400" b="1" spc="-33" dirty="0">
                <a:solidFill>
                  <a:schemeClr val="accent4">
                    <a:lumMod val="75000"/>
                  </a:schemeClr>
                </a:solidFill>
              </a:rPr>
              <a:t> </a:t>
            </a:r>
            <a:r>
              <a:rPr lang="en-US" sz="2400" b="1" spc="-13" dirty="0">
                <a:solidFill>
                  <a:schemeClr val="accent4">
                    <a:lumMod val="75000"/>
                  </a:schemeClr>
                </a:solidFill>
              </a:rPr>
              <a:t>completion</a:t>
            </a:r>
            <a:r>
              <a:rPr lang="en-US" sz="2400" b="1" spc="-27" dirty="0">
                <a:solidFill>
                  <a:schemeClr val="accent4">
                    <a:lumMod val="75000"/>
                  </a:schemeClr>
                </a:solidFill>
              </a:rPr>
              <a:t> </a:t>
            </a:r>
            <a:r>
              <a:rPr lang="en-US" sz="2400" b="1" dirty="0">
                <a:solidFill>
                  <a:schemeClr val="accent4">
                    <a:lumMod val="75000"/>
                  </a:schemeClr>
                </a:solidFill>
              </a:rPr>
              <a:t>of</a:t>
            </a:r>
            <a:r>
              <a:rPr lang="en-US" sz="2400" b="1" spc="-33" dirty="0">
                <a:solidFill>
                  <a:schemeClr val="accent4">
                    <a:lumMod val="75000"/>
                  </a:schemeClr>
                </a:solidFill>
              </a:rPr>
              <a:t> </a:t>
            </a:r>
            <a:r>
              <a:rPr lang="en-US" sz="2400" b="1" dirty="0">
                <a:solidFill>
                  <a:schemeClr val="accent4">
                    <a:lumMod val="75000"/>
                  </a:schemeClr>
                </a:solidFill>
              </a:rPr>
              <a:t>the</a:t>
            </a:r>
            <a:r>
              <a:rPr lang="en-US" sz="2400" b="1" spc="-33" dirty="0">
                <a:solidFill>
                  <a:schemeClr val="accent4">
                    <a:lumMod val="75000"/>
                  </a:schemeClr>
                </a:solidFill>
              </a:rPr>
              <a:t> </a:t>
            </a:r>
            <a:r>
              <a:rPr lang="en-US" sz="2400" b="1" spc="-27" dirty="0">
                <a:solidFill>
                  <a:schemeClr val="accent4">
                    <a:lumMod val="75000"/>
                  </a:schemeClr>
                </a:solidFill>
              </a:rPr>
              <a:t>work</a:t>
            </a:r>
            <a:endParaRPr lang="en-US" sz="2400" b="1" dirty="0">
              <a:solidFill>
                <a:schemeClr val="accent4">
                  <a:lumMod val="75000"/>
                </a:schemeClr>
              </a:solidFill>
            </a:endParaRPr>
          </a:p>
          <a:p>
            <a:pPr indent="-228600">
              <a:lnSpc>
                <a:spcPct val="90000"/>
              </a:lnSpc>
              <a:spcBef>
                <a:spcPts val="67"/>
              </a:spcBef>
              <a:buClr>
                <a:srgbClr val="222222"/>
              </a:buClr>
              <a:buFont typeface="Arial" panose="020B0604020202020204" pitchFamily="34" charset="0"/>
              <a:buChar char="•"/>
            </a:pPr>
            <a:endParaRPr lang="en-US" sz="2400" b="1" dirty="0">
              <a:solidFill>
                <a:schemeClr val="accent4">
                  <a:lumMod val="75000"/>
                </a:schemeClr>
              </a:solidFill>
            </a:endParaRPr>
          </a:p>
          <a:p>
            <a:pPr marL="1082860" indent="-228600">
              <a:lnSpc>
                <a:spcPct val="90000"/>
              </a:lnSpc>
              <a:spcBef>
                <a:spcPts val="7"/>
              </a:spcBef>
              <a:buFont typeface="Arial" panose="020B0604020202020204" pitchFamily="34" charset="0"/>
              <a:buChar char="•"/>
              <a:tabLst>
                <a:tab pos="1082860" algn="l"/>
              </a:tabLst>
            </a:pPr>
            <a:r>
              <a:rPr lang="en-US" sz="2400" b="1" dirty="0">
                <a:solidFill>
                  <a:schemeClr val="accent4">
                    <a:lumMod val="75000"/>
                  </a:schemeClr>
                </a:solidFill>
              </a:rPr>
              <a:t>Give</a:t>
            </a:r>
            <a:r>
              <a:rPr lang="en-US" sz="2400" b="1" spc="-27" dirty="0">
                <a:solidFill>
                  <a:schemeClr val="accent4">
                    <a:lumMod val="75000"/>
                  </a:schemeClr>
                </a:solidFill>
              </a:rPr>
              <a:t> </a:t>
            </a:r>
            <a:r>
              <a:rPr lang="en-US" sz="2400" b="1" dirty="0">
                <a:solidFill>
                  <a:schemeClr val="accent4">
                    <a:lumMod val="75000"/>
                  </a:schemeClr>
                </a:solidFill>
              </a:rPr>
              <a:t>a</a:t>
            </a:r>
            <a:r>
              <a:rPr lang="en-US" sz="2400" b="1" spc="-27" dirty="0">
                <a:solidFill>
                  <a:schemeClr val="accent4">
                    <a:lumMod val="75000"/>
                  </a:schemeClr>
                </a:solidFill>
              </a:rPr>
              <a:t> </a:t>
            </a:r>
            <a:r>
              <a:rPr lang="en-US" sz="2400" b="1" u="sng" dirty="0">
                <a:solidFill>
                  <a:schemeClr val="accent4">
                    <a:lumMod val="75000"/>
                  </a:schemeClr>
                </a:solidFill>
                <a:uFill>
                  <a:solidFill>
                    <a:srgbClr val="222222"/>
                  </a:solidFill>
                </a:uFill>
              </a:rPr>
              <a:t>means</a:t>
            </a:r>
            <a:r>
              <a:rPr lang="en-US" sz="2400" b="1" u="sng" spc="-20" dirty="0">
                <a:solidFill>
                  <a:schemeClr val="accent4">
                    <a:lumMod val="75000"/>
                  </a:schemeClr>
                </a:solidFill>
                <a:uFill>
                  <a:solidFill>
                    <a:srgbClr val="222222"/>
                  </a:solidFill>
                </a:uFill>
              </a:rPr>
              <a:t> </a:t>
            </a:r>
            <a:r>
              <a:rPr lang="en-US" sz="2400" b="1" u="sng" dirty="0">
                <a:solidFill>
                  <a:schemeClr val="accent4">
                    <a:lumMod val="75000"/>
                  </a:schemeClr>
                </a:solidFill>
                <a:uFill>
                  <a:solidFill>
                    <a:srgbClr val="222222"/>
                  </a:solidFill>
                </a:uFill>
              </a:rPr>
              <a:t>of</a:t>
            </a:r>
            <a:r>
              <a:rPr lang="en-US" sz="2400" b="1" u="sng" spc="-27" dirty="0">
                <a:solidFill>
                  <a:schemeClr val="accent4">
                    <a:lumMod val="75000"/>
                  </a:schemeClr>
                </a:solidFill>
                <a:uFill>
                  <a:solidFill>
                    <a:srgbClr val="222222"/>
                  </a:solidFill>
                </a:uFill>
              </a:rPr>
              <a:t> </a:t>
            </a:r>
            <a:r>
              <a:rPr lang="en-US" sz="2400" b="1" u="sng" spc="-13" dirty="0">
                <a:solidFill>
                  <a:schemeClr val="accent4">
                    <a:lumMod val="75000"/>
                  </a:schemeClr>
                </a:solidFill>
                <a:uFill>
                  <a:solidFill>
                    <a:srgbClr val="222222"/>
                  </a:solidFill>
                </a:uFill>
              </a:rPr>
              <a:t>communication</a:t>
            </a:r>
            <a:endParaRPr lang="en-US" sz="2400" b="1" dirty="0">
              <a:solidFill>
                <a:schemeClr val="accent4">
                  <a:lumMod val="75000"/>
                </a:schemeClr>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notebook with text on it&#10;&#10;Description automatically generated">
            <a:extLst>
              <a:ext uri="{FF2B5EF4-FFF2-40B4-BE49-F238E27FC236}">
                <a16:creationId xmlns:a16="http://schemas.microsoft.com/office/drawing/2014/main" id="{6FB39829-1DD9-FB9F-D3C4-053B85259A9C}"/>
              </a:ext>
            </a:extLst>
          </p:cNvPr>
          <p:cNvPicPr>
            <a:picLocks noChangeAspect="1"/>
          </p:cNvPicPr>
          <p:nvPr/>
        </p:nvPicPr>
        <p:blipFill>
          <a:blip r:embed="rId2">
            <a:extLst>
              <a:ext uri="{28A0092B-C50C-407E-A947-70E740481C1C}">
                <a14:useLocalDpi xmlns:a14="http://schemas.microsoft.com/office/drawing/2010/main" val="0"/>
              </a:ext>
            </a:extLst>
          </a:blip>
          <a:srcRect l="19278" r="1" b="1"/>
          <a:stretch/>
        </p:blipFill>
        <p:spPr>
          <a:xfrm>
            <a:off x="-3047" y="993781"/>
            <a:ext cx="5606320" cy="5201577"/>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E854153E-243E-2A06-2124-ABBFD1CB9B6C}"/>
              </a:ext>
            </a:extLst>
          </p:cNvPr>
          <p:cNvSpPr txBox="1"/>
          <p:nvPr/>
        </p:nvSpPr>
        <p:spPr>
          <a:xfrm>
            <a:off x="5603273" y="-287314"/>
            <a:ext cx="5257799" cy="1899912"/>
          </a:xfrm>
          <a:prstGeom prst="rect">
            <a:avLst/>
          </a:prstGeom>
        </p:spPr>
        <p:txBody>
          <a:bodyPr vert="horz" lIns="91440" tIns="45720" rIns="91440" bIns="45720" rtlCol="0" anchor="ctr">
            <a:normAutofit/>
          </a:bodyPr>
          <a:lstStyle/>
          <a:p>
            <a:pPr marL="16933">
              <a:lnSpc>
                <a:spcPct val="90000"/>
              </a:lnSpc>
              <a:spcBef>
                <a:spcPct val="0"/>
              </a:spcBef>
              <a:spcAft>
                <a:spcPts val="600"/>
              </a:spcAft>
            </a:pPr>
            <a:r>
              <a:rPr lang="en-US" sz="4000" b="1" dirty="0">
                <a:latin typeface="+mj-lt"/>
                <a:ea typeface="+mj-ea"/>
                <a:cs typeface="+mj-cs"/>
              </a:rPr>
              <a:t>Work</a:t>
            </a:r>
            <a:r>
              <a:rPr lang="en-US" sz="4000" b="1" spc="-47" dirty="0">
                <a:latin typeface="+mj-lt"/>
                <a:ea typeface="+mj-ea"/>
                <a:cs typeface="+mj-cs"/>
              </a:rPr>
              <a:t> </a:t>
            </a:r>
            <a:r>
              <a:rPr lang="en-US" sz="4000" b="1" dirty="0">
                <a:latin typeface="+mj-lt"/>
                <a:ea typeface="+mj-ea"/>
                <a:cs typeface="+mj-cs"/>
              </a:rPr>
              <a:t>not</a:t>
            </a:r>
            <a:r>
              <a:rPr lang="en-US" sz="4000" b="1" spc="-47" dirty="0">
                <a:latin typeface="+mj-lt"/>
                <a:ea typeface="+mj-ea"/>
                <a:cs typeface="+mj-cs"/>
              </a:rPr>
              <a:t> </a:t>
            </a:r>
            <a:r>
              <a:rPr lang="en-US" sz="4000" b="1" dirty="0">
                <a:latin typeface="+mj-lt"/>
                <a:ea typeface="+mj-ea"/>
                <a:cs typeface="+mj-cs"/>
              </a:rPr>
              <a:t>requiring</a:t>
            </a:r>
            <a:r>
              <a:rPr lang="en-US" sz="4000" b="1" spc="-47" dirty="0">
                <a:latin typeface="+mj-lt"/>
                <a:ea typeface="+mj-ea"/>
                <a:cs typeface="+mj-cs"/>
              </a:rPr>
              <a:t> </a:t>
            </a:r>
            <a:r>
              <a:rPr lang="en-US" sz="4000" b="1" dirty="0">
                <a:latin typeface="+mj-lt"/>
                <a:ea typeface="+mj-ea"/>
                <a:cs typeface="+mj-cs"/>
              </a:rPr>
              <a:t>the</a:t>
            </a:r>
            <a:r>
              <a:rPr lang="en-US" sz="4000" b="1" spc="-47" dirty="0">
                <a:latin typeface="+mj-lt"/>
                <a:ea typeface="+mj-ea"/>
                <a:cs typeface="+mj-cs"/>
              </a:rPr>
              <a:t> </a:t>
            </a:r>
            <a:r>
              <a:rPr lang="en-US" sz="4000" b="1" spc="-13" dirty="0">
                <a:latin typeface="+mj-lt"/>
                <a:ea typeface="+mj-ea"/>
                <a:cs typeface="+mj-cs"/>
              </a:rPr>
              <a:t>permit</a:t>
            </a:r>
            <a:endParaRPr lang="en-US" sz="4000" b="1" dirty="0">
              <a:latin typeface="+mj-lt"/>
              <a:ea typeface="+mj-ea"/>
              <a:cs typeface="+mj-cs"/>
            </a:endParaRPr>
          </a:p>
        </p:txBody>
      </p:sp>
      <p:sp>
        <p:nvSpPr>
          <p:cNvPr id="2" name="object 2"/>
          <p:cNvSpPr txBox="1"/>
          <p:nvPr/>
        </p:nvSpPr>
        <p:spPr>
          <a:xfrm>
            <a:off x="5425080" y="912535"/>
            <a:ext cx="6466855" cy="5743097"/>
          </a:xfrm>
          <a:prstGeom prst="rect">
            <a:avLst/>
          </a:prstGeom>
        </p:spPr>
        <p:txBody>
          <a:bodyPr vert="horz" lIns="91440" tIns="45720" rIns="91440" bIns="45720" rtlCol="0">
            <a:noAutofit/>
          </a:bodyPr>
          <a:lstStyle/>
          <a:p>
            <a:pPr indent="-228600" algn="just">
              <a:lnSpc>
                <a:spcPct val="90000"/>
              </a:lnSpc>
              <a:spcBef>
                <a:spcPts val="173"/>
              </a:spcBef>
              <a:buFont typeface="Arial" panose="020B0604020202020204" pitchFamily="34" charset="0"/>
              <a:buChar char="•"/>
            </a:pPr>
            <a:endParaRPr lang="en-US" sz="2400" dirty="0"/>
          </a:p>
          <a:p>
            <a:pPr marL="625671" indent="-228600" algn="just">
              <a:lnSpc>
                <a:spcPct val="90000"/>
              </a:lnSpc>
              <a:buFont typeface="Arial" panose="020B0604020202020204" pitchFamily="34" charset="0"/>
              <a:buChar char="•"/>
              <a:tabLst>
                <a:tab pos="625671" algn="l"/>
              </a:tabLst>
            </a:pPr>
            <a:r>
              <a:rPr lang="en-US" sz="2400" u="sng" dirty="0">
                <a:uFill>
                  <a:solidFill>
                    <a:srgbClr val="222222"/>
                  </a:solidFill>
                </a:uFill>
              </a:rPr>
              <a:t>Routine</a:t>
            </a:r>
            <a:r>
              <a:rPr lang="en-US" sz="2400" u="sng" spc="-33" dirty="0">
                <a:uFill>
                  <a:solidFill>
                    <a:srgbClr val="222222"/>
                  </a:solidFill>
                </a:uFill>
              </a:rPr>
              <a:t> </a:t>
            </a:r>
            <a:r>
              <a:rPr lang="en-US" sz="2400" u="sng" dirty="0">
                <a:uFill>
                  <a:solidFill>
                    <a:srgbClr val="222222"/>
                  </a:solidFill>
                </a:uFill>
              </a:rPr>
              <a:t>work</a:t>
            </a:r>
            <a:r>
              <a:rPr lang="en-US" sz="2400" u="sng" spc="-33" dirty="0">
                <a:uFill>
                  <a:solidFill>
                    <a:srgbClr val="222222"/>
                  </a:solidFill>
                </a:uFill>
              </a:rPr>
              <a:t> </a:t>
            </a:r>
            <a:r>
              <a:rPr lang="en-US" sz="2400" u="sng" dirty="0">
                <a:uFill>
                  <a:solidFill>
                    <a:srgbClr val="222222"/>
                  </a:solidFill>
                </a:uFill>
              </a:rPr>
              <a:t>in</a:t>
            </a:r>
            <a:r>
              <a:rPr lang="en-US" sz="2400" u="sng" spc="-33" dirty="0">
                <a:uFill>
                  <a:solidFill>
                    <a:srgbClr val="222222"/>
                  </a:solidFill>
                </a:uFill>
              </a:rPr>
              <a:t> </a:t>
            </a:r>
            <a:r>
              <a:rPr lang="en-US" sz="2400" u="sng" spc="-13" dirty="0">
                <a:uFill>
                  <a:solidFill>
                    <a:srgbClr val="222222"/>
                  </a:solidFill>
                </a:uFill>
              </a:rPr>
              <a:t>established</a:t>
            </a:r>
            <a:r>
              <a:rPr lang="en-US" sz="2400" u="sng" spc="-33" dirty="0">
                <a:uFill>
                  <a:solidFill>
                    <a:srgbClr val="222222"/>
                  </a:solidFill>
                </a:uFill>
              </a:rPr>
              <a:t> </a:t>
            </a:r>
            <a:r>
              <a:rPr lang="en-US" sz="2400" u="sng" spc="-13" dirty="0">
                <a:uFill>
                  <a:solidFill>
                    <a:srgbClr val="222222"/>
                  </a:solidFill>
                </a:uFill>
              </a:rPr>
              <a:t>workshop</a:t>
            </a:r>
            <a:r>
              <a:rPr lang="en-US" sz="2400" spc="-40" dirty="0"/>
              <a:t> </a:t>
            </a:r>
            <a:r>
              <a:rPr lang="en-US" sz="2400" dirty="0"/>
              <a:t>and</a:t>
            </a:r>
            <a:r>
              <a:rPr lang="en-US" sz="2400" spc="-33" dirty="0"/>
              <a:t> </a:t>
            </a:r>
            <a:r>
              <a:rPr lang="en-US" sz="2400" spc="-13" dirty="0"/>
              <a:t>adjacent</a:t>
            </a:r>
            <a:r>
              <a:rPr lang="en-US" sz="2400" spc="-33" dirty="0"/>
              <a:t> </a:t>
            </a:r>
            <a:r>
              <a:rPr lang="en-US" sz="2400" dirty="0"/>
              <a:t>yard</a:t>
            </a:r>
            <a:r>
              <a:rPr lang="en-US" sz="2400" spc="-33" dirty="0"/>
              <a:t> </a:t>
            </a:r>
            <a:r>
              <a:rPr lang="en-US" sz="2400" dirty="0"/>
              <a:t>with</a:t>
            </a:r>
            <a:r>
              <a:rPr lang="en-US" sz="2400" spc="-33" dirty="0"/>
              <a:t> </a:t>
            </a:r>
            <a:r>
              <a:rPr lang="en-US" sz="2400" spc="-13" dirty="0"/>
              <a:t>boundaries.</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u="sng" dirty="0">
                <a:uFill>
                  <a:solidFill>
                    <a:srgbClr val="222222"/>
                  </a:solidFill>
                </a:uFill>
              </a:rPr>
              <a:t>Routine</a:t>
            </a:r>
            <a:r>
              <a:rPr lang="en-US" sz="2400" u="sng" spc="-53" dirty="0">
                <a:uFill>
                  <a:solidFill>
                    <a:srgbClr val="222222"/>
                  </a:solidFill>
                </a:uFill>
              </a:rPr>
              <a:t> </a:t>
            </a:r>
            <a:r>
              <a:rPr lang="en-US" sz="2400" u="sng" dirty="0">
                <a:uFill>
                  <a:solidFill>
                    <a:srgbClr val="222222"/>
                  </a:solidFill>
                </a:uFill>
              </a:rPr>
              <a:t>material</a:t>
            </a:r>
            <a:r>
              <a:rPr lang="en-US" sz="2400" u="sng" spc="-47" dirty="0">
                <a:uFill>
                  <a:solidFill>
                    <a:srgbClr val="222222"/>
                  </a:solidFill>
                </a:uFill>
              </a:rPr>
              <a:t> </a:t>
            </a:r>
            <a:r>
              <a:rPr lang="en-US" sz="2400" u="sng" spc="-13" dirty="0">
                <a:uFill>
                  <a:solidFill>
                    <a:srgbClr val="222222"/>
                  </a:solidFill>
                </a:uFill>
              </a:rPr>
              <a:t>handling</a:t>
            </a:r>
            <a:r>
              <a:rPr lang="en-US" sz="2400" u="sng" spc="-53" dirty="0">
                <a:uFill>
                  <a:solidFill>
                    <a:srgbClr val="222222"/>
                  </a:solidFill>
                </a:uFill>
              </a:rPr>
              <a:t> </a:t>
            </a:r>
            <a:r>
              <a:rPr lang="en-US" sz="2400" u="sng" dirty="0">
                <a:uFill>
                  <a:solidFill>
                    <a:srgbClr val="222222"/>
                  </a:solidFill>
                </a:uFill>
              </a:rPr>
              <a:t>work</a:t>
            </a:r>
            <a:r>
              <a:rPr lang="en-US" sz="2400" spc="-47" dirty="0"/>
              <a:t> </a:t>
            </a:r>
            <a:r>
              <a:rPr lang="en-US" sz="2400" dirty="0"/>
              <a:t>in</a:t>
            </a:r>
            <a:r>
              <a:rPr lang="en-US" sz="2400" spc="-47" dirty="0"/>
              <a:t> </a:t>
            </a:r>
            <a:r>
              <a:rPr lang="en-US" sz="2400" dirty="0"/>
              <a:t>warehouses</a:t>
            </a:r>
            <a:r>
              <a:rPr lang="en-US" sz="2400" spc="-53" dirty="0"/>
              <a:t> </a:t>
            </a:r>
            <a:r>
              <a:rPr lang="en-US" sz="2400" dirty="0"/>
              <a:t>and</a:t>
            </a:r>
            <a:r>
              <a:rPr lang="en-US" sz="2400" spc="-47" dirty="0"/>
              <a:t> </a:t>
            </a:r>
            <a:r>
              <a:rPr lang="en-US" sz="2400" dirty="0"/>
              <a:t>lay</a:t>
            </a:r>
            <a:r>
              <a:rPr lang="en-US" sz="2400" spc="-53" dirty="0"/>
              <a:t> </a:t>
            </a:r>
            <a:r>
              <a:rPr lang="en-US" sz="2400" dirty="0"/>
              <a:t>down</a:t>
            </a:r>
            <a:r>
              <a:rPr lang="en-US" sz="2400" spc="-47" dirty="0"/>
              <a:t> </a:t>
            </a:r>
            <a:r>
              <a:rPr lang="en-US" sz="2400" spc="-13" dirty="0"/>
              <a:t>area.</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u="sng" dirty="0">
                <a:uFill>
                  <a:solidFill>
                    <a:srgbClr val="222222"/>
                  </a:solidFill>
                </a:uFill>
              </a:rPr>
              <a:t>Routine</a:t>
            </a:r>
            <a:r>
              <a:rPr lang="en-US" sz="2400" u="sng" spc="-87" dirty="0">
                <a:uFill>
                  <a:solidFill>
                    <a:srgbClr val="222222"/>
                  </a:solidFill>
                </a:uFill>
              </a:rPr>
              <a:t> </a:t>
            </a:r>
            <a:r>
              <a:rPr lang="en-US" sz="2400" u="sng" dirty="0">
                <a:uFill>
                  <a:solidFill>
                    <a:srgbClr val="222222"/>
                  </a:solidFill>
                </a:uFill>
              </a:rPr>
              <a:t>office</a:t>
            </a:r>
            <a:r>
              <a:rPr lang="en-US" sz="2400" u="sng" spc="-87" dirty="0">
                <a:uFill>
                  <a:solidFill>
                    <a:srgbClr val="222222"/>
                  </a:solidFill>
                </a:uFill>
              </a:rPr>
              <a:t> </a:t>
            </a:r>
            <a:r>
              <a:rPr lang="en-US" sz="2400" u="sng" spc="-13" dirty="0">
                <a:uFill>
                  <a:solidFill>
                    <a:srgbClr val="222222"/>
                  </a:solidFill>
                </a:uFill>
              </a:rPr>
              <a:t>work.</a:t>
            </a:r>
            <a:endParaRPr lang="en-US" sz="2400" dirty="0"/>
          </a:p>
          <a:p>
            <a:pPr marL="626518" marR="6773" indent="-228600" algn="just">
              <a:lnSpc>
                <a:spcPct val="90000"/>
              </a:lnSpc>
              <a:buFont typeface="Arial" panose="020B0604020202020204" pitchFamily="34" charset="0"/>
              <a:buChar char="•"/>
              <a:tabLst>
                <a:tab pos="626518" algn="l"/>
              </a:tabLst>
            </a:pPr>
            <a:r>
              <a:rPr lang="en-US" sz="2400" u="sng" spc="-13" dirty="0">
                <a:uFill>
                  <a:solidFill>
                    <a:srgbClr val="222222"/>
                  </a:solidFill>
                </a:uFill>
              </a:rPr>
              <a:t>Visual</a:t>
            </a:r>
            <a:r>
              <a:rPr lang="en-US" sz="2400" u="sng" spc="-33" dirty="0">
                <a:uFill>
                  <a:solidFill>
                    <a:srgbClr val="222222"/>
                  </a:solidFill>
                </a:uFill>
              </a:rPr>
              <a:t> </a:t>
            </a:r>
            <a:r>
              <a:rPr lang="en-US" sz="2400" u="sng" spc="-13" dirty="0">
                <a:uFill>
                  <a:solidFill>
                    <a:srgbClr val="222222"/>
                  </a:solidFill>
                </a:uFill>
              </a:rPr>
              <a:t>inspection</a:t>
            </a:r>
            <a:r>
              <a:rPr lang="en-US" sz="2400" spc="-27" dirty="0"/>
              <a:t> </a:t>
            </a:r>
            <a:r>
              <a:rPr lang="en-US" sz="2400" dirty="0"/>
              <a:t>or</a:t>
            </a:r>
            <a:r>
              <a:rPr lang="en-US" sz="2400" spc="-27" dirty="0"/>
              <a:t> </a:t>
            </a:r>
            <a:r>
              <a:rPr lang="en-US" sz="2400" spc="-13" dirty="0"/>
              <a:t>checking</a:t>
            </a:r>
            <a:r>
              <a:rPr lang="en-US" sz="2400" spc="-33" dirty="0"/>
              <a:t> </a:t>
            </a:r>
            <a:r>
              <a:rPr lang="en-US" sz="2400" dirty="0"/>
              <a:t>without</a:t>
            </a:r>
            <a:r>
              <a:rPr lang="en-US" sz="2400" spc="-27" dirty="0"/>
              <a:t> </a:t>
            </a:r>
            <a:r>
              <a:rPr lang="en-US" sz="2400" dirty="0"/>
              <a:t>using</a:t>
            </a:r>
            <a:r>
              <a:rPr lang="en-US" sz="2400" spc="-27" dirty="0"/>
              <a:t> </a:t>
            </a:r>
            <a:r>
              <a:rPr lang="en-US" sz="2400" dirty="0"/>
              <a:t>any</a:t>
            </a:r>
            <a:r>
              <a:rPr lang="en-US" sz="2400" spc="-33" dirty="0"/>
              <a:t> </a:t>
            </a:r>
            <a:r>
              <a:rPr lang="en-US" sz="2400" dirty="0"/>
              <a:t>tools</a:t>
            </a:r>
            <a:r>
              <a:rPr lang="en-US" sz="2400" spc="-27" dirty="0"/>
              <a:t> </a:t>
            </a:r>
            <a:r>
              <a:rPr lang="en-US" sz="2400" dirty="0"/>
              <a:t>in</a:t>
            </a:r>
            <a:r>
              <a:rPr lang="en-US" sz="2400" spc="-27" dirty="0"/>
              <a:t> </a:t>
            </a:r>
            <a:r>
              <a:rPr lang="en-US" sz="2400" spc="-13" dirty="0"/>
              <a:t>operation</a:t>
            </a:r>
            <a:r>
              <a:rPr lang="en-US" sz="2400" spc="-33" dirty="0"/>
              <a:t> </a:t>
            </a:r>
            <a:r>
              <a:rPr lang="en-US" sz="2400" dirty="0"/>
              <a:t>area</a:t>
            </a:r>
            <a:r>
              <a:rPr lang="en-US" sz="2400" spc="-27" dirty="0"/>
              <a:t> </a:t>
            </a:r>
            <a:r>
              <a:rPr lang="en-US" sz="2400" dirty="0"/>
              <a:t>of</a:t>
            </a:r>
            <a:r>
              <a:rPr lang="en-US" sz="2400" spc="-27" dirty="0"/>
              <a:t> </a:t>
            </a:r>
            <a:r>
              <a:rPr lang="en-US" sz="2400" dirty="0"/>
              <a:t>verbal</a:t>
            </a:r>
            <a:r>
              <a:rPr lang="en-US" sz="2400" spc="-33" dirty="0"/>
              <a:t> </a:t>
            </a:r>
            <a:r>
              <a:rPr lang="en-US" sz="2400" spc="-13" dirty="0"/>
              <a:t>permission</a:t>
            </a:r>
            <a:r>
              <a:rPr lang="en-US" sz="2400" spc="-27" dirty="0"/>
              <a:t> </a:t>
            </a:r>
            <a:r>
              <a:rPr lang="en-US" sz="2400" dirty="0"/>
              <a:t>from</a:t>
            </a:r>
            <a:r>
              <a:rPr lang="en-US" sz="2400" spc="-27" dirty="0"/>
              <a:t> </a:t>
            </a:r>
            <a:r>
              <a:rPr lang="en-US" sz="2400" spc="-13" dirty="0"/>
              <a:t>assist custodians.</a:t>
            </a:r>
            <a:endParaRPr lang="en-US" sz="2400" dirty="0"/>
          </a:p>
          <a:p>
            <a:pPr marL="625671" indent="-228600" algn="just">
              <a:lnSpc>
                <a:spcPct val="90000"/>
              </a:lnSpc>
              <a:spcBef>
                <a:spcPts val="260"/>
              </a:spcBef>
              <a:buFont typeface="Arial" panose="020B0604020202020204" pitchFamily="34" charset="0"/>
              <a:buChar char="•"/>
              <a:tabLst>
                <a:tab pos="625671" algn="l"/>
              </a:tabLst>
            </a:pPr>
            <a:r>
              <a:rPr lang="en-US" sz="2400" dirty="0"/>
              <a:t>Work</a:t>
            </a:r>
            <a:r>
              <a:rPr lang="en-US" sz="2400" spc="-33" dirty="0"/>
              <a:t> </a:t>
            </a:r>
            <a:r>
              <a:rPr lang="en-US" sz="2400" dirty="0"/>
              <a:t>carried</a:t>
            </a:r>
            <a:r>
              <a:rPr lang="en-US" sz="2400" spc="-27" dirty="0"/>
              <a:t> </a:t>
            </a:r>
            <a:r>
              <a:rPr lang="en-US" sz="2400" dirty="0"/>
              <a:t>out</a:t>
            </a:r>
            <a:r>
              <a:rPr lang="en-US" sz="2400" spc="-27" dirty="0"/>
              <a:t> </a:t>
            </a:r>
            <a:r>
              <a:rPr lang="en-US" sz="2400" dirty="0"/>
              <a:t>by</a:t>
            </a:r>
            <a:r>
              <a:rPr lang="en-US" sz="2400" spc="-33" dirty="0"/>
              <a:t> </a:t>
            </a:r>
            <a:r>
              <a:rPr lang="en-US" sz="2400" spc="-13" dirty="0"/>
              <a:t>operation</a:t>
            </a:r>
            <a:r>
              <a:rPr lang="en-US" sz="2400" spc="-27" dirty="0"/>
              <a:t> </a:t>
            </a:r>
            <a:r>
              <a:rPr lang="en-US" sz="2400" dirty="0"/>
              <a:t>employees</a:t>
            </a:r>
            <a:r>
              <a:rPr lang="en-US" sz="2400" spc="-27" dirty="0"/>
              <a:t> </a:t>
            </a:r>
            <a:r>
              <a:rPr lang="en-US" sz="2400" dirty="0"/>
              <a:t>as</a:t>
            </a:r>
            <a:r>
              <a:rPr lang="en-US" sz="2400" spc="-27" dirty="0"/>
              <a:t> </a:t>
            </a:r>
            <a:r>
              <a:rPr lang="en-US" sz="2400" dirty="0"/>
              <a:t>their</a:t>
            </a:r>
            <a:r>
              <a:rPr lang="en-US" sz="2400" spc="-33" dirty="0"/>
              <a:t> </a:t>
            </a:r>
            <a:r>
              <a:rPr lang="en-US" sz="2400" u="sng" dirty="0">
                <a:uFill>
                  <a:solidFill>
                    <a:srgbClr val="222222"/>
                  </a:solidFill>
                </a:uFill>
              </a:rPr>
              <a:t>daily</a:t>
            </a:r>
            <a:r>
              <a:rPr lang="en-US" sz="2400" u="sng" spc="-33" dirty="0">
                <a:uFill>
                  <a:solidFill>
                    <a:srgbClr val="222222"/>
                  </a:solidFill>
                </a:uFill>
              </a:rPr>
              <a:t> </a:t>
            </a:r>
            <a:r>
              <a:rPr lang="en-US" sz="2400" u="sng" dirty="0">
                <a:uFill>
                  <a:solidFill>
                    <a:srgbClr val="222222"/>
                  </a:solidFill>
                </a:uFill>
              </a:rPr>
              <a:t>start</a:t>
            </a:r>
            <a:r>
              <a:rPr lang="en-US" sz="2400" u="sng" spc="-27" dirty="0">
                <a:uFill>
                  <a:solidFill>
                    <a:srgbClr val="222222"/>
                  </a:solidFill>
                </a:uFill>
              </a:rPr>
              <a:t> </a:t>
            </a:r>
            <a:r>
              <a:rPr lang="en-US" sz="2400" u="sng" dirty="0">
                <a:uFill>
                  <a:solidFill>
                    <a:srgbClr val="222222"/>
                  </a:solidFill>
                </a:uFill>
              </a:rPr>
              <a:t>up</a:t>
            </a:r>
            <a:r>
              <a:rPr lang="en-US" sz="2400" u="sng" spc="-27" dirty="0">
                <a:uFill>
                  <a:solidFill>
                    <a:srgbClr val="222222"/>
                  </a:solidFill>
                </a:uFill>
              </a:rPr>
              <a:t> </a:t>
            </a:r>
            <a:r>
              <a:rPr lang="en-US" sz="2400" u="sng" dirty="0">
                <a:uFill>
                  <a:solidFill>
                    <a:srgbClr val="222222"/>
                  </a:solidFill>
                </a:uFill>
              </a:rPr>
              <a:t>and</a:t>
            </a:r>
            <a:r>
              <a:rPr lang="en-US" sz="2400" u="sng" spc="-27" dirty="0">
                <a:uFill>
                  <a:solidFill>
                    <a:srgbClr val="222222"/>
                  </a:solidFill>
                </a:uFill>
              </a:rPr>
              <a:t> </a:t>
            </a:r>
            <a:r>
              <a:rPr lang="en-US" sz="2400" u="sng" spc="-13" dirty="0">
                <a:uFill>
                  <a:solidFill>
                    <a:srgbClr val="222222"/>
                  </a:solidFill>
                </a:uFill>
              </a:rPr>
              <a:t>shutdown</a:t>
            </a:r>
            <a:r>
              <a:rPr lang="en-US" sz="2400" u="sng" spc="-33" dirty="0">
                <a:uFill>
                  <a:solidFill>
                    <a:srgbClr val="222222"/>
                  </a:solidFill>
                </a:uFill>
              </a:rPr>
              <a:t> </a:t>
            </a:r>
            <a:r>
              <a:rPr lang="en-US" sz="2400" u="sng" dirty="0">
                <a:uFill>
                  <a:solidFill>
                    <a:srgbClr val="222222"/>
                  </a:solidFill>
                </a:uFill>
              </a:rPr>
              <a:t>of</a:t>
            </a:r>
            <a:r>
              <a:rPr lang="en-US" sz="2400" u="sng" spc="-27" dirty="0">
                <a:uFill>
                  <a:solidFill>
                    <a:srgbClr val="222222"/>
                  </a:solidFill>
                </a:uFill>
              </a:rPr>
              <a:t> </a:t>
            </a:r>
            <a:r>
              <a:rPr lang="en-US" sz="2400" u="sng" spc="-13" dirty="0">
                <a:uFill>
                  <a:solidFill>
                    <a:srgbClr val="222222"/>
                  </a:solidFill>
                </a:uFill>
              </a:rPr>
              <a:t>plant.</a:t>
            </a:r>
            <a:endParaRPr lang="en-US" sz="2400" dirty="0"/>
          </a:p>
          <a:p>
            <a:pPr marL="625671" indent="-228600" algn="just">
              <a:lnSpc>
                <a:spcPct val="90000"/>
              </a:lnSpc>
              <a:spcBef>
                <a:spcPts val="267"/>
              </a:spcBef>
              <a:buFont typeface="Arial" panose="020B0604020202020204" pitchFamily="34" charset="0"/>
              <a:buChar char="•"/>
              <a:tabLst>
                <a:tab pos="625671" algn="l"/>
              </a:tabLst>
            </a:pPr>
            <a:r>
              <a:rPr lang="en-US" sz="2400" dirty="0"/>
              <a:t>Work</a:t>
            </a:r>
            <a:r>
              <a:rPr lang="en-US" sz="2400" spc="-33" dirty="0"/>
              <a:t> </a:t>
            </a:r>
            <a:r>
              <a:rPr lang="en-US" sz="2400" dirty="0"/>
              <a:t>carried</a:t>
            </a:r>
            <a:r>
              <a:rPr lang="en-US" sz="2400" spc="-27" dirty="0"/>
              <a:t> </a:t>
            </a:r>
            <a:r>
              <a:rPr lang="en-US" sz="2400" dirty="0"/>
              <a:t>out</a:t>
            </a:r>
            <a:r>
              <a:rPr lang="en-US" sz="2400" spc="-27" dirty="0"/>
              <a:t> </a:t>
            </a:r>
            <a:r>
              <a:rPr lang="en-US" sz="2400" dirty="0"/>
              <a:t>in</a:t>
            </a:r>
            <a:r>
              <a:rPr lang="en-US" sz="2400" spc="-33" dirty="0"/>
              <a:t> </a:t>
            </a:r>
            <a:r>
              <a:rPr lang="en-US" sz="2400" spc="-13" dirty="0"/>
              <a:t>designated</a:t>
            </a:r>
            <a:r>
              <a:rPr lang="en-US" sz="2400" spc="-27" dirty="0"/>
              <a:t> </a:t>
            </a:r>
            <a:r>
              <a:rPr lang="en-US" sz="2400" dirty="0"/>
              <a:t>area</a:t>
            </a:r>
            <a:r>
              <a:rPr lang="en-US" sz="2400" spc="-27" dirty="0"/>
              <a:t> </a:t>
            </a:r>
            <a:r>
              <a:rPr lang="en-US" sz="2400" dirty="0"/>
              <a:t>which</a:t>
            </a:r>
            <a:r>
              <a:rPr lang="en-US" sz="2400" spc="-27" dirty="0"/>
              <a:t> </a:t>
            </a:r>
            <a:r>
              <a:rPr lang="en-US" sz="2400" dirty="0"/>
              <a:t>has</a:t>
            </a:r>
            <a:r>
              <a:rPr lang="en-US" sz="2400" spc="-33" dirty="0"/>
              <a:t> </a:t>
            </a:r>
            <a:r>
              <a:rPr lang="en-US" sz="2400" u="sng" spc="-13" dirty="0">
                <a:uFill>
                  <a:solidFill>
                    <a:srgbClr val="222222"/>
                  </a:solidFill>
                </a:uFill>
              </a:rPr>
              <a:t>declared</a:t>
            </a:r>
            <a:r>
              <a:rPr lang="en-US" sz="2400" u="sng" spc="-27" dirty="0">
                <a:uFill>
                  <a:solidFill>
                    <a:srgbClr val="222222"/>
                  </a:solidFill>
                </a:uFill>
              </a:rPr>
              <a:t> </a:t>
            </a:r>
            <a:r>
              <a:rPr lang="en-US" sz="2400" u="sng" dirty="0">
                <a:uFill>
                  <a:solidFill>
                    <a:srgbClr val="222222"/>
                  </a:solidFill>
                </a:uFill>
              </a:rPr>
              <a:t>as</a:t>
            </a:r>
            <a:r>
              <a:rPr lang="en-US" sz="2400" u="sng" spc="-27" dirty="0">
                <a:uFill>
                  <a:solidFill>
                    <a:srgbClr val="222222"/>
                  </a:solidFill>
                </a:uFill>
              </a:rPr>
              <a:t> </a:t>
            </a:r>
            <a:r>
              <a:rPr lang="en-US" sz="2400" u="sng" dirty="0">
                <a:uFill>
                  <a:solidFill>
                    <a:srgbClr val="222222"/>
                  </a:solidFill>
                </a:uFill>
              </a:rPr>
              <a:t>work</a:t>
            </a:r>
            <a:r>
              <a:rPr lang="en-US" sz="2400" u="sng" spc="-27" dirty="0">
                <a:uFill>
                  <a:solidFill>
                    <a:srgbClr val="222222"/>
                  </a:solidFill>
                </a:uFill>
              </a:rPr>
              <a:t> </a:t>
            </a:r>
            <a:r>
              <a:rPr lang="en-US" sz="2400" u="sng" dirty="0">
                <a:uFill>
                  <a:solidFill>
                    <a:srgbClr val="222222"/>
                  </a:solidFill>
                </a:uFill>
              </a:rPr>
              <a:t>permit</a:t>
            </a:r>
            <a:r>
              <a:rPr lang="en-US" sz="2400" u="sng" spc="-33" dirty="0">
                <a:uFill>
                  <a:solidFill>
                    <a:srgbClr val="222222"/>
                  </a:solidFill>
                </a:uFill>
              </a:rPr>
              <a:t> </a:t>
            </a:r>
            <a:r>
              <a:rPr lang="en-US" sz="2400" u="sng" dirty="0">
                <a:uFill>
                  <a:solidFill>
                    <a:srgbClr val="222222"/>
                  </a:solidFill>
                </a:uFill>
              </a:rPr>
              <a:t>free</a:t>
            </a:r>
            <a:r>
              <a:rPr lang="en-US" sz="2400" u="sng" spc="-27" dirty="0">
                <a:uFill>
                  <a:solidFill>
                    <a:srgbClr val="222222"/>
                  </a:solidFill>
                </a:uFill>
              </a:rPr>
              <a:t> </a:t>
            </a:r>
            <a:r>
              <a:rPr lang="en-US" sz="2400" u="sng" dirty="0">
                <a:uFill>
                  <a:solidFill>
                    <a:srgbClr val="222222"/>
                  </a:solidFill>
                </a:uFill>
              </a:rPr>
              <a:t>by</a:t>
            </a:r>
            <a:r>
              <a:rPr lang="en-US" sz="2400" u="sng" spc="-27" dirty="0">
                <a:uFill>
                  <a:solidFill>
                    <a:srgbClr val="222222"/>
                  </a:solidFill>
                </a:uFill>
              </a:rPr>
              <a:t> </a:t>
            </a:r>
            <a:r>
              <a:rPr lang="en-US" sz="2400" u="sng" spc="-13" dirty="0">
                <a:uFill>
                  <a:solidFill>
                    <a:srgbClr val="222222"/>
                  </a:solidFill>
                </a:uFill>
              </a:rPr>
              <a:t>Client.</a:t>
            </a:r>
            <a:endParaRPr lang="en-US" sz="2400" dirty="0"/>
          </a:p>
          <a:p>
            <a:pPr marL="625671" indent="-228600" algn="just">
              <a:lnSpc>
                <a:spcPct val="90000"/>
              </a:lnSpc>
              <a:spcBef>
                <a:spcPts val="260"/>
              </a:spcBef>
              <a:buFont typeface="Arial" panose="020B0604020202020204" pitchFamily="34" charset="0"/>
              <a:buChar char="•"/>
              <a:tabLst>
                <a:tab pos="625671" algn="l"/>
              </a:tabLst>
            </a:pPr>
            <a:r>
              <a:rPr lang="en-US" sz="2400" dirty="0"/>
              <a:t>Any</a:t>
            </a:r>
            <a:r>
              <a:rPr lang="en-US" sz="2400" spc="-47" dirty="0"/>
              <a:t> </a:t>
            </a:r>
            <a:r>
              <a:rPr lang="en-US" sz="2400" u="sng" dirty="0">
                <a:uFill>
                  <a:solidFill>
                    <a:srgbClr val="222222"/>
                  </a:solidFill>
                </a:uFill>
              </a:rPr>
              <a:t>work</a:t>
            </a:r>
            <a:r>
              <a:rPr lang="en-US" sz="2400" u="sng" spc="-47" dirty="0">
                <a:uFill>
                  <a:solidFill>
                    <a:srgbClr val="222222"/>
                  </a:solidFill>
                </a:uFill>
              </a:rPr>
              <a:t> </a:t>
            </a:r>
            <a:r>
              <a:rPr lang="en-US" sz="2400" u="sng" dirty="0">
                <a:uFill>
                  <a:solidFill>
                    <a:srgbClr val="222222"/>
                  </a:solidFill>
                </a:uFill>
              </a:rPr>
              <a:t>approved</a:t>
            </a:r>
            <a:r>
              <a:rPr lang="en-US" sz="2400" u="sng" spc="-47" dirty="0">
                <a:uFill>
                  <a:solidFill>
                    <a:srgbClr val="222222"/>
                  </a:solidFill>
                </a:uFill>
              </a:rPr>
              <a:t> </a:t>
            </a:r>
            <a:r>
              <a:rPr lang="en-US" sz="2400" u="sng" dirty="0">
                <a:uFill>
                  <a:solidFill>
                    <a:srgbClr val="222222"/>
                  </a:solidFill>
                </a:uFill>
              </a:rPr>
              <a:t>by</a:t>
            </a:r>
            <a:r>
              <a:rPr lang="en-US" sz="2400" u="sng" spc="-47" dirty="0">
                <a:uFill>
                  <a:solidFill>
                    <a:srgbClr val="222222"/>
                  </a:solidFill>
                </a:uFill>
              </a:rPr>
              <a:t> </a:t>
            </a:r>
            <a:r>
              <a:rPr lang="en-US" sz="2400" u="sng" dirty="0">
                <a:uFill>
                  <a:solidFill>
                    <a:srgbClr val="222222"/>
                  </a:solidFill>
                </a:uFill>
              </a:rPr>
              <a:t>Client</a:t>
            </a:r>
            <a:r>
              <a:rPr lang="en-US" sz="2400" spc="-33" dirty="0"/>
              <a:t> </a:t>
            </a:r>
            <a:r>
              <a:rPr lang="en-US" sz="2400" dirty="0"/>
              <a:t>on</a:t>
            </a:r>
            <a:r>
              <a:rPr lang="en-US" sz="2400" spc="-47" dirty="0"/>
              <a:t> </a:t>
            </a:r>
            <a:r>
              <a:rPr lang="en-US" sz="2400" dirty="0"/>
              <a:t>special</a:t>
            </a:r>
            <a:r>
              <a:rPr lang="en-US" sz="2400" spc="-47" dirty="0"/>
              <a:t> </a:t>
            </a:r>
            <a:r>
              <a:rPr lang="en-US" sz="2400" dirty="0"/>
              <a:t>request</a:t>
            </a:r>
            <a:r>
              <a:rPr lang="en-US" sz="2400" spc="-47" dirty="0"/>
              <a:t> </a:t>
            </a:r>
            <a:r>
              <a:rPr lang="en-US" sz="2400" dirty="0"/>
              <a:t>by</a:t>
            </a:r>
            <a:r>
              <a:rPr lang="en-US" sz="2400" spc="-47" dirty="0"/>
              <a:t> </a:t>
            </a:r>
            <a:r>
              <a:rPr lang="en-US" sz="2400" spc="-13" dirty="0"/>
              <a:t>contractor.</a:t>
            </a:r>
            <a:endParaRPr lang="en-US" sz="2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work system&#10;&#10;Description automatically generated">
            <a:extLst>
              <a:ext uri="{FF2B5EF4-FFF2-40B4-BE49-F238E27FC236}">
                <a16:creationId xmlns:a16="http://schemas.microsoft.com/office/drawing/2014/main" id="{A7A768CE-EB06-968B-567C-9BD3EE2BD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852" y="-104931"/>
            <a:ext cx="12153692" cy="6962931"/>
          </a:xfrm>
          <a:prstGeom prst="rect">
            <a:avLst/>
          </a:prstGeom>
        </p:spPr>
      </p:pic>
    </p:spTree>
    <p:extLst>
      <p:ext uri="{BB962C8B-B14F-4D97-AF65-F5344CB8AC3E}">
        <p14:creationId xmlns:p14="http://schemas.microsoft.com/office/powerpoint/2010/main" val="165572734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838200" y="1195697"/>
            <a:ext cx="3200400" cy="4238118"/>
          </a:xfrm>
          <a:prstGeom prst="rect">
            <a:avLst/>
          </a:prstGeom>
        </p:spPr>
        <p:txBody>
          <a:bodyPr vert="horz" lIns="91440" tIns="45720" rIns="91440" bIns="45720" rtlCol="0" anchor="ctr">
            <a:normAutofit/>
          </a:bodyPr>
          <a:lstStyle/>
          <a:p>
            <a:pPr marL="16933"/>
            <a:r>
              <a:rPr lang="en-US" sz="5400" b="1" kern="1200" spc="-27" dirty="0">
                <a:solidFill>
                  <a:schemeClr val="bg1"/>
                </a:solidFill>
                <a:latin typeface="+mj-lt"/>
                <a:ea typeface="+mj-ea"/>
                <a:cs typeface="+mj-cs"/>
              </a:rPr>
              <a:t>Types</a:t>
            </a:r>
            <a:r>
              <a:rPr lang="en-US" sz="5400" b="1" kern="1200" spc="-60" dirty="0">
                <a:solidFill>
                  <a:schemeClr val="bg1"/>
                </a:solidFill>
                <a:latin typeface="+mj-lt"/>
                <a:ea typeface="+mj-ea"/>
                <a:cs typeface="+mj-cs"/>
              </a:rPr>
              <a:t> </a:t>
            </a:r>
            <a:r>
              <a:rPr lang="en-US" sz="5400" b="1" kern="1200" dirty="0">
                <a:solidFill>
                  <a:schemeClr val="bg1"/>
                </a:solidFill>
                <a:latin typeface="+mj-lt"/>
                <a:ea typeface="+mj-ea"/>
                <a:cs typeface="+mj-cs"/>
              </a:rPr>
              <a:t>of</a:t>
            </a:r>
            <a:r>
              <a:rPr lang="en-US" sz="5400" b="1" kern="1200" spc="-53" dirty="0">
                <a:solidFill>
                  <a:schemeClr val="bg1"/>
                </a:solidFill>
                <a:latin typeface="+mj-lt"/>
                <a:ea typeface="+mj-ea"/>
                <a:cs typeface="+mj-cs"/>
              </a:rPr>
              <a:t> </a:t>
            </a:r>
            <a:r>
              <a:rPr lang="en-US" sz="5400" b="1" kern="1200" dirty="0">
                <a:solidFill>
                  <a:schemeClr val="bg1"/>
                </a:solidFill>
                <a:latin typeface="+mj-lt"/>
                <a:ea typeface="+mj-ea"/>
                <a:cs typeface="+mj-cs"/>
              </a:rPr>
              <a:t>work</a:t>
            </a:r>
            <a:r>
              <a:rPr lang="en-US" sz="5400" b="1" kern="1200" spc="-60" dirty="0">
                <a:solidFill>
                  <a:schemeClr val="bg1"/>
                </a:solidFill>
                <a:latin typeface="+mj-lt"/>
                <a:ea typeface="+mj-ea"/>
                <a:cs typeface="+mj-cs"/>
              </a:rPr>
              <a:t> </a:t>
            </a:r>
            <a:r>
              <a:rPr lang="en-US" sz="5400" b="1" kern="1200" spc="-13" dirty="0">
                <a:solidFill>
                  <a:schemeClr val="bg1"/>
                </a:solidFill>
                <a:latin typeface="+mj-lt"/>
                <a:ea typeface="+mj-ea"/>
                <a:cs typeface="+mj-cs"/>
              </a:rPr>
              <a:t>permits: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object 3">
            <a:extLst>
              <a:ext uri="{FF2B5EF4-FFF2-40B4-BE49-F238E27FC236}">
                <a16:creationId xmlns:a16="http://schemas.microsoft.com/office/drawing/2014/main" id="{5468F61D-831D-6C3C-EC37-E488F9FE45CA}"/>
              </a:ext>
            </a:extLst>
          </p:cNvPr>
          <p:cNvGraphicFramePr/>
          <p:nvPr>
            <p:extLst>
              <p:ext uri="{D42A27DB-BD31-4B8C-83A1-F6EECF244321}">
                <p14:modId xmlns:p14="http://schemas.microsoft.com/office/powerpoint/2010/main" val="4266403393"/>
              </p:ext>
            </p:extLst>
          </p:nvPr>
        </p:nvGraphicFramePr>
        <p:xfrm>
          <a:off x="5484139" y="477540"/>
          <a:ext cx="6597933"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yellow and black sign with black and white text&#10;&#10;Description automatically generated">
            <a:extLst>
              <a:ext uri="{FF2B5EF4-FFF2-40B4-BE49-F238E27FC236}">
                <a16:creationId xmlns:a16="http://schemas.microsoft.com/office/drawing/2014/main" id="{E0BC1990-FB47-041B-C11F-7F57B401A48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0375"/>
          <a:stretch/>
        </p:blipFill>
        <p:spPr>
          <a:xfrm>
            <a:off x="20" y="1282"/>
            <a:ext cx="12191980" cy="6856718"/>
          </a:xfrm>
          <a:prstGeom prst="rect">
            <a:avLst/>
          </a:prstGeom>
        </p:spPr>
      </p:pic>
    </p:spTree>
    <p:extLst>
      <p:ext uri="{BB962C8B-B14F-4D97-AF65-F5344CB8AC3E}">
        <p14:creationId xmlns:p14="http://schemas.microsoft.com/office/powerpoint/2010/main" val="42395568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Shadow of a person welding">
            <a:extLst>
              <a:ext uri="{FF2B5EF4-FFF2-40B4-BE49-F238E27FC236}">
                <a16:creationId xmlns:a16="http://schemas.microsoft.com/office/drawing/2014/main" id="{31614E59-416C-C80D-974B-486BDADBB5A3}"/>
              </a:ext>
            </a:extLst>
          </p:cNvPr>
          <p:cNvPicPr>
            <a:picLocks noChangeAspect="1"/>
          </p:cNvPicPr>
          <p:nvPr/>
        </p:nvPicPr>
        <p:blipFill>
          <a:blip r:embed="rId2"/>
          <a:srcRect l="14940" r="25949"/>
          <a:stretch/>
        </p:blipFill>
        <p:spPr>
          <a:xfrm>
            <a:off x="20" y="10"/>
            <a:ext cx="6095980" cy="6857990"/>
          </a:xfrm>
          <a:prstGeom prst="rect">
            <a:avLst/>
          </a:prstGeom>
        </p:spPr>
      </p:pic>
      <p:grpSp>
        <p:nvGrpSpPr>
          <p:cNvPr id="8" name="Group 7">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bject 2"/>
          <p:cNvSpPr txBox="1"/>
          <p:nvPr/>
        </p:nvSpPr>
        <p:spPr>
          <a:xfrm>
            <a:off x="6314606" y="929528"/>
            <a:ext cx="5227820" cy="4526892"/>
          </a:xfrm>
          <a:prstGeom prst="rect">
            <a:avLst/>
          </a:prstGeom>
        </p:spPr>
        <p:txBody>
          <a:bodyPr vert="horz" lIns="91440" tIns="45720" rIns="91440" bIns="45720" rtlCol="0" anchor="t">
            <a:noAutofit/>
          </a:bodyPr>
          <a:lstStyle/>
          <a:p>
            <a:pPr marL="626518" marR="95671" indent="-228600" algn="just">
              <a:lnSpc>
                <a:spcPct val="90000"/>
              </a:lnSpc>
              <a:spcBef>
                <a:spcPts val="1359"/>
              </a:spcBef>
              <a:buFont typeface="Arial" panose="020B0604020202020204" pitchFamily="34" charset="0"/>
              <a:buChar char="•"/>
              <a:tabLst>
                <a:tab pos="626518" algn="l"/>
              </a:tabLst>
            </a:pPr>
            <a:r>
              <a:rPr lang="en-US" sz="2400" dirty="0">
                <a:latin typeface="Times New Roman" panose="02020603050405020304" pitchFamily="18" charset="0"/>
                <a:cs typeface="Times New Roman" panose="02020603050405020304" pitchFamily="18" charset="0"/>
              </a:rPr>
              <a:t>A</a:t>
            </a:r>
            <a:r>
              <a:rPr lang="en-US" sz="2400" spc="-1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hot</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work</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permit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permit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that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needed</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a:t>
            </a:r>
            <a:r>
              <a:rPr lang="en-US" sz="2400" spc="-7"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some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countries</a:t>
            </a:r>
            <a:r>
              <a:rPr lang="en-US" sz="2400" dirty="0">
                <a:latin typeface="Times New Roman" panose="02020603050405020304" pitchFamily="18" charset="0"/>
                <a:cs typeface="Times New Roman" panose="02020603050405020304" pitchFamily="18" charset="0"/>
              </a:rPr>
              <a: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a:t>
            </a:r>
            <a:r>
              <a:rPr lang="en-US" sz="2400" spc="-27"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some</a:t>
            </a:r>
            <a:r>
              <a:rPr lang="en-US" sz="2400" u="sng" spc="-27"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job</a:t>
            </a:r>
            <a:r>
              <a:rPr lang="en-US" sz="2400" u="sng" spc="-27"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sites</a:t>
            </a:r>
            <a:r>
              <a:rPr lang="en-US" sz="2400" dirty="0">
                <a:latin typeface="Times New Roman" panose="02020603050405020304" pitchFamily="18" charset="0"/>
                <a:cs typeface="Times New Roman" panose="02020603050405020304" pitchFamily="18" charset="0"/>
              </a:rPr>
              <a:t>,</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order</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a:t>
            </a:r>
            <a:r>
              <a:rPr lang="en-US" sz="2400" spc="-27"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perform</a:t>
            </a:r>
            <a:r>
              <a:rPr lang="en-US" sz="2400" spc="-33" dirty="0">
                <a:latin typeface="Times New Roman" panose="02020603050405020304" pitchFamily="18" charset="0"/>
                <a:cs typeface="Times New Roman" panose="02020603050405020304" pitchFamily="18" charset="0"/>
              </a:rPr>
              <a:t> </a:t>
            </a:r>
            <a:r>
              <a:rPr lang="en-US" sz="2400" spc="-27" dirty="0">
                <a:latin typeface="Times New Roman" panose="02020603050405020304" pitchFamily="18" charset="0"/>
                <a:cs typeface="Times New Roman" panose="02020603050405020304" pitchFamily="18" charset="0"/>
              </a:rPr>
              <a:t>work </a:t>
            </a:r>
            <a:r>
              <a:rPr lang="en-US" sz="2400" dirty="0">
                <a:latin typeface="Times New Roman" panose="02020603050405020304" pitchFamily="18" charset="0"/>
                <a:cs typeface="Times New Roman" panose="02020603050405020304" pitchFamily="18" charset="0"/>
              </a:rPr>
              <a:t>that</a:t>
            </a:r>
            <a:r>
              <a:rPr lang="en-US" sz="2400" spc="-33" dirty="0">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involves</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a</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source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of</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ignition</a:t>
            </a:r>
            <a:r>
              <a:rPr lang="en-US" sz="2400" u="sng" spc="-40"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when</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flammable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materials</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are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in</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the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vicinity</a:t>
            </a:r>
            <a:r>
              <a:rPr lang="en-US" sz="2400" u="sng" spc="-40"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or</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that</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can</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be</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considered</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a</a:t>
            </a:r>
            <a:r>
              <a:rPr lang="en-US" sz="2400" u="sng" spc="-40" dirty="0">
                <a:uFill>
                  <a:solidFill>
                    <a:srgbClr val="222222"/>
                  </a:solidFill>
                </a:uFill>
                <a:latin typeface="Times New Roman" panose="02020603050405020304" pitchFamily="18" charset="0"/>
                <a:cs typeface="Times New Roman" panose="02020603050405020304" pitchFamily="18" charset="0"/>
              </a:rPr>
              <a:t> </a:t>
            </a:r>
            <a:r>
              <a:rPr lang="en-US" sz="2400" u="sng" spc="-27" dirty="0">
                <a:uFill>
                  <a:solidFill>
                    <a:srgbClr val="222222"/>
                  </a:solidFill>
                </a:uFill>
                <a:latin typeface="Times New Roman" panose="02020603050405020304" pitchFamily="18" charset="0"/>
                <a:cs typeface="Times New Roman" panose="02020603050405020304" pitchFamily="18" charset="0"/>
              </a:rPr>
              <a:t>fire</a:t>
            </a:r>
            <a:r>
              <a:rPr lang="en-US" sz="2400" spc="-27" dirty="0">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hazard.</a:t>
            </a:r>
          </a:p>
          <a:p>
            <a:pPr marL="397918" marR="95671" algn="just">
              <a:lnSpc>
                <a:spcPct val="90000"/>
              </a:lnSpc>
              <a:spcBef>
                <a:spcPts val="1359"/>
              </a:spcBef>
              <a:tabLst>
                <a:tab pos="626518" algn="l"/>
              </a:tabLst>
            </a:pPr>
            <a:endParaRPr lang="en-US" sz="2400" dirty="0">
              <a:latin typeface="Times New Roman" panose="02020603050405020304" pitchFamily="18" charset="0"/>
              <a:cs typeface="Times New Roman" panose="02020603050405020304" pitchFamily="18" charset="0"/>
            </a:endParaRPr>
          </a:p>
          <a:p>
            <a:pPr marL="626518" marR="6773" indent="-228600" algn="just">
              <a:lnSpc>
                <a:spcPct val="90000"/>
              </a:lnSpc>
              <a:buFont typeface="Arial" panose="020B0604020202020204" pitchFamily="34" charset="0"/>
              <a:buChar char="•"/>
              <a:tabLst>
                <a:tab pos="626518" algn="l"/>
              </a:tabLst>
            </a:pPr>
            <a:r>
              <a:rPr lang="en-US" sz="2400" u="sng" spc="-13" dirty="0">
                <a:uFill>
                  <a:solidFill>
                    <a:srgbClr val="222222"/>
                  </a:solidFill>
                </a:uFill>
                <a:latin typeface="Times New Roman" panose="02020603050405020304" pitchFamily="18" charset="0"/>
                <a:cs typeface="Times New Roman" panose="02020603050405020304" pitchFamily="18" charset="0"/>
              </a:rPr>
              <a:t>Welding,</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spc="-13" dirty="0">
                <a:uFill>
                  <a:solidFill>
                    <a:srgbClr val="222222"/>
                  </a:solidFill>
                </a:uFill>
                <a:latin typeface="Times New Roman" panose="02020603050405020304" pitchFamily="18" charset="0"/>
                <a:cs typeface="Times New Roman" panose="02020603050405020304" pitchFamily="18" charset="0"/>
              </a:rPr>
              <a:t>soldering,</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cutting</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and</a:t>
            </a:r>
            <a:r>
              <a:rPr lang="en-US" sz="2400" u="sng" spc="-33" dirty="0">
                <a:uFill>
                  <a:solidFill>
                    <a:srgbClr val="222222"/>
                  </a:solidFill>
                </a:uFill>
                <a:latin typeface="Times New Roman" panose="02020603050405020304" pitchFamily="18" charset="0"/>
                <a:cs typeface="Times New Roman" panose="02020603050405020304" pitchFamily="18" charset="0"/>
              </a:rPr>
              <a:t> </a:t>
            </a:r>
            <a:r>
              <a:rPr lang="en-US" sz="2400" u="sng" dirty="0">
                <a:uFill>
                  <a:solidFill>
                    <a:srgbClr val="222222"/>
                  </a:solidFill>
                </a:uFill>
                <a:latin typeface="Times New Roman" panose="02020603050405020304" pitchFamily="18" charset="0"/>
                <a:cs typeface="Times New Roman" panose="02020603050405020304" pitchFamily="18" charset="0"/>
              </a:rPr>
              <a:t>brazing</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all</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considered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hot</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work,</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as</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a:t>
            </a:r>
            <a:r>
              <a:rPr lang="en-US" sz="2400" spc="-33" dirty="0">
                <a:latin typeface="Times New Roman" panose="02020603050405020304" pitchFamily="18" charset="0"/>
                <a:cs typeface="Times New Roman" panose="02020603050405020304" pitchFamily="18" charset="0"/>
              </a:rPr>
              <a:t> </a:t>
            </a:r>
            <a:r>
              <a:rPr lang="en-US" sz="2400" spc="-13" dirty="0">
                <a:latin typeface="Times New Roman" panose="02020603050405020304" pitchFamily="18" charset="0"/>
                <a:cs typeface="Times New Roman" panose="02020603050405020304" pitchFamily="18" charset="0"/>
              </a:rPr>
              <a:t>grinding</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drilling</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presence</a:t>
            </a:r>
            <a:r>
              <a:rPr lang="en-US" sz="2400" spc="-33" dirty="0">
                <a:latin typeface="Times New Roman" panose="02020603050405020304" pitchFamily="18" charset="0"/>
                <a:cs typeface="Times New Roman" panose="02020603050405020304" pitchFamily="18" charset="0"/>
              </a:rPr>
              <a:t> of </a:t>
            </a:r>
            <a:r>
              <a:rPr lang="en-US" sz="2400" spc="-13" dirty="0">
                <a:latin typeface="Times New Roman" panose="02020603050405020304" pitchFamily="18" charset="0"/>
                <a:cs typeface="Times New Roman" panose="02020603050405020304" pitchFamily="18" charset="0"/>
              </a:rPr>
              <a:t>flammable materials</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2DE53D2-D8EA-6397-31CB-F4D7E725415C}"/>
              </a:ext>
            </a:extLst>
          </p:cNvPr>
          <p:cNvSpPr txBox="1"/>
          <p:nvPr/>
        </p:nvSpPr>
        <p:spPr>
          <a:xfrm>
            <a:off x="6314606" y="165661"/>
            <a:ext cx="6093500" cy="649922"/>
          </a:xfrm>
          <a:prstGeom prst="rect">
            <a:avLst/>
          </a:prstGeom>
          <a:noFill/>
        </p:spPr>
        <p:txBody>
          <a:bodyPr wrap="square">
            <a:spAutoFit/>
          </a:bodyPr>
          <a:lstStyle/>
          <a:p>
            <a:pPr marL="16933" indent="-228600">
              <a:lnSpc>
                <a:spcPct val="90000"/>
              </a:lnSpc>
              <a:spcBef>
                <a:spcPts val="133"/>
              </a:spcBef>
              <a:buFont typeface="Arial" panose="020B0604020202020204" pitchFamily="34" charset="0"/>
              <a:buChar char="•"/>
            </a:pPr>
            <a:r>
              <a:rPr lang="en-US" sz="4000" b="1" u="sng" spc="-13" dirty="0">
                <a:solidFill>
                  <a:srgbClr val="FF0000"/>
                </a:solidFill>
              </a:rPr>
              <a:t>HOTWORK</a:t>
            </a:r>
            <a:r>
              <a:rPr lang="en-US" sz="4000" b="1" u="sng" spc="-33" dirty="0">
                <a:solidFill>
                  <a:srgbClr val="FF0000"/>
                </a:solidFill>
              </a:rPr>
              <a:t> </a:t>
            </a:r>
            <a:r>
              <a:rPr lang="en-US" sz="4000" b="1" u="sng" spc="-13" dirty="0">
                <a:solidFill>
                  <a:srgbClr val="FF0000"/>
                </a:solidFill>
              </a:rPr>
              <a:t>PERMITS</a:t>
            </a:r>
            <a:endParaRPr lang="en-US" sz="4000" u="sng" dirty="0">
              <a:solidFill>
                <a:srgbClr val="FF0000"/>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28042" y="1450298"/>
            <a:ext cx="11415635" cy="4896383"/>
          </a:xfrm>
          <a:prstGeom prst="rect">
            <a:avLst/>
          </a:prstGeom>
        </p:spPr>
        <p:txBody>
          <a:bodyPr vert="horz" wrap="square" lIns="0" tIns="49953" rIns="0" bIns="0" rtlCol="0">
            <a:spAutoFit/>
          </a:bodyPr>
          <a:lstStyle/>
          <a:p>
            <a:pPr marL="1043067" lvl="1" indent="-416550" algn="just">
              <a:spcBef>
                <a:spcPts val="267"/>
              </a:spcBef>
              <a:buChar char="○"/>
              <a:tabLst>
                <a:tab pos="1043067" algn="l"/>
              </a:tabLst>
            </a:pPr>
            <a:r>
              <a:rPr sz="2400" dirty="0">
                <a:solidFill>
                  <a:srgbClr val="222222"/>
                </a:solidFill>
                <a:latin typeface="Times New Roman" panose="02020603050405020304" pitchFamily="18" charset="0"/>
                <a:cs typeface="Times New Roman" panose="02020603050405020304" pitchFamily="18" charset="0"/>
              </a:rPr>
              <a:t>The</a:t>
            </a:r>
            <a:r>
              <a:rPr sz="2400" spc="-20" dirty="0">
                <a:solidFill>
                  <a:srgbClr val="222222"/>
                </a:solid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fitness</a:t>
            </a:r>
            <a:r>
              <a:rPr sz="24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 readiness</a:t>
            </a:r>
            <a:r>
              <a:rPr sz="2400" spc="-13" dirty="0">
                <a:solidFill>
                  <a:srgbClr val="222222"/>
                </a:solidFill>
                <a:latin typeface="Times New Roman" panose="02020603050405020304" pitchFamily="18" charset="0"/>
                <a:cs typeface="Times New Roman" panose="02020603050405020304" pitchFamily="18" charset="0"/>
              </a:rPr>
              <a:t>-to-</a:t>
            </a:r>
            <a:r>
              <a:rPr sz="2400" dirty="0">
                <a:solidFill>
                  <a:srgbClr val="222222"/>
                </a:solidFill>
                <a:latin typeface="Times New Roman" panose="02020603050405020304" pitchFamily="18" charset="0"/>
                <a:cs typeface="Times New Roman" panose="02020603050405020304" pitchFamily="18" charset="0"/>
              </a:rPr>
              <a:t>use</a:t>
            </a:r>
            <a:r>
              <a:rPr sz="2400" spc="-20"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of</a:t>
            </a:r>
            <a:r>
              <a:rPr sz="2400" spc="-1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all</a:t>
            </a:r>
            <a:r>
              <a:rPr sz="2400" spc="-20"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the</a:t>
            </a:r>
            <a:r>
              <a:rPr sz="2400" spc="-13" dirty="0">
                <a:solidFill>
                  <a:srgbClr val="222222"/>
                </a:solidFill>
                <a:latin typeface="Times New Roman" panose="02020603050405020304" pitchFamily="18" charset="0"/>
                <a:cs typeface="Times New Roman" panose="02020603050405020304" pitchFamily="18" charset="0"/>
              </a:rPr>
              <a:t> involved</a:t>
            </a:r>
            <a:r>
              <a:rPr sz="2400" spc="-20"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equipment</a:t>
            </a:r>
            <a:r>
              <a:rPr sz="2400" spc="-20"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must</a:t>
            </a:r>
            <a:r>
              <a:rPr sz="2400" spc="-1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be</a:t>
            </a:r>
            <a:r>
              <a:rPr sz="2400" spc="-20"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tested</a:t>
            </a:r>
            <a:endParaRPr sz="2400" dirty="0">
              <a:latin typeface="Times New Roman" panose="02020603050405020304" pitchFamily="18" charset="0"/>
              <a:cs typeface="Times New Roman" panose="02020603050405020304" pitchFamily="18" charset="0"/>
            </a:endParaRPr>
          </a:p>
          <a:p>
            <a:pPr marL="1043067" marR="422476" lvl="1" indent="-417396" algn="just">
              <a:lnSpc>
                <a:spcPct val="114999"/>
              </a:lnSpc>
              <a:buChar char="○"/>
              <a:tabLst>
                <a:tab pos="1043067" algn="l"/>
              </a:tabLst>
            </a:pPr>
            <a:r>
              <a:rPr sz="2400" spc="-53" dirty="0">
                <a:solidFill>
                  <a:srgbClr val="222222"/>
                </a:solidFill>
                <a:latin typeface="Times New Roman" panose="02020603050405020304" pitchFamily="18" charset="0"/>
                <a:cs typeface="Times New Roman" panose="02020603050405020304" pitchFamily="18" charset="0"/>
              </a:rPr>
              <a:t>Task-</a:t>
            </a:r>
            <a:r>
              <a:rPr sz="2400" dirty="0">
                <a:solidFill>
                  <a:srgbClr val="222222"/>
                </a:solidFill>
                <a:latin typeface="Times New Roman" panose="02020603050405020304" pitchFamily="18" charset="0"/>
                <a:cs typeface="Times New Roman" panose="02020603050405020304" pitchFamily="18" charset="0"/>
              </a:rPr>
              <a:t>specific</a:t>
            </a:r>
            <a:r>
              <a:rPr sz="2400" spc="-33" dirty="0">
                <a:solidFill>
                  <a:srgbClr val="222222"/>
                </a:solid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personal</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protective</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equipment</a:t>
            </a:r>
            <a:r>
              <a:rPr sz="2400" spc="-13" dirty="0">
                <a:solidFill>
                  <a:srgbClr val="222222"/>
                </a:solidFill>
                <a:latin typeface="Times New Roman" panose="02020603050405020304" pitchFamily="18" charset="0"/>
                <a:cs typeface="Times New Roman" panose="02020603050405020304" pitchFamily="18" charset="0"/>
              </a:rPr>
              <a:t>/</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gear</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should</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be</a:t>
            </a:r>
            <a:r>
              <a:rPr sz="2400" spc="-33" dirty="0">
                <a:solidFill>
                  <a:srgbClr val="222222"/>
                </a:solid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availabl</a:t>
            </a:r>
            <a:r>
              <a:rPr sz="2400" spc="-13" dirty="0">
                <a:solidFill>
                  <a:srgbClr val="222222"/>
                </a:solidFill>
                <a:latin typeface="Times New Roman" panose="02020603050405020304" pitchFamily="18" charset="0"/>
                <a:cs typeface="Times New Roman" panose="02020603050405020304" pitchFamily="18" charset="0"/>
              </a:rPr>
              <a:t>e</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at</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the</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site</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and</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workers</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must</a:t>
            </a:r>
            <a:r>
              <a:rPr sz="2400" spc="-33" dirty="0">
                <a:solidFill>
                  <a:srgbClr val="222222"/>
                </a:solidFill>
                <a:latin typeface="Times New Roman" panose="02020603050405020304" pitchFamily="18" charset="0"/>
                <a:cs typeface="Times New Roman" panose="02020603050405020304" pitchFamily="18" charset="0"/>
              </a:rPr>
              <a:t> be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well-</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qualified</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on</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how</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use,</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clean,</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store</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them</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properly</a:t>
            </a:r>
            <a:endParaRPr sz="2400" dirty="0">
              <a:latin typeface="Times New Roman" panose="02020603050405020304" pitchFamily="18" charset="0"/>
              <a:cs typeface="Times New Roman" panose="02020603050405020304" pitchFamily="18" charset="0"/>
            </a:endParaRPr>
          </a:p>
          <a:p>
            <a:pPr marL="1043067" lvl="1" indent="-416550" algn="just">
              <a:spcBef>
                <a:spcPts val="260"/>
              </a:spcBef>
              <a:buChar char="○"/>
              <a:tabLst>
                <a:tab pos="1043067" algn="l"/>
              </a:tabLst>
            </a:pPr>
            <a:r>
              <a:rPr sz="2400" spc="-13" dirty="0">
                <a:solidFill>
                  <a:srgbClr val="222222"/>
                </a:solidFill>
                <a:latin typeface="Times New Roman" panose="02020603050405020304" pitchFamily="18" charset="0"/>
                <a:cs typeface="Times New Roman" panose="02020603050405020304" pitchFamily="18" charset="0"/>
              </a:rPr>
              <a:t>Examine</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the</a:t>
            </a:r>
            <a:r>
              <a:rPr sz="2400" spc="-33"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workplace</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completely</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and</a:t>
            </a:r>
            <a:r>
              <a:rPr sz="2400" spc="-40" dirty="0">
                <a:solidFill>
                  <a:srgbClr val="222222"/>
                </a:solid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eliminate</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any</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visual</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endParaRPr sz="2400" dirty="0">
              <a:latin typeface="Times New Roman" panose="02020603050405020304" pitchFamily="18" charset="0"/>
              <a:cs typeface="Times New Roman" panose="02020603050405020304" pitchFamily="18" charset="0"/>
            </a:endParaRPr>
          </a:p>
          <a:p>
            <a:pPr marL="1043067" lvl="1" indent="-416550" algn="just">
              <a:spcBef>
                <a:spcPts val="267"/>
              </a:spcBef>
              <a:buChar char="○"/>
              <a:tabLst>
                <a:tab pos="1043067" algn="l"/>
              </a:tabLst>
            </a:pPr>
            <a:r>
              <a:rPr sz="2400" dirty="0">
                <a:solidFill>
                  <a:srgbClr val="222222"/>
                </a:solidFill>
                <a:latin typeface="Times New Roman" panose="02020603050405020304" pitchFamily="18" charset="0"/>
                <a:cs typeface="Times New Roman" panose="02020603050405020304" pitchFamily="18" charset="0"/>
              </a:rPr>
              <a:t>All</a:t>
            </a:r>
            <a:r>
              <a:rPr sz="2400" spc="-40" dirty="0">
                <a:solidFill>
                  <a:srgbClr val="222222"/>
                </a:solid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combustible</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flammable</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materials</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should</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kept</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away</a:t>
            </a:r>
            <a:r>
              <a:rPr sz="2400" spc="-40"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from</a:t>
            </a:r>
            <a:r>
              <a:rPr sz="2400" spc="-40"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the</a:t>
            </a:r>
            <a:r>
              <a:rPr sz="2400" spc="-33"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workplace</a:t>
            </a:r>
            <a:endParaRPr sz="2400" dirty="0">
              <a:latin typeface="Times New Roman" panose="02020603050405020304" pitchFamily="18" charset="0"/>
              <a:cs typeface="Times New Roman" panose="02020603050405020304" pitchFamily="18" charset="0"/>
            </a:endParaRPr>
          </a:p>
          <a:p>
            <a:pPr marL="1043067" lvl="1" indent="-416550" algn="just">
              <a:spcBef>
                <a:spcPts val="267"/>
              </a:spcBef>
              <a:buChar char="○"/>
              <a:tabLst>
                <a:tab pos="1043067" algn="l"/>
              </a:tabLst>
            </a:pPr>
            <a:r>
              <a:rPr sz="2400" dirty="0">
                <a:solidFill>
                  <a:srgbClr val="222222"/>
                </a:solidFill>
                <a:latin typeface="Times New Roman" panose="02020603050405020304" pitchFamily="18" charset="0"/>
                <a:cs typeface="Times New Roman" panose="02020603050405020304" pitchFamily="18" charset="0"/>
              </a:rPr>
              <a:t>All</a:t>
            </a:r>
            <a:r>
              <a:rPr sz="2400" spc="-4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appropriate</a:t>
            </a:r>
            <a:r>
              <a:rPr sz="2400" spc="-47" dirty="0">
                <a:solidFill>
                  <a:srgbClr val="222222"/>
                </a:solid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fire</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extinguishers</a:t>
            </a:r>
            <a:r>
              <a:rPr sz="24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first-</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aid</a:t>
            </a:r>
            <a:r>
              <a:rPr sz="24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boxes</a:t>
            </a:r>
            <a:r>
              <a:rPr sz="2400" spc="-4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should</a:t>
            </a:r>
            <a:r>
              <a:rPr sz="2400" spc="-4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be</a:t>
            </a:r>
            <a:r>
              <a:rPr sz="2400" spc="-47"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available</a:t>
            </a:r>
            <a:r>
              <a:rPr sz="2400" spc="-40"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and</a:t>
            </a:r>
            <a:r>
              <a:rPr sz="2400" spc="-4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easily</a:t>
            </a:r>
            <a:r>
              <a:rPr sz="2400" spc="-40"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accessible</a:t>
            </a:r>
            <a:endParaRPr sz="2400" dirty="0">
              <a:latin typeface="Times New Roman" panose="02020603050405020304" pitchFamily="18" charset="0"/>
              <a:cs typeface="Times New Roman" panose="02020603050405020304" pitchFamily="18" charset="0"/>
            </a:endParaRPr>
          </a:p>
          <a:p>
            <a:pPr marL="1043067" marR="39792" lvl="1" indent="-417396" algn="just">
              <a:lnSpc>
                <a:spcPct val="114999"/>
              </a:lnSpc>
              <a:buChar char="○"/>
              <a:tabLst>
                <a:tab pos="1043067" algn="l"/>
              </a:tabLst>
            </a:pPr>
            <a:r>
              <a:rPr sz="2400" spc="-13" dirty="0">
                <a:solidFill>
                  <a:srgbClr val="222222"/>
                </a:solidFill>
                <a:latin typeface="Times New Roman" panose="02020603050405020304" pitchFamily="18" charset="0"/>
                <a:cs typeface="Times New Roman" panose="02020603050405020304" pitchFamily="18" charset="0"/>
              </a:rPr>
              <a:t>Examine</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the</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area</a:t>
            </a:r>
            <a:r>
              <a:rPr sz="2400" spc="-27" dirty="0">
                <a:solidFill>
                  <a:srgbClr val="222222"/>
                </a:solid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after</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completing</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hot</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work</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to</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make</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sure</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that</a:t>
            </a:r>
            <a:r>
              <a:rPr sz="2400" spc="-20" dirty="0">
                <a:solidFill>
                  <a:srgbClr val="222222"/>
                </a:solid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wall</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surfaces</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wires</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have</a:t>
            </a:r>
            <a:r>
              <a:rPr sz="2400" spc="-27" dirty="0">
                <a:solidFill>
                  <a:srgbClr val="222222"/>
                </a:solid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heated</a:t>
            </a:r>
            <a:r>
              <a:rPr sz="2400" spc="-13" dirty="0">
                <a:solidFill>
                  <a:srgbClr val="222222"/>
                </a:solidFill>
                <a:latin typeface="Times New Roman" panose="02020603050405020304" pitchFamily="18" charset="0"/>
                <a:cs typeface="Times New Roman" panose="02020603050405020304" pitchFamily="18" charset="0"/>
              </a:rPr>
              <a:t> </a:t>
            </a:r>
            <a:r>
              <a:rPr sz="24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up</a:t>
            </a:r>
            <a:endParaRPr sz="2400" dirty="0">
              <a:latin typeface="Times New Roman" panose="02020603050405020304" pitchFamily="18" charset="0"/>
              <a:cs typeface="Times New Roman" panose="02020603050405020304" pitchFamily="18" charset="0"/>
            </a:endParaRPr>
          </a:p>
          <a:p>
            <a:pPr marL="1043067" lvl="1" indent="-416550" algn="just">
              <a:spcBef>
                <a:spcPts val="260"/>
              </a:spcBef>
              <a:buChar char="○"/>
              <a:tabLst>
                <a:tab pos="1043067" algn="l"/>
              </a:tabLst>
            </a:pP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Comply</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with</a:t>
            </a:r>
            <a:r>
              <a:rPr sz="24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applicable</a:t>
            </a:r>
            <a:r>
              <a:rPr sz="24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regulatory</a:t>
            </a:r>
            <a:r>
              <a:rPr sz="24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requirements</a:t>
            </a:r>
            <a:r>
              <a:rPr sz="24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24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legislation</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in</a:t>
            </a:r>
            <a:r>
              <a:rPr sz="2400" spc="-27"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the</a:t>
            </a:r>
            <a:r>
              <a:rPr sz="2400" spc="-20" dirty="0">
                <a:solidFill>
                  <a:srgbClr val="222222"/>
                </a:solidFill>
                <a:latin typeface="Times New Roman" panose="02020603050405020304" pitchFamily="18" charset="0"/>
                <a:cs typeface="Times New Roman" panose="02020603050405020304" pitchFamily="18" charset="0"/>
              </a:rPr>
              <a:t> </a:t>
            </a:r>
            <a:r>
              <a:rPr sz="2400" spc="-13" dirty="0">
                <a:solidFill>
                  <a:srgbClr val="222222"/>
                </a:solidFill>
                <a:latin typeface="Times New Roman" panose="02020603050405020304" pitchFamily="18" charset="0"/>
                <a:cs typeface="Times New Roman" panose="02020603050405020304" pitchFamily="18" charset="0"/>
              </a:rPr>
              <a:t>sector/location.</a:t>
            </a:r>
            <a:endParaRPr sz="2400" dirty="0">
              <a:latin typeface="Times New Roman" panose="02020603050405020304" pitchFamily="18" charset="0"/>
              <a:cs typeface="Times New Roman" panose="02020603050405020304" pitchFamily="18" charset="0"/>
            </a:endParaRPr>
          </a:p>
          <a:p>
            <a:pPr marL="1043067" lvl="1" indent="-416550" algn="just">
              <a:spcBef>
                <a:spcPts val="267"/>
              </a:spcBef>
              <a:buChar char="○"/>
              <a:tabLst>
                <a:tab pos="1043067" algn="l"/>
              </a:tabLst>
            </a:pP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Risks</a:t>
            </a:r>
            <a:r>
              <a:rPr sz="24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2400" u="sng" dirty="0">
                <a:solidFill>
                  <a:srgbClr val="222222"/>
                </a:solidFill>
                <a:uFill>
                  <a:solidFill>
                    <a:srgbClr val="222222"/>
                  </a:solidFill>
                </a:uFill>
                <a:latin typeface="Times New Roman" panose="02020603050405020304" pitchFamily="18" charset="0"/>
                <a:cs typeface="Times New Roman" panose="02020603050405020304" pitchFamily="18" charset="0"/>
              </a:rPr>
              <a:t>triggered</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by</a:t>
            </a:r>
            <a:r>
              <a:rPr sz="2400" spc="-33" dirty="0">
                <a:solidFill>
                  <a:srgbClr val="222222"/>
                </a:solidFill>
                <a:latin typeface="Times New Roman" panose="02020603050405020304" pitchFamily="18" charset="0"/>
                <a:cs typeface="Times New Roman" panose="02020603050405020304" pitchFamily="18" charset="0"/>
              </a:rPr>
              <a:t> </a:t>
            </a:r>
            <a:r>
              <a:rPr sz="2400" dirty="0">
                <a:solidFill>
                  <a:srgbClr val="222222"/>
                </a:solidFill>
                <a:latin typeface="Times New Roman" panose="02020603050405020304" pitchFamily="18" charset="0"/>
                <a:cs typeface="Times New Roman" panose="02020603050405020304" pitchFamily="18" charset="0"/>
              </a:rPr>
              <a:t>hot</a:t>
            </a:r>
            <a:r>
              <a:rPr sz="2400" spc="-33" dirty="0">
                <a:solidFill>
                  <a:srgbClr val="222222"/>
                </a:solidFill>
                <a:latin typeface="Times New Roman" panose="02020603050405020304" pitchFamily="18" charset="0"/>
                <a:cs typeface="Times New Roman" panose="02020603050405020304" pitchFamily="18" charset="0"/>
              </a:rPr>
              <a:t> </a:t>
            </a:r>
            <a:r>
              <a:rPr sz="2400" spc="-27" dirty="0">
                <a:solidFill>
                  <a:srgbClr val="222222"/>
                </a:solidFill>
                <a:latin typeface="Times New Roman" panose="02020603050405020304" pitchFamily="18" charset="0"/>
                <a:cs typeface="Times New Roman" panose="02020603050405020304" pitchFamily="18" charset="0"/>
              </a:rPr>
              <a:t>work</a:t>
            </a:r>
            <a:endParaRPr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F0CB730-6FCA-B33B-6ACF-18D46F6D87E7}"/>
              </a:ext>
            </a:extLst>
          </p:cNvPr>
          <p:cNvSpPr txBox="1"/>
          <p:nvPr/>
        </p:nvSpPr>
        <p:spPr>
          <a:xfrm>
            <a:off x="2027419" y="0"/>
            <a:ext cx="7881079" cy="1323439"/>
          </a:xfrm>
          <a:prstGeom prst="rect">
            <a:avLst/>
          </a:prstGeom>
          <a:noFill/>
        </p:spPr>
        <p:txBody>
          <a:bodyPr wrap="square">
            <a:spAutoFit/>
          </a:bodyPr>
          <a:lstStyle/>
          <a:p>
            <a:pPr marL="433482" indent="-416550">
              <a:spcBef>
                <a:spcPts val="393"/>
              </a:spcBef>
              <a:buChar char="●"/>
              <a:tabLst>
                <a:tab pos="433482" algn="l"/>
              </a:tabLst>
            </a:pP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Before</a:t>
            </a:r>
            <a:r>
              <a:rPr lang="en-GB" sz="4000" spc="-47"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performing</a:t>
            </a:r>
            <a:r>
              <a:rPr lang="en-GB" sz="4000" spc="-4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hot</a:t>
            </a:r>
            <a:r>
              <a:rPr lang="en-GB" sz="4000" spc="-4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work,</a:t>
            </a:r>
            <a:r>
              <a:rPr lang="en-GB" sz="4000" spc="-4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the</a:t>
            </a:r>
            <a:r>
              <a:rPr lang="en-GB" sz="4000" spc="-47"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worker</a:t>
            </a:r>
            <a:r>
              <a:rPr lang="en-GB" sz="4000" spc="-4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should</a:t>
            </a:r>
            <a:r>
              <a:rPr lang="en-GB" sz="4000" spc="-4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dirty="0">
                <a:solidFill>
                  <a:schemeClr val="tx2">
                    <a:lumMod val="75000"/>
                    <a:lumOff val="25000"/>
                  </a:schemeClr>
                </a:solidFill>
                <a:latin typeface="Times New Roman" panose="02020603050405020304" pitchFamily="18" charset="0"/>
                <a:cs typeface="Times New Roman" panose="02020603050405020304" pitchFamily="18" charset="0"/>
              </a:rPr>
              <a:t>consider</a:t>
            </a:r>
            <a:r>
              <a:rPr lang="en-GB" sz="4000" spc="-4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GB" sz="4000" spc="-13" dirty="0">
                <a:solidFill>
                  <a:schemeClr val="tx2">
                    <a:lumMod val="75000"/>
                    <a:lumOff val="25000"/>
                  </a:schemeClr>
                </a:solidFill>
                <a:latin typeface="Times New Roman" panose="02020603050405020304" pitchFamily="18" charset="0"/>
                <a:cs typeface="Times New Roman" panose="02020603050405020304" pitchFamily="18" charset="0"/>
              </a:rPr>
              <a:t>following</a:t>
            </a:r>
            <a:endParaRPr lang="en-GB" sz="4000"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4C0E-31FC-3F90-0A7C-DD2904F14D2B}"/>
              </a:ext>
            </a:extLst>
          </p:cNvPr>
          <p:cNvSpPr>
            <a:spLocks noGrp="1"/>
          </p:cNvSpPr>
          <p:nvPr>
            <p:ph type="title"/>
          </p:nvPr>
        </p:nvSpPr>
        <p:spPr>
          <a:xfrm>
            <a:off x="6823878" y="741391"/>
            <a:ext cx="4491821" cy="1616203"/>
          </a:xfrm>
        </p:spPr>
        <p:txBody>
          <a:bodyPr anchor="b">
            <a:normAutofit/>
          </a:bodyPr>
          <a:lstStyle/>
          <a:p>
            <a:endParaRPr lang="en-GB" sz="3200"/>
          </a:p>
        </p:txBody>
      </p:sp>
      <p:pic>
        <p:nvPicPr>
          <p:cNvPr id="13" name="Picture 12" descr="Yellow rays of light">
            <a:extLst>
              <a:ext uri="{FF2B5EF4-FFF2-40B4-BE49-F238E27FC236}">
                <a16:creationId xmlns:a16="http://schemas.microsoft.com/office/drawing/2014/main" id="{6D9F066A-885D-892E-A0CD-5CC06504C132}"/>
              </a:ext>
            </a:extLst>
          </p:cNvPr>
          <p:cNvPicPr>
            <a:picLocks noChangeAspect="1"/>
          </p:cNvPicPr>
          <p:nvPr/>
        </p:nvPicPr>
        <p:blipFill>
          <a:blip r:embed="rId2"/>
          <a:srcRect l="40667" r="-1" b="-1"/>
          <a:stretch/>
        </p:blipFill>
        <p:spPr>
          <a:xfrm>
            <a:off x="20" y="10"/>
            <a:ext cx="6095980" cy="6857990"/>
          </a:xfrm>
          <a:prstGeom prst="rect">
            <a:avLst/>
          </a:prstGeom>
        </p:spPr>
      </p:pic>
      <p:grpSp>
        <p:nvGrpSpPr>
          <p:cNvPr id="14" name="Group 13">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5" name="Rectangle 14">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871DB15F-EFEA-AEA9-06D0-83B8D1623FAB}"/>
              </a:ext>
            </a:extLst>
          </p:cNvPr>
          <p:cNvSpPr>
            <a:spLocks noGrp="1"/>
          </p:cNvSpPr>
          <p:nvPr>
            <p:ph idx="1"/>
          </p:nvPr>
        </p:nvSpPr>
        <p:spPr>
          <a:xfrm>
            <a:off x="5501390" y="195010"/>
            <a:ext cx="6690610" cy="3447832"/>
          </a:xfrm>
        </p:spPr>
        <p:txBody>
          <a:bodyPr anchor="t">
            <a:noAutofit/>
          </a:bodyPr>
          <a:lstStyle/>
          <a:p>
            <a:pPr marL="1043067" marR="116837" lvl="1" indent="-417396" algn="just">
              <a:buChar char="○"/>
              <a:tabLst>
                <a:tab pos="1043067" algn="l"/>
              </a:tabLst>
            </a:pPr>
            <a:r>
              <a:rPr lang="en-GB" sz="2000" b="1" u="sng" dirty="0">
                <a:uFill>
                  <a:solidFill>
                    <a:srgbClr val="222222"/>
                  </a:solidFill>
                </a:uFill>
                <a:latin typeface="Times New Roman" panose="02020603050405020304" pitchFamily="18" charset="0"/>
                <a:cs typeface="Times New Roman" panose="02020603050405020304" pitchFamily="18" charset="0"/>
              </a:rPr>
              <a:t>Flying</a:t>
            </a:r>
            <a:r>
              <a:rPr lang="en-GB" sz="2000" b="1" u="sng" spc="-40"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sparks:</a:t>
            </a:r>
            <a:r>
              <a:rPr lang="en-GB" sz="2000" b="1" spc="-5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This</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one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of</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major</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risks</a:t>
            </a:r>
            <a:r>
              <a:rPr lang="en-GB" sz="2000" b="1" spc="-40"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associated</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with</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work.</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Sparks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created</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during</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work</a:t>
            </a:r>
            <a:r>
              <a:rPr lang="en-GB" sz="2000" b="1" spc="-33" dirty="0">
                <a:latin typeface="Times New Roman" panose="02020603050405020304" pitchFamily="18" charset="0"/>
                <a:cs typeface="Times New Roman" panose="02020603050405020304" pitchFamily="18" charset="0"/>
              </a:rPr>
              <a:t> can </a:t>
            </a:r>
            <a:r>
              <a:rPr lang="en-GB" sz="2000" b="1" dirty="0">
                <a:latin typeface="Times New Roman" panose="02020603050405020304" pitchFamily="18" charset="0"/>
                <a:cs typeface="Times New Roman" panose="02020603050405020304" pitchFamily="18" charset="0"/>
              </a:rPr>
              <a:t>get</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stuck</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pipes,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gaps,</a:t>
            </a:r>
            <a:r>
              <a:rPr lang="en-GB" sz="2000" b="1" spc="-40"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openings,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and</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other</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small</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cracks.</a:t>
            </a:r>
            <a:r>
              <a:rPr lang="en-GB" sz="2000" b="1" spc="-6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This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can</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possibly</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smoulder</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and</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cause</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40"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fire.</a:t>
            </a:r>
            <a:endParaRPr lang="en-GB" sz="2000" b="1" dirty="0">
              <a:latin typeface="Times New Roman" panose="02020603050405020304" pitchFamily="18" charset="0"/>
              <a:cs typeface="Times New Roman" panose="02020603050405020304" pitchFamily="18" charset="0"/>
            </a:endParaRPr>
          </a:p>
          <a:p>
            <a:pPr marL="1043067" marR="6773" lvl="1" indent="-417396" algn="just">
              <a:buChar char="○"/>
              <a:tabLst>
                <a:tab pos="1043067" algn="l"/>
              </a:tabLst>
            </a:pPr>
            <a:r>
              <a:rPr lang="en-GB" sz="2000" b="1" u="sng" spc="-13" dirty="0">
                <a:uFill>
                  <a:solidFill>
                    <a:srgbClr val="222222"/>
                  </a:solidFill>
                </a:uFill>
                <a:latin typeface="Times New Roman" panose="02020603050405020304" pitchFamily="18" charset="0"/>
                <a:cs typeface="Times New Roman" panose="02020603050405020304" pitchFamily="18" charset="0"/>
              </a:rPr>
              <a:t>Flammable</a:t>
            </a:r>
            <a:r>
              <a:rPr lang="en-GB" sz="2000" b="1" u="sng" spc="-33"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residues:</a:t>
            </a:r>
            <a:r>
              <a:rPr lang="en-GB" sz="2000" b="1" spc="-5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There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is</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lot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of</a:t>
            </a:r>
            <a:r>
              <a:rPr lang="en-GB" sz="2000" b="1" spc="-33"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combustible</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debris</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and</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residue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leftover</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from</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work.</a:t>
            </a:r>
            <a:r>
              <a:rPr lang="en-GB" sz="2000" b="1" spc="-5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This</a:t>
            </a:r>
            <a:r>
              <a:rPr lang="en-GB" sz="2000" b="1" spc="-33"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could </a:t>
            </a:r>
            <a:r>
              <a:rPr lang="en-GB" sz="2000" b="1" dirty="0">
                <a:latin typeface="Times New Roman" panose="02020603050405020304" pitchFamily="18" charset="0"/>
                <a:cs typeface="Times New Roman" panose="02020603050405020304" pitchFamily="18" charset="0"/>
              </a:rPr>
              <a:t>result</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a:t>
            </a:r>
            <a:r>
              <a:rPr lang="en-GB" sz="2000" b="1" spc="-2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20"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massive</a:t>
            </a:r>
            <a:r>
              <a:rPr lang="en-GB" sz="2000" b="1" spc="-27"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blaze.</a:t>
            </a:r>
            <a:endParaRPr lang="en-GB" sz="2000" b="1" dirty="0">
              <a:latin typeface="Times New Roman" panose="02020603050405020304" pitchFamily="18" charset="0"/>
              <a:cs typeface="Times New Roman" panose="02020603050405020304" pitchFamily="18" charset="0"/>
            </a:endParaRPr>
          </a:p>
          <a:p>
            <a:pPr marL="1043067" marR="257380" lvl="1" indent="-417396" algn="just">
              <a:buChar char="○"/>
              <a:tabLst>
                <a:tab pos="1043067" algn="l"/>
              </a:tabLst>
            </a:pPr>
            <a:r>
              <a:rPr lang="en-GB" sz="2000" b="1" u="sng" dirty="0">
                <a:uFill>
                  <a:solidFill>
                    <a:srgbClr val="222222"/>
                  </a:solidFill>
                </a:uFill>
                <a:latin typeface="Times New Roman" panose="02020603050405020304" pitchFamily="18" charset="0"/>
                <a:cs typeface="Times New Roman" panose="02020603050405020304" pitchFamily="18" charset="0"/>
              </a:rPr>
              <a:t>Hot</a:t>
            </a:r>
            <a:r>
              <a:rPr lang="en-GB" sz="2000" b="1" u="sng" spc="-33"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surfaces:</a:t>
            </a:r>
            <a:r>
              <a:rPr lang="en-GB" sz="2000" b="1" spc="-1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During</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work,</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there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may</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be</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many</a:t>
            </a:r>
            <a:r>
              <a:rPr lang="en-GB" sz="2000" b="1" spc="-27"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flammable</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goods</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or</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materials</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that</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may</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remain</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a:t>
            </a:r>
            <a:r>
              <a:rPr lang="en-GB" sz="2000" b="1" spc="-33" dirty="0">
                <a:latin typeface="Times New Roman" panose="02020603050405020304" pitchFamily="18" charset="0"/>
                <a:cs typeface="Times New Roman" panose="02020603050405020304" pitchFamily="18" charset="0"/>
              </a:rPr>
              <a:t> the </a:t>
            </a:r>
            <a:r>
              <a:rPr lang="en-GB" sz="2000" b="1" dirty="0">
                <a:latin typeface="Times New Roman" panose="02020603050405020304" pitchFamily="18" charset="0"/>
                <a:cs typeface="Times New Roman" panose="02020603050405020304" pitchFamily="18" charset="0"/>
              </a:rPr>
              <a:t>surface.</a:t>
            </a:r>
            <a:r>
              <a:rPr lang="en-GB" sz="2000" b="1" spc="-6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They</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may</a:t>
            </a:r>
            <a:r>
              <a:rPr lang="en-GB" sz="2000" b="1" spc="-4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come</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into</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contact</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with</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surface</a:t>
            </a:r>
            <a:r>
              <a:rPr lang="en-GB" sz="2000" b="1" spc="-4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during</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activity</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and</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quickly</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cause</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40"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fire.</a:t>
            </a:r>
            <a:endParaRPr lang="en-GB" sz="2000" b="1" dirty="0">
              <a:latin typeface="Times New Roman" panose="02020603050405020304" pitchFamily="18" charset="0"/>
              <a:cs typeface="Times New Roman" panose="02020603050405020304" pitchFamily="18" charset="0"/>
            </a:endParaRPr>
          </a:p>
          <a:p>
            <a:pPr marL="1043067" marR="23706" lvl="1" indent="-417396" algn="just">
              <a:buChar char="○"/>
              <a:tabLst>
                <a:tab pos="1043067" algn="l"/>
              </a:tabLst>
            </a:pPr>
            <a:r>
              <a:rPr lang="en-GB" sz="2000" b="1" u="sng" spc="-13" dirty="0">
                <a:uFill>
                  <a:solidFill>
                    <a:srgbClr val="222222"/>
                  </a:solidFill>
                </a:uFill>
                <a:latin typeface="Times New Roman" panose="02020603050405020304" pitchFamily="18" charset="0"/>
                <a:cs typeface="Times New Roman" panose="02020603050405020304" pitchFamily="18" charset="0"/>
              </a:rPr>
              <a:t>Circulation</a:t>
            </a:r>
            <a:r>
              <a:rPr lang="en-GB" sz="2000" b="1" u="sng" spc="-47"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of</a:t>
            </a:r>
            <a:r>
              <a:rPr lang="en-GB" sz="2000" b="1" u="sng" spc="-40"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heat</a:t>
            </a:r>
            <a:r>
              <a:rPr lang="en-GB" sz="2000" b="1" u="sng" spc="-47"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when</a:t>
            </a:r>
            <a:r>
              <a:rPr lang="en-GB" sz="2000" b="1" u="sng" spc="-40"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working</a:t>
            </a:r>
            <a:r>
              <a:rPr lang="en-GB" sz="2000" b="1" u="sng" spc="-47"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on</a:t>
            </a:r>
            <a:r>
              <a:rPr lang="en-GB" sz="2000" b="1" u="sng" spc="-40"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pipes: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40"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labor</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can</a:t>
            </a:r>
            <a:r>
              <a:rPr lang="en-GB" sz="2000" b="1" spc="-4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overheat</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4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pipe.</a:t>
            </a:r>
            <a:r>
              <a:rPr lang="en-GB" sz="2000" b="1" spc="-6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This</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heat</a:t>
            </a:r>
            <a:r>
              <a:rPr lang="en-GB" sz="2000" b="1" spc="-4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could</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easily</a:t>
            </a:r>
            <a:r>
              <a:rPr lang="en-GB" sz="2000" b="1" spc="-4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transfer</a:t>
            </a:r>
            <a:r>
              <a:rPr lang="en-GB" sz="2000" b="1" spc="-47" dirty="0">
                <a:latin typeface="Times New Roman" panose="02020603050405020304" pitchFamily="18" charset="0"/>
                <a:cs typeface="Times New Roman" panose="02020603050405020304" pitchFamily="18" charset="0"/>
              </a:rPr>
              <a:t> to </a:t>
            </a:r>
            <a:r>
              <a:rPr lang="en-GB" sz="2000" b="1" dirty="0">
                <a:latin typeface="Times New Roman" panose="02020603050405020304" pitchFamily="18" charset="0"/>
                <a:cs typeface="Times New Roman" panose="02020603050405020304" pitchFamily="18" charset="0"/>
              </a:rPr>
              <a:t>another</a:t>
            </a:r>
            <a:r>
              <a:rPr lang="en-GB" sz="2000" b="1" spc="-33"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flammable</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surface</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through</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conduction,</a:t>
            </a:r>
            <a:r>
              <a:rPr lang="en-GB" sz="2000" b="1" spc="-27"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resulting</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27"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fire.</a:t>
            </a:r>
            <a:endParaRPr lang="en-GB" sz="2000" b="1" dirty="0">
              <a:latin typeface="Times New Roman" panose="02020603050405020304" pitchFamily="18" charset="0"/>
              <a:cs typeface="Times New Roman" panose="02020603050405020304" pitchFamily="18" charset="0"/>
            </a:endParaRPr>
          </a:p>
          <a:p>
            <a:pPr marL="1043067" marR="71118" lvl="1" indent="-417396" algn="just">
              <a:buChar char="○"/>
              <a:tabLst>
                <a:tab pos="1043067" algn="l"/>
              </a:tabLst>
            </a:pPr>
            <a:r>
              <a:rPr lang="en-GB" sz="2000" b="1" u="sng" spc="-13" dirty="0">
                <a:uFill>
                  <a:solidFill>
                    <a:srgbClr val="222222"/>
                  </a:solidFill>
                </a:uFill>
                <a:latin typeface="Times New Roman" panose="02020603050405020304" pitchFamily="18" charset="0"/>
                <a:cs typeface="Times New Roman" panose="02020603050405020304" pitchFamily="18" charset="0"/>
              </a:rPr>
              <a:t>Explosive</a:t>
            </a:r>
            <a:r>
              <a:rPr lang="en-GB" sz="2000" b="1" u="sng" spc="-33" dirty="0">
                <a:uFill>
                  <a:solidFill>
                    <a:srgbClr val="222222"/>
                  </a:solidFill>
                </a:uFill>
                <a:latin typeface="Times New Roman" panose="02020603050405020304" pitchFamily="18" charset="0"/>
                <a:cs typeface="Times New Roman" panose="02020603050405020304" pitchFamily="18" charset="0"/>
              </a:rPr>
              <a:t> </a:t>
            </a:r>
            <a:r>
              <a:rPr lang="en-GB" sz="2000" b="1" u="sng" dirty="0">
                <a:uFill>
                  <a:solidFill>
                    <a:srgbClr val="222222"/>
                  </a:solidFill>
                </a:uFill>
                <a:latin typeface="Times New Roman" panose="02020603050405020304" pitchFamily="18" charset="0"/>
                <a:cs typeface="Times New Roman" panose="02020603050405020304" pitchFamily="18" charset="0"/>
              </a:rPr>
              <a:t>environment:</a:t>
            </a:r>
            <a:r>
              <a:rPr lang="en-GB" sz="2000" b="1" spc="-2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There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may</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be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highly</a:t>
            </a:r>
            <a:r>
              <a:rPr lang="en-GB" sz="2000" b="1" spc="-27"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combustible</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fumes</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or</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gases</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the</a:t>
            </a:r>
            <a:r>
              <a:rPr lang="en-GB" sz="2000" b="1" spc="-33"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air,</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that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might</a:t>
            </a:r>
            <a:r>
              <a:rPr lang="en-GB" sz="2000" b="1" spc="-3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cause</a:t>
            </a:r>
            <a:r>
              <a:rPr lang="en-GB" sz="2000" b="1" spc="-2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a:t>
            </a:r>
            <a:r>
              <a:rPr lang="en-GB" sz="2000" b="1" spc="-33" dirty="0">
                <a:latin typeface="Times New Roman" panose="02020603050405020304" pitchFamily="18" charset="0"/>
                <a:cs typeface="Times New Roman" panose="02020603050405020304" pitchFamily="18" charset="0"/>
              </a:rPr>
              <a:t> </a:t>
            </a:r>
            <a:r>
              <a:rPr lang="en-GB" sz="2000" b="1" spc="-27" dirty="0">
                <a:latin typeface="Times New Roman" panose="02020603050405020304" pitchFamily="18" charset="0"/>
                <a:cs typeface="Times New Roman" panose="02020603050405020304" pitchFamily="18" charset="0"/>
              </a:rPr>
              <a:t>fire</a:t>
            </a:r>
            <a:r>
              <a:rPr lang="en-GB" sz="2000" b="1" spc="667"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if</a:t>
            </a:r>
            <a:r>
              <a:rPr lang="en-GB" sz="2000" b="1" spc="-20" dirty="0">
                <a:latin typeface="Times New Roman" panose="02020603050405020304" pitchFamily="18" charset="0"/>
                <a:cs typeface="Times New Roman" panose="02020603050405020304" pitchFamily="18" charset="0"/>
              </a:rPr>
              <a:t> </a:t>
            </a:r>
            <a:r>
              <a:rPr lang="en-GB" sz="2000" b="1" spc="-13" dirty="0">
                <a:latin typeface="Times New Roman" panose="02020603050405020304" pitchFamily="18" charset="0"/>
                <a:cs typeface="Times New Roman" panose="02020603050405020304" pitchFamily="18" charset="0"/>
              </a:rPr>
              <a:t>exposed </a:t>
            </a:r>
            <a:r>
              <a:rPr lang="en-GB" sz="2000" b="1" dirty="0">
                <a:latin typeface="Times New Roman" panose="02020603050405020304" pitchFamily="18" charset="0"/>
                <a:cs typeface="Times New Roman" panose="02020603050405020304" pitchFamily="18" charset="0"/>
              </a:rPr>
              <a:t>to</a:t>
            </a:r>
            <a:r>
              <a:rPr lang="en-GB" sz="2000" b="1" spc="-13"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hot</a:t>
            </a:r>
            <a:r>
              <a:rPr lang="en-GB" sz="2000" b="1" spc="-13" dirty="0">
                <a:latin typeface="Times New Roman" panose="02020603050405020304" pitchFamily="18" charset="0"/>
                <a:cs typeface="Times New Roman" panose="02020603050405020304" pitchFamily="18" charset="0"/>
              </a:rPr>
              <a:t> work.</a:t>
            </a:r>
            <a:endParaRPr lang="en-GB" sz="2000" b="1" dirty="0">
              <a:latin typeface="Times New Roman" panose="02020603050405020304" pitchFamily="18" charset="0"/>
              <a:cs typeface="Times New Roman" panose="02020603050405020304" pitchFamily="18" charset="0"/>
            </a:endParaRPr>
          </a:p>
          <a:p>
            <a:pPr algn="just"/>
            <a:endParaRPr lang="en-GB" sz="2000" b="1" dirty="0"/>
          </a:p>
        </p:txBody>
      </p:sp>
    </p:spTree>
    <p:extLst>
      <p:ext uri="{BB962C8B-B14F-4D97-AF65-F5344CB8AC3E}">
        <p14:creationId xmlns:p14="http://schemas.microsoft.com/office/powerpoint/2010/main" val="267597612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Offshore production platform">
            <a:extLst>
              <a:ext uri="{FF2B5EF4-FFF2-40B4-BE49-F238E27FC236}">
                <a16:creationId xmlns:a16="http://schemas.microsoft.com/office/drawing/2014/main" id="{EF70EFB2-875B-9CCF-F41B-95DD8610C83B}"/>
              </a:ext>
            </a:extLst>
          </p:cNvPr>
          <p:cNvPicPr>
            <a:picLocks noChangeAspect="1"/>
          </p:cNvPicPr>
          <p:nvPr/>
        </p:nvPicPr>
        <p:blipFill>
          <a:blip r:embed="rId2"/>
          <a:srcRect l="18358" r="25828" b="-1"/>
          <a:stretch/>
        </p:blipFill>
        <p:spPr>
          <a:xfrm>
            <a:off x="-1" y="-2"/>
            <a:ext cx="5410198" cy="6858002"/>
          </a:xfrm>
          <a:prstGeom prst="rect">
            <a:avLst/>
          </a:prstGeom>
        </p:spPr>
      </p:pic>
      <p:sp useBgFill="1">
        <p:nvSpPr>
          <p:cNvPr id="13" name="Rectangle 12">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F3088B-79EC-31D5-953F-EF9E292CE26C}"/>
              </a:ext>
            </a:extLst>
          </p:cNvPr>
          <p:cNvSpPr txBox="1"/>
          <p:nvPr/>
        </p:nvSpPr>
        <p:spPr>
          <a:xfrm>
            <a:off x="6115317" y="405685"/>
            <a:ext cx="5464968" cy="1559301"/>
          </a:xfrm>
          <a:prstGeom prst="rect">
            <a:avLst/>
          </a:prstGeom>
        </p:spPr>
        <p:txBody>
          <a:bodyPr vert="horz" lIns="91440" tIns="45720" rIns="91440" bIns="45720" rtlCol="0" anchor="ctr">
            <a:normAutofit/>
          </a:bodyPr>
          <a:lstStyle/>
          <a:p>
            <a:pPr marL="16933">
              <a:lnSpc>
                <a:spcPct val="90000"/>
              </a:lnSpc>
              <a:spcBef>
                <a:spcPct val="0"/>
              </a:spcBef>
              <a:spcAft>
                <a:spcPts val="600"/>
              </a:spcAft>
            </a:pPr>
            <a:r>
              <a:rPr lang="en-US" sz="4000" b="1">
                <a:latin typeface="+mj-lt"/>
                <a:ea typeface="+mj-ea"/>
                <a:cs typeface="+mj-cs"/>
              </a:rPr>
              <a:t>COLD</a:t>
            </a:r>
            <a:r>
              <a:rPr lang="en-US" sz="4000" b="1" spc="-73">
                <a:latin typeface="+mj-lt"/>
                <a:ea typeface="+mj-ea"/>
                <a:cs typeface="+mj-cs"/>
              </a:rPr>
              <a:t> </a:t>
            </a:r>
            <a:r>
              <a:rPr lang="en-US" sz="4000" b="1">
                <a:latin typeface="+mj-lt"/>
                <a:ea typeface="+mj-ea"/>
                <a:cs typeface="+mj-cs"/>
              </a:rPr>
              <a:t>WORK</a:t>
            </a:r>
            <a:r>
              <a:rPr lang="en-US" sz="4000" b="1" spc="-73">
                <a:latin typeface="+mj-lt"/>
                <a:ea typeface="+mj-ea"/>
                <a:cs typeface="+mj-cs"/>
              </a:rPr>
              <a:t> </a:t>
            </a:r>
            <a:r>
              <a:rPr lang="en-US" sz="4000" b="1" spc="-13">
                <a:latin typeface="+mj-lt"/>
                <a:ea typeface="+mj-ea"/>
                <a:cs typeface="+mj-cs"/>
              </a:rPr>
              <a:t>PERMITS</a:t>
            </a:r>
            <a:endParaRPr lang="en-US" sz="4000">
              <a:latin typeface="+mj-lt"/>
              <a:ea typeface="+mj-ea"/>
              <a:cs typeface="+mj-cs"/>
            </a:endParaRPr>
          </a:p>
        </p:txBody>
      </p:sp>
      <p:sp>
        <p:nvSpPr>
          <p:cNvPr id="2" name="object 2"/>
          <p:cNvSpPr txBox="1"/>
          <p:nvPr/>
        </p:nvSpPr>
        <p:spPr>
          <a:xfrm>
            <a:off x="5591331" y="2743200"/>
            <a:ext cx="5771326" cy="3496878"/>
          </a:xfrm>
          <a:prstGeom prst="rect">
            <a:avLst/>
          </a:prstGeom>
        </p:spPr>
        <p:txBody>
          <a:bodyPr vert="horz" lIns="91440" tIns="45720" rIns="91440" bIns="45720" rtlCol="0" anchor="ctr">
            <a:noAutofit/>
          </a:bodyPr>
          <a:lstStyle/>
          <a:p>
            <a:pPr indent="-228600" algn="just">
              <a:lnSpc>
                <a:spcPct val="90000"/>
              </a:lnSpc>
              <a:spcBef>
                <a:spcPts val="713"/>
              </a:spcBef>
              <a:buFont typeface="Arial" panose="020B0604020202020204" pitchFamily="34" charset="0"/>
              <a:buChar char="•"/>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626518" marR="356438" indent="-228600" algn="just">
              <a:lnSpc>
                <a:spcPct val="90000"/>
              </a:lnSpc>
              <a:buFont typeface="Arial" panose="020B0604020202020204" pitchFamily="34" charset="0"/>
              <a:buChar char="•"/>
              <a:tabLst>
                <a:tab pos="626518" algn="l"/>
              </a:tabLst>
            </a:pPr>
            <a:r>
              <a:rPr lang="en-US" sz="2400" dirty="0">
                <a:solidFill>
                  <a:schemeClr val="accent6">
                    <a:lumMod val="75000"/>
                  </a:schemeClr>
                </a:solidFill>
                <a:latin typeface="Times New Roman" panose="02020603050405020304" pitchFamily="18" charset="0"/>
                <a:cs typeface="Times New Roman" panose="02020603050405020304" pitchFamily="18" charset="0"/>
              </a:rPr>
              <a:t>Cold</a:t>
            </a:r>
            <a:r>
              <a:rPr lang="en-US" sz="2400" spc="-4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work</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permits</a:t>
            </a:r>
            <a:r>
              <a:rPr lang="en-US" sz="2400" spc="-4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are</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green</a:t>
            </a:r>
            <a:r>
              <a:rPr lang="en-US" sz="2400" u="sng" spc="-4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colored</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permit</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issued</a:t>
            </a:r>
            <a:r>
              <a:rPr lang="en-US" sz="2400" spc="-4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for</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hazardous</a:t>
            </a:r>
            <a:r>
              <a:rPr lang="en-US" sz="2400" spc="-47" dirty="0">
                <a:solidFill>
                  <a:schemeClr val="accent6">
                    <a:lumMod val="75000"/>
                  </a:schemeClr>
                </a:solidFill>
                <a:latin typeface="Times New Roman" panose="02020603050405020304" pitchFamily="18" charset="0"/>
                <a:cs typeface="Times New Roman" panose="02020603050405020304" pitchFamily="18" charset="0"/>
              </a:rPr>
              <a:t> </a:t>
            </a:r>
            <a:r>
              <a:rPr lang="en-US" sz="2400" spc="-13" dirty="0">
                <a:solidFill>
                  <a:schemeClr val="accent6">
                    <a:lumMod val="75000"/>
                  </a:schemeClr>
                </a:solidFill>
                <a:latin typeface="Times New Roman" panose="02020603050405020304" pitchFamily="18" charset="0"/>
                <a:cs typeface="Times New Roman" panose="02020603050405020304" pitchFamily="18" charset="0"/>
              </a:rPr>
              <a:t>maintenance</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work</a:t>
            </a:r>
            <a:r>
              <a:rPr lang="en-US" sz="2400" spc="-4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that</a:t>
            </a:r>
            <a:r>
              <a:rPr lang="en-US" sz="2400" spc="-47" dirty="0">
                <a:solidFill>
                  <a:schemeClr val="accent6">
                    <a:lumMod val="75000"/>
                  </a:schemeClr>
                </a:solid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does</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not</a:t>
            </a:r>
            <a:r>
              <a:rPr lang="en-US" sz="2400" u="sng" spc="-4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involve</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spc="-33"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the</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ignition</a:t>
            </a:r>
            <a:r>
              <a:rPr lang="en-US" sz="2400" u="sng" spc="-4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hazards</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found</a:t>
            </a:r>
            <a:r>
              <a:rPr lang="en-US" sz="2400" u="sng" spc="-4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in</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hot</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spc="-13"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work.</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626518" marR="6773" indent="-228600" algn="just">
              <a:lnSpc>
                <a:spcPct val="90000"/>
              </a:lnSpc>
              <a:buFont typeface="Arial" panose="020B0604020202020204" pitchFamily="34" charset="0"/>
              <a:buChar char="•"/>
              <a:tabLst>
                <a:tab pos="626518" algn="l"/>
              </a:tabLst>
            </a:pPr>
            <a:r>
              <a:rPr lang="en-US" sz="2400" dirty="0">
                <a:solidFill>
                  <a:schemeClr val="accent6">
                    <a:lumMod val="75000"/>
                  </a:schemeClr>
                </a:solidFill>
                <a:latin typeface="Times New Roman" panose="02020603050405020304" pitchFamily="18" charset="0"/>
                <a:cs typeface="Times New Roman" panose="02020603050405020304" pitchFamily="18" charset="0"/>
              </a:rPr>
              <a:t>Cold</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work</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situations</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are</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determined</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by</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spc="-13" dirty="0">
                <a:solidFill>
                  <a:schemeClr val="accent6">
                    <a:lumMod val="75000"/>
                  </a:schemeClr>
                </a:solidFill>
                <a:latin typeface="Times New Roman" panose="02020603050405020304" pitchFamily="18" charset="0"/>
                <a:cs typeface="Times New Roman" panose="02020603050405020304" pitchFamily="18" charset="0"/>
              </a:rPr>
              <a:t>conducting</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a</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risk</a:t>
            </a:r>
            <a:r>
              <a:rPr lang="en-US" sz="2400" u="sng" spc="-4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assessment</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for</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the</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task</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and</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the</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working</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environment.</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If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no</a:t>
            </a:r>
            <a:r>
              <a:rPr lang="en-US" sz="2400" u="sng" spc="-2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flammable</a:t>
            </a:r>
            <a:r>
              <a:rPr lang="en-US" sz="2400" u="sng" spc="-2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or</a:t>
            </a:r>
            <a:r>
              <a:rPr lang="en-US" sz="2400" u="sng" spc="-2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spc="-13"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explosive</a:t>
            </a:r>
            <a:r>
              <a:rPr lang="en-US" sz="2400" u="sng" spc="-20"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risks</a:t>
            </a:r>
            <a:r>
              <a:rPr lang="en-US" sz="2400" u="sng" spc="-2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are</a:t>
            </a:r>
            <a:r>
              <a:rPr lang="en-US" sz="2400" u="sng" spc="-27"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 </a:t>
            </a:r>
            <a:r>
              <a:rPr lang="en-US" sz="2400" u="sng" spc="-13" dirty="0">
                <a:solidFill>
                  <a:schemeClr val="accent6">
                    <a:lumMod val="75000"/>
                  </a:schemeClr>
                </a:solidFill>
                <a:uFill>
                  <a:solidFill>
                    <a:srgbClr val="222222"/>
                  </a:solidFill>
                </a:uFill>
                <a:latin typeface="Times New Roman" panose="02020603050405020304" pitchFamily="18" charset="0"/>
                <a:cs typeface="Times New Roman" panose="02020603050405020304" pitchFamily="18" charset="0"/>
              </a:rPr>
              <a:t>identified</a:t>
            </a:r>
            <a:r>
              <a:rPr lang="en-US" sz="2400" spc="-13" dirty="0">
                <a:solidFill>
                  <a:schemeClr val="accent6">
                    <a:lumMod val="75000"/>
                  </a:schemeClr>
                </a:solidFill>
                <a:latin typeface="Times New Roman" panose="02020603050405020304" pitchFamily="18" charset="0"/>
                <a:cs typeface="Times New Roman" panose="02020603050405020304" pitchFamily="18" charset="0"/>
              </a:rPr>
              <a:t>,</a:t>
            </a:r>
            <a:r>
              <a:rPr lang="en-US" sz="2400" spc="-2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a</a:t>
            </a:r>
            <a:r>
              <a:rPr lang="en-US" sz="2400" spc="-2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cold</a:t>
            </a:r>
            <a:r>
              <a:rPr lang="en-US" sz="2400" spc="-2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work</a:t>
            </a:r>
            <a:r>
              <a:rPr lang="en-US" sz="2400" spc="-2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permit</a:t>
            </a:r>
            <a:r>
              <a:rPr lang="en-US" sz="2400" spc="-2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is</a:t>
            </a:r>
            <a:r>
              <a:rPr lang="en-US" sz="2400" spc="-27" dirty="0">
                <a:solidFill>
                  <a:schemeClr val="accent6">
                    <a:lumMod val="75000"/>
                  </a:schemeClr>
                </a:solidFill>
                <a:latin typeface="Times New Roman" panose="02020603050405020304" pitchFamily="18" charset="0"/>
                <a:cs typeface="Times New Roman" panose="02020603050405020304" pitchFamily="18" charset="0"/>
              </a:rPr>
              <a:t> </a:t>
            </a:r>
            <a:r>
              <a:rPr lang="en-US" sz="2400" spc="-13" dirty="0">
                <a:solidFill>
                  <a:schemeClr val="accent6">
                    <a:lumMod val="75000"/>
                  </a:schemeClr>
                </a:solidFill>
                <a:latin typeface="Times New Roman" panose="02020603050405020304" pitchFamily="18" charset="0"/>
                <a:cs typeface="Times New Roman" panose="02020603050405020304" pitchFamily="18" charset="0"/>
              </a:rPr>
              <a:t>sufficient</a:t>
            </a:r>
            <a:r>
              <a:rPr lang="en-US" sz="2400" spc="-27"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for</a:t>
            </a:r>
            <a:r>
              <a:rPr lang="en-US" sz="2400" spc="-2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carrying</a:t>
            </a:r>
            <a:r>
              <a:rPr lang="en-US" sz="2400" spc="-27" dirty="0">
                <a:solidFill>
                  <a:schemeClr val="accent6">
                    <a:lumMod val="75000"/>
                  </a:schemeClr>
                </a:solidFill>
                <a:latin typeface="Times New Roman" panose="02020603050405020304" pitchFamily="18" charset="0"/>
                <a:cs typeface="Times New Roman" panose="02020603050405020304" pitchFamily="18" charset="0"/>
              </a:rPr>
              <a:t> </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out</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625671" indent="-228600" algn="just">
              <a:lnSpc>
                <a:spcPct val="90000"/>
              </a:lnSpc>
              <a:spcBef>
                <a:spcPts val="267"/>
              </a:spcBef>
              <a:buFont typeface="Arial" panose="020B0604020202020204" pitchFamily="34" charset="0"/>
              <a:buChar char="•"/>
              <a:tabLst>
                <a:tab pos="625671" algn="l"/>
              </a:tabLst>
            </a:pPr>
            <a:r>
              <a:rPr lang="en-US" sz="2400" dirty="0">
                <a:solidFill>
                  <a:schemeClr val="accent6">
                    <a:lumMod val="75000"/>
                  </a:schemeClr>
                </a:solidFill>
                <a:latin typeface="Times New Roman" panose="02020603050405020304" pitchFamily="18" charset="0"/>
                <a:cs typeface="Times New Roman" panose="02020603050405020304" pitchFamily="18" charset="0"/>
              </a:rPr>
              <a:t>Cold</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work</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permits</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are</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green</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colored</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permits</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issued</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for</a:t>
            </a:r>
            <a:r>
              <a:rPr lang="en-US" sz="2400" spc="-40" dirty="0">
                <a:solidFill>
                  <a:schemeClr val="accent6">
                    <a:lumMod val="75000"/>
                  </a:schemeClr>
                </a:solidFill>
                <a:latin typeface="Times New Roman" panose="02020603050405020304" pitchFamily="18" charset="0"/>
                <a:cs typeface="Times New Roman" panose="02020603050405020304" pitchFamily="18" charset="0"/>
              </a:rPr>
              <a:t> </a:t>
            </a:r>
            <a:r>
              <a:rPr lang="en-US" sz="2400" dirty="0">
                <a:solidFill>
                  <a:schemeClr val="accent6">
                    <a:lumMod val="75000"/>
                  </a:schemeClr>
                </a:solidFill>
                <a:latin typeface="Times New Roman" panose="02020603050405020304" pitchFamily="18" charset="0"/>
                <a:cs typeface="Times New Roman" panose="02020603050405020304" pitchFamily="18" charset="0"/>
              </a:rPr>
              <a:t>the</a:t>
            </a:r>
            <a:r>
              <a:rPr lang="en-US" sz="2400" spc="-33" dirty="0">
                <a:solidFill>
                  <a:schemeClr val="accent6">
                    <a:lumMod val="75000"/>
                  </a:schemeClr>
                </a:solidFill>
                <a:latin typeface="Times New Roman" panose="02020603050405020304" pitchFamily="18" charset="0"/>
                <a:cs typeface="Times New Roman" panose="02020603050405020304" pitchFamily="18" charset="0"/>
              </a:rPr>
              <a:t> </a:t>
            </a:r>
            <a:r>
              <a:rPr lang="en-US" sz="2400" spc="-13" dirty="0">
                <a:solidFill>
                  <a:schemeClr val="accent6">
                    <a:lumMod val="75000"/>
                  </a:schemeClr>
                </a:solidFill>
                <a:latin typeface="Times New Roman" panose="02020603050405020304" pitchFamily="18" charset="0"/>
                <a:cs typeface="Times New Roman" panose="02020603050405020304" pitchFamily="18" charset="0"/>
              </a:rPr>
              <a:t>work.</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indent="-228600" algn="just">
              <a:lnSpc>
                <a:spcPct val="90000"/>
              </a:lnSpc>
              <a:spcBef>
                <a:spcPts val="173"/>
              </a:spcBef>
              <a:buClr>
                <a:srgbClr val="222222"/>
              </a:buClr>
              <a:buFont typeface="Arial" panose="020B0604020202020204" pitchFamily="34" charset="0"/>
              <a:buChar char="•"/>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indent="-228600" algn="just">
              <a:lnSpc>
                <a:spcPct val="90000"/>
              </a:lnSpc>
              <a:spcBef>
                <a:spcPts val="173"/>
              </a:spcBef>
              <a:buFont typeface="Arial" panose="020B0604020202020204" pitchFamily="34" charset="0"/>
              <a:buChar char="•"/>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FEE4-0DBF-897D-0B85-8A503E6EF8DE}"/>
              </a:ext>
            </a:extLst>
          </p:cNvPr>
          <p:cNvSpPr>
            <a:spLocks noGrp="1"/>
          </p:cNvSpPr>
          <p:nvPr>
            <p:ph type="title"/>
          </p:nvPr>
        </p:nvSpPr>
        <p:spPr>
          <a:xfrm>
            <a:off x="382016" y="0"/>
            <a:ext cx="5479719" cy="1616203"/>
          </a:xfrm>
        </p:spPr>
        <p:txBody>
          <a:bodyPr anchor="b">
            <a:normAutofit/>
          </a:bodyPr>
          <a:lstStyle/>
          <a:p>
            <a:r>
              <a:rPr lang="en-GB" sz="3200" b="1" dirty="0">
                <a:latin typeface="Times New Roman" panose="02020603050405020304" pitchFamily="18" charset="0"/>
                <a:cs typeface="Times New Roman" panose="02020603050405020304" pitchFamily="18" charset="0"/>
              </a:rPr>
              <a:t>Some</a:t>
            </a:r>
            <a:r>
              <a:rPr lang="en-GB" sz="3200" b="1" spc="-73" dirty="0">
                <a:latin typeface="Times New Roman" panose="02020603050405020304" pitchFamily="18" charset="0"/>
                <a:cs typeface="Times New Roman" panose="02020603050405020304" pitchFamily="18" charset="0"/>
              </a:rPr>
              <a:t> </a:t>
            </a:r>
            <a:r>
              <a:rPr lang="en-GB" sz="3200" b="1" dirty="0">
                <a:latin typeface="Times New Roman" panose="02020603050405020304" pitchFamily="18" charset="0"/>
                <a:cs typeface="Times New Roman" panose="02020603050405020304" pitchFamily="18" charset="0"/>
              </a:rPr>
              <a:t>examples</a:t>
            </a:r>
            <a:r>
              <a:rPr lang="en-GB" sz="3200" b="1" spc="-67" dirty="0">
                <a:latin typeface="Times New Roman" panose="02020603050405020304" pitchFamily="18" charset="0"/>
                <a:cs typeface="Times New Roman" panose="02020603050405020304" pitchFamily="18" charset="0"/>
              </a:rPr>
              <a:t> </a:t>
            </a:r>
            <a:r>
              <a:rPr lang="en-GB" sz="3200" b="1" spc="-13" dirty="0">
                <a:latin typeface="Times New Roman" panose="02020603050405020304" pitchFamily="18" charset="0"/>
                <a:cs typeface="Times New Roman" panose="02020603050405020304" pitchFamily="18" charset="0"/>
              </a:rPr>
              <a:t>include:</a:t>
            </a:r>
            <a:br>
              <a:rPr lang="en-GB" sz="3200" b="1" dirty="0">
                <a:latin typeface="Times New Roman" panose="02020603050405020304" pitchFamily="18" charset="0"/>
                <a:cs typeface="Times New Roman" panose="02020603050405020304" pitchFamily="18" charset="0"/>
              </a:rPr>
            </a:br>
            <a:endParaRPr lang="en-GB" sz="3200" b="1" dirty="0"/>
          </a:p>
        </p:txBody>
      </p:sp>
      <p:sp>
        <p:nvSpPr>
          <p:cNvPr id="3" name="Content Placeholder 2">
            <a:extLst>
              <a:ext uri="{FF2B5EF4-FFF2-40B4-BE49-F238E27FC236}">
                <a16:creationId xmlns:a16="http://schemas.microsoft.com/office/drawing/2014/main" id="{1C4A9268-2608-2BFA-4097-CC100680D593}"/>
              </a:ext>
            </a:extLst>
          </p:cNvPr>
          <p:cNvSpPr>
            <a:spLocks noGrp="1"/>
          </p:cNvSpPr>
          <p:nvPr>
            <p:ph idx="1"/>
          </p:nvPr>
        </p:nvSpPr>
        <p:spPr>
          <a:xfrm>
            <a:off x="-142639" y="1154380"/>
            <a:ext cx="7232987" cy="4556872"/>
          </a:xfrm>
        </p:spPr>
        <p:txBody>
          <a:bodyPr anchor="t">
            <a:noAutofit/>
          </a:bodyPr>
          <a:lstStyle/>
          <a:p>
            <a:pPr marL="1235256" lvl="1" indent="-416550" algn="just">
              <a:buChar char="●"/>
              <a:tabLst>
                <a:tab pos="1235256" algn="l"/>
              </a:tabLst>
            </a:pPr>
            <a:r>
              <a:rPr lang="en-GB" u="sng" spc="-13" dirty="0">
                <a:uFill>
                  <a:solidFill>
                    <a:srgbClr val="222222"/>
                  </a:solidFill>
                </a:uFill>
                <a:latin typeface="Times New Roman" panose="02020603050405020304" pitchFamily="18" charset="0"/>
                <a:cs typeface="Times New Roman" panose="02020603050405020304" pitchFamily="18" charset="0"/>
              </a:rPr>
              <a:t>Chemical</a:t>
            </a:r>
            <a:r>
              <a:rPr lang="en-GB" spc="-20"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cleaning </a:t>
            </a:r>
            <a:r>
              <a:rPr lang="en-GB" dirty="0">
                <a:latin typeface="Times New Roman" panose="02020603050405020304" pitchFamily="18" charset="0"/>
                <a:cs typeface="Times New Roman" panose="02020603050405020304" pitchFamily="18" charset="0"/>
              </a:rPr>
              <a:t>or</a:t>
            </a:r>
            <a:r>
              <a:rPr lang="en-GB" spc="-1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the</a:t>
            </a:r>
            <a:r>
              <a:rPr lang="en-GB" spc="-2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use</a:t>
            </a:r>
            <a:r>
              <a:rPr lang="en-GB" spc="-1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of</a:t>
            </a:r>
            <a:r>
              <a:rPr lang="en-GB" spc="-13" dirty="0">
                <a:latin typeface="Times New Roman" panose="02020603050405020304" pitchFamily="18" charset="0"/>
                <a:cs typeface="Times New Roman" panose="02020603050405020304" pitchFamily="18" charset="0"/>
              </a:rPr>
              <a:t> solvents,</a:t>
            </a:r>
            <a:endParaRPr lang="en-GB" dirty="0">
              <a:latin typeface="Times New Roman" panose="02020603050405020304" pitchFamily="18" charset="0"/>
              <a:cs typeface="Times New Roman" panose="02020603050405020304" pitchFamily="18" charset="0"/>
            </a:endParaRPr>
          </a:p>
          <a:p>
            <a:pPr marL="1235256" lvl="1" indent="-416550" algn="just">
              <a:spcBef>
                <a:spcPts val="267"/>
              </a:spcBef>
              <a:buChar char="●"/>
              <a:tabLst>
                <a:tab pos="1235256" algn="l"/>
              </a:tabLst>
            </a:pPr>
            <a:r>
              <a:rPr lang="en-GB" spc="-13" dirty="0">
                <a:latin typeface="Times New Roman" panose="02020603050405020304" pitchFamily="18" charset="0"/>
                <a:cs typeface="Times New Roman" panose="02020603050405020304" pitchFamily="18" charset="0"/>
              </a:rPr>
              <a:t>Handling</a:t>
            </a:r>
            <a:r>
              <a:rPr lang="en-GB" spc="-4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of</a:t>
            </a:r>
            <a:r>
              <a:rPr lang="en-GB" spc="-40" dirty="0">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hazardous</a:t>
            </a:r>
            <a:r>
              <a:rPr lang="en-GB" spc="-4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substances</a:t>
            </a:r>
            <a:r>
              <a:rPr lang="en-GB" spc="-3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(e.g.,</a:t>
            </a:r>
            <a:r>
              <a:rPr lang="en-GB" spc="-4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toxic/corrosive</a:t>
            </a:r>
            <a:r>
              <a:rPr lang="en-GB" spc="-40"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chemicals,</a:t>
            </a:r>
            <a:r>
              <a:rPr lang="en-GB" spc="-3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asbestos,</a:t>
            </a:r>
            <a:r>
              <a:rPr lang="en-GB" spc="-40"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etc.)</a:t>
            </a:r>
            <a:endParaRPr lang="en-GB" dirty="0">
              <a:latin typeface="Times New Roman" panose="02020603050405020304" pitchFamily="18" charset="0"/>
              <a:cs typeface="Times New Roman" panose="02020603050405020304" pitchFamily="18" charset="0"/>
            </a:endParaRPr>
          </a:p>
          <a:p>
            <a:pPr marL="1235256" lvl="1" indent="-416550" algn="just">
              <a:spcBef>
                <a:spcPts val="260"/>
              </a:spcBef>
              <a:buChar char="●"/>
              <a:tabLst>
                <a:tab pos="1235256" algn="l"/>
              </a:tabLst>
            </a:pPr>
            <a:r>
              <a:rPr lang="en-GB" dirty="0">
                <a:latin typeface="Times New Roman" panose="02020603050405020304" pitchFamily="18" charset="0"/>
                <a:cs typeface="Times New Roman" panose="02020603050405020304" pitchFamily="18" charset="0"/>
              </a:rPr>
              <a:t>The</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Use</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of</a:t>
            </a:r>
            <a:r>
              <a:rPr lang="en-GB" spc="-47" dirty="0">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resins</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typically</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used</a:t>
            </a:r>
            <a:r>
              <a:rPr lang="en-GB" spc="-4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during</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blade</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repairs,</a:t>
            </a:r>
            <a:r>
              <a:rPr lang="en-GB" spc="-4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any</a:t>
            </a:r>
            <a:r>
              <a:rPr lang="en-GB" spc="-47"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painting</a:t>
            </a:r>
            <a:r>
              <a:rPr lang="en-GB" spc="-47"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activity,</a:t>
            </a:r>
            <a:endParaRPr lang="en-GB" dirty="0">
              <a:latin typeface="Times New Roman" panose="02020603050405020304" pitchFamily="18" charset="0"/>
              <a:cs typeface="Times New Roman" panose="02020603050405020304" pitchFamily="18" charset="0"/>
            </a:endParaRPr>
          </a:p>
          <a:p>
            <a:pPr marL="1235256" lvl="1" indent="-416550" algn="just">
              <a:spcBef>
                <a:spcPts val="267"/>
              </a:spcBef>
              <a:buChar char="●"/>
              <a:tabLst>
                <a:tab pos="1235256" algn="l"/>
              </a:tabLst>
            </a:pPr>
            <a:r>
              <a:rPr lang="en-GB" u="sng" dirty="0">
                <a:uFill>
                  <a:solidFill>
                    <a:srgbClr val="222222"/>
                  </a:solidFill>
                </a:uFill>
                <a:latin typeface="Times New Roman" panose="02020603050405020304" pitchFamily="18" charset="0"/>
                <a:cs typeface="Times New Roman" panose="02020603050405020304" pitchFamily="18" charset="0"/>
              </a:rPr>
              <a:t>Heavy</a:t>
            </a:r>
            <a:r>
              <a:rPr lang="en-GB" u="sng" spc="-33"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lifts</a:t>
            </a:r>
            <a:r>
              <a:rPr lang="en-GB" spc="-3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(refer</a:t>
            </a:r>
            <a:r>
              <a:rPr lang="en-GB" spc="-3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to</a:t>
            </a:r>
            <a:r>
              <a:rPr lang="en-GB" spc="-2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Crane/Lifting</a:t>
            </a:r>
            <a:r>
              <a:rPr lang="en-GB" spc="-3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procedure</a:t>
            </a:r>
            <a:r>
              <a:rPr lang="en-GB" spc="-33"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for</a:t>
            </a:r>
            <a:r>
              <a:rPr lang="en-GB" spc="-33"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definition),</a:t>
            </a:r>
            <a:endParaRPr lang="en-GB" dirty="0">
              <a:latin typeface="Times New Roman" panose="02020603050405020304" pitchFamily="18" charset="0"/>
              <a:cs typeface="Times New Roman" panose="02020603050405020304" pitchFamily="18" charset="0"/>
            </a:endParaRPr>
          </a:p>
          <a:p>
            <a:pPr marL="1235256" lvl="1" indent="-416550" algn="just">
              <a:spcBef>
                <a:spcPts val="267"/>
              </a:spcBef>
              <a:buChar char="●"/>
              <a:tabLst>
                <a:tab pos="1235256" algn="l"/>
              </a:tabLst>
            </a:pPr>
            <a:r>
              <a:rPr lang="en-GB" spc="-13" dirty="0">
                <a:latin typeface="Times New Roman" panose="02020603050405020304" pitchFamily="18" charset="0"/>
                <a:cs typeface="Times New Roman" panose="02020603050405020304" pitchFamily="18" charset="0"/>
              </a:rPr>
              <a:t>Erecting</a:t>
            </a:r>
            <a:r>
              <a:rPr lang="en-GB" spc="-7"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or </a:t>
            </a:r>
            <a:r>
              <a:rPr lang="en-GB" u="sng" spc="-13" dirty="0">
                <a:uFill>
                  <a:solidFill>
                    <a:srgbClr val="222222"/>
                  </a:solidFill>
                </a:uFill>
                <a:latin typeface="Times New Roman" panose="02020603050405020304" pitchFamily="18" charset="0"/>
                <a:cs typeface="Times New Roman" panose="02020603050405020304" pitchFamily="18" charset="0"/>
              </a:rPr>
              <a:t>dismantling</a:t>
            </a:r>
            <a:r>
              <a:rPr lang="en-GB" u="sng" spc="-7" dirty="0">
                <a:uFill>
                  <a:solidFill>
                    <a:srgbClr val="222222"/>
                  </a:solidFill>
                </a:uFill>
                <a:latin typeface="Times New Roman" panose="02020603050405020304" pitchFamily="18" charset="0"/>
                <a:cs typeface="Times New Roman" panose="02020603050405020304" pitchFamily="18" charset="0"/>
              </a:rPr>
              <a:t> </a:t>
            </a:r>
            <a:r>
              <a:rPr lang="en-GB" u="sng" spc="-13" dirty="0">
                <a:uFill>
                  <a:solidFill>
                    <a:srgbClr val="222222"/>
                  </a:solidFill>
                </a:uFill>
                <a:latin typeface="Times New Roman" panose="02020603050405020304" pitchFamily="18" charset="0"/>
                <a:cs typeface="Times New Roman" panose="02020603050405020304" pitchFamily="18" charset="0"/>
              </a:rPr>
              <a:t>scaffolds</a:t>
            </a:r>
            <a:r>
              <a:rPr lang="en-GB" spc="-13"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pPr marL="1235256" lvl="1" indent="-416550" algn="just">
              <a:spcBef>
                <a:spcPts val="260"/>
              </a:spcBef>
              <a:buChar char="●"/>
              <a:tabLst>
                <a:tab pos="1235256" algn="l"/>
              </a:tabLst>
            </a:pPr>
            <a:r>
              <a:rPr lang="en-GB" dirty="0">
                <a:latin typeface="Times New Roman" panose="02020603050405020304" pitchFamily="18" charset="0"/>
                <a:cs typeface="Times New Roman" panose="02020603050405020304" pitchFamily="18" charset="0"/>
              </a:rPr>
              <a:t>Any</a:t>
            </a:r>
            <a:r>
              <a:rPr lang="en-GB" spc="-53" dirty="0">
                <a:latin typeface="Times New Roman" panose="02020603050405020304" pitchFamily="18" charset="0"/>
                <a:cs typeface="Times New Roman" panose="02020603050405020304" pitchFamily="18" charset="0"/>
              </a:rPr>
              <a:t> </a:t>
            </a:r>
            <a:r>
              <a:rPr lang="en-GB" u="sng" spc="-13" dirty="0">
                <a:uFill>
                  <a:solidFill>
                    <a:srgbClr val="222222"/>
                  </a:solidFill>
                </a:uFill>
                <a:latin typeface="Times New Roman" panose="02020603050405020304" pitchFamily="18" charset="0"/>
                <a:cs typeface="Times New Roman" panose="02020603050405020304" pitchFamily="18" charset="0"/>
              </a:rPr>
              <a:t>non-</a:t>
            </a:r>
            <a:r>
              <a:rPr lang="en-GB" u="sng" dirty="0">
                <a:uFill>
                  <a:solidFill>
                    <a:srgbClr val="222222"/>
                  </a:solidFill>
                </a:uFill>
                <a:latin typeface="Times New Roman" panose="02020603050405020304" pitchFamily="18" charset="0"/>
                <a:cs typeface="Times New Roman" panose="02020603050405020304" pitchFamily="18" charset="0"/>
              </a:rPr>
              <a:t>routine</a:t>
            </a:r>
            <a:r>
              <a:rPr lang="en-GB" u="sng" spc="-53"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and</a:t>
            </a:r>
            <a:r>
              <a:rPr lang="en-GB" u="sng" spc="-47"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potentially</a:t>
            </a:r>
            <a:r>
              <a:rPr lang="en-GB" u="sng" spc="-53"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hazardous</a:t>
            </a:r>
            <a:r>
              <a:rPr lang="en-GB" spc="-53" dirty="0">
                <a:latin typeface="Times New Roman" panose="02020603050405020304" pitchFamily="18" charset="0"/>
                <a:cs typeface="Times New Roman" panose="02020603050405020304" pitchFamily="18" charset="0"/>
              </a:rPr>
              <a:t> </a:t>
            </a:r>
            <a:r>
              <a:rPr lang="en-GB" spc="-13" dirty="0">
                <a:latin typeface="Times New Roman" panose="02020603050405020304" pitchFamily="18" charset="0"/>
                <a:cs typeface="Times New Roman" panose="02020603050405020304" pitchFamily="18" charset="0"/>
              </a:rPr>
              <a:t>activity,</a:t>
            </a:r>
            <a:endParaRPr lang="en-GB" dirty="0">
              <a:latin typeface="Times New Roman" panose="02020603050405020304" pitchFamily="18" charset="0"/>
              <a:cs typeface="Times New Roman" panose="02020603050405020304" pitchFamily="18" charset="0"/>
            </a:endParaRPr>
          </a:p>
          <a:p>
            <a:pPr marL="1235256" lvl="1" indent="-416550" algn="just">
              <a:spcBef>
                <a:spcPts val="267"/>
              </a:spcBef>
              <a:buChar char="●"/>
              <a:tabLst>
                <a:tab pos="1235256" algn="l"/>
              </a:tabLst>
            </a:pPr>
            <a:r>
              <a:rPr lang="en-GB" dirty="0">
                <a:latin typeface="Times New Roman" panose="02020603050405020304" pitchFamily="18" charset="0"/>
                <a:cs typeface="Times New Roman" panose="02020603050405020304" pitchFamily="18" charset="0"/>
              </a:rPr>
              <a:t>Any</a:t>
            </a:r>
            <a:r>
              <a:rPr lang="en-GB" spc="-27" dirty="0">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activity</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spc="-13" dirty="0">
                <a:uFill>
                  <a:solidFill>
                    <a:srgbClr val="222222"/>
                  </a:solidFill>
                </a:uFill>
                <a:latin typeface="Times New Roman" panose="02020603050405020304" pitchFamily="18" charset="0"/>
                <a:cs typeface="Times New Roman" panose="02020603050405020304" pitchFamily="18" charset="0"/>
              </a:rPr>
              <a:t>requiring</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specific</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control</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measures</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to</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dirty="0">
                <a:uFill>
                  <a:solidFill>
                    <a:srgbClr val="222222"/>
                  </a:solidFill>
                </a:uFill>
                <a:latin typeface="Times New Roman" panose="02020603050405020304" pitchFamily="18" charset="0"/>
                <a:cs typeface="Times New Roman" panose="02020603050405020304" pitchFamily="18" charset="0"/>
              </a:rPr>
              <a:t>confirm</a:t>
            </a:r>
            <a:r>
              <a:rPr lang="en-GB" u="sng" spc="-27" dirty="0">
                <a:uFill>
                  <a:solidFill>
                    <a:srgbClr val="222222"/>
                  </a:solidFill>
                </a:uFill>
                <a:latin typeface="Times New Roman" panose="02020603050405020304" pitchFamily="18" charset="0"/>
                <a:cs typeface="Times New Roman" panose="02020603050405020304" pitchFamily="18" charset="0"/>
              </a:rPr>
              <a:t> </a:t>
            </a:r>
            <a:r>
              <a:rPr lang="en-GB" u="sng" spc="-13" dirty="0">
                <a:uFill>
                  <a:solidFill>
                    <a:srgbClr val="222222"/>
                  </a:solidFill>
                </a:uFill>
                <a:latin typeface="Times New Roman" panose="02020603050405020304" pitchFamily="18" charset="0"/>
                <a:cs typeface="Times New Roman" panose="02020603050405020304" pitchFamily="18" charset="0"/>
              </a:rPr>
              <a:t>safety</a:t>
            </a:r>
            <a:r>
              <a:rPr lang="en-GB" spc="-13"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pPr algn="just"/>
            <a:endParaRPr lang="en-GB" sz="2400" dirty="0"/>
          </a:p>
        </p:txBody>
      </p:sp>
      <p:pic>
        <p:nvPicPr>
          <p:cNvPr id="5" name="Picture 4" descr="Oil refinery against blue sky">
            <a:extLst>
              <a:ext uri="{FF2B5EF4-FFF2-40B4-BE49-F238E27FC236}">
                <a16:creationId xmlns:a16="http://schemas.microsoft.com/office/drawing/2014/main" id="{41E7F44D-D613-D3A1-7364-DDD98354AED0}"/>
              </a:ext>
            </a:extLst>
          </p:cNvPr>
          <p:cNvPicPr>
            <a:picLocks noChangeAspect="1"/>
          </p:cNvPicPr>
          <p:nvPr/>
        </p:nvPicPr>
        <p:blipFill>
          <a:blip r:embed="rId2"/>
          <a:srcRect l="33956" r="25680"/>
          <a:stretch/>
        </p:blipFill>
        <p:spPr>
          <a:xfrm>
            <a:off x="7270812" y="10"/>
            <a:ext cx="4921187" cy="6857990"/>
          </a:xfrm>
          <a:prstGeom prst="rect">
            <a:avLst/>
          </a:prstGeom>
        </p:spPr>
      </p:pic>
      <p:grpSp>
        <p:nvGrpSpPr>
          <p:cNvPr id="9" name="Group 8">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0" name="Rectangle 9">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6258716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0801" y="177832"/>
            <a:ext cx="4310380" cy="345330"/>
          </a:xfrm>
          <a:prstGeom prst="rect">
            <a:avLst/>
          </a:prstGeom>
        </p:spPr>
        <p:txBody>
          <a:bodyPr vert="horz" wrap="square" lIns="0" tIns="16933" rIns="0" bIns="0" rtlCol="0" anchor="ctr">
            <a:spAutoFit/>
          </a:bodyPr>
          <a:lstStyle/>
          <a:p>
            <a:pPr marL="16933" algn="ctr">
              <a:lnSpc>
                <a:spcPct val="100000"/>
              </a:lnSpc>
              <a:spcBef>
                <a:spcPts val="133"/>
              </a:spcBef>
            </a:pPr>
            <a:r>
              <a:rPr sz="2133" b="1" dirty="0">
                <a:solidFill>
                  <a:srgbClr val="FF0000"/>
                </a:solidFill>
                <a:latin typeface="Times New Roman" panose="02020603050405020304" pitchFamily="18" charset="0"/>
                <a:cs typeface="Times New Roman" panose="02020603050405020304" pitchFamily="18" charset="0"/>
              </a:rPr>
              <a:t>ENTRY</a:t>
            </a:r>
            <a:r>
              <a:rPr sz="2133" b="1" spc="-120" dirty="0">
                <a:solidFill>
                  <a:srgbClr val="FF0000"/>
                </a:solidFill>
                <a:latin typeface="Times New Roman" panose="02020603050405020304" pitchFamily="18" charset="0"/>
                <a:cs typeface="Times New Roman" panose="02020603050405020304" pitchFamily="18" charset="0"/>
              </a:rPr>
              <a:t> </a:t>
            </a:r>
            <a:r>
              <a:rPr sz="2133" b="1" dirty="0">
                <a:solidFill>
                  <a:srgbClr val="FF0000"/>
                </a:solidFill>
                <a:latin typeface="Times New Roman" panose="02020603050405020304" pitchFamily="18" charset="0"/>
                <a:cs typeface="Times New Roman" panose="02020603050405020304" pitchFamily="18" charset="0"/>
              </a:rPr>
              <a:t>INTO</a:t>
            </a:r>
            <a:r>
              <a:rPr sz="2133" b="1" spc="-87" dirty="0">
                <a:solidFill>
                  <a:srgbClr val="FF0000"/>
                </a:solidFill>
                <a:latin typeface="Times New Roman" panose="02020603050405020304" pitchFamily="18" charset="0"/>
                <a:cs typeface="Times New Roman" panose="02020603050405020304" pitchFamily="18" charset="0"/>
              </a:rPr>
              <a:t> </a:t>
            </a:r>
            <a:r>
              <a:rPr sz="2133" b="1" dirty="0">
                <a:solidFill>
                  <a:srgbClr val="FF0000"/>
                </a:solidFill>
                <a:latin typeface="Times New Roman" panose="02020603050405020304" pitchFamily="18" charset="0"/>
                <a:cs typeface="Times New Roman" panose="02020603050405020304" pitchFamily="18" charset="0"/>
              </a:rPr>
              <a:t>CONFINED</a:t>
            </a:r>
            <a:r>
              <a:rPr sz="2133" b="1" spc="-80" dirty="0">
                <a:solidFill>
                  <a:srgbClr val="FF0000"/>
                </a:solidFill>
                <a:latin typeface="Times New Roman" panose="02020603050405020304" pitchFamily="18" charset="0"/>
                <a:cs typeface="Times New Roman" panose="02020603050405020304" pitchFamily="18" charset="0"/>
              </a:rPr>
              <a:t> </a:t>
            </a:r>
            <a:r>
              <a:rPr sz="2133" b="1" spc="-13" dirty="0">
                <a:solidFill>
                  <a:srgbClr val="FF0000"/>
                </a:solidFill>
                <a:latin typeface="Times New Roman" panose="02020603050405020304" pitchFamily="18" charset="0"/>
                <a:cs typeface="Times New Roman" panose="02020603050405020304" pitchFamily="18" charset="0"/>
              </a:rPr>
              <a:t>SPACES</a:t>
            </a:r>
            <a:endParaRPr sz="2133" b="1" dirty="0">
              <a:solidFill>
                <a:srgbClr val="FF0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03200" y="523194"/>
            <a:ext cx="11965709" cy="6048365"/>
          </a:xfrm>
          <a:prstGeom prst="rect">
            <a:avLst/>
          </a:prstGeom>
        </p:spPr>
        <p:txBody>
          <a:bodyPr vert="horz" wrap="square" lIns="0" tIns="16933" rIns="0" bIns="0" rtlCol="0">
            <a:spAutoFit/>
          </a:bodyPr>
          <a:lstStyle/>
          <a:p>
            <a:pPr marL="16933">
              <a:lnSpc>
                <a:spcPct val="150000"/>
              </a:lnSpc>
              <a:spcBef>
                <a:spcPts val="133"/>
              </a:spcBef>
            </a:pPr>
            <a:r>
              <a:rPr sz="1867" dirty="0">
                <a:solidFill>
                  <a:srgbClr val="222222"/>
                </a:solidFill>
                <a:latin typeface="Times New Roman" panose="02020603050405020304" pitchFamily="18" charset="0"/>
                <a:cs typeface="Times New Roman" panose="02020603050405020304" pitchFamily="18" charset="0"/>
              </a:rPr>
              <a:t>Generally</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speaking,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fully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partially</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that:</a:t>
            </a:r>
            <a:endParaRPr sz="1867" dirty="0">
              <a:latin typeface="Times New Roman" panose="02020603050405020304" pitchFamily="18" charset="0"/>
              <a:cs typeface="Times New Roman" panose="02020603050405020304" pitchFamily="18" charset="0"/>
            </a:endParaRPr>
          </a:p>
          <a:p>
            <a:pPr marL="625671" indent="-416550">
              <a:lnSpc>
                <a:spcPct val="150000"/>
              </a:lnSpc>
              <a:buChar char="●"/>
              <a:tabLst>
                <a:tab pos="625671" algn="l"/>
              </a:tabLst>
            </a:pPr>
            <a:r>
              <a:rPr sz="1867" dirty="0">
                <a:solidFill>
                  <a:srgbClr val="222222"/>
                </a:solidFill>
                <a:latin typeface="Times New Roman" panose="02020603050405020304" pitchFamily="18" charset="0"/>
                <a:cs typeface="Times New Roman" panose="02020603050405020304" pitchFamily="18" charset="0"/>
              </a:rPr>
              <a:t>Is</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primarily</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designed</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intended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continuous</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human</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occupancy</a:t>
            </a:r>
            <a:r>
              <a:rPr sz="1867" spc="-13" dirty="0">
                <a:solidFill>
                  <a:srgbClr val="222222"/>
                </a:solidFill>
                <a:latin typeface="Times New Roman" panose="02020603050405020304" pitchFamily="18" charset="0"/>
                <a:cs typeface="Times New Roman" panose="02020603050405020304" pitchFamily="18" charset="0"/>
              </a:rPr>
              <a:t>.</a:t>
            </a:r>
            <a:endParaRPr sz="1867" dirty="0">
              <a:latin typeface="Times New Roman" panose="02020603050405020304" pitchFamily="18" charset="0"/>
              <a:cs typeface="Times New Roman" panose="02020603050405020304" pitchFamily="18" charset="0"/>
            </a:endParaRPr>
          </a:p>
          <a:p>
            <a:pPr marL="626518" marR="384377" indent="-417396">
              <a:lnSpc>
                <a:spcPct val="150000"/>
              </a:lnSpc>
              <a:buChar char="●"/>
              <a:tabLst>
                <a:tab pos="626518" algn="l"/>
              </a:tabLst>
            </a:pPr>
            <a:r>
              <a:rPr sz="1867" dirty="0">
                <a:solidFill>
                  <a:srgbClr val="222222"/>
                </a:solidFill>
                <a:latin typeface="Times New Roman" panose="02020603050405020304" pitchFamily="18" charset="0"/>
                <a:cs typeface="Times New Roman" panose="02020603050405020304" pitchFamily="18" charset="0"/>
              </a:rPr>
              <a:t>Has</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limited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restricted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entrance</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exit</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configuration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omplicate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first</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aid,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rescue</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evacuation</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or</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other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emergency</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response</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activities</a:t>
            </a:r>
            <a:endParaRPr sz="1867" dirty="0">
              <a:latin typeface="Times New Roman" panose="02020603050405020304" pitchFamily="18" charset="0"/>
              <a:cs typeface="Times New Roman" panose="02020603050405020304" pitchFamily="18" charset="0"/>
            </a:endParaRPr>
          </a:p>
          <a:p>
            <a:pPr marL="625671" indent="-416550">
              <a:lnSpc>
                <a:spcPct val="150000"/>
              </a:lnSpc>
              <a:spcBef>
                <a:spcPts val="267"/>
              </a:spcBef>
              <a:buChar char="●"/>
              <a:tabLst>
                <a:tab pos="625671" algn="l"/>
              </a:tabLst>
            </a:pPr>
            <a:r>
              <a:rPr sz="1867" dirty="0">
                <a:solidFill>
                  <a:srgbClr val="222222"/>
                </a:solidFill>
                <a:latin typeface="Times New Roman" panose="02020603050405020304" pitchFamily="18" charset="0"/>
                <a:cs typeface="Times New Roman" panose="02020603050405020304" pitchFamily="18" charset="0"/>
              </a:rPr>
              <a:t>Can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represent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risk</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health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safety</a:t>
            </a:r>
            <a:r>
              <a:rPr sz="1867" spc="-27"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because</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following</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factors</a:t>
            </a:r>
            <a:r>
              <a:rPr sz="1867" spc="-13" dirty="0">
                <a:solidFill>
                  <a:srgbClr val="222222"/>
                </a:solidFill>
                <a:latin typeface="Times New Roman" panose="02020603050405020304" pitchFamily="18" charset="0"/>
                <a:cs typeface="Times New Roman" panose="02020603050405020304" pitchFamily="18" charset="0"/>
              </a:rPr>
              <a:t>:</a:t>
            </a:r>
            <a:endParaRPr sz="1867" dirty="0">
              <a:latin typeface="Times New Roman" panose="02020603050405020304" pitchFamily="18" charset="0"/>
              <a:cs typeface="Times New Roman" panose="02020603050405020304" pitchFamily="18" charset="0"/>
            </a:endParaRPr>
          </a:p>
          <a:p>
            <a:pPr marL="1235256" lvl="1" indent="-416550">
              <a:spcBef>
                <a:spcPts val="267"/>
              </a:spcBef>
              <a:buChar char="○"/>
              <a:tabLst>
                <a:tab pos="1235256" algn="l"/>
              </a:tabLst>
            </a:pPr>
            <a:r>
              <a:rPr sz="1867" dirty="0">
                <a:solidFill>
                  <a:srgbClr val="222222"/>
                </a:solidFill>
                <a:latin typeface="Times New Roman" panose="02020603050405020304" pitchFamily="18" charset="0"/>
                <a:cs typeface="Times New Roman" panose="02020603050405020304" pitchFamily="18" charset="0"/>
              </a:rPr>
              <a:t>its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design,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construction,</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location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atmosphere</a:t>
            </a:r>
            <a:endParaRPr sz="1867" dirty="0">
              <a:latin typeface="Times New Roman" panose="02020603050405020304" pitchFamily="18" charset="0"/>
              <a:cs typeface="Times New Roman" panose="02020603050405020304" pitchFamily="18" charset="0"/>
            </a:endParaRPr>
          </a:p>
          <a:p>
            <a:pPr marL="1235256" lvl="1" indent="-416550">
              <a:spcBef>
                <a:spcPts val="260"/>
              </a:spcBef>
              <a:buChar char="○"/>
              <a:tabLst>
                <a:tab pos="1235256" algn="l"/>
              </a:tabLst>
            </a:pPr>
            <a:r>
              <a:rPr sz="1867" dirty="0">
                <a:solidFill>
                  <a:srgbClr val="222222"/>
                </a:solidFill>
                <a:latin typeface="Times New Roman" panose="02020603050405020304" pitchFamily="18" charset="0"/>
                <a:cs typeface="Times New Roman" panose="02020603050405020304" pitchFamily="18" charset="0"/>
              </a:rPr>
              <a:t>the</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materials</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substances</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13"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it</a:t>
            </a:r>
            <a:endParaRPr sz="1867" dirty="0">
              <a:latin typeface="Times New Roman" panose="02020603050405020304" pitchFamily="18" charset="0"/>
              <a:cs typeface="Times New Roman" panose="02020603050405020304" pitchFamily="18" charset="0"/>
            </a:endParaRPr>
          </a:p>
          <a:p>
            <a:pPr marL="1235256" lvl="1" indent="-416550">
              <a:spcBef>
                <a:spcPts val="267"/>
              </a:spcBef>
              <a:buChar char="○"/>
              <a:tabLst>
                <a:tab pos="1235256" algn="l"/>
              </a:tabLst>
            </a:pPr>
            <a:r>
              <a:rPr sz="1867" dirty="0">
                <a:solidFill>
                  <a:srgbClr val="222222"/>
                </a:solidFill>
                <a:latin typeface="Times New Roman" panose="02020603050405020304" pitchFamily="18" charset="0"/>
                <a:cs typeface="Times New Roman" panose="02020603050405020304" pitchFamily="18" charset="0"/>
              </a:rPr>
              <a:t>work</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activities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carried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out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0"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the</a:t>
            </a:r>
            <a:endParaRPr sz="1867" dirty="0">
              <a:latin typeface="Times New Roman" panose="02020603050405020304" pitchFamily="18" charset="0"/>
              <a:cs typeface="Times New Roman" panose="02020603050405020304" pitchFamily="18" charset="0"/>
            </a:endParaRPr>
          </a:p>
          <a:p>
            <a:pPr marL="1235256" lvl="1" indent="-416550">
              <a:spcBef>
                <a:spcPts val="260"/>
              </a:spcBef>
              <a:buChar char="○"/>
              <a:tabLst>
                <a:tab pos="1235256" algn="l"/>
              </a:tabLst>
            </a:pPr>
            <a:r>
              <a:rPr sz="1867" spc="-13" dirty="0">
                <a:solidFill>
                  <a:srgbClr val="222222"/>
                </a:solidFill>
                <a:latin typeface="Times New Roman" panose="02020603050405020304" pitchFamily="18" charset="0"/>
                <a:cs typeface="Times New Roman" panose="02020603050405020304" pitchFamily="18" charset="0"/>
              </a:rPr>
              <a:t>mechanical,</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process</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safety</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hazards</a:t>
            </a:r>
            <a:r>
              <a:rPr sz="1867" spc="-13" dirty="0">
                <a:solidFill>
                  <a:srgbClr val="222222"/>
                </a:solidFill>
                <a:latin typeface="Times New Roman" panose="02020603050405020304" pitchFamily="18" charset="0"/>
                <a:cs typeface="Times New Roman" panose="02020603050405020304" pitchFamily="18" charset="0"/>
              </a:rPr>
              <a:t> present</a:t>
            </a:r>
            <a:endParaRPr sz="1867" dirty="0">
              <a:latin typeface="Times New Roman" panose="02020603050405020304" pitchFamily="18" charset="0"/>
              <a:cs typeface="Times New Roman" panose="02020603050405020304" pitchFamily="18" charset="0"/>
            </a:endParaRPr>
          </a:p>
          <a:p>
            <a:pPr marL="626518" marR="549473" indent="-417396">
              <a:lnSpc>
                <a:spcPct val="150000"/>
              </a:lnSpc>
              <a:buChar char="●"/>
              <a:tabLst>
                <a:tab pos="626518" algn="l"/>
              </a:tabLst>
            </a:pPr>
            <a:r>
              <a:rPr sz="1867" spc="-13" dirty="0">
                <a:solidFill>
                  <a:srgbClr val="222222"/>
                </a:solidFill>
                <a:latin typeface="Times New Roman" panose="02020603050405020304" pitchFamily="18" charset="0"/>
                <a:cs typeface="Times New Roman" panose="02020603050405020304" pitchFamily="18" charset="0"/>
              </a:rPr>
              <a:t>Confined</a:t>
            </a:r>
            <a:r>
              <a:rPr sz="1867" spc="-6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spaces</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can</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below</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above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ground</a:t>
            </a:r>
            <a:r>
              <a:rPr sz="1867" dirty="0">
                <a:solidFill>
                  <a:srgbClr val="222222"/>
                </a:solidFill>
                <a:latin typeface="Times New Roman" panose="02020603050405020304" pitchFamily="18" charset="0"/>
                <a:cs typeface="Times New Roman" panose="02020603050405020304" pitchFamily="18" charset="0"/>
              </a:rPr>
              <a:t>.</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found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almost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any</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workplace.</a:t>
            </a:r>
            <a:r>
              <a:rPr sz="1867" spc="-87" dirty="0">
                <a:solidFill>
                  <a:srgbClr val="222222"/>
                </a:solidFill>
                <a:latin typeface="Times New Roman" panose="02020603050405020304" pitchFamily="18" charset="0"/>
                <a:cs typeface="Times New Roman" panose="02020603050405020304" pitchFamily="18" charset="0"/>
              </a:rPr>
              <a:t> </a:t>
            </a:r>
            <a:r>
              <a:rPr sz="1867" spc="-67" dirty="0">
                <a:solidFill>
                  <a:srgbClr val="222222"/>
                </a:solidFill>
                <a:latin typeface="Times New Roman" panose="02020603050405020304" pitchFamily="18" charset="0"/>
                <a:cs typeface="Times New Roman" panose="02020603050405020304" pitchFamily="18" charset="0"/>
              </a:rPr>
              <a:t>A </a:t>
            </a:r>
            <a:r>
              <a:rPr sz="1867" spc="-13" dirty="0">
                <a:solidFill>
                  <a:srgbClr val="222222"/>
                </a:solidFill>
                <a:latin typeface="Times New Roman" panose="02020603050405020304" pitchFamily="18" charset="0"/>
                <a:cs typeface="Times New Roman" panose="02020603050405020304" pitchFamily="18" charset="0"/>
              </a:rPr>
              <a:t>confined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despite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its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name,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necessarily</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small.</a:t>
            </a:r>
            <a:endParaRPr sz="1867" dirty="0">
              <a:latin typeface="Times New Roman" panose="02020603050405020304" pitchFamily="18" charset="0"/>
              <a:cs typeface="Times New Roman" panose="02020603050405020304" pitchFamily="18" charset="0"/>
            </a:endParaRPr>
          </a:p>
          <a:p>
            <a:pPr marL="626518" marR="6773" indent="-417396">
              <a:lnSpc>
                <a:spcPct val="150000"/>
              </a:lnSpc>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Examples</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spaces</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include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silos,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vats,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hoppers,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utility</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vaults,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tanks,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water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supply</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towers,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sewers,</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pipes, </a:t>
            </a:r>
            <a:r>
              <a:rPr sz="1867" dirty="0">
                <a:solidFill>
                  <a:srgbClr val="222222"/>
                </a:solidFill>
                <a:latin typeface="Times New Roman" panose="02020603050405020304" pitchFamily="18" charset="0"/>
                <a:cs typeface="Times New Roman" panose="02020603050405020304" pitchFamily="18" charset="0"/>
              </a:rPr>
              <a:t>access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shafts,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truck</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rail</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tank</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cars,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aircraft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wings,</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boilers,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manholes,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pump</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stations,digesters,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manure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pits</a:t>
            </a:r>
            <a:r>
              <a:rPr sz="1867" spc="-27"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and </a:t>
            </a:r>
            <a:r>
              <a:rPr sz="1867" dirty="0">
                <a:solidFill>
                  <a:srgbClr val="222222"/>
                </a:solidFill>
                <a:latin typeface="Times New Roman" panose="02020603050405020304" pitchFamily="18" charset="0"/>
                <a:cs typeface="Times New Roman" panose="02020603050405020304" pitchFamily="18" charset="0"/>
              </a:rPr>
              <a:t>storage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bins.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Ditches,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wells,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trenches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may</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also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when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access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egress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limited</a:t>
            </a:r>
            <a:r>
              <a:rPr sz="1867" spc="-33" dirty="0">
                <a:solidFill>
                  <a:srgbClr val="222222"/>
                </a:solidFill>
                <a:latin typeface="Times New Roman" panose="02020603050405020304" pitchFamily="18" charset="0"/>
                <a:cs typeface="Times New Roman" panose="02020603050405020304" pitchFamily="18" charset="0"/>
              </a:rPr>
              <a:t> </a:t>
            </a:r>
            <a:r>
              <a:rPr sz="1867" spc="-27" dirty="0">
                <a:solidFill>
                  <a:srgbClr val="222222"/>
                </a:solidFill>
                <a:latin typeface="Times New Roman" panose="02020603050405020304" pitchFamily="18" charset="0"/>
                <a:cs typeface="Times New Roman" panose="02020603050405020304" pitchFamily="18" charset="0"/>
              </a:rPr>
              <a:t>(but</a:t>
            </a:r>
            <a:r>
              <a:rPr sz="1867" spc="66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they</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still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have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"blue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sky"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above).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Barges,</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shipping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containers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fish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holds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are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also</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considered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possible confined</a:t>
            </a:r>
            <a:r>
              <a:rPr sz="1867" spc="-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spaces.</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1201" y="177800"/>
            <a:ext cx="10526607" cy="6576523"/>
          </a:xfrm>
          <a:prstGeom prst="rect">
            <a:avLst/>
          </a:prstGeom>
        </p:spPr>
        <p:txBody>
          <a:bodyPr vert="horz" wrap="square" lIns="0" tIns="16933" rIns="0" bIns="0" rtlCol="0">
            <a:spAutoFit/>
          </a:bodyPr>
          <a:lstStyle/>
          <a:p>
            <a:pPr marL="211661">
              <a:spcBef>
                <a:spcPts val="133"/>
              </a:spcBef>
            </a:pPr>
            <a:r>
              <a:rPr sz="1867" b="1" spc="-13" dirty="0">
                <a:solidFill>
                  <a:srgbClr val="222222"/>
                </a:solidFill>
                <a:latin typeface="Times New Roman" panose="02020603050405020304" pitchFamily="18" charset="0"/>
                <a:cs typeface="Times New Roman" panose="02020603050405020304" pitchFamily="18" charset="0"/>
              </a:rPr>
              <a:t>Hazards </a:t>
            </a:r>
            <a:r>
              <a:rPr sz="1867" b="1" dirty="0">
                <a:solidFill>
                  <a:srgbClr val="222222"/>
                </a:solidFill>
                <a:latin typeface="Times New Roman" panose="02020603050405020304" pitchFamily="18" charset="0"/>
                <a:cs typeface="Times New Roman" panose="02020603050405020304" pitchFamily="18" charset="0"/>
              </a:rPr>
              <a:t>in</a:t>
            </a:r>
            <a:r>
              <a:rPr sz="1867" b="1" spc="-13" dirty="0">
                <a:solidFill>
                  <a:srgbClr val="222222"/>
                </a:solidFill>
                <a:latin typeface="Times New Roman" panose="02020603050405020304" pitchFamily="18" charset="0"/>
                <a:cs typeface="Times New Roman" panose="02020603050405020304" pitchFamily="18" charset="0"/>
              </a:rPr>
              <a:t> </a:t>
            </a:r>
            <a:r>
              <a:rPr sz="1867" b="1" dirty="0">
                <a:solidFill>
                  <a:srgbClr val="222222"/>
                </a:solidFill>
                <a:latin typeface="Times New Roman" panose="02020603050405020304" pitchFamily="18" charset="0"/>
                <a:cs typeface="Times New Roman" panose="02020603050405020304" pitchFamily="18" charset="0"/>
              </a:rPr>
              <a:t>a</a:t>
            </a:r>
            <a:r>
              <a:rPr sz="1867" b="1" spc="-13" dirty="0">
                <a:solidFill>
                  <a:srgbClr val="222222"/>
                </a:solidFill>
                <a:latin typeface="Times New Roman" panose="02020603050405020304" pitchFamily="18" charset="0"/>
                <a:cs typeface="Times New Roman" panose="02020603050405020304" pitchFamily="18" charset="0"/>
              </a:rPr>
              <a:t> Confined Space</a:t>
            </a:r>
            <a:endParaRPr sz="1867">
              <a:latin typeface="Times New Roman" panose="02020603050405020304" pitchFamily="18" charset="0"/>
              <a:cs typeface="Times New Roman" panose="02020603050405020304" pitchFamily="18" charset="0"/>
            </a:endParaRPr>
          </a:p>
          <a:p>
            <a:pPr marL="433482" marR="717109" indent="-417396">
              <a:lnSpc>
                <a:spcPct val="200000"/>
              </a:lnSpc>
              <a:spcBef>
                <a:spcPts val="13"/>
              </a:spcBef>
              <a:buChar char="●"/>
              <a:tabLst>
                <a:tab pos="433482"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All</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found</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in</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regular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workspace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also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found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However,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they</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even</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more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hazardous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regular</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worksite.</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dirty="0">
                <a:solidFill>
                  <a:srgbClr val="222222"/>
                </a:solidFill>
                <a:latin typeface="Times New Roman" panose="02020603050405020304" pitchFamily="18" charset="0"/>
                <a:cs typeface="Times New Roman" panose="02020603050405020304" pitchFamily="18" charset="0"/>
              </a:rPr>
              <a:t>Hazards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include:</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1043067" lvl="1" indent="-416550">
              <a:buChar char="○"/>
              <a:tabLst>
                <a:tab pos="1043067"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Poor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air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quality:</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Insufficient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amount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oxygen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worker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13" dirty="0">
                <a:solidFill>
                  <a:srgbClr val="222222"/>
                </a:solidFill>
                <a:latin typeface="Times New Roman" panose="02020603050405020304" pitchFamily="18" charset="0"/>
                <a:cs typeface="Times New Roman" panose="02020603050405020304" pitchFamily="18" charset="0"/>
              </a:rPr>
              <a:t> breathe.</a:t>
            </a:r>
            <a:endParaRPr sz="1867">
              <a:latin typeface="Times New Roman" panose="02020603050405020304" pitchFamily="18" charset="0"/>
              <a:cs typeface="Times New Roman" panose="02020603050405020304" pitchFamily="18" charset="0"/>
            </a:endParaRPr>
          </a:p>
          <a:p>
            <a:pPr lvl="1">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1043067" lvl="1" indent="-416550">
              <a:buChar char="○"/>
              <a:tabLst>
                <a:tab pos="1043067" algn="l"/>
              </a:tabLst>
            </a:pP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Toxic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gases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make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worker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ill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cause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worker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lose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consciousness.</a:t>
            </a:r>
            <a:endParaRPr sz="1867">
              <a:latin typeface="Times New Roman" panose="02020603050405020304" pitchFamily="18" charset="0"/>
              <a:cs typeface="Times New Roman" panose="02020603050405020304" pitchFamily="18" charset="0"/>
            </a:endParaRPr>
          </a:p>
          <a:p>
            <a:pPr marL="1043067" marR="6773" lvl="1" indent="-417396">
              <a:lnSpc>
                <a:spcPct val="200000"/>
              </a:lnSpc>
              <a:buChar char="○"/>
              <a:tabLst>
                <a:tab pos="1043067"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Asphyxiants</a:t>
            </a:r>
            <a:r>
              <a:rPr sz="1867" spc="-5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simple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asphyxiants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are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gases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which</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displace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oxygen</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(normally</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about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21</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percent).</a:t>
            </a:r>
            <a:r>
              <a:rPr sz="1867" spc="-40"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Low </a:t>
            </a:r>
            <a:r>
              <a:rPr sz="1867" dirty="0">
                <a:solidFill>
                  <a:srgbClr val="222222"/>
                </a:solidFill>
                <a:latin typeface="Times New Roman" panose="02020603050405020304" pitchFamily="18" charset="0"/>
                <a:cs typeface="Times New Roman" panose="02020603050405020304" pitchFamily="18" charset="0"/>
              </a:rPr>
              <a:t>oxygen</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levels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(19.5</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percent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less)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cause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symptoms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such</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rapid</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breathing,</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rapid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heart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rate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clumsiness, emotional</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upset,</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fatigue.</a:t>
            </a:r>
            <a:r>
              <a:rPr sz="1867" spc="-8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less</a:t>
            </a:r>
            <a:r>
              <a:rPr sz="1867" spc="-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oxygen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becomes</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available,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nausea</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vomiting</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collapse,</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convulsions,</a:t>
            </a:r>
            <a:r>
              <a:rPr sz="1867" spc="-27" dirty="0">
                <a:solidFill>
                  <a:srgbClr val="222222"/>
                </a:solidFill>
                <a:latin typeface="Times New Roman" panose="02020603050405020304" pitchFamily="18" charset="0"/>
                <a:cs typeface="Times New Roman" panose="02020603050405020304" pitchFamily="18" charset="0"/>
              </a:rPr>
              <a:t> coma </a:t>
            </a:r>
            <a:r>
              <a:rPr sz="1867" dirty="0">
                <a:solidFill>
                  <a:srgbClr val="222222"/>
                </a:solidFill>
                <a:latin typeface="Times New Roman" panose="02020603050405020304" pitchFamily="18" charset="0"/>
                <a:cs typeface="Times New Roman" panose="02020603050405020304" pitchFamily="18" charset="0"/>
              </a:rPr>
              <a:t>and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death</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occur.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Unconsciousness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death</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could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result</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within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minutes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following</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exposure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simple asphyxiant.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Asphyxiants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include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argon,</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nitrogen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carbon</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monoxide.</a:t>
            </a:r>
            <a:endParaRPr sz="1867">
              <a:latin typeface="Times New Roman" panose="02020603050405020304" pitchFamily="18" charset="0"/>
              <a:cs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76201"/>
            <a:ext cx="11582400" cy="6715279"/>
          </a:xfrm>
          <a:prstGeom prst="rect">
            <a:avLst/>
          </a:prstGeom>
        </p:spPr>
        <p:txBody>
          <a:bodyPr vert="horz" wrap="square" lIns="0" tIns="16933" rIns="0" bIns="0" rtlCol="0">
            <a:spAutoFit/>
          </a:bodyPr>
          <a:lstStyle/>
          <a:p>
            <a:pPr marL="433482" indent="-416550">
              <a:spcBef>
                <a:spcPts val="133"/>
              </a:spcBef>
              <a:buChar char="●"/>
              <a:tabLst>
                <a:tab pos="433482" algn="l"/>
              </a:tabLst>
            </a:pP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Chemical</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exposures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due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skin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contact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ingestion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well</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inhalation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toxic</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gases</a:t>
            </a:r>
            <a:endParaRPr sz="1867">
              <a:latin typeface="Times New Roman" panose="02020603050405020304" pitchFamily="18" charset="0"/>
              <a:cs typeface="Times New Roman" panose="02020603050405020304" pitchFamily="18" charset="0"/>
            </a:endParaRPr>
          </a:p>
          <a:p>
            <a:pPr marL="433482" marR="243834" indent="-417396">
              <a:lnSpc>
                <a:spcPct val="200000"/>
              </a:lnSpc>
              <a:buChar char="●"/>
              <a:tabLst>
                <a:tab pos="433482"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Fire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10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explosive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flammable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atmosphere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due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flammable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liquids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gases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combustible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dusts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which,</a:t>
            </a:r>
            <a:r>
              <a:rPr sz="1867" spc="-33" dirty="0">
                <a:solidFill>
                  <a:srgbClr val="222222"/>
                </a:solidFill>
                <a:latin typeface="Times New Roman" panose="02020603050405020304" pitchFamily="18" charset="0"/>
                <a:cs typeface="Times New Roman" panose="02020603050405020304" pitchFamily="18" charset="0"/>
              </a:rPr>
              <a:t> if </a:t>
            </a:r>
            <a:r>
              <a:rPr sz="1867" spc="-13" dirty="0">
                <a:solidFill>
                  <a:srgbClr val="222222"/>
                </a:solidFill>
                <a:latin typeface="Times New Roman" panose="02020603050405020304" pitchFamily="18" charset="0"/>
                <a:cs typeface="Times New Roman" panose="02020603050405020304" pitchFamily="18" charset="0"/>
              </a:rPr>
              <a:t>ignited,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would</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lead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fire,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explosion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explosion.</a:t>
            </a:r>
            <a:endParaRPr sz="1867">
              <a:latin typeface="Times New Roman" panose="02020603050405020304" pitchFamily="18" charset="0"/>
              <a:cs typeface="Times New Roman" panose="02020603050405020304" pitchFamily="18" charset="0"/>
            </a:endParaRPr>
          </a:p>
          <a:p>
            <a:pPr marL="433482" marR="6773" indent="-417396">
              <a:lnSpc>
                <a:spcPct val="200000"/>
              </a:lnSpc>
              <a:buChar char="●"/>
              <a:tabLst>
                <a:tab pos="433482"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Process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related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r>
              <a:rPr sz="1867" dirty="0">
                <a:solidFill>
                  <a:srgbClr val="222222"/>
                </a:solidFill>
                <a:latin typeface="Times New Roman" panose="02020603050405020304" pitchFamily="18" charset="0"/>
                <a:cs typeface="Times New Roman" panose="02020603050405020304" pitchFamily="18" charset="0"/>
              </a:rPr>
              <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such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27"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residual</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chemicals</a:t>
            </a:r>
            <a:r>
              <a:rPr sz="1867" dirty="0">
                <a:solidFill>
                  <a:srgbClr val="222222"/>
                </a:solidFill>
                <a:latin typeface="Times New Roman" panose="02020603050405020304" pitchFamily="18" charset="0"/>
                <a:cs typeface="Times New Roman" panose="02020603050405020304" pitchFamily="18" charset="0"/>
              </a:rPr>
              <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well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inhalation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toxic</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gases,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release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contents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upply</a:t>
            </a:r>
            <a:r>
              <a:rPr sz="1867" spc="-13"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line.</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Physical</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noise,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heat/cold,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radiation,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vibration,</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electrical,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inadequate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lighting</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Safety</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such</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moving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parts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equipment,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structural</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hazards,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engulfment,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entanglement,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slips,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falls.</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Vehicular</a:t>
            </a:r>
            <a:r>
              <a:rPr sz="1867" u="sng" spc="-5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pedestrian</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traffic.</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spc="-13" dirty="0">
                <a:solidFill>
                  <a:srgbClr val="222222"/>
                </a:solidFill>
                <a:latin typeface="Times New Roman" panose="02020603050405020304" pitchFamily="18" charset="0"/>
                <a:cs typeface="Times New Roman" panose="02020603050405020304" pitchFamily="18" charset="0"/>
              </a:rPr>
              <a:t>Shifting</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13" dirty="0">
                <a:solidFill>
                  <a:srgbClr val="222222"/>
                </a:solidFill>
                <a:latin typeface="Times New Roman" panose="02020603050405020304" pitchFamily="18" charset="0"/>
                <a:cs typeface="Times New Roman" panose="02020603050405020304" pitchFamily="18" charset="0"/>
              </a:rPr>
              <a:t> collapse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1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bulk</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material</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(engulfment).</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Barrier</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failure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results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flood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release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free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flowing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solid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liquid.</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Visibility</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such</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smoke</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particles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47" dirty="0">
                <a:solidFill>
                  <a:srgbClr val="222222"/>
                </a:solidFill>
                <a:latin typeface="Times New Roman" panose="02020603050405020304" pitchFamily="18" charset="0"/>
                <a:cs typeface="Times New Roman" panose="02020603050405020304" pitchFamily="18" charset="0"/>
              </a:rPr>
              <a:t> </a:t>
            </a:r>
            <a:r>
              <a:rPr sz="1867" spc="-27" dirty="0">
                <a:solidFill>
                  <a:srgbClr val="222222"/>
                </a:solidFill>
                <a:latin typeface="Times New Roman" panose="02020603050405020304" pitchFamily="18" charset="0"/>
                <a:cs typeface="Times New Roman" panose="02020603050405020304" pitchFamily="18" charset="0"/>
              </a:rPr>
              <a:t>air.</a:t>
            </a:r>
            <a:endParaRPr sz="1867">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a:latin typeface="Times New Roman" panose="02020603050405020304" pitchFamily="18" charset="0"/>
              <a:cs typeface="Times New Roman" panose="02020603050405020304" pitchFamily="18" charset="0"/>
            </a:endParaRPr>
          </a:p>
          <a:p>
            <a:pPr marL="433482" indent="-416550">
              <a:buChar char="●"/>
              <a:tabLst>
                <a:tab pos="433482" algn="l"/>
              </a:tabLst>
            </a:pP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Biological</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viruses,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bacteria</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fecal</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matter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sludge,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fungi,</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moulds.</a:t>
            </a:r>
            <a:endParaRPr sz="1867">
              <a:latin typeface="Times New Roman" panose="02020603050405020304" pitchFamily="18" charset="0"/>
              <a:cs typeface="Times New Roman" panose="02020603050405020304" pitchFamily="18"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2800" y="482600"/>
            <a:ext cx="11277600" cy="5722635"/>
          </a:xfrm>
          <a:prstGeom prst="rect">
            <a:avLst/>
          </a:prstGeom>
        </p:spPr>
        <p:txBody>
          <a:bodyPr vert="horz" wrap="square" lIns="0" tIns="16933" rIns="0" bIns="0" rtlCol="0">
            <a:spAutoFit/>
          </a:bodyPr>
          <a:lstStyle/>
          <a:p>
            <a:pPr marL="16933">
              <a:lnSpc>
                <a:spcPct val="150000"/>
              </a:lnSpc>
              <a:spcBef>
                <a:spcPts val="133"/>
              </a:spcBef>
            </a:pPr>
            <a:r>
              <a:rPr sz="1867" b="1" spc="-13" dirty="0">
                <a:solidFill>
                  <a:srgbClr val="222222"/>
                </a:solidFill>
                <a:latin typeface="Times New Roman" panose="02020603050405020304" pitchFamily="18" charset="0"/>
                <a:cs typeface="Times New Roman" panose="02020603050405020304" pitchFamily="18" charset="0"/>
              </a:rPr>
              <a:t>Entering </a:t>
            </a:r>
            <a:r>
              <a:rPr sz="1867" b="1" dirty="0">
                <a:solidFill>
                  <a:srgbClr val="222222"/>
                </a:solidFill>
                <a:latin typeface="Times New Roman" panose="02020603050405020304" pitchFamily="18" charset="0"/>
                <a:cs typeface="Times New Roman" panose="02020603050405020304" pitchFamily="18" charset="0"/>
              </a:rPr>
              <a:t>a</a:t>
            </a:r>
            <a:r>
              <a:rPr sz="1867" b="1" spc="-13" dirty="0">
                <a:solidFill>
                  <a:srgbClr val="222222"/>
                </a:solidFill>
                <a:latin typeface="Times New Roman" panose="02020603050405020304" pitchFamily="18" charset="0"/>
                <a:cs typeface="Times New Roman" panose="02020603050405020304" pitchFamily="18" charset="0"/>
              </a:rPr>
              <a:t> Confined</a:t>
            </a:r>
            <a:r>
              <a:rPr sz="1867" b="1" spc="-7" dirty="0">
                <a:solidFill>
                  <a:srgbClr val="222222"/>
                </a:solidFill>
                <a:latin typeface="Times New Roman" panose="02020603050405020304" pitchFamily="18" charset="0"/>
                <a:cs typeface="Times New Roman" panose="02020603050405020304" pitchFamily="18" charset="0"/>
              </a:rPr>
              <a:t> </a:t>
            </a:r>
            <a:r>
              <a:rPr sz="1867" b="1" spc="-13" dirty="0">
                <a:solidFill>
                  <a:srgbClr val="222222"/>
                </a:solid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a:lnSpc>
                <a:spcPct val="150000"/>
              </a:lnSpc>
              <a:spcBef>
                <a:spcPts val="860"/>
              </a:spcBef>
            </a:pPr>
            <a:endParaRPr sz="1867" dirty="0">
              <a:latin typeface="Times New Roman" panose="02020603050405020304" pitchFamily="18" charset="0"/>
              <a:cs typeface="Times New Roman" panose="02020603050405020304" pitchFamily="18" charset="0"/>
            </a:endParaRPr>
          </a:p>
          <a:p>
            <a:pPr marL="626518" marR="422476" indent="-417396">
              <a:lnSpc>
                <a:spcPct val="150000"/>
              </a:lnSpc>
              <a:spcBef>
                <a:spcPts val="7"/>
              </a:spcBef>
              <a:buChar char="●"/>
              <a:tabLst>
                <a:tab pos="626518" algn="l"/>
              </a:tabLst>
            </a:pP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important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remember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each</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time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worker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plans</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enter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any</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work</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867" dirty="0">
                <a:solidFill>
                  <a:srgbClr val="222222"/>
                </a:solidFill>
                <a:latin typeface="Times New Roman" panose="02020603050405020304" pitchFamily="18" charset="0"/>
                <a:cs typeface="Times New Roman" panose="02020603050405020304" pitchFamily="18" charset="0"/>
              </a:rPr>
              <a: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worker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should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determine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if</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that</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work</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considered</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marL="626518" marR="6773" indent="-417396">
              <a:lnSpc>
                <a:spcPct val="150000"/>
              </a:lnSpc>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Before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entering</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any</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trained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experienced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person</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should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identify</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evaluate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all</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existing</a:t>
            </a:r>
            <a:r>
              <a:rPr sz="1867" spc="-1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potential</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within</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marL="625671" indent="-416550">
              <a:lnSpc>
                <a:spcPct val="150000"/>
              </a:lnSpc>
              <a:spcBef>
                <a:spcPts val="260"/>
              </a:spcBef>
              <a:buChar char="●"/>
              <a:tabLst>
                <a:tab pos="625671" algn="l"/>
              </a:tabLst>
            </a:pPr>
            <a:r>
              <a:rPr sz="1867" spc="-13" dirty="0">
                <a:solidFill>
                  <a:srgbClr val="222222"/>
                </a:solidFill>
                <a:latin typeface="Times New Roman" panose="02020603050405020304" pitchFamily="18" charset="0"/>
                <a:cs typeface="Times New Roman" panose="02020603050405020304" pitchFamily="18" charset="0"/>
              </a:rPr>
              <a:t>Evaluate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activities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both</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inside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outside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marL="626518" marR="104984" indent="-417396">
              <a:lnSpc>
                <a:spcPct val="150000"/>
              </a:lnSpc>
              <a:buFont typeface="Arial MT"/>
              <a:buChar char="●"/>
              <a:tabLst>
                <a:tab pos="626518" algn="l"/>
              </a:tabLst>
            </a:pPr>
            <a:r>
              <a:rPr sz="1867" b="1" u="sng" dirty="0">
                <a:solidFill>
                  <a:srgbClr val="222222"/>
                </a:solidFill>
                <a:uFill>
                  <a:solidFill>
                    <a:srgbClr val="222222"/>
                  </a:solidFill>
                </a:uFill>
                <a:latin typeface="Times New Roman" panose="02020603050405020304" pitchFamily="18" charset="0"/>
                <a:cs typeface="Times New Roman" panose="02020603050405020304" pitchFamily="18" charset="0"/>
              </a:rPr>
              <a:t>Air</a:t>
            </a:r>
            <a:r>
              <a:rPr sz="1867" b="1"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b="1" u="sng" dirty="0">
                <a:solidFill>
                  <a:srgbClr val="222222"/>
                </a:solidFill>
                <a:uFill>
                  <a:solidFill>
                    <a:srgbClr val="222222"/>
                  </a:solidFill>
                </a:uFill>
                <a:latin typeface="Times New Roman" panose="02020603050405020304" pitchFamily="18" charset="0"/>
                <a:cs typeface="Times New Roman" panose="02020603050405020304" pitchFamily="18" charset="0"/>
              </a:rPr>
              <a:t>quality</a:t>
            </a:r>
            <a:r>
              <a:rPr sz="1867" b="1"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b="1" u="sng" dirty="0">
                <a:solidFill>
                  <a:srgbClr val="222222"/>
                </a:solidFill>
                <a:uFill>
                  <a:solidFill>
                    <a:srgbClr val="222222"/>
                  </a:solidFill>
                </a:uFill>
                <a:latin typeface="Times New Roman" panose="02020603050405020304" pitchFamily="18" charset="0"/>
                <a:cs typeface="Times New Roman" panose="02020603050405020304" pitchFamily="18" charset="0"/>
              </a:rPr>
              <a:t>testing:</a:t>
            </a:r>
            <a:r>
              <a:rPr sz="1867" b="1" spc="-6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within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tested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outside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40"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before</a:t>
            </a:r>
            <a:r>
              <a:rPr sz="1867" spc="-1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entry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into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Care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taken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ensure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tested</a:t>
            </a:r>
            <a:r>
              <a:rPr sz="1867" spc="3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throughout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space,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side-to-</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side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top</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bottom</a:t>
            </a:r>
            <a:endParaRPr sz="1867" dirty="0">
              <a:latin typeface="Times New Roman" panose="02020603050405020304" pitchFamily="18" charset="0"/>
              <a:cs typeface="Times New Roman" panose="02020603050405020304" pitchFamily="18" charset="0"/>
            </a:endParaRPr>
          </a:p>
          <a:p>
            <a:pPr marL="626518" marR="236214" indent="-417396">
              <a:lnSpc>
                <a:spcPct val="150000"/>
              </a:lnSpc>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Continuous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monitoring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considered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situation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where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worker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where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atmospheric </a:t>
            </a:r>
            <a:r>
              <a:rPr sz="1867" dirty="0">
                <a:solidFill>
                  <a:srgbClr val="222222"/>
                </a:solidFill>
                <a:latin typeface="Times New Roman" panose="02020603050405020304" pitchFamily="18" charset="0"/>
                <a:cs typeface="Times New Roman" panose="02020603050405020304" pitchFamily="18" charset="0"/>
              </a:rPr>
              <a:t>conditions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have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potential</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change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broken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leaking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pipe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vessels,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activities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create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hazardous </a:t>
            </a:r>
            <a:r>
              <a:rPr sz="1867" dirty="0">
                <a:solidFill>
                  <a:srgbClr val="222222"/>
                </a:solidFill>
                <a:latin typeface="Times New Roman" panose="02020603050405020304" pitchFamily="18" charset="0"/>
                <a:cs typeface="Times New Roman" panose="02020603050405020304" pitchFamily="18" charset="0"/>
              </a:rPr>
              <a:t>environment</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isolation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substance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possible).</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4400" y="1193800"/>
            <a:ext cx="10871200" cy="3772742"/>
          </a:xfrm>
          <a:prstGeom prst="rect">
            <a:avLst/>
          </a:prstGeom>
        </p:spPr>
        <p:txBody>
          <a:bodyPr vert="horz" wrap="square" lIns="0" tIns="16933" rIns="0" bIns="0" rtlCol="0">
            <a:spAutoFit/>
          </a:bodyPr>
          <a:lstStyle/>
          <a:p>
            <a:pPr marL="626518" marR="6773" indent="-417396">
              <a:lnSpc>
                <a:spcPct val="150000"/>
              </a:lnSpc>
              <a:spcBef>
                <a:spcPts val="133"/>
              </a:spcBef>
              <a:buChar char="●"/>
              <a:tabLst>
                <a:tab pos="626518" algn="l"/>
                <a:tab pos="667157" algn="l"/>
              </a:tabLst>
            </a:pPr>
            <a:r>
              <a:rPr sz="1867" dirty="0">
                <a:solidFill>
                  <a:srgbClr val="222222"/>
                </a:solidFill>
                <a:latin typeface="Times New Roman" panose="02020603050405020304" pitchFamily="18" charset="0"/>
                <a:cs typeface="Times New Roman" panose="02020603050405020304" pitchFamily="18" charset="0"/>
              </a:rPr>
              <a:t>	A</a:t>
            </a:r>
            <a:r>
              <a:rPr sz="1867" spc="-10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trained</a:t>
            </a:r>
            <a:r>
              <a:rPr sz="1867" u="sng" spc="-6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worke</a:t>
            </a:r>
            <a:r>
              <a:rPr sz="1867" dirty="0">
                <a:solidFill>
                  <a:srgbClr val="222222"/>
                </a:solidFill>
                <a:latin typeface="Times New Roman" panose="02020603050405020304" pitchFamily="18" charset="0"/>
                <a:cs typeface="Times New Roman" panose="02020603050405020304" pitchFamily="18" charset="0"/>
              </a:rPr>
              <a:t>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using</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detection</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equipment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which</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has</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remote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probes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sampling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lines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do</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quality testing.</a:t>
            </a:r>
            <a:r>
              <a:rPr sz="1867" spc="-8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Always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ensure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testing</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equipment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properly</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calibrated</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maintained</a:t>
            </a:r>
            <a:r>
              <a:rPr sz="1867" spc="-13" dirty="0">
                <a:solidFill>
                  <a:srgbClr val="222222"/>
                </a:solidFill>
                <a:latin typeface="Times New Roman" panose="02020603050405020304" pitchFamily="18" charset="0"/>
                <a:cs typeface="Times New Roman" panose="02020603050405020304" pitchFamily="18" charset="0"/>
              </a:rPr>
              <a:t>.</a:t>
            </a:r>
            <a:endParaRPr sz="1867">
              <a:latin typeface="Times New Roman" panose="02020603050405020304" pitchFamily="18" charset="0"/>
              <a:cs typeface="Times New Roman" panose="02020603050405020304" pitchFamily="18" charset="0"/>
            </a:endParaRPr>
          </a:p>
          <a:p>
            <a:pPr marL="625671" indent="-416550">
              <a:lnSpc>
                <a:spcPct val="150000"/>
              </a:lnSpc>
              <a:spcBef>
                <a:spcPts val="260"/>
              </a:spcBef>
              <a:buChar char="●"/>
              <a:tabLst>
                <a:tab pos="625671" algn="l"/>
              </a:tabLst>
            </a:pPr>
            <a:r>
              <a:rPr sz="1867" dirty="0">
                <a:solidFill>
                  <a:srgbClr val="222222"/>
                </a:solidFill>
                <a:latin typeface="Times New Roman" panose="02020603050405020304" pitchFamily="18" charset="0"/>
                <a:cs typeface="Times New Roman" panose="02020603050405020304" pitchFamily="18" charset="0"/>
              </a:rPr>
              <a:t>The</a:t>
            </a:r>
            <a:r>
              <a:rPr sz="1867" spc="-5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sampling</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show</a:t>
            </a:r>
            <a:r>
              <a:rPr sz="1867" spc="-5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that:</a:t>
            </a:r>
            <a:endParaRPr sz="1867">
              <a:latin typeface="Times New Roman" panose="02020603050405020304" pitchFamily="18" charset="0"/>
              <a:cs typeface="Times New Roman" panose="02020603050405020304" pitchFamily="18" charset="0"/>
            </a:endParaRPr>
          </a:p>
          <a:p>
            <a:pPr marL="1235256" lvl="1" indent="-416550">
              <a:lnSpc>
                <a:spcPct val="150000"/>
              </a:lnSpc>
              <a:spcBef>
                <a:spcPts val="267"/>
              </a:spcBef>
              <a:buChar char="○"/>
              <a:tabLst>
                <a:tab pos="1235256" algn="l"/>
              </a:tabLst>
            </a:pP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oxygen</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content</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within</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safe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limits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too</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little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too</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much.</a:t>
            </a:r>
            <a:endParaRPr sz="1867">
              <a:latin typeface="Times New Roman" panose="02020603050405020304" pitchFamily="18" charset="0"/>
              <a:cs typeface="Times New Roman" panose="02020603050405020304" pitchFamily="18" charset="0"/>
            </a:endParaRPr>
          </a:p>
          <a:p>
            <a:pPr marL="1235256" lvl="1" indent="-416550">
              <a:lnSpc>
                <a:spcPct val="150000"/>
              </a:lnSpc>
              <a:spcBef>
                <a:spcPts val="260"/>
              </a:spcBef>
              <a:buChar char="○"/>
              <a:tabLst>
                <a:tab pos="1235256" algn="l"/>
              </a:tabLst>
            </a:pPr>
            <a:r>
              <a:rPr sz="1867" dirty="0">
                <a:solidFill>
                  <a:srgbClr val="222222"/>
                </a:solidFill>
                <a:latin typeface="Times New Roman" panose="02020603050405020304" pitchFamily="18" charset="0"/>
                <a:cs typeface="Times New Roman" panose="02020603050405020304" pitchFamily="18" charset="0"/>
              </a:rPr>
              <a:t>A</a:t>
            </a:r>
            <a:r>
              <a:rPr sz="1867" spc="-10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hazardous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atmosphere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(toxic</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gases,</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flammable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atmosphere)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present.</a:t>
            </a:r>
            <a:endParaRPr sz="1867">
              <a:latin typeface="Times New Roman" panose="02020603050405020304" pitchFamily="18" charset="0"/>
              <a:cs typeface="Times New Roman" panose="02020603050405020304" pitchFamily="18" charset="0"/>
            </a:endParaRPr>
          </a:p>
          <a:p>
            <a:pPr marL="1235256" lvl="1" indent="-416550">
              <a:lnSpc>
                <a:spcPct val="150000"/>
              </a:lnSpc>
              <a:spcBef>
                <a:spcPts val="267"/>
              </a:spcBef>
              <a:buChar char="○"/>
              <a:tabLst>
                <a:tab pos="1235256" algn="l"/>
              </a:tabLst>
            </a:pP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Ventilation</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equipment</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operating</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properly.</a:t>
            </a:r>
            <a:endParaRPr sz="1867">
              <a:latin typeface="Times New Roman" panose="02020603050405020304" pitchFamily="18" charset="0"/>
              <a:cs typeface="Times New Roman" panose="02020603050405020304" pitchFamily="18" charset="0"/>
            </a:endParaRPr>
          </a:p>
          <a:p>
            <a:pPr marL="16933" marR="152396">
              <a:lnSpc>
                <a:spcPct val="150000"/>
              </a:lnSpc>
              <a:spcBef>
                <a:spcPts val="1600"/>
              </a:spcBef>
            </a:pP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results</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tests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these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hazards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recorded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Entry</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Permit</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along</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with</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equipment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method(s) </a:t>
            </a:r>
            <a:r>
              <a:rPr sz="1867" dirty="0">
                <a:solidFill>
                  <a:srgbClr val="222222"/>
                </a:solidFill>
                <a:latin typeface="Times New Roman" panose="02020603050405020304" pitchFamily="18" charset="0"/>
                <a:cs typeface="Times New Roman" panose="02020603050405020304" pitchFamily="18" charset="0"/>
              </a:rPr>
              <a:t>that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were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used</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performing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tests.</a:t>
            </a:r>
            <a:endParaRPr sz="1867">
              <a:latin typeface="Times New Roman" panose="02020603050405020304" pitchFamily="18" charset="0"/>
              <a:cs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401" y="279369"/>
            <a:ext cx="4366260" cy="304421"/>
          </a:xfrm>
          <a:prstGeom prst="rect">
            <a:avLst/>
          </a:prstGeom>
        </p:spPr>
        <p:txBody>
          <a:bodyPr vert="horz" wrap="square" lIns="0" tIns="16933" rIns="0" bIns="0" rtlCol="0" anchor="ctr">
            <a:spAutoFit/>
          </a:bodyPr>
          <a:lstStyle/>
          <a:p>
            <a:pPr marL="16933" algn="ctr">
              <a:lnSpc>
                <a:spcPct val="100000"/>
              </a:lnSpc>
              <a:spcBef>
                <a:spcPts val="133"/>
              </a:spcBef>
            </a:pPr>
            <a:r>
              <a:rPr sz="1867" dirty="0">
                <a:solidFill>
                  <a:srgbClr val="1A1A1A"/>
                </a:solidFill>
                <a:latin typeface="Times New Roman" panose="02020603050405020304" pitchFamily="18" charset="0"/>
                <a:cs typeface="Times New Roman" panose="02020603050405020304" pitchFamily="18" charset="0"/>
              </a:rPr>
              <a:t>Hazards</a:t>
            </a:r>
            <a:r>
              <a:rPr sz="1867" spc="87" dirty="0">
                <a:solidFill>
                  <a:srgbClr val="1A1A1A"/>
                </a:solidFill>
                <a:latin typeface="Times New Roman" panose="02020603050405020304" pitchFamily="18" charset="0"/>
                <a:cs typeface="Times New Roman" panose="02020603050405020304" pitchFamily="18" charset="0"/>
              </a:rPr>
              <a:t> </a:t>
            </a:r>
            <a:r>
              <a:rPr sz="1867" dirty="0">
                <a:solidFill>
                  <a:srgbClr val="1A1A1A"/>
                </a:solidFill>
                <a:latin typeface="Times New Roman" panose="02020603050405020304" pitchFamily="18" charset="0"/>
                <a:cs typeface="Times New Roman" panose="02020603050405020304" pitchFamily="18" charset="0"/>
              </a:rPr>
              <a:t>controlled</a:t>
            </a:r>
            <a:r>
              <a:rPr sz="1867" spc="93" dirty="0">
                <a:solidFill>
                  <a:srgbClr val="1A1A1A"/>
                </a:solidFill>
                <a:latin typeface="Times New Roman" panose="02020603050405020304" pitchFamily="18" charset="0"/>
                <a:cs typeface="Times New Roman" panose="02020603050405020304" pitchFamily="18" charset="0"/>
              </a:rPr>
              <a:t> </a:t>
            </a:r>
            <a:r>
              <a:rPr sz="1867" spc="-27" dirty="0">
                <a:solidFill>
                  <a:srgbClr val="1A1A1A"/>
                </a:solidFill>
                <a:latin typeface="Times New Roman" panose="02020603050405020304" pitchFamily="18" charset="0"/>
                <a:cs typeface="Times New Roman" panose="02020603050405020304" pitchFamily="18" charset="0"/>
              </a:rPr>
              <a:t>in</a:t>
            </a:r>
            <a:r>
              <a:rPr sz="1867" spc="93" dirty="0">
                <a:solidFill>
                  <a:srgbClr val="1A1A1A"/>
                </a:solidFill>
                <a:latin typeface="Times New Roman" panose="02020603050405020304" pitchFamily="18" charset="0"/>
                <a:cs typeface="Times New Roman" panose="02020603050405020304" pitchFamily="18" charset="0"/>
              </a:rPr>
              <a:t> </a:t>
            </a:r>
            <a:r>
              <a:rPr sz="1867" dirty="0">
                <a:solidFill>
                  <a:srgbClr val="1A1A1A"/>
                </a:solidFill>
                <a:latin typeface="Times New Roman" panose="02020603050405020304" pitchFamily="18" charset="0"/>
                <a:cs typeface="Times New Roman" panose="02020603050405020304" pitchFamily="18" charset="0"/>
              </a:rPr>
              <a:t>confined</a:t>
            </a:r>
            <a:r>
              <a:rPr sz="1867" spc="93" dirty="0">
                <a:solidFill>
                  <a:srgbClr val="1A1A1A"/>
                </a:solidFill>
                <a:latin typeface="Times New Roman" panose="02020603050405020304" pitchFamily="18" charset="0"/>
                <a:cs typeface="Times New Roman" panose="02020603050405020304" pitchFamily="18" charset="0"/>
              </a:rPr>
              <a:t> </a:t>
            </a:r>
            <a:r>
              <a:rPr sz="1867" spc="73" dirty="0">
                <a:solidFill>
                  <a:srgbClr val="1A1A1A"/>
                </a:solidFill>
                <a:latin typeface="Times New Roman" panose="02020603050405020304" pitchFamily="18" charset="0"/>
                <a:cs typeface="Times New Roman" panose="02020603050405020304" pitchFamily="18" charset="0"/>
              </a:rPr>
              <a:t>spaces</a:t>
            </a:r>
            <a:endParaRPr sz="1867"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idx="1"/>
          </p:nvPr>
        </p:nvSpPr>
        <p:spPr>
          <a:xfrm>
            <a:off x="304800" y="583757"/>
            <a:ext cx="11684000" cy="6327072"/>
          </a:xfrm>
          <a:prstGeom prst="rect">
            <a:avLst/>
          </a:prstGeom>
        </p:spPr>
        <p:txBody>
          <a:bodyPr vert="horz" wrap="square" lIns="0" tIns="56725" rIns="0" bIns="0" rtlCol="0">
            <a:spAutoFit/>
          </a:bodyPr>
          <a:lstStyle/>
          <a:p>
            <a:pPr marL="496134" indent="-436869" algn="just">
              <a:lnSpc>
                <a:spcPct val="150000"/>
              </a:lnSpc>
              <a:spcBef>
                <a:spcPts val="445"/>
              </a:spcBef>
              <a:buFont typeface="Arial MT"/>
              <a:buChar char="●"/>
              <a:tabLst>
                <a:tab pos="496134" algn="l"/>
              </a:tabLst>
            </a:pPr>
            <a:r>
              <a:rPr sz="1867" spc="-13" dirty="0">
                <a:latin typeface="Times New Roman" panose="02020603050405020304" pitchFamily="18" charset="0"/>
                <a:cs typeface="Times New Roman" panose="02020603050405020304" pitchFamily="18" charset="0"/>
              </a:rPr>
              <a:t>The</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traditional</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hazard</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methods</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found</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regular</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worksites</a:t>
            </a:r>
            <a:r>
              <a:rPr sz="1867" spc="-14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can</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be</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effective</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133" dirty="0">
                <a:latin typeface="Times New Roman" panose="02020603050405020304" pitchFamily="18" charset="0"/>
                <a:cs typeface="Times New Roman" panose="02020603050405020304" pitchFamily="18" charset="0"/>
              </a:rPr>
              <a:t> </a:t>
            </a:r>
            <a:r>
              <a:rPr sz="1867" spc="-53" dirty="0">
                <a:latin typeface="Times New Roman" panose="02020603050405020304" pitchFamily="18" charset="0"/>
                <a:cs typeface="Times New Roman" panose="02020603050405020304" pitchFamily="18" charset="0"/>
              </a:rPr>
              <a:t>a</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confined</a:t>
            </a:r>
            <a:r>
              <a:rPr sz="1867" spc="-13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space.</a:t>
            </a:r>
          </a:p>
          <a:p>
            <a:pPr marL="496134" indent="-436869" algn="just">
              <a:lnSpc>
                <a:spcPct val="150000"/>
              </a:lnSpc>
              <a:spcBef>
                <a:spcPts val="305"/>
              </a:spcBef>
              <a:buFont typeface="Arial MT"/>
              <a:buChar char="●"/>
              <a:tabLst>
                <a:tab pos="496134" algn="l"/>
              </a:tabLst>
            </a:pPr>
            <a:r>
              <a:rPr sz="1867" spc="-13" dirty="0">
                <a:latin typeface="Times New Roman" panose="02020603050405020304" pitchFamily="18" charset="0"/>
                <a:cs typeface="Times New Roman" panose="02020603050405020304" pitchFamily="18" charset="0"/>
              </a:rPr>
              <a:t>These</a:t>
            </a:r>
            <a:r>
              <a:rPr sz="1867" spc="-1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include</a:t>
            </a:r>
            <a:r>
              <a:rPr sz="1867" spc="-11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engineering</a:t>
            </a:r>
            <a:r>
              <a:rPr sz="1867" spc="-11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controls,</a:t>
            </a:r>
            <a:r>
              <a:rPr sz="1867" spc="-11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administrative</a:t>
            </a:r>
            <a:r>
              <a:rPr sz="1867" spc="-11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controls</a:t>
            </a:r>
            <a:r>
              <a:rPr sz="1867" spc="-113"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and</a:t>
            </a:r>
            <a:r>
              <a:rPr sz="1867" spc="-11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personal</a:t>
            </a:r>
            <a:r>
              <a:rPr sz="1867" spc="-11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protective</a:t>
            </a:r>
            <a:r>
              <a:rPr sz="1867" spc="-11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equipment.</a:t>
            </a:r>
          </a:p>
          <a:p>
            <a:pPr marL="496134" marR="698483" indent="-437716" algn="just">
              <a:lnSpc>
                <a:spcPct val="150000"/>
              </a:lnSpc>
              <a:buFont typeface="Arial MT"/>
              <a:buChar char="●"/>
              <a:tabLst>
                <a:tab pos="496134" algn="l"/>
              </a:tabLst>
            </a:pPr>
            <a:r>
              <a:rPr sz="1867" dirty="0">
                <a:latin typeface="Times New Roman" panose="02020603050405020304" pitchFamily="18" charset="0"/>
                <a:cs typeface="Times New Roman" panose="02020603050405020304" pitchFamily="18" charset="0"/>
              </a:rPr>
              <a:t>Engineering</a:t>
            </a:r>
            <a:r>
              <a:rPr sz="1867" spc="-1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controls</a:t>
            </a:r>
            <a:r>
              <a:rPr sz="1867" spc="-1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are</a:t>
            </a:r>
            <a:r>
              <a:rPr sz="1867" spc="-12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designed</a:t>
            </a:r>
            <a:r>
              <a:rPr sz="1867" spc="-1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to</a:t>
            </a:r>
            <a:r>
              <a:rPr sz="1867" spc="-12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remove</a:t>
            </a:r>
            <a:r>
              <a:rPr sz="1867" spc="-1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1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hazard</a:t>
            </a:r>
            <a:r>
              <a:rPr sz="1867" spc="-1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while</a:t>
            </a:r>
            <a:r>
              <a:rPr sz="1867" spc="-1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administrative</a:t>
            </a:r>
            <a:r>
              <a:rPr sz="1867" spc="-1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controls</a:t>
            </a:r>
            <a:r>
              <a:rPr sz="1867" spc="-12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and</a:t>
            </a:r>
            <a:r>
              <a:rPr sz="1867" spc="-12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personal </a:t>
            </a:r>
            <a:r>
              <a:rPr sz="1867" dirty="0">
                <a:latin typeface="Times New Roman" panose="02020603050405020304" pitchFamily="18" charset="0"/>
                <a:cs typeface="Times New Roman" panose="02020603050405020304" pitchFamily="18" charset="0"/>
              </a:rPr>
              <a:t>protective</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equipment</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try</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to</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minimize</a:t>
            </a:r>
            <a:r>
              <a:rPr sz="1867" spc="-10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contact</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with</a:t>
            </a:r>
            <a:r>
              <a:rPr sz="1867" spc="-10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10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hazard.</a:t>
            </a:r>
          </a:p>
          <a:p>
            <a:pPr marL="496134" marR="927923" indent="-437716" algn="just">
              <a:lnSpc>
                <a:spcPct val="150000"/>
              </a:lnSpc>
              <a:buFont typeface="Arial MT"/>
              <a:buChar char="●"/>
              <a:tabLst>
                <a:tab pos="496134" algn="l"/>
              </a:tabLst>
            </a:pPr>
            <a:r>
              <a:rPr sz="1867" spc="-13" dirty="0">
                <a:latin typeface="Times New Roman" panose="02020603050405020304" pitchFamily="18" charset="0"/>
                <a:cs typeface="Times New Roman" panose="02020603050405020304" pitchFamily="18" charset="0"/>
              </a:rPr>
              <a:t>However,</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often</a:t>
            </a:r>
            <a:r>
              <a:rPr sz="1867" spc="-1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because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nature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confined</a:t>
            </a:r>
            <a:r>
              <a:rPr sz="1867" spc="-16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space</a:t>
            </a:r>
            <a:r>
              <a:rPr sz="1867" spc="-1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and</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depending</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on</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16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hazard,</a:t>
            </a:r>
            <a:r>
              <a:rPr sz="1867" spc="-17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special </a:t>
            </a:r>
            <a:r>
              <a:rPr sz="1867" dirty="0">
                <a:latin typeface="Times New Roman" panose="02020603050405020304" pitchFamily="18" charset="0"/>
                <a:cs typeface="Times New Roman" panose="02020603050405020304" pitchFamily="18" charset="0"/>
              </a:rPr>
              <a:t>precautions</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not</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normally</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required</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133" dirty="0">
                <a:latin typeface="Times New Roman" panose="02020603050405020304" pitchFamily="18" charset="0"/>
                <a:cs typeface="Times New Roman" panose="02020603050405020304" pitchFamily="18" charset="0"/>
              </a:rPr>
              <a:t> </a:t>
            </a:r>
            <a:r>
              <a:rPr sz="1867" spc="-53" dirty="0">
                <a:latin typeface="Times New Roman" panose="02020603050405020304" pitchFamily="18" charset="0"/>
                <a:cs typeface="Times New Roman" panose="02020603050405020304" pitchFamily="18" charset="0"/>
              </a:rPr>
              <a:t>a</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regular</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worksite</a:t>
            </a:r>
            <a:r>
              <a:rPr sz="1867" spc="-140"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may</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also</a:t>
            </a:r>
            <a:r>
              <a:rPr sz="1867" spc="-14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need</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to</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be</a:t>
            </a:r>
            <a:r>
              <a:rPr sz="1867" spc="-13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taken.</a:t>
            </a:r>
          </a:p>
          <a:p>
            <a:pPr marL="496134" indent="-436869" algn="just">
              <a:lnSpc>
                <a:spcPct val="150000"/>
              </a:lnSpc>
              <a:spcBef>
                <a:spcPts val="313"/>
              </a:spcBef>
              <a:buFont typeface="Arial MT"/>
              <a:buChar char="●"/>
              <a:tabLst>
                <a:tab pos="496134" algn="l"/>
              </a:tabLst>
            </a:pPr>
            <a:r>
              <a:rPr sz="1867" spc="-13" dirty="0">
                <a:latin typeface="Times New Roman" panose="02020603050405020304" pitchFamily="18" charset="0"/>
                <a:cs typeface="Times New Roman" panose="02020603050405020304" pitchFamily="18" charset="0"/>
              </a:rPr>
              <a:t>The</a:t>
            </a:r>
            <a:r>
              <a:rPr sz="1867" spc="-152"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engineering</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commonly</a:t>
            </a:r>
            <a:r>
              <a:rPr sz="1867" spc="-152"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used</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confined</a:t>
            </a:r>
            <a:r>
              <a:rPr sz="1867" spc="-14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spaces</a:t>
            </a:r>
            <a:r>
              <a:rPr sz="1867" spc="-152"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is</a:t>
            </a:r>
            <a:r>
              <a:rPr sz="1867" spc="-14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mechanical</a:t>
            </a:r>
            <a:r>
              <a:rPr sz="1867" spc="-14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ventilation.</a:t>
            </a:r>
          </a:p>
          <a:p>
            <a:pPr marL="496134" marR="242141" indent="-437716" algn="just">
              <a:lnSpc>
                <a:spcPct val="150000"/>
              </a:lnSpc>
              <a:buFont typeface="Arial MT"/>
              <a:buChar char="●"/>
              <a:tabLst>
                <a:tab pos="496134" algn="l"/>
              </a:tabLst>
            </a:pPr>
            <a:r>
              <a:rPr sz="1867" spc="-13" dirty="0">
                <a:latin typeface="Times New Roman" panose="02020603050405020304" pitchFamily="18" charset="0"/>
                <a:cs typeface="Times New Roman" panose="02020603050405020304" pitchFamily="18" charset="0"/>
              </a:rPr>
              <a:t>The</a:t>
            </a:r>
            <a:r>
              <a:rPr sz="1867" spc="-152"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entry</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permit</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system</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is</a:t>
            </a:r>
            <a:r>
              <a:rPr sz="1867" spc="-147"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an</a:t>
            </a:r>
            <a:r>
              <a:rPr sz="1867" spc="-14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example</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147"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an</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administrative</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control</a:t>
            </a:r>
            <a:r>
              <a:rPr sz="1867" spc="-1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used</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1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confined</a:t>
            </a:r>
            <a:r>
              <a:rPr sz="1867" spc="-147"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spaces.</a:t>
            </a:r>
            <a:r>
              <a:rPr sz="1867" spc="-14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Personal </a:t>
            </a:r>
            <a:r>
              <a:rPr sz="1867" dirty="0">
                <a:latin typeface="Times New Roman" panose="02020603050405020304" pitchFamily="18" charset="0"/>
                <a:cs typeface="Times New Roman" panose="02020603050405020304" pitchFamily="18" charset="0"/>
              </a:rPr>
              <a:t>protective</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equipment</a:t>
            </a:r>
            <a:r>
              <a:rPr sz="1867" spc="-140" dirty="0">
                <a:latin typeface="Times New Roman" panose="02020603050405020304" pitchFamily="18" charset="0"/>
                <a:cs typeface="Times New Roman" panose="02020603050405020304" pitchFamily="18" charset="0"/>
              </a:rPr>
              <a:t> </a:t>
            </a:r>
            <a:r>
              <a:rPr sz="1867" spc="-47" dirty="0">
                <a:latin typeface="Times New Roman" panose="02020603050405020304" pitchFamily="18" charset="0"/>
                <a:cs typeface="Times New Roman" panose="02020603050405020304" pitchFamily="18" charset="0"/>
              </a:rPr>
              <a:t>(such</a:t>
            </a:r>
            <a:r>
              <a:rPr sz="1867" spc="-140"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as</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respirators,</a:t>
            </a:r>
            <a:r>
              <a:rPr sz="1867" spc="-140"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gloves,</a:t>
            </a:r>
            <a:r>
              <a:rPr sz="1867" spc="-14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hearing</a:t>
            </a:r>
            <a:r>
              <a:rPr sz="1867" spc="-1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protection,</a:t>
            </a:r>
            <a:r>
              <a:rPr sz="1867" spc="-140" dirty="0">
                <a:latin typeface="Times New Roman" panose="02020603050405020304" pitchFamily="18" charset="0"/>
                <a:cs typeface="Times New Roman" panose="02020603050405020304" pitchFamily="18" charset="0"/>
              </a:rPr>
              <a:t> </a:t>
            </a:r>
            <a:r>
              <a:rPr sz="1867" spc="-67" dirty="0">
                <a:latin typeface="Times New Roman" panose="02020603050405020304" pitchFamily="18" charset="0"/>
                <a:cs typeface="Times New Roman" panose="02020603050405020304" pitchFamily="18" charset="0"/>
              </a:rPr>
              <a:t>etc.)</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is</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commonly</a:t>
            </a:r>
            <a:r>
              <a:rPr sz="1867" spc="-14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used</a:t>
            </a:r>
            <a:r>
              <a:rPr sz="1867" spc="-1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14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confined </a:t>
            </a:r>
            <a:r>
              <a:rPr sz="1867" spc="-27" dirty="0">
                <a:latin typeface="Times New Roman" panose="02020603050405020304" pitchFamily="18" charset="0"/>
                <a:cs typeface="Times New Roman" panose="02020603050405020304" pitchFamily="18" charset="0"/>
              </a:rPr>
              <a:t>spaces</a:t>
            </a:r>
            <a:r>
              <a:rPr sz="1867" spc="-173" dirty="0">
                <a:latin typeface="Times New Roman" panose="02020603050405020304" pitchFamily="18" charset="0"/>
                <a:cs typeface="Times New Roman" panose="02020603050405020304" pitchFamily="18" charset="0"/>
              </a:rPr>
              <a:t> </a:t>
            </a:r>
            <a:r>
              <a:rPr sz="1867" spc="-47" dirty="0">
                <a:latin typeface="Times New Roman" panose="02020603050405020304" pitchFamily="18" charset="0"/>
                <a:cs typeface="Times New Roman" panose="02020603050405020304" pitchFamily="18" charset="0"/>
              </a:rPr>
              <a:t>as</a:t>
            </a:r>
            <a:r>
              <a:rPr sz="1867" spc="-17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well.</a:t>
            </a:r>
          </a:p>
          <a:p>
            <a:pPr marL="496134" marR="314952" indent="-437716" algn="just">
              <a:lnSpc>
                <a:spcPct val="150000"/>
              </a:lnSpc>
              <a:buChar char="●"/>
              <a:tabLst>
                <a:tab pos="496134" algn="l"/>
                <a:tab pos="539313" algn="l"/>
              </a:tabLst>
            </a:pPr>
            <a:r>
              <a:rPr sz="18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However,</a:t>
            </a:r>
            <a:r>
              <a:rPr sz="1867" spc="-18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wearing</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173" dirty="0">
                <a:latin typeface="Times New Roman" panose="02020603050405020304" pitchFamily="18" charset="0"/>
                <a:cs typeface="Times New Roman" panose="02020603050405020304" pitchFamily="18" charset="0"/>
              </a:rPr>
              <a:t> </a:t>
            </a:r>
            <a:r>
              <a:rPr sz="1867" spc="80" dirty="0">
                <a:latin typeface="Times New Roman" panose="02020603050405020304" pitchFamily="18" charset="0"/>
                <a:cs typeface="Times New Roman" panose="02020603050405020304" pitchFamily="18" charset="0"/>
              </a:rPr>
              <a:t>PPE</a:t>
            </a:r>
            <a:r>
              <a:rPr sz="1867" spc="-18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sometimes</a:t>
            </a:r>
            <a:r>
              <a:rPr sz="1867" spc="-173" dirty="0">
                <a:latin typeface="Times New Roman" panose="02020603050405020304" pitchFamily="18" charset="0"/>
                <a:cs typeface="Times New Roman" panose="02020603050405020304" pitchFamily="18" charset="0"/>
              </a:rPr>
              <a:t> </a:t>
            </a:r>
            <a:r>
              <a:rPr sz="1867" spc="-40" dirty="0">
                <a:latin typeface="Times New Roman" panose="02020603050405020304" pitchFamily="18" charset="0"/>
                <a:cs typeface="Times New Roman" panose="02020603050405020304" pitchFamily="18" charset="0"/>
              </a:rPr>
              <a:t>may</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increase</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heat</a:t>
            </a:r>
            <a:r>
              <a:rPr sz="1867" spc="-180"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and</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loss</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mobility.</a:t>
            </a:r>
            <a:r>
              <a:rPr sz="1867" spc="-18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Those</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situations</a:t>
            </a:r>
            <a:r>
              <a:rPr sz="1867" spc="-1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should</a:t>
            </a:r>
            <a:r>
              <a:rPr sz="1867" spc="-173" dirty="0">
                <a:latin typeface="Times New Roman" panose="02020603050405020304" pitchFamily="18" charset="0"/>
                <a:cs typeface="Times New Roman" panose="02020603050405020304" pitchFamily="18" charset="0"/>
              </a:rPr>
              <a:t> </a:t>
            </a:r>
            <a:r>
              <a:rPr sz="1867" spc="-33" dirty="0">
                <a:latin typeface="Times New Roman" panose="02020603050405020304" pitchFamily="18" charset="0"/>
                <a:cs typeface="Times New Roman" panose="02020603050405020304" pitchFamily="18" charset="0"/>
              </a:rPr>
              <a:t>be </a:t>
            </a:r>
            <a:r>
              <a:rPr sz="1867" dirty="0">
                <a:latin typeface="Times New Roman" panose="02020603050405020304" pitchFamily="18" charset="0"/>
                <a:cs typeface="Times New Roman" panose="02020603050405020304" pitchFamily="18" charset="0"/>
              </a:rPr>
              <a:t>carefully</a:t>
            </a:r>
            <a:r>
              <a:rPr sz="1867" spc="-8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evaluated.</a:t>
            </a:r>
          </a:p>
          <a:p>
            <a:pPr marL="496134" marR="6773" indent="-437716" algn="just">
              <a:lnSpc>
                <a:spcPct val="150000"/>
              </a:lnSpc>
              <a:buFont typeface="Arial MT"/>
              <a:buChar char="●"/>
              <a:tabLst>
                <a:tab pos="496134" algn="l"/>
              </a:tabLst>
            </a:pPr>
            <a:r>
              <a:rPr sz="1867" dirty="0">
                <a:latin typeface="Times New Roman" panose="02020603050405020304" pitchFamily="18" charset="0"/>
                <a:cs typeface="Times New Roman" panose="02020603050405020304" pitchFamily="18" charset="0"/>
              </a:rPr>
              <a:t>When</a:t>
            </a:r>
            <a:r>
              <a:rPr sz="1867" spc="-16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using</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PPE,</a:t>
            </a:r>
            <a:r>
              <a:rPr sz="1867" spc="-1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always</a:t>
            </a:r>
            <a:r>
              <a:rPr sz="1867" spc="-1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use</a:t>
            </a:r>
            <a:r>
              <a:rPr sz="1867" spc="-160" dirty="0">
                <a:latin typeface="Times New Roman" panose="02020603050405020304" pitchFamily="18" charset="0"/>
                <a:cs typeface="Times New Roman" panose="02020603050405020304" pitchFamily="18" charset="0"/>
              </a:rPr>
              <a:t> </a:t>
            </a:r>
            <a:r>
              <a:rPr sz="1867" spc="-47" dirty="0">
                <a:latin typeface="Times New Roman" panose="02020603050405020304" pitchFamily="18" charset="0"/>
                <a:cs typeface="Times New Roman" panose="02020603050405020304" pitchFamily="18" charset="0"/>
              </a:rPr>
              <a:t>as</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part</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167" dirty="0">
                <a:latin typeface="Times New Roman" panose="02020603050405020304" pitchFamily="18" charset="0"/>
                <a:cs typeface="Times New Roman" panose="02020603050405020304" pitchFamily="18" charset="0"/>
              </a:rPr>
              <a:t> </a:t>
            </a:r>
            <a:r>
              <a:rPr sz="1867" spc="-53" dirty="0">
                <a:latin typeface="Times New Roman" panose="02020603050405020304" pitchFamily="18" charset="0"/>
                <a:cs typeface="Times New Roman" panose="02020603050405020304" pitchFamily="18" charset="0"/>
              </a:rPr>
              <a:t>a</a:t>
            </a:r>
            <a:r>
              <a:rPr sz="1867" spc="-167" dirty="0">
                <a:latin typeface="Times New Roman" panose="02020603050405020304" pitchFamily="18" charset="0"/>
                <a:cs typeface="Times New Roman" panose="02020603050405020304" pitchFamily="18" charset="0"/>
              </a:rPr>
              <a:t> </a:t>
            </a:r>
            <a:r>
              <a:rPr sz="1867" spc="80" dirty="0">
                <a:latin typeface="Times New Roman" panose="02020603050405020304" pitchFamily="18" charset="0"/>
                <a:cs typeface="Times New Roman" panose="02020603050405020304" pitchFamily="18" charset="0"/>
              </a:rPr>
              <a:t>PPE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program</a:t>
            </a:r>
            <a:r>
              <a:rPr sz="1867" spc="-16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and</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be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sure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to</a:t>
            </a:r>
            <a:r>
              <a:rPr sz="1867" spc="-18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evaluate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all</a:t>
            </a:r>
            <a:r>
              <a:rPr sz="1867" spc="-16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possible</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hazards</a:t>
            </a:r>
            <a:r>
              <a:rPr sz="1867" spc="-16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and</a:t>
            </a:r>
            <a:r>
              <a:rPr sz="1867" spc="-1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risks </a:t>
            </a:r>
            <a:r>
              <a:rPr sz="1867" dirty="0">
                <a:latin typeface="Times New Roman" panose="02020603050405020304" pitchFamily="18" charset="0"/>
                <a:cs typeface="Times New Roman" panose="02020603050405020304" pitchFamily="18" charset="0"/>
              </a:rPr>
              <a:t>associated</a:t>
            </a:r>
            <a:r>
              <a:rPr sz="1867" spc="-1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with</a:t>
            </a:r>
            <a:r>
              <a:rPr sz="1867" spc="-167" dirty="0">
                <a:latin typeface="Times New Roman" panose="02020603050405020304" pitchFamily="18" charset="0"/>
                <a:cs typeface="Times New Roman" panose="02020603050405020304" pitchFamily="18" charset="0"/>
              </a:rPr>
              <a:t> </a:t>
            </a:r>
            <a:r>
              <a:rPr sz="1867" spc="80" dirty="0">
                <a:latin typeface="Times New Roman" panose="02020603050405020304" pitchFamily="18" charset="0"/>
                <a:cs typeface="Times New Roman" panose="02020603050405020304" pitchFamily="18" charset="0"/>
              </a:rPr>
              <a:t>PPE</a:t>
            </a:r>
            <a:r>
              <a:rPr sz="1867" spc="-167"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use.</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6400" y="584200"/>
            <a:ext cx="11582400" cy="5612348"/>
          </a:xfrm>
          <a:prstGeom prst="rect">
            <a:avLst/>
          </a:prstGeom>
        </p:spPr>
        <p:txBody>
          <a:bodyPr vert="horz" wrap="square" lIns="0" tIns="16933" rIns="0" bIns="0" rtlCol="0">
            <a:spAutoFit/>
          </a:bodyPr>
          <a:lstStyle/>
          <a:p>
            <a:pPr marL="16933">
              <a:spcBef>
                <a:spcPts val="133"/>
              </a:spcBef>
            </a:pPr>
            <a:r>
              <a:rPr sz="1867" b="1" dirty="0">
                <a:solidFill>
                  <a:srgbClr val="222222"/>
                </a:solidFill>
                <a:latin typeface="Times New Roman" panose="02020603050405020304" pitchFamily="18" charset="0"/>
                <a:cs typeface="Times New Roman" panose="02020603050405020304" pitchFamily="18" charset="0"/>
              </a:rPr>
              <a:t>Air</a:t>
            </a:r>
            <a:r>
              <a:rPr sz="1867" b="1" spc="-33" dirty="0">
                <a:solidFill>
                  <a:srgbClr val="222222"/>
                </a:solidFill>
                <a:latin typeface="Times New Roman" panose="02020603050405020304" pitchFamily="18" charset="0"/>
                <a:cs typeface="Times New Roman" panose="02020603050405020304" pitchFamily="18" charset="0"/>
              </a:rPr>
              <a:t> </a:t>
            </a:r>
            <a:r>
              <a:rPr sz="1867" b="1" dirty="0">
                <a:solidFill>
                  <a:srgbClr val="222222"/>
                </a:solidFill>
                <a:latin typeface="Times New Roman" panose="02020603050405020304" pitchFamily="18" charset="0"/>
                <a:cs typeface="Times New Roman" panose="02020603050405020304" pitchFamily="18" charset="0"/>
              </a:rPr>
              <a:t>quality</a:t>
            </a:r>
            <a:r>
              <a:rPr sz="1867" b="1" spc="-33" dirty="0">
                <a:solidFill>
                  <a:srgbClr val="222222"/>
                </a:solidFill>
                <a:latin typeface="Times New Roman" panose="02020603050405020304" pitchFamily="18" charset="0"/>
                <a:cs typeface="Times New Roman" panose="02020603050405020304" pitchFamily="18" charset="0"/>
              </a:rPr>
              <a:t> </a:t>
            </a:r>
            <a:r>
              <a:rPr sz="1867" b="1" spc="-13" dirty="0">
                <a:solidFill>
                  <a:srgbClr val="222222"/>
                </a:solidFill>
                <a:latin typeface="Times New Roman" panose="02020603050405020304" pitchFamily="18" charset="0"/>
                <a:cs typeface="Times New Roman" panose="02020603050405020304" pitchFamily="18" charset="0"/>
              </a:rPr>
              <a:t>maintained</a:t>
            </a:r>
            <a:endParaRPr sz="1867" dirty="0">
              <a:latin typeface="Times New Roman" panose="02020603050405020304" pitchFamily="18" charset="0"/>
              <a:cs typeface="Times New Roman" panose="02020603050405020304" pitchFamily="18" charset="0"/>
            </a:endParaRPr>
          </a:p>
          <a:p>
            <a:pPr>
              <a:spcBef>
                <a:spcPts val="607"/>
              </a:spcBef>
            </a:pPr>
            <a:endParaRPr sz="1867" dirty="0">
              <a:latin typeface="Times New Roman" panose="02020603050405020304" pitchFamily="18" charset="0"/>
              <a:cs typeface="Times New Roman" panose="02020603050405020304" pitchFamily="18" charset="0"/>
            </a:endParaRPr>
          </a:p>
          <a:p>
            <a:pPr marL="625671" indent="-416550">
              <a:buChar char="●"/>
              <a:tabLst>
                <a:tab pos="625671"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Natural</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ventilation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(natural</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currents)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usually</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reliable</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sufficient</a:t>
            </a:r>
            <a:r>
              <a:rPr sz="1867" spc="-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maintain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quality.</a:t>
            </a:r>
            <a:endParaRPr sz="1867"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Mechanical</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ventilation</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(e.g.,</a:t>
            </a:r>
            <a:r>
              <a:rPr sz="1867" spc="-13" dirty="0">
                <a:solidFill>
                  <a:srgbClr val="222222"/>
                </a:solidFill>
                <a:latin typeface="Times New Roman" panose="02020603050405020304" pitchFamily="18" charset="0"/>
                <a:cs typeface="Times New Roman" panose="02020603050405020304" pitchFamily="18" charset="0"/>
              </a:rPr>
              <a:t> blowers,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fans)</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usually</a:t>
            </a:r>
            <a:r>
              <a:rPr sz="1867" spc="-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necessary</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maintain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air</a:t>
            </a:r>
            <a:r>
              <a:rPr sz="1867" spc="-13" dirty="0">
                <a:solidFill>
                  <a:srgbClr val="222222"/>
                </a:solidFill>
                <a:latin typeface="Times New Roman" panose="02020603050405020304" pitchFamily="18" charset="0"/>
                <a:cs typeface="Times New Roman" panose="02020603050405020304" pitchFamily="18" charset="0"/>
              </a:rPr>
              <a:t> quality.</a:t>
            </a:r>
            <a:endParaRPr sz="1867" dirty="0">
              <a:latin typeface="Times New Roman" panose="02020603050405020304" pitchFamily="18" charset="0"/>
              <a:cs typeface="Times New Roman" panose="02020603050405020304" pitchFamily="18" charset="0"/>
            </a:endParaRPr>
          </a:p>
          <a:p>
            <a:pPr marL="626518" marR="6773" indent="-417396">
              <a:lnSpc>
                <a:spcPct val="150000"/>
              </a:lnSpc>
              <a:buChar char="●"/>
              <a:tabLst>
                <a:tab pos="626518" algn="l"/>
              </a:tabLst>
            </a:pPr>
            <a:r>
              <a:rPr sz="1867" dirty="0">
                <a:solidFill>
                  <a:srgbClr val="222222"/>
                </a:solidFill>
                <a:latin typeface="Times New Roman" panose="02020603050405020304" pitchFamily="18" charset="0"/>
                <a:cs typeface="Times New Roman" panose="02020603050405020304" pitchFamily="18" charset="0"/>
              </a:rPr>
              <a:t>If</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mechanical</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ventilation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provided,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warning</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system</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place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immediately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notify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worker</a:t>
            </a:r>
            <a:r>
              <a:rPr sz="1867" spc="-33" dirty="0">
                <a:solidFill>
                  <a:srgbClr val="222222"/>
                </a:solidFill>
                <a:latin typeface="Times New Roman" panose="02020603050405020304" pitchFamily="18" charset="0"/>
                <a:cs typeface="Times New Roman" panose="02020603050405020304" pitchFamily="18" charset="0"/>
              </a:rPr>
              <a:t> in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event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failure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ventilator</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equipment.</a:t>
            </a:r>
            <a:endParaRPr sz="1867" dirty="0">
              <a:latin typeface="Times New Roman" panose="02020603050405020304" pitchFamily="18" charset="0"/>
              <a:cs typeface="Times New Roman" panose="02020603050405020304" pitchFamily="18" charset="0"/>
            </a:endParaRPr>
          </a:p>
          <a:p>
            <a:pPr marL="626518" marR="22859" indent="-417396">
              <a:lnSpc>
                <a:spcPct val="150000"/>
              </a:lnSpc>
              <a:buChar char="●"/>
              <a:tabLst>
                <a:tab pos="626518" algn="l"/>
              </a:tabLst>
            </a:pPr>
            <a:r>
              <a:rPr sz="1867" dirty="0">
                <a:solidFill>
                  <a:srgbClr val="222222"/>
                </a:solidFill>
                <a:latin typeface="Times New Roman" panose="02020603050405020304" pitchFamily="18" charset="0"/>
                <a:cs typeface="Times New Roman" panose="02020603050405020304" pitchFamily="18" charset="0"/>
              </a:rPr>
              <a:t>Care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taken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make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air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being</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provided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by</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ventilation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system</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27"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'clean</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throughout</a:t>
            </a:r>
            <a:r>
              <a:rPr sz="1867" spc="-6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entire</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marL="626518" marR="191342" indent="-417396">
              <a:lnSpc>
                <a:spcPct val="150000"/>
              </a:lnSpc>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Ease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air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movement</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throughout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considered</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because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danger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pockets</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toxic</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gases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still</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remaining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even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with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mechanical</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ventilation.</a:t>
            </a:r>
            <a:endParaRPr sz="1867" dirty="0">
              <a:latin typeface="Times New Roman" panose="02020603050405020304" pitchFamily="18" charset="0"/>
              <a:cs typeface="Times New Roman" panose="02020603050405020304" pitchFamily="18" charset="0"/>
            </a:endParaRPr>
          </a:p>
          <a:p>
            <a:pPr marL="626518" marR="150703" indent="-417396">
              <a:lnSpc>
                <a:spcPct val="150000"/>
              </a:lnSpc>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Do</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substitute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oxygen</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for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fresh</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air</a:t>
            </a:r>
            <a:r>
              <a:rPr sz="1867" dirty="0">
                <a:solidFill>
                  <a:srgbClr val="222222"/>
                </a:solidFill>
                <a:latin typeface="Times New Roman" panose="02020603050405020304" pitchFamily="18" charset="0"/>
                <a:cs typeface="Times New Roman" panose="02020603050405020304" pitchFamily="18" charset="0"/>
              </a:rPr>
              <a:t>.</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ncreasing</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oxygen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content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will</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significantly</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increase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risk</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ire</a:t>
            </a:r>
            <a:r>
              <a:rPr sz="1867" spc="-33" dirty="0">
                <a:solidFill>
                  <a:srgbClr val="222222"/>
                </a:solidFill>
                <a:latin typeface="Times New Roman" panose="02020603050405020304" pitchFamily="18" charset="0"/>
                <a:cs typeface="Times New Roman" panose="02020603050405020304" pitchFamily="18" charset="0"/>
              </a:rPr>
              <a:t> and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explosion.</a:t>
            </a:r>
            <a:endParaRPr sz="1867"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use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mechanical</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ventilation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noted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on</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entry</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permit.</a:t>
            </a:r>
            <a:endParaRPr sz="1867"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867" dirty="0">
                <a:solidFill>
                  <a:srgbClr val="222222"/>
                </a:solidFill>
                <a:latin typeface="Times New Roman" panose="02020603050405020304" pitchFamily="18" charset="0"/>
                <a:cs typeface="Times New Roman" panose="02020603050405020304" pitchFamily="18" charset="0"/>
              </a:rPr>
              <a:t>Ensure</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air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being</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removed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exhausted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away</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from</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workers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on</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outside.</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482600"/>
            <a:ext cx="11587480" cy="6112998"/>
          </a:xfrm>
          <a:prstGeom prst="rect">
            <a:avLst/>
          </a:prstGeom>
        </p:spPr>
        <p:txBody>
          <a:bodyPr vert="horz" wrap="square" lIns="0" tIns="16933" rIns="0" bIns="0" rtlCol="0">
            <a:spAutoFit/>
          </a:bodyPr>
          <a:lstStyle/>
          <a:p>
            <a:pPr marL="1474010">
              <a:spcBef>
                <a:spcPts val="133"/>
              </a:spcBef>
            </a:pPr>
            <a:r>
              <a:rPr sz="1600" b="1" dirty="0">
                <a:solidFill>
                  <a:srgbClr val="222222"/>
                </a:solidFill>
                <a:latin typeface="Times New Roman" panose="02020603050405020304" pitchFamily="18" charset="0"/>
                <a:cs typeface="Times New Roman" panose="02020603050405020304" pitchFamily="18" charset="0"/>
              </a:rPr>
              <a:t>Fire</a:t>
            </a:r>
            <a:r>
              <a:rPr sz="1600" b="1" spc="-33" dirty="0">
                <a:solidFill>
                  <a:srgbClr val="222222"/>
                </a:solidFill>
                <a:latin typeface="Times New Roman" panose="02020603050405020304" pitchFamily="18" charset="0"/>
                <a:cs typeface="Times New Roman" panose="02020603050405020304" pitchFamily="18" charset="0"/>
              </a:rPr>
              <a:t> </a:t>
            </a:r>
            <a:r>
              <a:rPr sz="1600" b="1" dirty="0">
                <a:solidFill>
                  <a:srgbClr val="222222"/>
                </a:solidFill>
                <a:latin typeface="Times New Roman" panose="02020603050405020304" pitchFamily="18" charset="0"/>
                <a:cs typeface="Times New Roman" panose="02020603050405020304" pitchFamily="18" charset="0"/>
              </a:rPr>
              <a:t>and</a:t>
            </a:r>
            <a:r>
              <a:rPr sz="1600" b="1" spc="-27" dirty="0">
                <a:solidFill>
                  <a:srgbClr val="222222"/>
                </a:solidFill>
                <a:latin typeface="Times New Roman" panose="02020603050405020304" pitchFamily="18" charset="0"/>
                <a:cs typeface="Times New Roman" panose="02020603050405020304" pitchFamily="18" charset="0"/>
              </a:rPr>
              <a:t> </a:t>
            </a:r>
            <a:r>
              <a:rPr sz="1600" b="1" spc="-13" dirty="0">
                <a:solidFill>
                  <a:srgbClr val="222222"/>
                </a:solidFill>
                <a:latin typeface="Times New Roman" panose="02020603050405020304" pitchFamily="18" charset="0"/>
                <a:cs typeface="Times New Roman" panose="02020603050405020304" pitchFamily="18" charset="0"/>
              </a:rPr>
              <a:t>explosion</a:t>
            </a:r>
            <a:r>
              <a:rPr sz="1600" b="1" spc="-27" dirty="0">
                <a:solidFill>
                  <a:srgbClr val="222222"/>
                </a:solidFill>
                <a:latin typeface="Times New Roman" panose="02020603050405020304" pitchFamily="18" charset="0"/>
                <a:cs typeface="Times New Roman" panose="02020603050405020304" pitchFamily="18" charset="0"/>
              </a:rPr>
              <a:t> </a:t>
            </a:r>
            <a:r>
              <a:rPr sz="1600" b="1" spc="-13" dirty="0">
                <a:solidFill>
                  <a:srgbClr val="222222"/>
                </a:solidFill>
                <a:latin typeface="Times New Roman" panose="02020603050405020304" pitchFamily="18" charset="0"/>
                <a:cs typeface="Times New Roman" panose="02020603050405020304" pitchFamily="18" charset="0"/>
              </a:rPr>
              <a:t>prevented</a:t>
            </a:r>
            <a:endParaRPr sz="1600" dirty="0">
              <a:latin typeface="Times New Roman" panose="02020603050405020304" pitchFamily="18" charset="0"/>
              <a:cs typeface="Times New Roman" panose="02020603050405020304" pitchFamily="18" charset="0"/>
            </a:endParaRPr>
          </a:p>
          <a:p>
            <a:pPr>
              <a:spcBef>
                <a:spcPts val="427"/>
              </a:spcBef>
            </a:pPr>
            <a:endParaRPr sz="1600" dirty="0">
              <a:latin typeface="Times New Roman" panose="02020603050405020304" pitchFamily="18" charset="0"/>
              <a:cs typeface="Times New Roman" panose="02020603050405020304" pitchFamily="18" charset="0"/>
            </a:endParaRPr>
          </a:p>
          <a:p>
            <a:pPr marL="16933"/>
            <a:r>
              <a:rPr sz="1600" dirty="0">
                <a:solidFill>
                  <a:srgbClr val="222222"/>
                </a:solidFill>
                <a:latin typeface="Times New Roman" panose="02020603050405020304" pitchFamily="18" charset="0"/>
                <a:cs typeface="Times New Roman" panose="02020603050405020304" pitchFamily="18" charset="0"/>
              </a:rPr>
              <a:t>Work</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where</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a:t>
            </a:r>
            <a:r>
              <a:rPr sz="1600" spc="-3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flame</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is</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used</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or</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source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of</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ignition</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produced</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(hot</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work)</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should</a:t>
            </a:r>
            <a:r>
              <a:rPr sz="1600" spc="-3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normally</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performed</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in</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600" spc="-40"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u</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nless</a:t>
            </a:r>
            <a:r>
              <a:rPr sz="1600" spc="-13" dirty="0">
                <a:solidFill>
                  <a:srgbClr val="222222"/>
                </a:solidFill>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p>
            <a:pPr>
              <a:spcBef>
                <a:spcPts val="793"/>
              </a:spcBef>
            </a:pPr>
            <a:endParaRPr sz="1600" dirty="0">
              <a:latin typeface="Times New Roman" panose="02020603050405020304" pitchFamily="18" charset="0"/>
              <a:cs typeface="Times New Roman" panose="02020603050405020304" pitchFamily="18" charset="0"/>
            </a:endParaRPr>
          </a:p>
          <a:p>
            <a:pPr marL="625671" indent="-416550">
              <a:buChar char="●"/>
              <a:tabLst>
                <a:tab pos="625671" algn="l"/>
              </a:tabLst>
            </a:pP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All</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flammable</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gases,</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liquids</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vapors</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are</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removed</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before</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start</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of</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any</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hot</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work.</a:t>
            </a:r>
            <a:endParaRPr sz="1600"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Mechanical</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ventilator</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is</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usually</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used</a:t>
            </a:r>
            <a:r>
              <a:rPr sz="1600" spc="-33" dirty="0">
                <a:solidFill>
                  <a:srgbClr val="222222"/>
                </a:solidFill>
                <a:latin typeface="Times New Roman" panose="02020603050405020304" pitchFamily="18" charset="0"/>
                <a:cs typeface="Times New Roman" panose="02020603050405020304" pitchFamily="18" charset="0"/>
              </a:rPr>
              <a:t> to</a:t>
            </a:r>
            <a:endParaRPr sz="1600" dirty="0">
              <a:latin typeface="Times New Roman" panose="02020603050405020304" pitchFamily="18" charset="0"/>
              <a:cs typeface="Times New Roman" panose="02020603050405020304" pitchFamily="18" charset="0"/>
            </a:endParaRPr>
          </a:p>
          <a:p>
            <a:pPr marL="1235256" lvl="1" indent="-416550">
              <a:spcBef>
                <a:spcPts val="880"/>
              </a:spcBef>
              <a:buChar char="○"/>
              <a:tabLst>
                <a:tab pos="1235256" algn="l"/>
              </a:tabLst>
            </a:pPr>
            <a:r>
              <a:rPr sz="1600" dirty="0">
                <a:solidFill>
                  <a:srgbClr val="222222"/>
                </a:solidFill>
                <a:latin typeface="Times New Roman" panose="02020603050405020304" pitchFamily="18" charset="0"/>
                <a:cs typeface="Times New Roman" panose="02020603050405020304" pitchFamily="18" charset="0"/>
              </a:rPr>
              <a:t>Keep</a:t>
            </a:r>
            <a:r>
              <a:rPr sz="1600" spc="-4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concentration</a:t>
            </a:r>
            <a:r>
              <a:rPr sz="1600" spc="-4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of</a:t>
            </a:r>
            <a:r>
              <a:rPr sz="1600" spc="-3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flammable</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hazardous</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substance</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less</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than</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10%</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it’s</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Lower</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Explosive</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Limit</a:t>
            </a:r>
            <a:endParaRPr sz="1600" dirty="0">
              <a:latin typeface="Times New Roman" panose="02020603050405020304" pitchFamily="18" charset="0"/>
              <a:cs typeface="Times New Roman" panose="02020603050405020304" pitchFamily="18" charset="0"/>
            </a:endParaRPr>
          </a:p>
          <a:p>
            <a:pPr marL="1236102" marR="6773" lvl="1" indent="-417396">
              <a:lnSpc>
                <a:spcPct val="150000"/>
              </a:lnSpc>
              <a:buChar char="○"/>
              <a:tabLst>
                <a:tab pos="1236102" algn="l"/>
              </a:tabLst>
            </a:pPr>
            <a:r>
              <a:rPr sz="1600" dirty="0">
                <a:solidFill>
                  <a:srgbClr val="222222"/>
                </a:solidFill>
                <a:latin typeface="Times New Roman" panose="02020603050405020304" pitchFamily="18" charset="0"/>
                <a:cs typeface="Times New Roman" panose="02020603050405020304" pitchFamily="18" charset="0"/>
              </a:rPr>
              <a:t>Make</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sure</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that</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200"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oxygen</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content</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in</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19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confined</a:t>
            </a:r>
            <a:r>
              <a:rPr sz="1600" spc="19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space</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is</a:t>
            </a:r>
            <a:r>
              <a:rPr sz="1600" spc="19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600" u="sng" spc="18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enriched</a:t>
            </a:r>
            <a:r>
              <a:rPr sz="1600" dirty="0">
                <a:solidFill>
                  <a:srgbClr val="222222"/>
                </a:solidFill>
                <a:latin typeface="Times New Roman" panose="02020603050405020304" pitchFamily="18" charset="0"/>
                <a:cs typeface="Times New Roman" panose="02020603050405020304" pitchFamily="18" charset="0"/>
              </a:rPr>
              <a:t>.</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Oxygen</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content</a:t>
            </a:r>
            <a:r>
              <a:rPr sz="1600" spc="19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should</a:t>
            </a:r>
            <a:r>
              <a:rPr sz="1600" spc="18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be</a:t>
            </a:r>
            <a:r>
              <a:rPr sz="1600" spc="19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less</a:t>
            </a:r>
            <a:r>
              <a:rPr sz="1600" u="sng" spc="19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than</a:t>
            </a:r>
            <a:r>
              <a:rPr sz="1600" u="sng" spc="18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23%</a:t>
            </a:r>
            <a:r>
              <a:rPr sz="1600" spc="187" dirty="0">
                <a:solidFill>
                  <a:srgbClr val="222222"/>
                </a:solidFill>
                <a:latin typeface="Times New Roman" panose="02020603050405020304" pitchFamily="18" charset="0"/>
                <a:cs typeface="Times New Roman" panose="02020603050405020304" pitchFamily="18" charset="0"/>
              </a:rPr>
              <a:t> </a:t>
            </a:r>
            <a:r>
              <a:rPr sz="1600" spc="-33" dirty="0">
                <a:solidFill>
                  <a:srgbClr val="222222"/>
                </a:solidFill>
                <a:latin typeface="Times New Roman" panose="02020603050405020304" pitchFamily="18" charset="0"/>
                <a:cs typeface="Times New Roman" panose="02020603050405020304" pitchFamily="18" charset="0"/>
              </a:rPr>
              <a:t>but </a:t>
            </a:r>
            <a:r>
              <a:rPr sz="1600" spc="-13" dirty="0">
                <a:solidFill>
                  <a:srgbClr val="222222"/>
                </a:solidFill>
                <a:latin typeface="Times New Roman" panose="02020603050405020304" pitchFamily="18" charset="0"/>
                <a:cs typeface="Times New Roman" panose="02020603050405020304" pitchFamily="18" charset="0"/>
              </a:rPr>
              <a:t>maintained</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at</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levels</a:t>
            </a:r>
            <a:r>
              <a:rPr sz="1600" spc="-27"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greater</a:t>
            </a:r>
            <a:r>
              <a:rPr sz="16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than</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19.5%</a:t>
            </a:r>
            <a:r>
              <a:rPr sz="1600" dirty="0">
                <a:solidFill>
                  <a:srgbClr val="222222"/>
                </a:solidFill>
                <a:latin typeface="Times New Roman" panose="02020603050405020304" pitchFamily="18" charset="0"/>
                <a:cs typeface="Times New Roman" panose="02020603050405020304" pitchFamily="18" charset="0"/>
              </a:rPr>
              <a:t>.</a:t>
            </a:r>
            <a:r>
              <a:rPr sz="1600" spc="36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(These</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numbers</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can</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vary</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slightly</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from</a:t>
            </a:r>
            <a:r>
              <a:rPr sz="1600" spc="-27"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jurisdiction</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to</a:t>
            </a:r>
            <a:r>
              <a:rPr sz="1600" spc="-27"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jurisdiction.)</a:t>
            </a:r>
            <a:endParaRPr sz="1600"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Surfaces</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coated</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with</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combustible</a:t>
            </a:r>
            <a:r>
              <a:rPr sz="1600"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material</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should</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be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cleaned</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or</a:t>
            </a:r>
            <a:r>
              <a:rPr sz="1600" spc="-40" dirty="0">
                <a:solidFill>
                  <a:srgbClr val="222222"/>
                </a:solid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shielded</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to</a:t>
            </a:r>
            <a:r>
              <a:rPr sz="1600" spc="-4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prevent</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ignition.</a:t>
            </a:r>
            <a:endParaRPr sz="1600"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Do</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not</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bring</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fuel</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fuel</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containers</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into</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(e.g.,</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gasoline,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propane),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if</a:t>
            </a:r>
            <a:r>
              <a:rPr sz="1600" spc="-27"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possible.</a:t>
            </a:r>
            <a:endParaRPr sz="1600"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600" dirty="0">
                <a:solidFill>
                  <a:srgbClr val="222222"/>
                </a:solidFill>
                <a:latin typeface="Times New Roman" panose="02020603050405020304" pitchFamily="18" charset="0"/>
                <a:cs typeface="Times New Roman" panose="02020603050405020304" pitchFamily="18" charset="0"/>
              </a:rPr>
              <a:t>Ensure</a:t>
            </a:r>
            <a:r>
              <a:rPr sz="1600" spc="-5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welding</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equipment</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is</a:t>
            </a:r>
            <a:r>
              <a:rPr sz="1600" u="sng" spc="-5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in</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good</a:t>
            </a:r>
            <a:r>
              <a:rPr sz="1600"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condition.</a:t>
            </a:r>
            <a:endParaRPr sz="1600" dirty="0">
              <a:latin typeface="Times New Roman" panose="02020603050405020304" pitchFamily="18" charset="0"/>
              <a:cs typeface="Times New Roman" panose="02020603050405020304" pitchFamily="18" charset="0"/>
            </a:endParaRPr>
          </a:p>
          <a:p>
            <a:pPr marL="619745" indent="-410623" algn="just">
              <a:spcBef>
                <a:spcPts val="880"/>
              </a:spcBef>
              <a:buChar char="●"/>
              <a:tabLst>
                <a:tab pos="619745" algn="l"/>
              </a:tabLst>
            </a:pPr>
            <a:r>
              <a:rPr sz="1600" dirty="0">
                <a:solidFill>
                  <a:srgbClr val="222222"/>
                </a:solidFill>
                <a:latin typeface="Times New Roman" panose="02020603050405020304" pitchFamily="18" charset="0"/>
                <a:cs typeface="Times New Roman" panose="02020603050405020304" pitchFamily="18" charset="0"/>
              </a:rPr>
              <a:t>Where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appropriate,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use</a:t>
            </a:r>
            <a:r>
              <a:rPr sz="1600" spc="-20" dirty="0">
                <a:solidFill>
                  <a:srgbClr val="222222"/>
                </a:solid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spark-</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resistant</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tools</a:t>
            </a:r>
            <a:r>
              <a:rPr sz="1600" dirty="0">
                <a:solidFill>
                  <a:srgbClr val="222222"/>
                </a:solidFill>
                <a:latin typeface="Times New Roman" panose="02020603050405020304" pitchFamily="18" charset="0"/>
                <a:cs typeface="Times New Roman" panose="02020603050405020304" pitchFamily="18" charset="0"/>
              </a:rPr>
              <a:t>,</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and</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make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sure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all</a:t>
            </a:r>
            <a:r>
              <a:rPr sz="1600" spc="-27"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equipment</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is</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grounded</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properly.</a:t>
            </a:r>
            <a:endParaRPr sz="1600" dirty="0">
              <a:latin typeface="Times New Roman" panose="02020603050405020304" pitchFamily="18" charset="0"/>
              <a:cs typeface="Times New Roman" panose="02020603050405020304" pitchFamily="18" charset="0"/>
            </a:endParaRPr>
          </a:p>
          <a:p>
            <a:pPr marL="619745" marR="6773" indent="-410623" algn="just">
              <a:lnSpc>
                <a:spcPct val="150000"/>
              </a:lnSpc>
              <a:buChar char="●"/>
              <a:tabLst>
                <a:tab pos="626518" algn="l"/>
              </a:tabLst>
            </a:pPr>
            <a:r>
              <a:rPr sz="1600" dirty="0">
                <a:solidFill>
                  <a:srgbClr val="222222"/>
                </a:solidFill>
                <a:latin typeface="Times New Roman" panose="02020603050405020304" pitchFamily="18" charset="0"/>
                <a:cs typeface="Times New Roman" panose="02020603050405020304" pitchFamily="18" charset="0"/>
              </a:rPr>
              <a:t>While</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doing</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hot</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work,</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40"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concentrations</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oxygen</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combustible</a:t>
            </a:r>
            <a:r>
              <a:rPr sz="1600"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materials</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must</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1600"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monitored</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to</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make</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sure</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that</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33"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oxygen 	</a:t>
            </a:r>
            <a:r>
              <a:rPr sz="1600" dirty="0">
                <a:solidFill>
                  <a:srgbClr val="222222"/>
                </a:solidFill>
                <a:latin typeface="Times New Roman" panose="02020603050405020304" pitchFamily="18" charset="0"/>
                <a:cs typeface="Times New Roman" panose="02020603050405020304" pitchFamily="18" charset="0"/>
              </a:rPr>
              <a:t>levels</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remain</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in</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proper</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range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and</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levels</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of</a:t>
            </a:r>
            <a:r>
              <a:rPr sz="1600" spc="20"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flammable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products</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combustible</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materials</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do</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not</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get</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higher</a:t>
            </a:r>
            <a:r>
              <a:rPr sz="1600" spc="2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than</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10%</a:t>
            </a:r>
            <a:r>
              <a:rPr sz="1600" spc="33"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of</a:t>
            </a:r>
            <a:r>
              <a:rPr sz="1600" spc="20" dirty="0">
                <a:solidFill>
                  <a:srgbClr val="222222"/>
                </a:solidFill>
                <a:latin typeface="Times New Roman" panose="02020603050405020304" pitchFamily="18" charset="0"/>
                <a:cs typeface="Times New Roman" panose="02020603050405020304" pitchFamily="18" charset="0"/>
              </a:rPr>
              <a:t> </a:t>
            </a:r>
            <a:r>
              <a:rPr sz="1600" spc="-33" dirty="0">
                <a:solidFill>
                  <a:srgbClr val="222222"/>
                </a:solidFill>
                <a:latin typeface="Times New Roman" panose="02020603050405020304" pitchFamily="18" charset="0"/>
                <a:cs typeface="Times New Roman" panose="02020603050405020304" pitchFamily="18" charset="0"/>
              </a:rPr>
              <a:t>the 	</a:t>
            </a:r>
            <a:r>
              <a:rPr sz="1600" dirty="0">
                <a:solidFill>
                  <a:srgbClr val="222222"/>
                </a:solidFill>
                <a:latin typeface="Times New Roman" panose="02020603050405020304" pitchFamily="18" charset="0"/>
                <a:cs typeface="Times New Roman" panose="02020603050405020304" pitchFamily="18" charset="0"/>
              </a:rPr>
              <a:t>Lower</a:t>
            </a:r>
            <a:r>
              <a:rPr sz="1600" spc="-27"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Explosive</a:t>
            </a:r>
            <a:r>
              <a:rPr sz="1600" spc="-27" dirty="0">
                <a:solidFill>
                  <a:srgbClr val="222222"/>
                </a:solidFill>
                <a:latin typeface="Times New Roman" panose="02020603050405020304" pitchFamily="18" charset="0"/>
                <a:cs typeface="Times New Roman" panose="02020603050405020304" pitchFamily="18" charset="0"/>
              </a:rPr>
              <a:t> </a:t>
            </a:r>
            <a:r>
              <a:rPr sz="1600" spc="-13" dirty="0">
                <a:solidFill>
                  <a:srgbClr val="222222"/>
                </a:solidFill>
                <a:latin typeface="Times New Roman" panose="02020603050405020304" pitchFamily="18" charset="0"/>
                <a:cs typeface="Times New Roman" panose="02020603050405020304" pitchFamily="18" charset="0"/>
              </a:rPr>
              <a:t>Limit.</a:t>
            </a:r>
            <a:endParaRPr sz="1600" dirty="0">
              <a:latin typeface="Times New Roman" panose="02020603050405020304" pitchFamily="18" charset="0"/>
              <a:cs typeface="Times New Roman" panose="02020603050405020304" pitchFamily="18" charset="0"/>
            </a:endParaRPr>
          </a:p>
          <a:p>
            <a:pPr marL="619745" marR="6773" indent="-410623" algn="just">
              <a:lnSpc>
                <a:spcPct val="150000"/>
              </a:lnSpc>
              <a:buChar char="●"/>
              <a:tabLst>
                <a:tab pos="626518" algn="l"/>
              </a:tabLst>
            </a:pPr>
            <a:r>
              <a:rPr sz="1600" dirty="0">
                <a:solidFill>
                  <a:srgbClr val="222222"/>
                </a:solidFill>
                <a:latin typeface="Times New Roman" panose="02020603050405020304" pitchFamily="18" charset="0"/>
                <a:cs typeface="Times New Roman" panose="02020603050405020304" pitchFamily="18" charset="0"/>
              </a:rPr>
              <a:t>In</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special</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cases</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it</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may</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not</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be</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possible,</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and</a:t>
            </a:r>
            <a:r>
              <a:rPr sz="1600" spc="-7" dirty="0">
                <a:solidFill>
                  <a:srgbClr val="222222"/>
                </a:solidFill>
                <a:latin typeface="Times New Roman" panose="02020603050405020304" pitchFamily="18" charset="0"/>
                <a:cs typeface="Times New Roman" panose="02020603050405020304" pitchFamily="18" charset="0"/>
              </a:rPr>
              <a:t> </a:t>
            </a:r>
            <a:r>
              <a:rPr sz="1600" dirty="0">
                <a:solidFill>
                  <a:srgbClr val="222222"/>
                </a:solidFill>
                <a:latin typeface="Times New Roman" panose="02020603050405020304" pitchFamily="18" charset="0"/>
                <a:cs typeface="Times New Roman" panose="02020603050405020304" pitchFamily="18" charset="0"/>
              </a:rPr>
              <a:t>additional</a:t>
            </a:r>
            <a:r>
              <a:rPr sz="1600" spc="1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precautions</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must</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taken</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ensure</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safety</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of</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worker</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prior to</a:t>
            </a:r>
            <a:r>
              <a:rPr sz="1600" u="sng" spc="-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entering</a:t>
            </a:r>
            <a:r>
              <a:rPr sz="1600" spc="-13" dirty="0">
                <a:solidFill>
                  <a:srgbClr val="222222"/>
                </a:solidFill>
                <a:latin typeface="Times New Roman" panose="02020603050405020304" pitchFamily="18" charset="0"/>
                <a:cs typeface="Times New Roman" panose="02020603050405020304" pitchFamily="18" charset="0"/>
              </a:rPr>
              <a:t> 	</a:t>
            </a:r>
            <a:r>
              <a:rPr sz="1600"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600"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600"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 space.</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584201"/>
            <a:ext cx="11379200" cy="5063095"/>
          </a:xfrm>
          <a:prstGeom prst="rect">
            <a:avLst/>
          </a:prstGeom>
        </p:spPr>
        <p:txBody>
          <a:bodyPr vert="horz" wrap="square" lIns="0" tIns="16933" rIns="0" bIns="0" rtlCol="0">
            <a:spAutoFit/>
          </a:bodyPr>
          <a:lstStyle/>
          <a:p>
            <a:pPr marL="16933">
              <a:spcBef>
                <a:spcPts val="133"/>
              </a:spcBef>
            </a:pPr>
            <a:r>
              <a:rPr sz="1867" b="1" dirty="0">
                <a:solidFill>
                  <a:srgbClr val="222222"/>
                </a:solidFill>
                <a:latin typeface="Times New Roman" panose="02020603050405020304" pitchFamily="18" charset="0"/>
                <a:cs typeface="Times New Roman" panose="02020603050405020304" pitchFamily="18" charset="0"/>
              </a:rPr>
              <a:t>Other</a:t>
            </a:r>
            <a:r>
              <a:rPr sz="1867" b="1" spc="-40" dirty="0">
                <a:solidFill>
                  <a:srgbClr val="222222"/>
                </a:solidFill>
                <a:latin typeface="Times New Roman" panose="02020603050405020304" pitchFamily="18" charset="0"/>
                <a:cs typeface="Times New Roman" panose="02020603050405020304" pitchFamily="18" charset="0"/>
              </a:rPr>
              <a:t> </a:t>
            </a:r>
            <a:r>
              <a:rPr sz="1867" b="1" dirty="0">
                <a:solidFill>
                  <a:srgbClr val="222222"/>
                </a:solidFill>
                <a:latin typeface="Times New Roman" panose="02020603050405020304" pitchFamily="18" charset="0"/>
                <a:cs typeface="Times New Roman" panose="02020603050405020304" pitchFamily="18" charset="0"/>
              </a:rPr>
              <a:t>safety</a:t>
            </a:r>
            <a:r>
              <a:rPr sz="1867" b="1" spc="-33" dirty="0">
                <a:solidFill>
                  <a:srgbClr val="222222"/>
                </a:solidFill>
                <a:latin typeface="Times New Roman" panose="02020603050405020304" pitchFamily="18" charset="0"/>
                <a:cs typeface="Times New Roman" panose="02020603050405020304" pitchFamily="18" charset="0"/>
              </a:rPr>
              <a:t> </a:t>
            </a:r>
            <a:r>
              <a:rPr sz="1867" b="1" spc="-13" dirty="0">
                <a:solidFill>
                  <a:srgbClr val="222222"/>
                </a:solidFill>
                <a:latin typeface="Times New Roman" panose="02020603050405020304" pitchFamily="18" charset="0"/>
                <a:cs typeface="Times New Roman" panose="02020603050405020304" pitchFamily="18" charset="0"/>
              </a:rPr>
              <a:t>precautions</a:t>
            </a:r>
            <a:endParaRPr sz="1867" dirty="0">
              <a:latin typeface="Times New Roman" panose="02020603050405020304" pitchFamily="18" charset="0"/>
              <a:cs typeface="Times New Roman" panose="02020603050405020304" pitchFamily="18" charset="0"/>
            </a:endParaRPr>
          </a:p>
          <a:p>
            <a:pPr>
              <a:spcBef>
                <a:spcPts val="513"/>
              </a:spcBef>
            </a:pPr>
            <a:endParaRPr sz="1867" dirty="0">
              <a:latin typeface="Times New Roman" panose="02020603050405020304" pitchFamily="18" charset="0"/>
              <a:cs typeface="Times New Roman" panose="02020603050405020304" pitchFamily="18" charset="0"/>
            </a:endParaRPr>
          </a:p>
          <a:p>
            <a:pPr marL="16933" marR="742508">
              <a:lnSpc>
                <a:spcPct val="150000"/>
              </a:lnSpc>
              <a:spcBef>
                <a:spcPts val="7"/>
              </a:spcBef>
            </a:pPr>
            <a:r>
              <a:rPr sz="1867" dirty="0">
                <a:solidFill>
                  <a:srgbClr val="222222"/>
                </a:solidFill>
                <a:latin typeface="Times New Roman" panose="02020603050405020304" pitchFamily="18" charset="0"/>
                <a:cs typeface="Times New Roman" panose="02020603050405020304" pitchFamily="18" charset="0"/>
              </a:rPr>
              <a:t>Many</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other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situations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hazards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may</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present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sure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that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all</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hazards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controlled,</a:t>
            </a:r>
            <a:r>
              <a:rPr sz="1867" spc="-27"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for </a:t>
            </a:r>
            <a:r>
              <a:rPr sz="1867" spc="-13" dirty="0">
                <a:solidFill>
                  <a:srgbClr val="222222"/>
                </a:solidFill>
                <a:latin typeface="Times New Roman" panose="02020603050405020304" pitchFamily="18" charset="0"/>
                <a:cs typeface="Times New Roman" panose="02020603050405020304" pitchFamily="18" charset="0"/>
              </a:rPr>
              <a:t>example:</a:t>
            </a:r>
            <a:endParaRPr sz="1867" dirty="0">
              <a:latin typeface="Times New Roman" panose="02020603050405020304" pitchFamily="18" charset="0"/>
              <a:cs typeface="Times New Roman" panose="02020603050405020304" pitchFamily="18" charset="0"/>
            </a:endParaRPr>
          </a:p>
          <a:p>
            <a:pPr marL="626518" marR="162556" indent="-417396">
              <a:lnSpc>
                <a:spcPct val="150000"/>
              </a:lnSpc>
              <a:spcBef>
                <a:spcPts val="1600"/>
              </a:spcBef>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Any</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liquids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free-</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flowing</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solids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removed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eliminate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risk</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drowning</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suffocation.</a:t>
            </a:r>
            <a:endParaRPr sz="1867"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867" dirty="0">
                <a:solidFill>
                  <a:srgbClr val="222222"/>
                </a:solidFill>
                <a:latin typeface="Times New Roman" panose="02020603050405020304" pitchFamily="18" charset="0"/>
                <a:cs typeface="Times New Roman" panose="02020603050405020304" pitchFamily="18" charset="0"/>
              </a:rPr>
              <a:t>All</a:t>
            </a:r>
            <a:r>
              <a:rPr sz="1867" spc="-4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pipes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4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physically</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disconnected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isolation</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blanks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bolted</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in</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plac</a:t>
            </a:r>
            <a:r>
              <a:rPr sz="1867" dirty="0">
                <a:solidFill>
                  <a:srgbClr val="222222"/>
                </a:solidFill>
                <a:latin typeface="Times New Roman" panose="02020603050405020304" pitchFamily="18" charset="0"/>
                <a:cs typeface="Times New Roman" panose="02020603050405020304" pitchFamily="18" charset="0"/>
              </a:rPr>
              <a:t>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Closing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valves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not</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sufficient.</a:t>
            </a:r>
            <a:endParaRPr sz="1867" dirty="0">
              <a:latin typeface="Times New Roman" panose="02020603050405020304" pitchFamily="18" charset="0"/>
              <a:cs typeface="Times New Roman" panose="02020603050405020304" pitchFamily="18" charset="0"/>
            </a:endParaRPr>
          </a:p>
          <a:p>
            <a:pPr marL="626518" marR="6773" indent="-417396">
              <a:lnSpc>
                <a:spcPct val="150000"/>
              </a:lnSpc>
              <a:buChar char="●"/>
              <a:tabLst>
                <a:tab pos="626518"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Use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two</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blocking</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valves</a:t>
            </a:r>
            <a:r>
              <a:rPr sz="1867" dirty="0">
                <a:solidFill>
                  <a:srgbClr val="222222"/>
                </a:solidFill>
                <a:latin typeface="Times New Roman" panose="02020603050405020304" pitchFamily="18" charset="0"/>
                <a:cs typeface="Times New Roman" panose="02020603050405020304" pitchFamily="18" charset="0"/>
              </a:rPr>
              <a: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with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open</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vent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bleed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valve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between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blocking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valves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when</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isolating</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pipelines</a:t>
            </a:r>
            <a:r>
              <a:rPr sz="1867" spc="-33" dirty="0">
                <a:solidFill>
                  <a:srgbClr val="222222"/>
                </a:solidFill>
                <a:latin typeface="Times New Roman" panose="02020603050405020304" pitchFamily="18" charset="0"/>
                <a:cs typeface="Times New Roman" panose="02020603050405020304" pitchFamily="18" charset="0"/>
              </a:rPr>
              <a:t> or </a:t>
            </a:r>
            <a:r>
              <a:rPr sz="1867" dirty="0">
                <a:solidFill>
                  <a:srgbClr val="222222"/>
                </a:solidFill>
                <a:latin typeface="Times New Roman" panose="02020603050405020304" pitchFamily="18" charset="0"/>
                <a:cs typeface="Times New Roman" panose="02020603050405020304" pitchFamily="18" charset="0"/>
              </a:rPr>
              <a:t>similar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conveyances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prevent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entry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materials</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hazardous</a:t>
            </a:r>
            <a:r>
              <a:rPr sz="1867" spc="-4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contaminants.</a:t>
            </a:r>
            <a:endParaRPr sz="1867" dirty="0">
              <a:latin typeface="Times New Roman" panose="02020603050405020304" pitchFamily="18" charset="0"/>
              <a:cs typeface="Times New Roman" panose="02020603050405020304" pitchFamily="18" charset="0"/>
            </a:endParaRPr>
          </a:p>
          <a:p>
            <a:pPr marL="625671" indent="-416550">
              <a:spcBef>
                <a:spcPts val="880"/>
              </a:spcBef>
              <a:buChar char="●"/>
              <a:tabLst>
                <a:tab pos="625671" algn="l"/>
              </a:tabLst>
            </a:pP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a:t>
            </a:r>
            <a:r>
              <a:rPr sz="1867" u="sng" spc="-10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barrier</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present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prevent</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any</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liquids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free-</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flowing</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solids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entering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marL="626518" marR="555398" indent="-417396">
              <a:lnSpc>
                <a:spcPct val="150000"/>
              </a:lnSpc>
              <a:buChar char="●"/>
              <a:tabLst>
                <a:tab pos="626518" algn="l"/>
              </a:tabLst>
            </a:pP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opening</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for</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entry</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into</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and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exit</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from</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space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must</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large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enough</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allow</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passage</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spc="-67" dirty="0">
                <a:solidFill>
                  <a:srgbClr val="222222"/>
                </a:solidFill>
                <a:latin typeface="Times New Roman" panose="02020603050405020304" pitchFamily="18" charset="0"/>
                <a:cs typeface="Times New Roman" panose="02020603050405020304" pitchFamily="18" charset="0"/>
              </a:rPr>
              <a:t>a </a:t>
            </a:r>
            <a:r>
              <a:rPr sz="1867" dirty="0">
                <a:solidFill>
                  <a:srgbClr val="222222"/>
                </a:solidFill>
                <a:latin typeface="Times New Roman" panose="02020603050405020304" pitchFamily="18" charset="0"/>
                <a:cs typeface="Times New Roman" panose="02020603050405020304" pitchFamily="18" charset="0"/>
              </a:rPr>
              <a:t>person</a:t>
            </a:r>
            <a:r>
              <a:rPr sz="1867" spc="-6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using</a:t>
            </a:r>
            <a:r>
              <a:rPr sz="1867" spc="-6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protective</a:t>
            </a:r>
            <a:r>
              <a:rPr sz="1867" spc="-6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equipment.</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1200" y="584201"/>
            <a:ext cx="11277600" cy="5581122"/>
          </a:xfrm>
          <a:prstGeom prst="rect">
            <a:avLst/>
          </a:prstGeom>
        </p:spPr>
        <p:txBody>
          <a:bodyPr vert="horz" wrap="square" lIns="0" tIns="16933" rIns="0" bIns="0" rtlCol="0">
            <a:spAutoFit/>
          </a:bodyPr>
          <a:lstStyle/>
          <a:p>
            <a:pPr marL="51645">
              <a:spcBef>
                <a:spcPts val="133"/>
              </a:spcBef>
            </a:pPr>
            <a:r>
              <a:rPr sz="1867" b="1" spc="-13" dirty="0">
                <a:solidFill>
                  <a:srgbClr val="222222"/>
                </a:solidFill>
                <a:latin typeface="Times New Roman" panose="02020603050405020304" pitchFamily="18" charset="0"/>
                <a:cs typeface="Times New Roman" panose="02020603050405020304" pitchFamily="18" charset="0"/>
              </a:rPr>
              <a:t>Confined</a:t>
            </a:r>
            <a:r>
              <a:rPr sz="1867" b="1" spc="-53" dirty="0">
                <a:solidFill>
                  <a:srgbClr val="222222"/>
                </a:solidFill>
                <a:latin typeface="Times New Roman" panose="02020603050405020304" pitchFamily="18" charset="0"/>
                <a:cs typeface="Times New Roman" panose="02020603050405020304" pitchFamily="18" charset="0"/>
              </a:rPr>
              <a:t> </a:t>
            </a:r>
            <a:r>
              <a:rPr sz="1867" b="1" dirty="0">
                <a:solidFill>
                  <a:srgbClr val="222222"/>
                </a:solidFill>
                <a:latin typeface="Times New Roman" panose="02020603050405020304" pitchFamily="18" charset="0"/>
                <a:cs typeface="Times New Roman" panose="02020603050405020304" pitchFamily="18" charset="0"/>
              </a:rPr>
              <a:t>Spaces</a:t>
            </a:r>
            <a:r>
              <a:rPr sz="1867" b="1" spc="-53" dirty="0">
                <a:solidFill>
                  <a:srgbClr val="222222"/>
                </a:solidFill>
                <a:latin typeface="Times New Roman" panose="02020603050405020304" pitchFamily="18" charset="0"/>
                <a:cs typeface="Times New Roman" panose="02020603050405020304" pitchFamily="18" charset="0"/>
              </a:rPr>
              <a:t> </a:t>
            </a:r>
            <a:r>
              <a:rPr sz="1867" b="1" spc="-13" dirty="0">
                <a:solidFill>
                  <a:srgbClr val="222222"/>
                </a:solidFill>
                <a:latin typeface="Times New Roman" panose="02020603050405020304" pitchFamily="18" charset="0"/>
                <a:cs typeface="Times New Roman" panose="02020603050405020304" pitchFamily="18" charset="0"/>
              </a:rPr>
              <a:t>Permit</a:t>
            </a:r>
            <a:endParaRPr sz="1867" dirty="0">
              <a:latin typeface="Times New Roman" panose="02020603050405020304" pitchFamily="18" charset="0"/>
              <a:cs typeface="Times New Roman" panose="02020603050405020304" pitchFamily="18" charset="0"/>
            </a:endParaRPr>
          </a:p>
          <a:p>
            <a:pPr marL="433482" marR="106677" indent="-417396">
              <a:lnSpc>
                <a:spcPct val="200000"/>
              </a:lnSpc>
              <a:spcBef>
                <a:spcPts val="1259"/>
              </a:spcBef>
              <a:buChar char="●"/>
              <a:tabLst>
                <a:tab pos="433482" algn="l"/>
              </a:tabLst>
            </a:pP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confined</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entry</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certificates</a:t>
            </a:r>
            <a:r>
              <a:rPr sz="1867" dirty="0">
                <a:solidFill>
                  <a:srgbClr val="222222"/>
                </a:solidFill>
                <a:latin typeface="Times New Roman" panose="02020603050405020304" pitchFamily="18" charset="0"/>
                <a:cs typeface="Times New Roman" panose="02020603050405020304" pitchFamily="18" charset="0"/>
              </a:rPr>
              <a:t>(unless</a:t>
            </a:r>
            <a:r>
              <a:rPr sz="1867" spc="-33"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detailed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hot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cold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work</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permit)</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used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specify</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the</a:t>
            </a:r>
            <a:r>
              <a:rPr sz="1867" spc="-33"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precautions</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to</a:t>
            </a:r>
            <a:r>
              <a:rPr sz="1867" u="sng" spc="-2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be</a:t>
            </a:r>
            <a:r>
              <a:rPr sz="1867" u="sng" spc="-2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taken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eliminate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exposure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dangerous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fumes</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an</a:t>
            </a:r>
            <a:r>
              <a:rPr sz="1867" spc="-27" dirty="0">
                <a:solidFill>
                  <a:srgbClr val="222222"/>
                </a:solidFill>
                <a:latin typeface="Times New Roman" panose="02020603050405020304" pitchFamily="18" charset="0"/>
                <a:cs typeface="Times New Roman" panose="02020603050405020304" pitchFamily="18" charset="0"/>
              </a:rPr>
              <a:t> oxygen-</a:t>
            </a:r>
            <a:r>
              <a:rPr sz="1867" spc="-13" dirty="0">
                <a:solidFill>
                  <a:srgbClr val="222222"/>
                </a:solidFill>
                <a:latin typeface="Times New Roman" panose="02020603050405020304" pitchFamily="18" charset="0"/>
                <a:cs typeface="Times New Roman" panose="02020603050405020304" pitchFamily="18" charset="0"/>
              </a:rPr>
              <a:t>depleted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atmosphere</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before</a:t>
            </a:r>
            <a:r>
              <a:rPr sz="1867" spc="-27" dirty="0">
                <a:solidFill>
                  <a:srgbClr val="222222"/>
                </a:solidFill>
                <a:latin typeface="Times New Roman" panose="02020603050405020304" pitchFamily="18" charset="0"/>
                <a:cs typeface="Times New Roman" panose="02020603050405020304" pitchFamily="18" charset="0"/>
              </a:rPr>
              <a:t> </a:t>
            </a:r>
            <a:r>
              <a:rPr sz="1867" spc="-33" dirty="0">
                <a:solidFill>
                  <a:srgbClr val="222222"/>
                </a:solidFill>
                <a:latin typeface="Times New Roman" panose="02020603050405020304" pitchFamily="18" charset="0"/>
                <a:cs typeface="Times New Roman" panose="02020603050405020304" pitchFamily="18" charset="0"/>
              </a:rPr>
              <a:t>the </a:t>
            </a:r>
            <a:r>
              <a:rPr sz="1867" dirty="0">
                <a:solidFill>
                  <a:srgbClr val="222222"/>
                </a:solidFill>
                <a:latin typeface="Times New Roman" panose="02020603050405020304" pitchFamily="18" charset="0"/>
                <a:cs typeface="Times New Roman" panose="02020603050405020304" pitchFamily="18" charset="0"/>
              </a:rPr>
              <a:t>person</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permitted</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enter</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confined</a:t>
            </a:r>
            <a:r>
              <a:rPr sz="1867" spc="-20"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space.</a:t>
            </a:r>
            <a:endParaRPr sz="1867" dirty="0">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dirty="0">
              <a:latin typeface="Times New Roman" panose="02020603050405020304" pitchFamily="18" charset="0"/>
              <a:cs typeface="Times New Roman" panose="02020603050405020304" pitchFamily="18" charset="0"/>
            </a:endParaRPr>
          </a:p>
          <a:p>
            <a:pPr marL="433482" indent="-416550">
              <a:buChar char="●"/>
              <a:tabLst>
                <a:tab pos="433482" algn="l"/>
              </a:tabLst>
            </a:pPr>
            <a:r>
              <a:rPr sz="1867" dirty="0">
                <a:solidFill>
                  <a:srgbClr val="222222"/>
                </a:solidFill>
                <a:latin typeface="Times New Roman" panose="02020603050405020304" pitchFamily="18" charset="0"/>
                <a:cs typeface="Times New Roman" panose="02020603050405020304" pitchFamily="18" charset="0"/>
              </a:rPr>
              <a:t>The</a:t>
            </a:r>
            <a:r>
              <a:rPr sz="1867" spc="-40"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certificate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should</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confirm</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that</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space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is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free</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from</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dangerous</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fumes</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or</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asphyxiating</a:t>
            </a:r>
            <a:r>
              <a:rPr sz="1867" u="sng" spc="-33"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gases.</a:t>
            </a:r>
            <a:endParaRPr sz="1867" dirty="0">
              <a:latin typeface="Times New Roman" panose="02020603050405020304" pitchFamily="18" charset="0"/>
              <a:cs typeface="Times New Roman" panose="02020603050405020304" pitchFamily="18" charset="0"/>
            </a:endParaRPr>
          </a:p>
          <a:p>
            <a:pPr marL="433482" marR="192189" indent="-417396">
              <a:lnSpc>
                <a:spcPct val="200000"/>
              </a:lnSpc>
              <a:buChar char="●"/>
              <a:tabLst>
                <a:tab pos="433482" algn="l"/>
              </a:tabLst>
            </a:pPr>
            <a:r>
              <a:rPr sz="1867" dirty="0">
                <a:solidFill>
                  <a:srgbClr val="222222"/>
                </a:solidFill>
                <a:latin typeface="Times New Roman" panose="02020603050405020304" pitchFamily="18" charset="0"/>
                <a:cs typeface="Times New Roman" panose="02020603050405020304" pitchFamily="18" charset="0"/>
              </a:rPr>
              <a:t>It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also</a:t>
            </a:r>
            <a:r>
              <a:rPr sz="1867" spc="-27" dirty="0">
                <a:solidFill>
                  <a:srgbClr val="222222"/>
                </a:solidFill>
                <a:latin typeface="Times New Roman" panose="02020603050405020304" pitchFamily="18" charset="0"/>
                <a:cs typeface="Times New Roman" panose="02020603050405020304" pitchFamily="18" charset="0"/>
              </a:rPr>
              <a:t> </a:t>
            </a:r>
            <a:r>
              <a:rPr sz="1867" u="sng" spc="-13" dirty="0">
                <a:solidFill>
                  <a:srgbClr val="222222"/>
                </a:solidFill>
                <a:uFill>
                  <a:solidFill>
                    <a:srgbClr val="222222"/>
                  </a:solidFill>
                </a:uFill>
                <a:latin typeface="Times New Roman" panose="02020603050405020304" pitchFamily="18" charset="0"/>
                <a:cs typeface="Times New Roman" panose="02020603050405020304" pitchFamily="18" charset="0"/>
              </a:rPr>
              <a:t>recognize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possibility</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fumes</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desorbing</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residues,</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oxygen</a:t>
            </a:r>
            <a:r>
              <a:rPr sz="1867" spc="-2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depletion</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atmosphere</a:t>
            </a:r>
            <a:r>
              <a:rPr sz="1867" spc="-2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as</a:t>
            </a:r>
            <a:r>
              <a:rPr sz="1867" spc="-33" dirty="0">
                <a:solidFill>
                  <a:srgbClr val="222222"/>
                </a:solidFill>
                <a:latin typeface="Times New Roman" panose="02020603050405020304" pitchFamily="18" charset="0"/>
                <a:cs typeface="Times New Roman" panose="02020603050405020304" pitchFamily="18" charset="0"/>
              </a:rPr>
              <a:t> </a:t>
            </a:r>
            <a:r>
              <a:rPr sz="1867" spc="-67" dirty="0">
                <a:solidFill>
                  <a:srgbClr val="222222"/>
                </a:solidFill>
                <a:latin typeface="Times New Roman" panose="02020603050405020304" pitchFamily="18" charset="0"/>
                <a:cs typeface="Times New Roman" panose="02020603050405020304" pitchFamily="18" charset="0"/>
              </a:rPr>
              <a:t>a </a:t>
            </a:r>
            <a:r>
              <a:rPr sz="1867" dirty="0">
                <a:solidFill>
                  <a:srgbClr val="222222"/>
                </a:solidFill>
                <a:latin typeface="Times New Roman" panose="02020603050405020304" pitchFamily="18" charset="0"/>
                <a:cs typeface="Times New Roman" panose="02020603050405020304" pitchFamily="18" charset="0"/>
              </a:rPr>
              <a:t>result</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13" dirty="0">
                <a:solidFill>
                  <a:srgbClr val="222222"/>
                </a:solidFill>
                <a:latin typeface="Times New Roman" panose="02020603050405020304" pitchFamily="18" charset="0"/>
                <a:cs typeface="Times New Roman" panose="02020603050405020304" pitchFamily="18" charset="0"/>
              </a:rPr>
              <a:t> oxidation,</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or</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ingress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of</a:t>
            </a:r>
            <a:r>
              <a:rPr sz="1867" spc="-13" dirty="0">
                <a:solidFill>
                  <a:srgbClr val="222222"/>
                </a:solidFill>
                <a:latin typeface="Times New Roman" panose="02020603050405020304" pitchFamily="18" charset="0"/>
                <a:cs typeface="Times New Roman" panose="02020603050405020304" pitchFamily="18" charset="0"/>
              </a:rPr>
              <a:t> airborne </a:t>
            </a:r>
            <a:r>
              <a:rPr sz="1867" dirty="0">
                <a:solidFill>
                  <a:srgbClr val="222222"/>
                </a:solidFill>
                <a:latin typeface="Times New Roman" panose="02020603050405020304" pitchFamily="18" charset="0"/>
                <a:cs typeface="Times New Roman" panose="02020603050405020304" pitchFamily="18" charset="0"/>
              </a:rPr>
              <a:t>contaminants</a:t>
            </a:r>
            <a:r>
              <a:rPr sz="1867" spc="-2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from</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13" dirty="0">
                <a:solidFill>
                  <a:srgbClr val="222222"/>
                </a:solidFill>
                <a:latin typeface="Times New Roman" panose="02020603050405020304" pitchFamily="18" charset="0"/>
                <a:cs typeface="Times New Roman" panose="02020603050405020304" pitchFamily="18" charset="0"/>
              </a:rPr>
              <a:t> adjacent sources.</a:t>
            </a:r>
            <a:endParaRPr sz="1867" dirty="0">
              <a:latin typeface="Times New Roman" panose="02020603050405020304" pitchFamily="18" charset="0"/>
              <a:cs typeface="Times New Roman" panose="02020603050405020304" pitchFamily="18" charset="0"/>
            </a:endParaRPr>
          </a:p>
          <a:p>
            <a:pPr>
              <a:spcBef>
                <a:spcPts val="73"/>
              </a:spcBef>
              <a:buClr>
                <a:srgbClr val="222222"/>
              </a:buClr>
              <a:buFont typeface="Arial MT"/>
              <a:buChar char="●"/>
            </a:pPr>
            <a:endParaRPr sz="1867" dirty="0">
              <a:latin typeface="Times New Roman" panose="02020603050405020304" pitchFamily="18" charset="0"/>
              <a:cs typeface="Times New Roman" panose="02020603050405020304" pitchFamily="18" charset="0"/>
            </a:endParaRPr>
          </a:p>
          <a:p>
            <a:pPr marL="433482" indent="-416550">
              <a:buChar char="●"/>
              <a:tabLst>
                <a:tab pos="433482" algn="l"/>
              </a:tabLst>
            </a:pPr>
            <a:r>
              <a:rPr sz="1867" dirty="0">
                <a:solidFill>
                  <a:srgbClr val="222222"/>
                </a:solidFill>
                <a:latin typeface="Times New Roman" panose="02020603050405020304" pitchFamily="18" charset="0"/>
                <a:cs typeface="Times New Roman" panose="02020603050405020304" pitchFamily="18" charset="0"/>
              </a:rPr>
              <a:t>The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certificate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should</a:t>
            </a:r>
            <a:r>
              <a:rPr sz="1867" spc="-47" dirty="0">
                <a:solidFill>
                  <a:srgbClr val="222222"/>
                </a:solid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specify</a:t>
            </a:r>
            <a:r>
              <a:rPr sz="1867" u="sng" spc="-40"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the</a:t>
            </a:r>
            <a:r>
              <a:rPr sz="1867" u="sng" spc="-47" dirty="0">
                <a:solidFill>
                  <a:srgbClr val="222222"/>
                </a:solidFill>
                <a:uFill>
                  <a:solidFill>
                    <a:srgbClr val="222222"/>
                  </a:solidFill>
                </a:uFill>
                <a:latin typeface="Times New Roman" panose="02020603050405020304" pitchFamily="18" charset="0"/>
                <a:cs typeface="Times New Roman" panose="02020603050405020304" pitchFamily="18" charset="0"/>
              </a:rPr>
              <a:t> </a:t>
            </a:r>
            <a:r>
              <a:rPr sz="1867" u="sng" dirty="0">
                <a:solidFill>
                  <a:srgbClr val="222222"/>
                </a:solidFill>
                <a:uFill>
                  <a:solidFill>
                    <a:srgbClr val="222222"/>
                  </a:solidFill>
                </a:uFill>
                <a:latin typeface="Times New Roman" panose="02020603050405020304" pitchFamily="18" charset="0"/>
                <a:cs typeface="Times New Roman" panose="02020603050405020304" pitchFamily="18" charset="0"/>
              </a:rPr>
              <a:t>precautions</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be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taken</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to</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protect</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enclosed</a:t>
            </a:r>
            <a:r>
              <a:rPr sz="1867" spc="-40"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atmosphere</a:t>
            </a:r>
            <a:r>
              <a:rPr sz="1867" spc="-4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against</a:t>
            </a:r>
            <a:r>
              <a:rPr sz="1867" spc="-3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these</a:t>
            </a:r>
            <a:r>
              <a:rPr sz="1867" spc="-47" dirty="0">
                <a:solidFill>
                  <a:srgbClr val="222222"/>
                </a:solidFill>
                <a:latin typeface="Times New Roman" panose="02020603050405020304" pitchFamily="18" charset="0"/>
                <a:cs typeface="Times New Roman" panose="02020603050405020304" pitchFamily="18" charset="0"/>
              </a:rPr>
              <a:t> </a:t>
            </a:r>
            <a:r>
              <a:rPr sz="1867" spc="-13" dirty="0">
                <a:solidFill>
                  <a:srgbClr val="222222"/>
                </a:solidFill>
                <a:latin typeface="Times New Roman" panose="02020603050405020304" pitchFamily="18" charset="0"/>
                <a:cs typeface="Times New Roman" panose="02020603050405020304" pitchFamily="18" charset="0"/>
              </a:rPr>
              <a:t>hazards,</a:t>
            </a:r>
            <a:endParaRPr sz="1867" dirty="0">
              <a:latin typeface="Times New Roman" panose="02020603050405020304" pitchFamily="18" charset="0"/>
              <a:cs typeface="Times New Roman" panose="02020603050405020304" pitchFamily="18" charset="0"/>
            </a:endParaRPr>
          </a:p>
          <a:p>
            <a:pPr marL="433482" marR="369137">
              <a:lnSpc>
                <a:spcPct val="200000"/>
              </a:lnSpc>
            </a:pPr>
            <a:r>
              <a:rPr sz="1867" dirty="0">
                <a:solidFill>
                  <a:srgbClr val="222222"/>
                </a:solidFill>
                <a:latin typeface="Times New Roman" panose="02020603050405020304" pitchFamily="18" charset="0"/>
                <a:cs typeface="Times New Roman" panose="02020603050405020304" pitchFamily="18" charset="0"/>
              </a:rPr>
              <a:t>e.g</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forced</a:t>
            </a:r>
            <a:r>
              <a:rPr sz="1867" spc="-13" dirty="0">
                <a:solidFill>
                  <a:srgbClr val="222222"/>
                </a:solidFill>
                <a:latin typeface="Times New Roman" panose="02020603050405020304" pitchFamily="18" charset="0"/>
                <a:cs typeface="Times New Roman" panose="02020603050405020304" pitchFamily="18" charset="0"/>
              </a:rPr>
              <a:t> ventilation, physical isolation </a:t>
            </a:r>
            <a:r>
              <a:rPr sz="1867" dirty="0">
                <a:solidFill>
                  <a:srgbClr val="222222"/>
                </a:solidFill>
                <a:latin typeface="Times New Roman" panose="02020603050405020304" pitchFamily="18" charset="0"/>
                <a:cs typeface="Times New Roman" panose="02020603050405020304" pitchFamily="18" charset="0"/>
              </a:rPr>
              <a:t>or</a:t>
            </a:r>
            <a:r>
              <a:rPr sz="1867" spc="-13"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13" dirty="0">
                <a:solidFill>
                  <a:srgbClr val="222222"/>
                </a:solidFill>
                <a:latin typeface="Times New Roman" panose="02020603050405020304" pitchFamily="18" charset="0"/>
                <a:cs typeface="Times New Roman" panose="02020603050405020304" pitchFamily="18" charset="0"/>
              </a:rPr>
              <a:t> provision </a:t>
            </a:r>
            <a:r>
              <a:rPr sz="1867" dirty="0">
                <a:solidFill>
                  <a:srgbClr val="222222"/>
                </a:solidFill>
                <a:latin typeface="Times New Roman" panose="02020603050405020304" pitchFamily="18" charset="0"/>
                <a:cs typeface="Times New Roman" panose="02020603050405020304" pitchFamily="18" charset="0"/>
              </a:rPr>
              <a:t>of</a:t>
            </a:r>
            <a:r>
              <a:rPr sz="1867" spc="-13" dirty="0">
                <a:solidFill>
                  <a:srgbClr val="222222"/>
                </a:solidFill>
                <a:latin typeface="Times New Roman" panose="02020603050405020304" pitchFamily="18" charset="0"/>
                <a:cs typeface="Times New Roman" panose="02020603050405020304" pitchFamily="18" charset="0"/>
              </a:rPr>
              <a:t> personal </a:t>
            </a:r>
            <a:r>
              <a:rPr sz="1867" dirty="0">
                <a:solidFill>
                  <a:srgbClr val="222222"/>
                </a:solidFill>
                <a:latin typeface="Times New Roman" panose="02020603050405020304" pitchFamily="18" charset="0"/>
                <a:cs typeface="Times New Roman" panose="02020603050405020304" pitchFamily="18" charset="0"/>
              </a:rPr>
              <a:t>protective</a:t>
            </a:r>
            <a:r>
              <a:rPr sz="1867" spc="-13" dirty="0">
                <a:solidFill>
                  <a:srgbClr val="222222"/>
                </a:solidFill>
                <a:latin typeface="Times New Roman" panose="02020603050405020304" pitchFamily="18" charset="0"/>
                <a:cs typeface="Times New Roman" panose="02020603050405020304" pitchFamily="18" charset="0"/>
              </a:rPr>
              <a:t> equipment including</a:t>
            </a:r>
            <a:r>
              <a:rPr sz="1867" spc="-7" dirty="0">
                <a:solidFill>
                  <a:srgbClr val="222222"/>
                </a:solidFill>
                <a:latin typeface="Times New Roman" panose="02020603050405020304" pitchFamily="18" charset="0"/>
                <a:cs typeface="Times New Roman" panose="02020603050405020304" pitchFamily="18" charset="0"/>
              </a:rPr>
              <a:t> </a:t>
            </a:r>
            <a:r>
              <a:rPr sz="1867" dirty="0">
                <a:solidFill>
                  <a:srgbClr val="222222"/>
                </a:solidFill>
                <a:latin typeface="Times New Roman" panose="02020603050405020304" pitchFamily="18" charset="0"/>
                <a:cs typeface="Times New Roman" panose="02020603050405020304" pitchFamily="18" charset="0"/>
              </a:rPr>
              <a:t>the</a:t>
            </a:r>
            <a:r>
              <a:rPr sz="1867" spc="-13" dirty="0">
                <a:solidFill>
                  <a:srgbClr val="222222"/>
                </a:solidFill>
                <a:latin typeface="Times New Roman" panose="02020603050405020304" pitchFamily="18" charset="0"/>
                <a:cs typeface="Times New Roman" panose="02020603050405020304" pitchFamily="18" charset="0"/>
              </a:rPr>
              <a:t> breathing apparatus.</a:t>
            </a:r>
            <a:endParaRPr sz="1867"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5084</TotalTime>
  <Words>10965</Words>
  <Application>Microsoft Office PowerPoint</Application>
  <PresentationFormat>Widescreen</PresentationFormat>
  <Paragraphs>809</Paragraphs>
  <Slides>129</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129</vt:i4>
      </vt:variant>
    </vt:vector>
  </HeadingPairs>
  <TitlesOfParts>
    <vt:vector size="141" baseType="lpstr">
      <vt:lpstr>__Noto_Sans_2e7f9a</vt:lpstr>
      <vt:lpstr>Adobe Garamond Pro Bold</vt:lpstr>
      <vt:lpstr>allumi-std</vt:lpstr>
      <vt:lpstr>Aptos</vt:lpstr>
      <vt:lpstr>Aptos Display</vt:lpstr>
      <vt:lpstr>Arial</vt:lpstr>
      <vt:lpstr>Arial MT</vt:lpstr>
      <vt:lpstr>Calibri</vt:lpstr>
      <vt:lpstr>OPTIAkrogroteskBold-Cond</vt:lpstr>
      <vt:lpstr>Times New Roman</vt:lpstr>
      <vt:lpstr>Wingdings</vt:lpstr>
      <vt:lpstr>Office Theme</vt:lpstr>
      <vt:lpstr>INDUSTRIAL SAFETY ENGINEERING</vt:lpstr>
      <vt:lpstr>SYLLABUS:</vt:lpstr>
      <vt:lpstr>PowerPoint Presentation</vt:lpstr>
      <vt:lpstr>PERSONAL PROTECTION IN THE WORK ENVIRONMENT</vt:lpstr>
      <vt:lpstr>PowerPoint Presentation</vt:lpstr>
      <vt:lpstr>PowerPoint Presentation</vt:lpstr>
      <vt:lpstr>PowerPoint Presentation</vt:lpstr>
      <vt:lpstr>CATEGORIES OF PPE</vt:lpstr>
      <vt:lpstr>PERSONAL PROTECTIVE EQUIPMENTS</vt:lpstr>
      <vt:lpstr>Why is PPE important?</vt:lpstr>
      <vt:lpstr>When selecting and using PPE</vt:lpstr>
      <vt:lpstr>Types of PPE</vt:lpstr>
      <vt:lpstr>PowerPoint Presentation</vt:lpstr>
      <vt:lpstr>PowerPoint Presentation</vt:lpstr>
      <vt:lpstr>Types of PPE that can be used</vt:lpstr>
      <vt:lpstr>TO BE PROTECTED FROM</vt:lpstr>
      <vt:lpstr>PowerPoint Presentation</vt:lpstr>
      <vt:lpstr>PowerPoint Presentation</vt:lpstr>
      <vt:lpstr>PowerPoint Presentation</vt:lpstr>
      <vt:lpstr>PowerPoint Presentation</vt:lpstr>
      <vt:lpstr>PROTECTION FOR FACE</vt:lpstr>
      <vt:lpstr>PowerPoint Presentation</vt:lpstr>
      <vt:lpstr>PowerPoint Presentation</vt:lpstr>
      <vt:lpstr>PPE FOR HEAD AND NECK</vt:lpstr>
      <vt:lpstr>PowerPoint Presentation</vt:lpstr>
      <vt:lpstr>PowerPoint Presentation</vt:lpstr>
      <vt:lpstr>PPE FOR EARS</vt:lpstr>
      <vt:lpstr>PowerPoint Presentation</vt:lpstr>
      <vt:lpstr>Types of PPE that can be used FOR FEET &amp; LEGS</vt:lpstr>
      <vt:lpstr>Foot protection</vt:lpstr>
      <vt:lpstr>Types of PPE that can be used FOR LUNGS</vt:lpstr>
      <vt:lpstr>PowerPoint Presentation</vt:lpstr>
      <vt:lpstr>RESPIRATORY PROTECTIVE EQUIPMENT (RPE)</vt:lpstr>
      <vt:lpstr>PowerPoint Presentation</vt:lpstr>
      <vt:lpstr>PowerPoint Presentation</vt:lpstr>
      <vt:lpstr>PowerPoint Presentation</vt:lpstr>
      <vt:lpstr>RESPIRATORY PROTECTION</vt:lpstr>
      <vt:lpstr>PowerPoint Presentation</vt:lpstr>
      <vt:lpstr>PowerPoint Presentation</vt:lpstr>
      <vt:lpstr>PowerPoint Presentation</vt:lpstr>
      <vt:lpstr>Types of PPE that can be used FOR WHOLE BODY</vt:lpstr>
      <vt:lpstr>INDIAN  STANDARDS  FOR PPE</vt:lpstr>
      <vt:lpstr>PowerPoint Presentation</vt:lpstr>
      <vt:lpstr>PowerPoint Presentation</vt:lpstr>
      <vt:lpstr>PowerPoint Presentation</vt:lpstr>
      <vt:lpstr>PPE STANDARDS</vt:lpstr>
      <vt:lpstr>PPE Standards</vt:lpstr>
      <vt:lpstr>PPE Standards</vt:lpstr>
      <vt:lpstr>PPE Standards</vt:lpstr>
      <vt:lpstr>PPE Standards</vt:lpstr>
      <vt:lpstr>PPE Standards</vt:lpstr>
      <vt:lpstr>PPE Standards</vt:lpstr>
      <vt:lpstr>PPE Standards</vt:lpstr>
      <vt:lpstr>IS Standards related to PPEs</vt:lpstr>
      <vt:lpstr>IS Standards related to PPEs</vt:lpstr>
      <vt:lpstr>PowerPoint Presentation</vt:lpstr>
      <vt:lpstr>IS Standards related to PPEs</vt:lpstr>
      <vt:lpstr>Monitoring Safety Performance:</vt:lpstr>
      <vt:lpstr>PowerPoint Presentation</vt:lpstr>
      <vt:lpstr>Definitions</vt:lpstr>
      <vt:lpstr>PowerPoint Presentation</vt:lpstr>
      <vt:lpstr>SAFETY PERFORMANCE INDICATORS</vt:lpstr>
      <vt:lpstr>PowerPoint Presentation</vt:lpstr>
      <vt:lpstr>What does 1000000 mean ?</vt:lpstr>
      <vt:lpstr>Man-Hours Worked</vt:lpstr>
      <vt:lpstr>Example 1</vt:lpstr>
      <vt:lpstr>Frequency Rate</vt:lpstr>
      <vt:lpstr>INCIDENT RATE</vt:lpstr>
      <vt:lpstr>WORKPLACE HOUSEKEEPING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5S IN INDUSTRIAL HOUSEKEEPING</vt:lpstr>
      <vt:lpstr>5S CONCEPT OF HOUSEKEEPING</vt:lpstr>
      <vt:lpstr>PowerPoint Presentation</vt:lpstr>
      <vt:lpstr>What Is the 5S Process? </vt:lpstr>
      <vt:lpstr>PowerPoint Presentation</vt:lpstr>
      <vt:lpstr>PowerPoint Presentation</vt:lpstr>
      <vt:lpstr>PowerPoint Presentation</vt:lpstr>
      <vt:lpstr>PowerPoint Presentation</vt:lpstr>
      <vt:lpstr>Benefits expected from Seiri (sort): </vt:lpstr>
      <vt:lpstr>PowerPoint Presentation</vt:lpstr>
      <vt:lpstr>A place for everything and everything in its place. </vt:lpstr>
      <vt:lpstr>PowerPoint Presentation</vt:lpstr>
      <vt:lpstr>PowerPoint Presentation</vt:lpstr>
      <vt:lpstr>PowerPoint Presentation</vt:lpstr>
      <vt:lpstr>PowerPoint Presentation</vt:lpstr>
      <vt:lpstr>PowerPoint Presentation</vt:lpstr>
      <vt:lpstr>Tools for Standardizing </vt:lpstr>
      <vt:lpstr>PowerPoint Presentation</vt:lpstr>
      <vt:lpstr>PowerPoint Presentation</vt:lpstr>
      <vt:lpstr>Benefits of Shitsuke (Sustain)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 PERMIT  SYSTEM</vt:lpstr>
      <vt:lpstr>PowerPoint Presentation</vt:lpstr>
      <vt:lpstr>PowerPoint Presentation</vt:lpstr>
      <vt:lpstr>PowerPoint Presentation</vt:lpstr>
      <vt:lpstr>Types of work permits:</vt:lpstr>
      <vt:lpstr>PowerPoint Presentation</vt:lpstr>
      <vt:lpstr>PowerPoint Presentation</vt:lpstr>
      <vt:lpstr>PowerPoint Presentation</vt:lpstr>
      <vt:lpstr>PowerPoint Presentation</vt:lpstr>
      <vt:lpstr>PowerPoint Presentation</vt:lpstr>
      <vt:lpstr>Some examples include: </vt:lpstr>
      <vt:lpstr>ENTRY INTO CONFINED SPACES</vt:lpstr>
      <vt:lpstr>PowerPoint Presentation</vt:lpstr>
      <vt:lpstr>PowerPoint Presentation</vt:lpstr>
      <vt:lpstr>PowerPoint Presentation</vt:lpstr>
      <vt:lpstr>PowerPoint Presentation</vt:lpstr>
      <vt:lpstr>Hazards controlled in confined spaces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 Hak</dc:creator>
  <cp:lastModifiedBy>Devina Vipinan</cp:lastModifiedBy>
  <cp:revision>29</cp:revision>
  <dcterms:created xsi:type="dcterms:W3CDTF">2024-08-09T15:32:04Z</dcterms:created>
  <dcterms:modified xsi:type="dcterms:W3CDTF">2025-08-08T08:26:26Z</dcterms:modified>
</cp:coreProperties>
</file>