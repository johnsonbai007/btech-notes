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media/image26.jpg" ContentType="image/jpg"/>
  <Override PartName="/ppt/media/image27.jpg" ContentType="image/jpg"/>
  <Override PartName="/ppt/media/image30.jpg" ContentType="image/jpg"/>
  <Override PartName="/ppt/media/image31.jpg" ContentType="image/jpg"/>
  <Override PartName="/ppt/media/image32.jpg" ContentType="image/jpg"/>
  <Override PartName="/ppt/media/image33.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96.jpg" ContentType="image/jpg"/>
  <Override PartName="/ppt/media/image97.jpg" ContentType="image/jpg"/>
  <Override PartName="/ppt/media/image100.jpg" ContentType="image/jpg"/>
  <Override PartName="/ppt/media/image101.jpg" ContentType="image/jpg"/>
  <Override PartName="/ppt/media/image102.jpg" ContentType="image/jpg"/>
  <Override PartName="/ppt/media/image104.jpg" ContentType="image/jpg"/>
  <Override PartName="/ppt/media/image105.jpg" ContentType="image/jpg"/>
  <Override PartName="/ppt/media/image106.jpg" ContentType="image/jpg"/>
  <Override PartName="/ppt/media/image107.jpg" ContentType="image/jpg"/>
  <Override PartName="/ppt/media/image108.jpg" ContentType="image/jpg"/>
  <Override PartName="/ppt/media/image109.jpg" ContentType="image/jpg"/>
  <Override PartName="/ppt/media/image110.jpg" ContentType="image/jpg"/>
  <Override PartName="/ppt/media/image111.jpg" ContentType="image/jpg"/>
  <Override PartName="/ppt/media/image112.jpg" ContentType="image/jpg"/>
  <Override PartName="/ppt/media/image113.jpg" ContentType="image/jpg"/>
  <Override PartName="/ppt/media/image116.jpg" ContentType="image/jpg"/>
  <Override PartName="/ppt/media/image121.jpg" ContentType="image/jpg"/>
  <Override PartName="/ppt/media/image122.jpg" ContentType="image/jpg"/>
  <Override PartName="/ppt/media/image123.jpg" ContentType="image/jpg"/>
  <Override PartName="/ppt/media/image124.jpg" ContentType="image/jpg"/>
  <Override PartName="/ppt/media/image125.jpg" ContentType="image/jpg"/>
  <Override PartName="/ppt/media/image126.jpg" ContentType="image/jpg"/>
  <Override PartName="/ppt/media/image127.jpg" ContentType="image/jpg"/>
  <Override PartName="/ppt/media/image130.jpg" ContentType="image/jpg"/>
  <Override PartName="/ppt/media/image131.jpg" ContentType="image/jpg"/>
  <Override PartName="/ppt/media/image132.jpg" ContentType="image/jpg"/>
  <Override PartName="/ppt/media/image133.jpg" ContentType="image/jpg"/>
  <Override PartName="/ppt/media/image134.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6"/>
  </p:notesMasterIdLst>
  <p:sldIdLst>
    <p:sldId id="256" r:id="rId2"/>
    <p:sldId id="257" r:id="rId3"/>
    <p:sldId id="258" r:id="rId4"/>
    <p:sldId id="259" r:id="rId5"/>
    <p:sldId id="260" r:id="rId6"/>
    <p:sldId id="261" r:id="rId7"/>
    <p:sldId id="262" r:id="rId8"/>
    <p:sldId id="263" r:id="rId9"/>
    <p:sldId id="264" r:id="rId10"/>
    <p:sldId id="265" r:id="rId11"/>
    <p:sldId id="266" r:id="rId12"/>
    <p:sldId id="353" r:id="rId13"/>
    <p:sldId id="354" r:id="rId14"/>
    <p:sldId id="267" r:id="rId15"/>
    <p:sldId id="268" r:id="rId16"/>
    <p:sldId id="355"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368" r:id="rId33"/>
    <p:sldId id="369" r:id="rId34"/>
    <p:sldId id="370" r:id="rId35"/>
    <p:sldId id="371" r:id="rId36"/>
    <p:sldId id="372" r:id="rId37"/>
    <p:sldId id="373" r:id="rId38"/>
    <p:sldId id="374" r:id="rId39"/>
    <p:sldId id="375" r:id="rId40"/>
    <p:sldId id="376" r:id="rId41"/>
    <p:sldId id="378" r:id="rId42"/>
    <p:sldId id="379" r:id="rId43"/>
    <p:sldId id="380" r:id="rId44"/>
    <p:sldId id="381" r:id="rId45"/>
    <p:sldId id="382" r:id="rId46"/>
    <p:sldId id="383" r:id="rId47"/>
    <p:sldId id="384" r:id="rId48"/>
    <p:sldId id="385" r:id="rId49"/>
    <p:sldId id="386" r:id="rId50"/>
    <p:sldId id="387" r:id="rId51"/>
    <p:sldId id="388" r:id="rId52"/>
    <p:sldId id="389" r:id="rId53"/>
    <p:sldId id="390" r:id="rId54"/>
    <p:sldId id="391" r:id="rId55"/>
    <p:sldId id="392" r:id="rId56"/>
    <p:sldId id="393" r:id="rId57"/>
    <p:sldId id="394" r:id="rId58"/>
    <p:sldId id="395" r:id="rId59"/>
    <p:sldId id="396" r:id="rId60"/>
    <p:sldId id="397" r:id="rId61"/>
    <p:sldId id="398" r:id="rId62"/>
    <p:sldId id="399" r:id="rId63"/>
    <p:sldId id="400" r:id="rId64"/>
    <p:sldId id="401" r:id="rId65"/>
    <p:sldId id="402" r:id="rId66"/>
    <p:sldId id="403" r:id="rId67"/>
    <p:sldId id="404" r:id="rId68"/>
    <p:sldId id="405" r:id="rId69"/>
    <p:sldId id="285" r:id="rId70"/>
    <p:sldId id="286" r:id="rId71"/>
    <p:sldId id="287" r:id="rId72"/>
    <p:sldId id="288" r:id="rId73"/>
    <p:sldId id="289" r:id="rId74"/>
    <p:sldId id="290" r:id="rId75"/>
    <p:sldId id="292" r:id="rId76"/>
    <p:sldId id="293" r:id="rId77"/>
    <p:sldId id="295" r:id="rId78"/>
    <p:sldId id="297" r:id="rId79"/>
    <p:sldId id="299" r:id="rId80"/>
    <p:sldId id="301" r:id="rId81"/>
    <p:sldId id="304" r:id="rId82"/>
    <p:sldId id="406" r:id="rId83"/>
    <p:sldId id="407" r:id="rId84"/>
    <p:sldId id="409" r:id="rId85"/>
    <p:sldId id="410" r:id="rId86"/>
    <p:sldId id="411" r:id="rId87"/>
    <p:sldId id="412" r:id="rId88"/>
    <p:sldId id="413" r:id="rId89"/>
    <p:sldId id="414" r:id="rId90"/>
    <p:sldId id="307" r:id="rId91"/>
    <p:sldId id="308" r:id="rId92"/>
    <p:sldId id="310" r:id="rId93"/>
    <p:sldId id="312" r:id="rId94"/>
    <p:sldId id="313" r:id="rId95"/>
    <p:sldId id="328" r:id="rId96"/>
    <p:sldId id="415" r:id="rId97"/>
    <p:sldId id="416" r:id="rId98"/>
    <p:sldId id="417" r:id="rId99"/>
    <p:sldId id="418" r:id="rId100"/>
    <p:sldId id="419" r:id="rId101"/>
    <p:sldId id="420" r:id="rId102"/>
    <p:sldId id="329" r:id="rId103"/>
    <p:sldId id="330" r:id="rId104"/>
    <p:sldId id="331" r:id="rId105"/>
    <p:sldId id="333" r:id="rId106"/>
    <p:sldId id="335" r:id="rId107"/>
    <p:sldId id="429" r:id="rId108"/>
    <p:sldId id="428" r:id="rId109"/>
    <p:sldId id="430" r:id="rId110"/>
    <p:sldId id="431" r:id="rId111"/>
    <p:sldId id="336" r:id="rId112"/>
    <p:sldId id="337" r:id="rId113"/>
    <p:sldId id="338" r:id="rId114"/>
    <p:sldId id="339" r:id="rId115"/>
    <p:sldId id="340" r:id="rId116"/>
    <p:sldId id="341" r:id="rId117"/>
    <p:sldId id="342" r:id="rId118"/>
    <p:sldId id="343" r:id="rId119"/>
    <p:sldId id="344" r:id="rId120"/>
    <p:sldId id="346" r:id="rId121"/>
    <p:sldId id="347" r:id="rId122"/>
    <p:sldId id="348" r:id="rId123"/>
    <p:sldId id="350" r:id="rId124"/>
    <p:sldId id="352" r:id="rId1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660"/>
  </p:normalViewPr>
  <p:slideViewPr>
    <p:cSldViewPr>
      <p:cViewPr varScale="1">
        <p:scale>
          <a:sx n="66" d="100"/>
          <a:sy n="66" d="100"/>
        </p:scale>
        <p:origin x="918"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slide" Target="slides/slide116.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slide" Target="slides/slide111.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102" Type="http://schemas.openxmlformats.org/officeDocument/2006/relationships/slide" Target="slides/slide101.xml" /><Relationship Id="rId123" Type="http://schemas.openxmlformats.org/officeDocument/2006/relationships/slide" Target="slides/slide122.xml" /><Relationship Id="rId128" Type="http://schemas.openxmlformats.org/officeDocument/2006/relationships/viewProps" Target="viewProps.xml" /><Relationship Id="rId5" Type="http://schemas.openxmlformats.org/officeDocument/2006/relationships/slide" Target="slides/slide4.xml" /><Relationship Id="rId90" Type="http://schemas.openxmlformats.org/officeDocument/2006/relationships/slide" Target="slides/slide89.xml" /><Relationship Id="rId95" Type="http://schemas.openxmlformats.org/officeDocument/2006/relationships/slide" Target="slides/slide94.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13" Type="http://schemas.openxmlformats.org/officeDocument/2006/relationships/slide" Target="slides/slide112.xml" /><Relationship Id="rId118" Type="http://schemas.openxmlformats.org/officeDocument/2006/relationships/slide" Target="slides/slide117.xml" /><Relationship Id="rId126" Type="http://schemas.openxmlformats.org/officeDocument/2006/relationships/notesMaster" Target="notesMasters/notesMaster1.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121" Type="http://schemas.openxmlformats.org/officeDocument/2006/relationships/slide" Target="slides/slide12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116" Type="http://schemas.openxmlformats.org/officeDocument/2006/relationships/slide" Target="slides/slide115.xml" /><Relationship Id="rId124" Type="http://schemas.openxmlformats.org/officeDocument/2006/relationships/slide" Target="slides/slide123.xml" /><Relationship Id="rId129" Type="http://schemas.openxmlformats.org/officeDocument/2006/relationships/theme" Target="theme/theme1.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slide" Target="slides/slide110.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slide" Target="slides/slide113.xml" /><Relationship Id="rId119" Type="http://schemas.openxmlformats.org/officeDocument/2006/relationships/slide" Target="slides/slide118.xml" /><Relationship Id="rId127" Type="http://schemas.openxmlformats.org/officeDocument/2006/relationships/presProps" Target="presProps.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122" Type="http://schemas.openxmlformats.org/officeDocument/2006/relationships/slide" Target="slides/slide121.xml" /><Relationship Id="rId130"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slide" Target="slides/slide119.xml" /><Relationship Id="rId125" Type="http://schemas.openxmlformats.org/officeDocument/2006/relationships/slide" Target="slides/slide124.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110" Type="http://schemas.openxmlformats.org/officeDocument/2006/relationships/slide" Target="slides/slide109.xml" /><Relationship Id="rId115" Type="http://schemas.openxmlformats.org/officeDocument/2006/relationships/slide" Target="slides/slide114.xml" /><Relationship Id="rId61" Type="http://schemas.openxmlformats.org/officeDocument/2006/relationships/slide" Target="slides/slide60.xml" /><Relationship Id="rId82" Type="http://schemas.openxmlformats.org/officeDocument/2006/relationships/slide" Target="slides/slide8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5B3EA4A-DAA7-4261-807E-458F1D33375E}" type="datetimeFigureOut">
              <a:rPr lang="en-US" smtClean="0"/>
              <a:t>11/2/2024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C1CD4F7-749F-4913-A09F-9D96091B5895}" type="slidenum">
              <a:rPr lang="en-US" smtClean="0"/>
              <a:t>‹#›</a:t>
            </a:fld>
            <a:endParaRPr lang="en-US"/>
          </a:p>
        </p:txBody>
      </p:sp>
    </p:spTree>
    <p:extLst>
      <p:ext uri="{BB962C8B-B14F-4D97-AF65-F5344CB8AC3E}">
        <p14:creationId xmlns:p14="http://schemas.microsoft.com/office/powerpoint/2010/main" val="1610013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D215F01C-DE18-4701-A1A5-64F5605CD2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728A2AB4-033B-4ACE-A9E3-1311C7107739}"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71683" name="Rectangle 2">
            <a:extLst>
              <a:ext uri="{FF2B5EF4-FFF2-40B4-BE49-F238E27FC236}">
                <a16:creationId xmlns:a16="http://schemas.microsoft.com/office/drawing/2014/main" id="{8BA5F9EB-AC91-4929-8F38-B21D85EFDB2D}"/>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25732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0E9207A-83F4-4C93-B071-917A9F57DC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B52990BB-F5A8-4B95-A45E-0231EE79F3D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8067" name="Rectangle 2">
            <a:extLst>
              <a:ext uri="{FF2B5EF4-FFF2-40B4-BE49-F238E27FC236}">
                <a16:creationId xmlns:a16="http://schemas.microsoft.com/office/drawing/2014/main" id="{6CC5B66B-AB59-4810-A696-C0EA4DA2BADB}"/>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3031640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8BE54554-BB98-4D5F-B43D-68F6927667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F2DBE073-7A2D-4067-B2C9-2AF85AF4E46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9091" name="Rectangle 2">
            <a:extLst>
              <a:ext uri="{FF2B5EF4-FFF2-40B4-BE49-F238E27FC236}">
                <a16:creationId xmlns:a16="http://schemas.microsoft.com/office/drawing/2014/main" id="{6AA1870C-96D1-42DB-926B-A843F9E2D6B1}"/>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3710221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9308F3EB-AC79-4250-A140-A0B6382E95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222DDAEC-18F5-4445-8B78-2F09178DD146}"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90115" name="Rectangle 2">
            <a:extLst>
              <a:ext uri="{FF2B5EF4-FFF2-40B4-BE49-F238E27FC236}">
                <a16:creationId xmlns:a16="http://schemas.microsoft.com/office/drawing/2014/main" id="{8A475D69-E57C-48BE-852F-BAA51E0A7249}"/>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215563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D3A45F19-4520-4E91-B6E1-2E3DBFA438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BE8D113E-E8CD-4FA0-B98F-87FA8B8BDC3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91139" name="Rectangle 2">
            <a:extLst>
              <a:ext uri="{FF2B5EF4-FFF2-40B4-BE49-F238E27FC236}">
                <a16:creationId xmlns:a16="http://schemas.microsoft.com/office/drawing/2014/main" id="{F13DD161-6690-4C9F-B8C0-B54C9CA1A51F}"/>
              </a:ext>
            </a:extLst>
          </p:cNvPr>
          <p:cNvSpPr>
            <a:spLocks noGrp="1" noRot="1" noChangeAspect="1" noChangeArrowheads="1" noTextEdit="1"/>
          </p:cNvSpPr>
          <p:nvPr>
            <p:ph type="sldImg"/>
          </p:nvPr>
        </p:nvSpPr>
        <p:spPr>
          <a:ln/>
        </p:spPr>
      </p:sp>
      <p:sp>
        <p:nvSpPr>
          <p:cNvPr id="91140" name="Rectangle 6">
            <a:extLst>
              <a:ext uri="{FF2B5EF4-FFF2-40B4-BE49-F238E27FC236}">
                <a16:creationId xmlns:a16="http://schemas.microsoft.com/office/drawing/2014/main" id="{1147F990-004A-475A-96BF-19C7124B19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60073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5A8A840F-D15B-4E43-ADDE-960764C16F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EEE1EBBB-63AC-44DC-8D2E-835D251454E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92163" name="Rectangle 2">
            <a:extLst>
              <a:ext uri="{FF2B5EF4-FFF2-40B4-BE49-F238E27FC236}">
                <a16:creationId xmlns:a16="http://schemas.microsoft.com/office/drawing/2014/main" id="{CD526110-DB8D-482D-A5BB-9095F1037F83}"/>
              </a:ext>
            </a:extLst>
          </p:cNvPr>
          <p:cNvSpPr>
            <a:spLocks noGrp="1" noRot="1" noChangeAspect="1" noChangeArrowheads="1" noTextEdit="1"/>
          </p:cNvSpPr>
          <p:nvPr>
            <p:ph type="sldImg"/>
          </p:nvPr>
        </p:nvSpPr>
        <p:spPr>
          <a:ln/>
        </p:spPr>
      </p:sp>
      <p:sp>
        <p:nvSpPr>
          <p:cNvPr id="92164" name="Rectangle 6">
            <a:extLst>
              <a:ext uri="{FF2B5EF4-FFF2-40B4-BE49-F238E27FC236}">
                <a16:creationId xmlns:a16="http://schemas.microsoft.com/office/drawing/2014/main" id="{D9899579-53E0-4CF1-B373-216605847F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40831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5B36DF3E-6417-43FA-9E92-76E28B37EB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9F617EF6-4E76-449D-8C5C-4D78DF7881C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93187" name="Rectangle 2">
            <a:extLst>
              <a:ext uri="{FF2B5EF4-FFF2-40B4-BE49-F238E27FC236}">
                <a16:creationId xmlns:a16="http://schemas.microsoft.com/office/drawing/2014/main" id="{4A2EA2D7-4CA2-41AB-AE81-FF403BAB5792}"/>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29223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24A73408-7206-4042-9ED1-D7F70AFCCB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a:solidFill>
                  <a:schemeClr val="tx1"/>
                </a:solidFill>
                <a:latin typeface="Arial" panose="020B0604020202020204" pitchFamily="34" charset="0"/>
              </a:defRPr>
            </a:lvl1pPr>
            <a:lvl2pPr marL="742950" indent="-285750" defTabSz="936625" eaLnBrk="0" hangingPunct="0">
              <a:defRPr>
                <a:solidFill>
                  <a:schemeClr val="tx1"/>
                </a:solidFill>
                <a:latin typeface="Arial" panose="020B0604020202020204" pitchFamily="34" charset="0"/>
              </a:defRPr>
            </a:lvl2pPr>
            <a:lvl3pPr marL="1143000" indent="-228600" defTabSz="936625" eaLnBrk="0" hangingPunct="0">
              <a:defRPr>
                <a:solidFill>
                  <a:schemeClr val="tx1"/>
                </a:solidFill>
                <a:latin typeface="Arial" panose="020B0604020202020204" pitchFamily="34" charset="0"/>
              </a:defRPr>
            </a:lvl3pPr>
            <a:lvl4pPr marL="1600200" indent="-228600" defTabSz="936625" eaLnBrk="0" hangingPunct="0">
              <a:defRPr>
                <a:solidFill>
                  <a:schemeClr val="tx1"/>
                </a:solidFill>
                <a:latin typeface="Arial" panose="020B0604020202020204" pitchFamily="34" charset="0"/>
              </a:defRPr>
            </a:lvl4pPr>
            <a:lvl5pPr marL="2057400" indent="-228600" defTabSz="936625" eaLnBrk="0" hangingPunct="0">
              <a:defRPr>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36625" rtl="0" eaLnBrk="1" fontAlgn="base" latinLnBrk="0" hangingPunct="1">
              <a:lnSpc>
                <a:spcPct val="100000"/>
              </a:lnSpc>
              <a:spcBef>
                <a:spcPct val="0"/>
              </a:spcBef>
              <a:spcAft>
                <a:spcPct val="0"/>
              </a:spcAft>
              <a:buClrTx/>
              <a:buSzTx/>
              <a:buFontTx/>
              <a:buNone/>
              <a:tabLst/>
              <a:defRPr/>
            </a:pPr>
            <a:fld id="{18E4DDE4-1284-4907-80D1-47E186F1997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36625" rtl="0" eaLnBrk="1" fontAlgn="base" latinLnBrk="0" hangingPunct="1">
                <a:lnSpc>
                  <a:spcPct val="100000"/>
                </a:lnSpc>
                <a:spcBef>
                  <a:spcPct val="0"/>
                </a:spcBef>
                <a:spcAft>
                  <a:spcPct val="0"/>
                </a:spcAft>
                <a:buClrTx/>
                <a:buSzTx/>
                <a:buFontTx/>
                <a:buNone/>
                <a:tabLst/>
                <a:defRPr/>
              </a:pPr>
              <a:t>68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94211" name="Rectangle 2">
            <a:extLst>
              <a:ext uri="{FF2B5EF4-FFF2-40B4-BE49-F238E27FC236}">
                <a16:creationId xmlns:a16="http://schemas.microsoft.com/office/drawing/2014/main" id="{7B75D598-DA21-4F9A-92C3-1E26B2D954E7}"/>
              </a:ext>
            </a:extLst>
          </p:cNvPr>
          <p:cNvSpPr>
            <a:spLocks noGrp="1" noRot="1" noChangeAspect="1" noChangeArrowheads="1" noTextEdit="1"/>
          </p:cNvSpPr>
          <p:nvPr>
            <p:ph type="sldImg"/>
          </p:nvPr>
        </p:nvSpPr>
        <p:spPr>
          <a:ln/>
        </p:spPr>
      </p:sp>
      <p:sp>
        <p:nvSpPr>
          <p:cNvPr id="94212" name="Rectangle 5">
            <a:extLst>
              <a:ext uri="{FF2B5EF4-FFF2-40B4-BE49-F238E27FC236}">
                <a16:creationId xmlns:a16="http://schemas.microsoft.com/office/drawing/2014/main" id="{5B3770A8-023F-4DEE-8BBC-E7AAAA8C16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97706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1225" y="397478"/>
            <a:ext cx="9622790" cy="1183640"/>
          </a:xfrm>
          <a:prstGeom prst="rect">
            <a:avLst/>
          </a:prstGeom>
        </p:spPr>
        <p:txBody>
          <a:bodyPr wrap="square" lIns="0" tIns="0" rIns="0" bIns="0">
            <a:spAutoFit/>
          </a:bodyPr>
          <a:lstStyle>
            <a:lvl1pPr>
              <a:defRPr sz="4800" b="0" i="0">
                <a:solidFill>
                  <a:schemeClr val="tx1"/>
                </a:solidFill>
                <a:latin typeface="Calibri"/>
                <a:cs typeface="Calibri"/>
              </a:defRPr>
            </a:lvl1pPr>
          </a:lstStyle>
          <a:p>
            <a:endParaRPr/>
          </a:p>
        </p:txBody>
      </p:sp>
      <p:sp>
        <p:nvSpPr>
          <p:cNvPr id="3" name="Holder 3"/>
          <p:cNvSpPr>
            <a:spLocks noGrp="1"/>
          </p:cNvSpPr>
          <p:nvPr>
            <p:ph type="subTitle" idx="4"/>
          </p:nvPr>
        </p:nvSpPr>
        <p:spPr>
          <a:xfrm>
            <a:off x="2482554" y="3667350"/>
            <a:ext cx="7348855" cy="695960"/>
          </a:xfrm>
          <a:prstGeom prst="rect">
            <a:avLst/>
          </a:prstGeom>
        </p:spPr>
        <p:txBody>
          <a:bodyPr wrap="square" lIns="0" tIns="0" rIns="0" bIns="0">
            <a:spAutoFit/>
          </a:bodyPr>
          <a:lstStyle>
            <a:lvl1pPr>
              <a:defRPr sz="2600" b="0" i="0" u="heavy">
                <a:solidFill>
                  <a:srgbClr val="833C0B"/>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600" b="0" i="0" u="heavy">
                <a:solidFill>
                  <a:srgbClr val="833C0B"/>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FC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226984" y="65088"/>
            <a:ext cx="7355416" cy="1003300"/>
          </a:xfrm>
        </p:spPr>
        <p:txBody>
          <a:bodyPr/>
          <a:lstStyle/>
          <a:p>
            <a:r>
              <a:rPr lang="en-US"/>
              <a:t>Click to edit Master title style</a:t>
            </a:r>
          </a:p>
        </p:txBody>
      </p:sp>
      <p:sp>
        <p:nvSpPr>
          <p:cNvPr id="3" name="Text Placeholder 2"/>
          <p:cNvSpPr>
            <a:spLocks noGrp="1"/>
          </p:cNvSpPr>
          <p:nvPr>
            <p:ph type="body" sz="half" idx="1"/>
          </p:nvPr>
        </p:nvSpPr>
        <p:spPr>
          <a:xfrm>
            <a:off x="742951" y="1330325"/>
            <a:ext cx="5317067" cy="479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263218" y="1330326"/>
            <a:ext cx="5319183" cy="232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263218" y="3803651"/>
            <a:ext cx="5319183" cy="2322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BA5A5CFF-73E3-4F6A-B4AA-3ACBEA9630C1}"/>
              </a:ext>
            </a:extLst>
          </p:cNvPr>
          <p:cNvSpPr>
            <a:spLocks noGrp="1" noChangeArrowheads="1"/>
          </p:cNvSpPr>
          <p:nvPr>
            <p:ph type="sldNum" sz="quarter" idx="10"/>
          </p:nvPr>
        </p:nvSpPr>
        <p:spPr>
          <a:ln/>
        </p:spPr>
        <p:txBody>
          <a:bodyPr/>
          <a:lstStyle>
            <a:lvl1pPr>
              <a:defRPr/>
            </a:lvl1pPr>
          </a:lstStyle>
          <a:p>
            <a:fld id="{E644F50F-10C8-4CCF-BF8B-221901179DFC}" type="slidenum">
              <a:rPr lang="en-US" altLang="en-US"/>
              <a:pPr/>
              <a:t>‹#›</a:t>
            </a:fld>
            <a:endParaRPr lang="en-US" altLang="en-US"/>
          </a:p>
        </p:txBody>
      </p:sp>
    </p:spTree>
    <p:extLst>
      <p:ext uri="{BB962C8B-B14F-4D97-AF65-F5344CB8AC3E}">
        <p14:creationId xmlns:p14="http://schemas.microsoft.com/office/powerpoint/2010/main" val="2397103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26984" y="65088"/>
            <a:ext cx="7355416" cy="1003300"/>
          </a:xfrm>
        </p:spPr>
        <p:txBody>
          <a:bodyPr/>
          <a:lstStyle/>
          <a:p>
            <a:r>
              <a:rPr lang="en-US"/>
              <a:t>Click to edit Master title style</a:t>
            </a:r>
          </a:p>
        </p:txBody>
      </p:sp>
      <p:sp>
        <p:nvSpPr>
          <p:cNvPr id="3" name="Text Placeholder 2"/>
          <p:cNvSpPr>
            <a:spLocks noGrp="1"/>
          </p:cNvSpPr>
          <p:nvPr>
            <p:ph type="body" sz="half" idx="1"/>
          </p:nvPr>
        </p:nvSpPr>
        <p:spPr>
          <a:xfrm>
            <a:off x="742951" y="1330325"/>
            <a:ext cx="5317067" cy="479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3218" y="1330325"/>
            <a:ext cx="5319183" cy="479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A67A4FDD-C70E-4751-AE7E-D1259C3D94AC}"/>
              </a:ext>
            </a:extLst>
          </p:cNvPr>
          <p:cNvSpPr>
            <a:spLocks noGrp="1" noChangeArrowheads="1"/>
          </p:cNvSpPr>
          <p:nvPr>
            <p:ph type="sldNum" sz="quarter" idx="10"/>
          </p:nvPr>
        </p:nvSpPr>
        <p:spPr>
          <a:ln/>
        </p:spPr>
        <p:txBody>
          <a:bodyPr/>
          <a:lstStyle>
            <a:lvl1pPr>
              <a:defRPr/>
            </a:lvl1pPr>
          </a:lstStyle>
          <a:p>
            <a:fld id="{6343089F-49A5-4428-BBA3-5761D6046D13}" type="slidenum">
              <a:rPr lang="en-US" altLang="en-US"/>
              <a:pPr/>
              <a:t>‹#›</a:t>
            </a:fld>
            <a:endParaRPr lang="en-US" altLang="en-US"/>
          </a:p>
        </p:txBody>
      </p:sp>
    </p:spTree>
    <p:extLst>
      <p:ext uri="{BB962C8B-B14F-4D97-AF65-F5344CB8AC3E}">
        <p14:creationId xmlns:p14="http://schemas.microsoft.com/office/powerpoint/2010/main" val="1596618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1225" y="397478"/>
            <a:ext cx="9622790" cy="1183640"/>
          </a:xfrm>
          <a:prstGeom prst="rect">
            <a:avLst/>
          </a:prstGeom>
        </p:spPr>
        <p:txBody>
          <a:bodyPr wrap="square" lIns="0" tIns="0" rIns="0" bIns="0">
            <a:spAutoFit/>
          </a:bodyPr>
          <a:lstStyle>
            <a:lvl1pPr>
              <a:defRPr sz="4800" b="0" i="0">
                <a:solidFill>
                  <a:schemeClr val="tx1"/>
                </a:solidFill>
                <a:latin typeface="Calibri"/>
                <a:cs typeface="Calibri"/>
              </a:defRPr>
            </a:lvl1pPr>
          </a:lstStyle>
          <a:p>
            <a:endParaRPr/>
          </a:p>
        </p:txBody>
      </p:sp>
      <p:sp>
        <p:nvSpPr>
          <p:cNvPr id="3" name="Holder 3"/>
          <p:cNvSpPr>
            <a:spLocks noGrp="1"/>
          </p:cNvSpPr>
          <p:nvPr>
            <p:ph type="body" idx="1"/>
          </p:nvPr>
        </p:nvSpPr>
        <p:spPr>
          <a:xfrm>
            <a:off x="792501" y="1726869"/>
            <a:ext cx="10444480" cy="4039870"/>
          </a:xfrm>
          <a:prstGeom prst="rect">
            <a:avLst/>
          </a:prstGeom>
        </p:spPr>
        <p:txBody>
          <a:bodyPr wrap="square" lIns="0" tIns="0" rIns="0" bIns="0">
            <a:spAutoFit/>
          </a:bodyPr>
          <a:lstStyle>
            <a:lvl1pPr>
              <a:defRPr sz="2600" b="0" i="0" u="heavy">
                <a:solidFill>
                  <a:srgbClr val="833C0B"/>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3.jfif" /><Relationship Id="rId7" Type="http://schemas.openxmlformats.org/officeDocument/2006/relationships/image" Target="../media/image7.png" /><Relationship Id="rId2" Type="http://schemas.openxmlformats.org/officeDocument/2006/relationships/image" Target="../media/image2.jfif" /><Relationship Id="rId1" Type="http://schemas.openxmlformats.org/officeDocument/2006/relationships/slideLayout" Target="../slideLayouts/slideLayout2.xml" /><Relationship Id="rId6" Type="http://schemas.openxmlformats.org/officeDocument/2006/relationships/image" Target="../media/image6.png" /><Relationship Id="rId5" Type="http://schemas.openxmlformats.org/officeDocument/2006/relationships/image" Target="../media/image5.gif" /><Relationship Id="rId4" Type="http://schemas.openxmlformats.org/officeDocument/2006/relationships/image" Target="../media/image4.jp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8.gif"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image" Target="../media/image10.jpg" /><Relationship Id="rId1" Type="http://schemas.openxmlformats.org/officeDocument/2006/relationships/slideLayout" Target="../slideLayouts/slideLayout2.xml" /><Relationship Id="rId4" Type="http://schemas.openxmlformats.org/officeDocument/2006/relationships/image" Target="../media/image12.jfif"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standalone="yes"?>
<Relationships xmlns="http://schemas.openxmlformats.org/package/2006/relationships"><Relationship Id="rId3" Type="http://schemas.openxmlformats.org/officeDocument/2006/relationships/image" Target="../media/image14.emf" /><Relationship Id="rId2" Type="http://schemas.openxmlformats.org/officeDocument/2006/relationships/image" Target="../media/image13.jfif"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5.xml" /><Relationship Id="rId4" Type="http://schemas.openxmlformats.org/officeDocument/2006/relationships/image" Target="../media/image17.png" /></Relationships>
</file>

<file path=ppt/slides/_rels/slide11.xml.rels><?xml version="1.0" encoding="UTF-8" standalone="yes"?>
<Relationships xmlns="http://schemas.openxmlformats.org/package/2006/relationships"><Relationship Id="rId3" Type="http://schemas.openxmlformats.org/officeDocument/2006/relationships/image" Target="../media/image19.emf" /><Relationship Id="rId2" Type="http://schemas.openxmlformats.org/officeDocument/2006/relationships/image" Target="../media/image18.emf" /><Relationship Id="rId1" Type="http://schemas.openxmlformats.org/officeDocument/2006/relationships/slideLayout" Target="../slideLayouts/slideLayout5.xml" /></Relationships>
</file>

<file path=ppt/slides/_rels/slide12.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5.xml" /></Relationships>
</file>

<file path=ppt/slides/_rels/slide13.xml.rels><?xml version="1.0" encoding="UTF-8" standalone="yes"?>
<Relationships xmlns="http://schemas.openxmlformats.org/package/2006/relationships"><Relationship Id="rId8" Type="http://schemas.openxmlformats.org/officeDocument/2006/relationships/image" Target="../media/image24.png" /><Relationship Id="rId3" Type="http://schemas.openxmlformats.org/officeDocument/2006/relationships/image" Target="../media/image21.png" /><Relationship Id="rId7" Type="http://schemas.openxmlformats.org/officeDocument/2006/relationships/oleObject" Target="../embeddings/oleObject3.bin" /><Relationship Id="rId2" Type="http://schemas.openxmlformats.org/officeDocument/2006/relationships/oleObject" Target="../embeddings/oleObject1.bin" /><Relationship Id="rId1" Type="http://schemas.openxmlformats.org/officeDocument/2006/relationships/slideLayout" Target="../slideLayouts/slideLayout5.xml" /><Relationship Id="rId6" Type="http://schemas.openxmlformats.org/officeDocument/2006/relationships/image" Target="../media/image23.png" /><Relationship Id="rId5" Type="http://schemas.openxmlformats.org/officeDocument/2006/relationships/oleObject" Target="../embeddings/oleObject2.bin" /><Relationship Id="rId4" Type="http://schemas.openxmlformats.org/officeDocument/2006/relationships/image" Target="../media/image22.png" /></Relationships>
</file>

<file path=ppt/slides/_rels/slide14.xml.rels><?xml version="1.0" encoding="UTF-8" standalone="yes"?>
<Relationships xmlns="http://schemas.openxmlformats.org/package/2006/relationships"><Relationship Id="rId2" Type="http://schemas.openxmlformats.org/officeDocument/2006/relationships/image" Target="../media/image25.emf"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27.jpg" /><Relationship Id="rId2" Type="http://schemas.openxmlformats.org/officeDocument/2006/relationships/image" Target="../media/image26.jpg" /><Relationship Id="rId1" Type="http://schemas.openxmlformats.org/officeDocument/2006/relationships/slideLayout" Target="../slideLayouts/slideLayout2.xml" /><Relationship Id="rId4" Type="http://schemas.openxmlformats.org/officeDocument/2006/relationships/image" Target="../media/image28.png" /></Relationships>
</file>

<file path=ppt/slides/_rels/slide16.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oleObject" Target="../embeddings/oleObject4.bin"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30.jp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31.jp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32.jp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34.jpeg" /><Relationship Id="rId2" Type="http://schemas.openxmlformats.org/officeDocument/2006/relationships/image" Target="../media/image33.jp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35.emf"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image" Target="../media/image36.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oleObject" Target="../embeddings/oleObject5.bin" /><Relationship Id="rId1" Type="http://schemas.openxmlformats.org/officeDocument/2006/relationships/slideLayout" Target="../slideLayouts/slideLayout2.xml" /><Relationship Id="rId5" Type="http://schemas.openxmlformats.org/officeDocument/2006/relationships/image" Target="../media/image39.png" /><Relationship Id="rId4" Type="http://schemas.openxmlformats.org/officeDocument/2006/relationships/oleObject" Target="../embeddings/oleObject6.bin" /></Relationships>
</file>

<file path=ppt/slides/_rels/slide27.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oleObject" Target="../embeddings/oleObject7.bin" /><Relationship Id="rId1" Type="http://schemas.openxmlformats.org/officeDocument/2006/relationships/slideLayout" Target="../slideLayouts/slideLayout2.xml" /><Relationship Id="rId4" Type="http://schemas.openxmlformats.org/officeDocument/2006/relationships/image" Target="../media/image41.jpe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oleObject" Target="../embeddings/oleObject8.bin" /><Relationship Id="rId1" Type="http://schemas.openxmlformats.org/officeDocument/2006/relationships/slideLayout" Target="../slideLayouts/slideLayout2.xml" /><Relationship Id="rId6" Type="http://schemas.openxmlformats.org/officeDocument/2006/relationships/image" Target="../media/image44.png" /><Relationship Id="rId5" Type="http://schemas.openxmlformats.org/officeDocument/2006/relationships/image" Target="../media/image43.png" /><Relationship Id="rId4" Type="http://schemas.openxmlformats.org/officeDocument/2006/relationships/oleObject" Target="../embeddings/oleObject9.bin" /></Relationships>
</file>

<file path=ppt/slides/_rels/slide30.xml.rels><?xml version="1.0" encoding="UTF-8" standalone="yes"?>
<Relationships xmlns="http://schemas.openxmlformats.org/package/2006/relationships"><Relationship Id="rId3" Type="http://schemas.openxmlformats.org/officeDocument/2006/relationships/image" Target="../media/image45.png" /><Relationship Id="rId2" Type="http://schemas.openxmlformats.org/officeDocument/2006/relationships/oleObject" Target="../embeddings/oleObject10.bin" /><Relationship Id="rId1" Type="http://schemas.openxmlformats.org/officeDocument/2006/relationships/slideLayout" Target="../slideLayouts/slideLayout2.xml" /><Relationship Id="rId5" Type="http://schemas.openxmlformats.org/officeDocument/2006/relationships/image" Target="../media/image47.jpeg" /><Relationship Id="rId4" Type="http://schemas.openxmlformats.org/officeDocument/2006/relationships/image" Target="../media/image46.jpe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image" Target="../media/image48.pn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image" Target="../media/image51.jfif" /><Relationship Id="rId2" Type="http://schemas.openxmlformats.org/officeDocument/2006/relationships/image" Target="../media/image50.pn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3" Type="http://schemas.openxmlformats.org/officeDocument/2006/relationships/image" Target="../media/image53.png" /><Relationship Id="rId2" Type="http://schemas.openxmlformats.org/officeDocument/2006/relationships/image" Target="../media/image52.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3" Type="http://schemas.openxmlformats.org/officeDocument/2006/relationships/image" Target="../media/image55.jfif" /><Relationship Id="rId2" Type="http://schemas.openxmlformats.org/officeDocument/2006/relationships/image" Target="../media/image54.pn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3" Type="http://schemas.openxmlformats.org/officeDocument/2006/relationships/image" Target="../media/image57.jpeg" /><Relationship Id="rId2" Type="http://schemas.openxmlformats.org/officeDocument/2006/relationships/image" Target="../media/image56.pn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3" Type="http://schemas.openxmlformats.org/officeDocument/2006/relationships/image" Target="../media/image59.jfif" /><Relationship Id="rId2" Type="http://schemas.openxmlformats.org/officeDocument/2006/relationships/image" Target="../media/image58.pn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60.jfif"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image" Target="../media/image61.gif"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62.pn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3" Type="http://schemas.openxmlformats.org/officeDocument/2006/relationships/image" Target="../media/image64.jfif" /><Relationship Id="rId2" Type="http://schemas.openxmlformats.org/officeDocument/2006/relationships/image" Target="../media/image63.pn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3" Type="http://schemas.openxmlformats.org/officeDocument/2006/relationships/image" Target="../media/image66.jpg" /><Relationship Id="rId2" Type="http://schemas.openxmlformats.org/officeDocument/2006/relationships/image" Target="../media/image65.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3" Type="http://schemas.openxmlformats.org/officeDocument/2006/relationships/image" Target="../media/image68.jfif" /><Relationship Id="rId2" Type="http://schemas.openxmlformats.org/officeDocument/2006/relationships/image" Target="../media/image67.pn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69.jpg"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image" Target="../media/image70.png"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2" Type="http://schemas.openxmlformats.org/officeDocument/2006/relationships/image" Target="../media/image71.png"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image" Target="../media/image72.png"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2" Type="http://schemas.openxmlformats.org/officeDocument/2006/relationships/image" Target="../media/image73.png" /><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2" Type="http://schemas.openxmlformats.org/officeDocument/2006/relationships/image" Target="../media/image74.png"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2" Type="http://schemas.openxmlformats.org/officeDocument/2006/relationships/image" Target="../media/image75.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2" Type="http://schemas.openxmlformats.org/officeDocument/2006/relationships/image" Target="../media/image76.jfif"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2" Type="http://schemas.openxmlformats.org/officeDocument/2006/relationships/image" Target="../media/image77.jfif"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78.jfif"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2" Type="http://schemas.openxmlformats.org/officeDocument/2006/relationships/image" Target="../media/image79.png"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80.jp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image" Target="../media/image81.jfif"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2" Type="http://schemas.openxmlformats.org/officeDocument/2006/relationships/image" Target="../media/image82.jpg"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3" Type="http://schemas.openxmlformats.org/officeDocument/2006/relationships/image" Target="../media/image83.jpeg" /><Relationship Id="rId2" Type="http://schemas.openxmlformats.org/officeDocument/2006/relationships/notesSlide" Target="../notesSlides/notesSlide1.xml" /><Relationship Id="rId1" Type="http://schemas.openxmlformats.org/officeDocument/2006/relationships/slideLayout" Target="../slideLayouts/slideLayout2.xml" /><Relationship Id="rId5" Type="http://schemas.openxmlformats.org/officeDocument/2006/relationships/image" Target="../media/image85.jpeg" /><Relationship Id="rId4" Type="http://schemas.openxmlformats.org/officeDocument/2006/relationships/image" Target="../media/image84.jpeg" /></Relationships>
</file>

<file path=ppt/slides/_rels/slide62.xml.rels><?xml version="1.0" encoding="UTF-8" standalone="yes"?>
<Relationships xmlns="http://schemas.openxmlformats.org/package/2006/relationships"><Relationship Id="rId3" Type="http://schemas.openxmlformats.org/officeDocument/2006/relationships/image" Target="../media/image86.png" /><Relationship Id="rId2" Type="http://schemas.openxmlformats.org/officeDocument/2006/relationships/notesSlide" Target="../notesSlides/notesSlide2.xml" /><Relationship Id="rId1" Type="http://schemas.openxmlformats.org/officeDocument/2006/relationships/slideLayout" Target="../slideLayouts/slideLayout6.xml" /><Relationship Id="rId5" Type="http://schemas.openxmlformats.org/officeDocument/2006/relationships/image" Target="../media/image88.png" /><Relationship Id="rId4" Type="http://schemas.openxmlformats.org/officeDocument/2006/relationships/image" Target="../media/image87.jpeg" /></Relationships>
</file>

<file path=ppt/slides/_rels/slide63.xml.rels><?xml version="1.0" encoding="UTF-8" standalone="yes"?>
<Relationships xmlns="http://schemas.openxmlformats.org/package/2006/relationships"><Relationship Id="rId3" Type="http://schemas.openxmlformats.org/officeDocument/2006/relationships/image" Target="../media/image89.wmf" /><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64.xml.rels><?xml version="1.0" encoding="UTF-8" standalone="yes"?>
<Relationships xmlns="http://schemas.openxmlformats.org/package/2006/relationships"><Relationship Id="rId3" Type="http://schemas.openxmlformats.org/officeDocument/2006/relationships/image" Target="../media/image90.wmf" /><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65.xml.rels><?xml version="1.0" encoding="UTF-8" standalone="yes"?>
<Relationships xmlns="http://schemas.openxmlformats.org/package/2006/relationships"><Relationship Id="rId3" Type="http://schemas.openxmlformats.org/officeDocument/2006/relationships/image" Target="../media/image91.wmf" /><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6.xml.rels><?xml version="1.0" encoding="UTF-8" standalone="yes"?>
<Relationships xmlns="http://schemas.openxmlformats.org/package/2006/relationships"><Relationship Id="rId3" Type="http://schemas.openxmlformats.org/officeDocument/2006/relationships/image" Target="../media/image92.wmf" /><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67.xml.rels><?xml version="1.0" encoding="UTF-8" standalone="yes"?>
<Relationships xmlns="http://schemas.openxmlformats.org/package/2006/relationships"><Relationship Id="rId3" Type="http://schemas.openxmlformats.org/officeDocument/2006/relationships/image" Target="../media/image93.png" /><Relationship Id="rId2" Type="http://schemas.openxmlformats.org/officeDocument/2006/relationships/notesSlide" Target="../notesSlides/notesSlide7.xml" /><Relationship Id="rId1" Type="http://schemas.openxmlformats.org/officeDocument/2006/relationships/slideLayout" Target="../slideLayouts/slideLayout2.xml" /><Relationship Id="rId4" Type="http://schemas.openxmlformats.org/officeDocument/2006/relationships/image" Target="../media/image94.png" /></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1.bin" /><Relationship Id="rId2" Type="http://schemas.openxmlformats.org/officeDocument/2006/relationships/notesSlide" Target="../notesSlides/notesSlide8.xml" /><Relationship Id="rId1" Type="http://schemas.openxmlformats.org/officeDocument/2006/relationships/slideLayout" Target="../slideLayouts/slideLayout7.xml" /><Relationship Id="rId4" Type="http://schemas.openxmlformats.org/officeDocument/2006/relationships/image" Target="../media/image95.png"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2" Type="http://schemas.openxmlformats.org/officeDocument/2006/relationships/image" Target="../media/image96.jpg" /><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2" Type="http://schemas.openxmlformats.org/officeDocument/2006/relationships/image" Target="../media/image97.jpg" /><Relationship Id="rId1" Type="http://schemas.openxmlformats.org/officeDocument/2006/relationships/slideLayout" Target="../slideLayouts/slideLayout1.xml" /></Relationships>
</file>

<file path=ppt/slides/_rels/slide74.xml.rels><?xml version="1.0" encoding="UTF-8" standalone="yes"?>
<Relationships xmlns="http://schemas.openxmlformats.org/package/2006/relationships"><Relationship Id="rId3" Type="http://schemas.openxmlformats.org/officeDocument/2006/relationships/image" Target="../media/image99.png" /><Relationship Id="rId2" Type="http://schemas.openxmlformats.org/officeDocument/2006/relationships/image" Target="../media/image98.jpg"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3" Type="http://schemas.openxmlformats.org/officeDocument/2006/relationships/image" Target="../media/image101.jpg" /><Relationship Id="rId2" Type="http://schemas.openxmlformats.org/officeDocument/2006/relationships/image" Target="../media/image100.jpg" /><Relationship Id="rId1" Type="http://schemas.openxmlformats.org/officeDocument/2006/relationships/slideLayout" Target="../slideLayouts/slideLayout2.xml" /><Relationship Id="rId5" Type="http://schemas.openxmlformats.org/officeDocument/2006/relationships/image" Target="../media/image103.jpg" /><Relationship Id="rId4" Type="http://schemas.openxmlformats.org/officeDocument/2006/relationships/image" Target="../media/image102.jpg" /></Relationships>
</file>

<file path=ppt/slides/_rels/slide76.xml.rels><?xml version="1.0" encoding="UTF-8" standalone="yes"?>
<Relationships xmlns="http://schemas.openxmlformats.org/package/2006/relationships"><Relationship Id="rId3" Type="http://schemas.openxmlformats.org/officeDocument/2006/relationships/image" Target="../media/image105.jpg" /><Relationship Id="rId2" Type="http://schemas.openxmlformats.org/officeDocument/2006/relationships/image" Target="../media/image104.jpg" /><Relationship Id="rId1" Type="http://schemas.openxmlformats.org/officeDocument/2006/relationships/slideLayout" Target="../slideLayouts/slideLayout2.xml" /><Relationship Id="rId4" Type="http://schemas.openxmlformats.org/officeDocument/2006/relationships/image" Target="../media/image106.jpg" /></Relationships>
</file>

<file path=ppt/slides/_rels/slide77.xml.rels><?xml version="1.0" encoding="UTF-8" standalone="yes"?>
<Relationships xmlns="http://schemas.openxmlformats.org/package/2006/relationships"><Relationship Id="rId3" Type="http://schemas.openxmlformats.org/officeDocument/2006/relationships/image" Target="../media/image108.jpg" /><Relationship Id="rId2" Type="http://schemas.openxmlformats.org/officeDocument/2006/relationships/image" Target="../media/image107.jpg" /><Relationship Id="rId1" Type="http://schemas.openxmlformats.org/officeDocument/2006/relationships/slideLayout" Target="../slideLayouts/slideLayout2.xml" /><Relationship Id="rId5" Type="http://schemas.openxmlformats.org/officeDocument/2006/relationships/image" Target="../media/image110.jpg" /><Relationship Id="rId4" Type="http://schemas.openxmlformats.org/officeDocument/2006/relationships/image" Target="../media/image109.jpg" /></Relationships>
</file>

<file path=ppt/slides/_rels/slide78.xml.rels><?xml version="1.0" encoding="UTF-8" standalone="yes"?>
<Relationships xmlns="http://schemas.openxmlformats.org/package/2006/relationships"><Relationship Id="rId3" Type="http://schemas.openxmlformats.org/officeDocument/2006/relationships/image" Target="../media/image112.jpg" /><Relationship Id="rId2" Type="http://schemas.openxmlformats.org/officeDocument/2006/relationships/image" Target="../media/image111.jpg" /><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2" Type="http://schemas.openxmlformats.org/officeDocument/2006/relationships/image" Target="../media/image113.jpg" /><Relationship Id="rId1" Type="http://schemas.openxmlformats.org/officeDocument/2006/relationships/slideLayout" Target="../slideLayouts/slideLayout1.xml" /></Relationships>
</file>

<file path=ppt/slides/_rels/slide80.xml.rels><?xml version="1.0" encoding="UTF-8" standalone="yes"?>
<Relationships xmlns="http://schemas.openxmlformats.org/package/2006/relationships"><Relationship Id="rId3" Type="http://schemas.openxmlformats.org/officeDocument/2006/relationships/image" Target="../media/image115.png" /><Relationship Id="rId2" Type="http://schemas.openxmlformats.org/officeDocument/2006/relationships/image" Target="../media/image114.png" /><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2" Type="http://schemas.openxmlformats.org/officeDocument/2006/relationships/image" Target="../media/image116.jpg" /><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2" Type="http://schemas.openxmlformats.org/officeDocument/2006/relationships/hyperlink" Target="https://public-library.safetyculture.io/products/manual-handling-risk-assessment-tgQkE?amp_dev=cae384f6-72a9-47f4-be64-3c6533c4ad69&amp;sid=1667035112839" TargetMode="External" /><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3" Type="http://schemas.openxmlformats.org/officeDocument/2006/relationships/hyperlink" Target="https://safetyculture.com/topics/risk-assessment/" TargetMode="External" /><Relationship Id="rId2" Type="http://schemas.openxmlformats.org/officeDocument/2006/relationships/hyperlink" Target="https://safetyculture.com/topics/manual-handling/" TargetMode="External" /><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2" Type="http://schemas.openxmlformats.org/officeDocument/2006/relationships/image" Target="../media/image117.png" /><Relationship Id="rId1" Type="http://schemas.openxmlformats.org/officeDocument/2006/relationships/slideLayout" Target="../slideLayouts/slideLayout2.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2" Type="http://schemas.openxmlformats.org/officeDocument/2006/relationships/image" Target="../media/image118.jfif" /><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2" Type="http://schemas.openxmlformats.org/officeDocument/2006/relationships/image" Target="../media/image119.jpg" /><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2" Type="http://schemas.openxmlformats.org/officeDocument/2006/relationships/image" Target="../media/image120.png" /><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 standalone="yes"?>
<Relationships xmlns="http://schemas.openxmlformats.org/package/2006/relationships"><Relationship Id="rId2" Type="http://schemas.openxmlformats.org/officeDocument/2006/relationships/image" Target="../media/image121.jpg" /><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96.xml.rels><?xml version="1.0" encoding="UTF-8" standalone="yes"?>
<Relationships xmlns="http://schemas.openxmlformats.org/package/2006/relationships"><Relationship Id="rId2" Type="http://schemas.openxmlformats.org/officeDocument/2006/relationships/image" Target="../media/image122.jpg" /><Relationship Id="rId1" Type="http://schemas.openxmlformats.org/officeDocument/2006/relationships/slideLayout" Target="../slideLayouts/slideLayout5.xml" /></Relationships>
</file>

<file path=ppt/slides/_rels/slide97.xml.rels><?xml version="1.0" encoding="UTF-8" standalone="yes"?>
<Relationships xmlns="http://schemas.openxmlformats.org/package/2006/relationships"><Relationship Id="rId2" Type="http://schemas.openxmlformats.org/officeDocument/2006/relationships/image" Target="../media/image123.jpg" /><Relationship Id="rId1" Type="http://schemas.openxmlformats.org/officeDocument/2006/relationships/slideLayout" Target="../slideLayouts/slideLayout5.xml" /></Relationships>
</file>

<file path=ppt/slides/_rels/slide98.xml.rels><?xml version="1.0" encoding="UTF-8" standalone="yes"?>
<Relationships xmlns="http://schemas.openxmlformats.org/package/2006/relationships"><Relationship Id="rId2" Type="http://schemas.openxmlformats.org/officeDocument/2006/relationships/image" Target="../media/image124.jpg" /><Relationship Id="rId1" Type="http://schemas.openxmlformats.org/officeDocument/2006/relationships/slideLayout" Target="../slideLayouts/slideLayout5.xml" /></Relationships>
</file>

<file path=ppt/slides/_rels/slide99.xml.rels><?xml version="1.0" encoding="UTF-8" standalone="yes"?>
<Relationships xmlns="http://schemas.openxmlformats.org/package/2006/relationships"><Relationship Id="rId2" Type="http://schemas.openxmlformats.org/officeDocument/2006/relationships/image" Target="../media/image125.jpg" /><Relationship Id="rId1" Type="http://schemas.openxmlformats.org/officeDocument/2006/relationships/slideLayout" Target="../slideLayouts/slideLayout5.xml" /></Relationships>
</file>

<file path=ppt/slides/_rels/slide100.xml.rels><?xml version="1.0" encoding="UTF-8" standalone="yes"?>
<Relationships xmlns="http://schemas.openxmlformats.org/package/2006/relationships"><Relationship Id="rId2" Type="http://schemas.openxmlformats.org/officeDocument/2006/relationships/image" Target="../media/image126.jpg" /><Relationship Id="rId1" Type="http://schemas.openxmlformats.org/officeDocument/2006/relationships/slideLayout" Target="../slideLayouts/slideLayout5.xml" /></Relationships>
</file>

<file path=ppt/slides/_rels/slide101.xml.rels><?xml version="1.0" encoding="UTF-8" standalone="yes"?>
<Relationships xmlns="http://schemas.openxmlformats.org/package/2006/relationships"><Relationship Id="rId2" Type="http://schemas.openxmlformats.org/officeDocument/2006/relationships/image" Target="../media/image127.jpg" /><Relationship Id="rId1" Type="http://schemas.openxmlformats.org/officeDocument/2006/relationships/slideLayout" Target="../slideLayouts/slideLayout5.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07.xml.rels><?xml version="1.0" encoding="UTF-8" standalone="yes"?>
<Relationships xmlns="http://schemas.openxmlformats.org/package/2006/relationships"><Relationship Id="rId2" Type="http://schemas.openxmlformats.org/officeDocument/2006/relationships/image" Target="../media/image128.png" /><Relationship Id="rId1" Type="http://schemas.openxmlformats.org/officeDocument/2006/relationships/slideLayout" Target="../slideLayouts/slideLayout5.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09.xml.rels><?xml version="1.0" encoding="UTF-8" standalone="yes"?>
<Relationships xmlns="http://schemas.openxmlformats.org/package/2006/relationships"><Relationship Id="rId2" Type="http://schemas.openxmlformats.org/officeDocument/2006/relationships/image" Target="../media/image129.png" /><Relationship Id="rId1" Type="http://schemas.openxmlformats.org/officeDocument/2006/relationships/slideLayout" Target="../slideLayouts/slideLayout5.xml"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11.xml.rels><?xml version="1.0" encoding="UTF-8" standalone="yes"?>
<Relationships xmlns="http://schemas.openxmlformats.org/package/2006/relationships"><Relationship Id="rId2" Type="http://schemas.openxmlformats.org/officeDocument/2006/relationships/image" Target="../media/image130.jpg" /><Relationship Id="rId1" Type="http://schemas.openxmlformats.org/officeDocument/2006/relationships/slideLayout" Target="../slideLayouts/slideLayout2.xml" /></Relationships>
</file>

<file path=ppt/slides/_rels/slide112.xml.rels><?xml version="1.0" encoding="UTF-8" standalone="yes"?>
<Relationships xmlns="http://schemas.openxmlformats.org/package/2006/relationships"><Relationship Id="rId2" Type="http://schemas.openxmlformats.org/officeDocument/2006/relationships/image" Target="../media/image131.jpg" /><Relationship Id="rId1" Type="http://schemas.openxmlformats.org/officeDocument/2006/relationships/slideLayout" Target="../slideLayouts/slideLayout2.xml"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 standalone="yes"?>
<Relationships xmlns="http://schemas.openxmlformats.org/package/2006/relationships"><Relationship Id="rId2" Type="http://schemas.openxmlformats.org/officeDocument/2006/relationships/image" Target="../media/image132.jpg" /><Relationship Id="rId1" Type="http://schemas.openxmlformats.org/officeDocument/2006/relationships/slideLayout" Target="../slideLayouts/slideLayout1.xml"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 standalone="yes"?>
<Relationships xmlns="http://schemas.openxmlformats.org/package/2006/relationships"><Relationship Id="rId2" Type="http://schemas.openxmlformats.org/officeDocument/2006/relationships/image" Target="../media/image133.jpg" /><Relationship Id="rId1" Type="http://schemas.openxmlformats.org/officeDocument/2006/relationships/slideLayout" Target="../slideLayouts/slideLayout5.xml"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 standalone="yes"?>
<Relationships xmlns="http://schemas.openxmlformats.org/package/2006/relationships"><Relationship Id="rId2" Type="http://schemas.openxmlformats.org/officeDocument/2006/relationships/image" Target="../media/image134.jpg" /><Relationship Id="rId1" Type="http://schemas.openxmlformats.org/officeDocument/2006/relationships/slideLayout" Target="../slideLayouts/slideLayout2.xml"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 standalone="yes"?>
<Relationships xmlns="http://schemas.openxmlformats.org/package/2006/relationships"><Relationship Id="rId3" Type="http://schemas.openxmlformats.org/officeDocument/2006/relationships/image" Target="../media/image136.jfif" /><Relationship Id="rId2" Type="http://schemas.openxmlformats.org/officeDocument/2006/relationships/image" Target="../media/image135.jpg" /><Relationship Id="rId1" Type="http://schemas.openxmlformats.org/officeDocument/2006/relationships/slideLayout" Target="../slideLayouts/slideLayout2.xml" /></Relationships>
</file>

<file path=ppt/slides/_rels/slide122.xml.rels><?xml version="1.0" encoding="UTF-8" standalone="yes"?>
<Relationships xmlns="http://schemas.openxmlformats.org/package/2006/relationships"><Relationship Id="rId3" Type="http://schemas.openxmlformats.org/officeDocument/2006/relationships/image" Target="../media/image138.jpg" /><Relationship Id="rId2" Type="http://schemas.openxmlformats.org/officeDocument/2006/relationships/image" Target="../media/image137.jfif" /><Relationship Id="rId1" Type="http://schemas.openxmlformats.org/officeDocument/2006/relationships/slideLayout" Target="../slideLayouts/slideLayout2.xml" /></Relationships>
</file>

<file path=ppt/slides/_rels/slide123.xml.rels><?xml version="1.0" encoding="UTF-8" standalone="yes"?>
<Relationships xmlns="http://schemas.openxmlformats.org/package/2006/relationships"><Relationship Id="rId3" Type="http://schemas.openxmlformats.org/officeDocument/2006/relationships/image" Target="../media/image140.png" /><Relationship Id="rId2" Type="http://schemas.openxmlformats.org/officeDocument/2006/relationships/image" Target="../media/image139.jfif" /><Relationship Id="rId1" Type="http://schemas.openxmlformats.org/officeDocument/2006/relationships/slideLayout" Target="../slideLayouts/slideLayout2.xml" /></Relationships>
</file>

<file path=ppt/slides/_rels/slide124.xml.rels><?xml version="1.0" encoding="UTF-8" standalone="yes"?>
<Relationships xmlns="http://schemas.openxmlformats.org/package/2006/relationships"><Relationship Id="rId2" Type="http://schemas.openxmlformats.org/officeDocument/2006/relationships/image" Target="../media/image141.jfif"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267200" y="1221266"/>
            <a:ext cx="3046730" cy="939800"/>
          </a:xfrm>
          <a:prstGeom prst="rect">
            <a:avLst/>
          </a:prstGeom>
        </p:spPr>
        <p:txBody>
          <a:bodyPr vert="horz" wrap="square" lIns="0" tIns="12700" rIns="0" bIns="0" rtlCol="0">
            <a:spAutoFit/>
          </a:bodyPr>
          <a:lstStyle/>
          <a:p>
            <a:pPr marL="12700">
              <a:lnSpc>
                <a:spcPct val="100000"/>
              </a:lnSpc>
              <a:spcBef>
                <a:spcPts val="100"/>
              </a:spcBef>
            </a:pPr>
            <a:r>
              <a:rPr sz="6000" b="1" dirty="0">
                <a:latin typeface="Times New Roman" panose="02020603050405020304" pitchFamily="18" charset="0"/>
                <a:cs typeface="Times New Roman" panose="02020603050405020304" pitchFamily="18" charset="0"/>
              </a:rPr>
              <a:t>Module</a:t>
            </a:r>
            <a:r>
              <a:rPr sz="6000" b="1" spc="-225" dirty="0">
                <a:latin typeface="Times New Roman" panose="02020603050405020304" pitchFamily="18" charset="0"/>
                <a:cs typeface="Times New Roman" panose="02020603050405020304" pitchFamily="18" charset="0"/>
              </a:rPr>
              <a:t> </a:t>
            </a:r>
            <a:r>
              <a:rPr sz="6000" b="1" spc="-50" dirty="0">
                <a:latin typeface="Times New Roman" panose="02020603050405020304" pitchFamily="18" charset="0"/>
                <a:cs typeface="Times New Roman" panose="02020603050405020304" pitchFamily="18" charset="0"/>
              </a:rPr>
              <a:t>4</a:t>
            </a:r>
            <a:endParaRPr sz="60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subTitle" idx="4"/>
          </p:nvPr>
        </p:nvSpPr>
        <p:spPr>
          <a:xfrm>
            <a:off x="1752600" y="2161066"/>
            <a:ext cx="9144000" cy="689932"/>
          </a:xfrm>
          <a:prstGeom prst="rect">
            <a:avLst/>
          </a:prstGeom>
        </p:spPr>
        <p:txBody>
          <a:bodyPr vert="horz" wrap="square" lIns="0" tIns="12700" rIns="0" bIns="0" rtlCol="0">
            <a:spAutoFit/>
          </a:bodyPr>
          <a:lstStyle/>
          <a:p>
            <a:pPr marL="12700">
              <a:lnSpc>
                <a:spcPct val="100000"/>
              </a:lnSpc>
              <a:spcBef>
                <a:spcPts val="100"/>
              </a:spcBef>
            </a:pPr>
            <a:r>
              <a:rPr sz="4400" b="1" u="none" dirty="0">
                <a:solidFill>
                  <a:srgbClr val="000000"/>
                </a:solidFill>
                <a:latin typeface="Times New Roman" panose="02020603050405020304" pitchFamily="18" charset="0"/>
                <a:cs typeface="Times New Roman" panose="02020603050405020304" pitchFamily="18" charset="0"/>
              </a:rPr>
              <a:t>SAFETY</a:t>
            </a:r>
            <a:r>
              <a:rPr sz="4400" b="1" u="none" spc="-105" dirty="0">
                <a:solidFill>
                  <a:srgbClr val="000000"/>
                </a:solidFill>
                <a:latin typeface="Times New Roman" panose="02020603050405020304" pitchFamily="18" charset="0"/>
                <a:cs typeface="Times New Roman" panose="02020603050405020304" pitchFamily="18" charset="0"/>
              </a:rPr>
              <a:t> </a:t>
            </a:r>
            <a:r>
              <a:rPr sz="4400" b="1" u="none" dirty="0">
                <a:solidFill>
                  <a:srgbClr val="000000"/>
                </a:solidFill>
                <a:latin typeface="Times New Roman" panose="02020603050405020304" pitchFamily="18" charset="0"/>
                <a:cs typeface="Times New Roman" panose="02020603050405020304" pitchFamily="18" charset="0"/>
              </a:rPr>
              <a:t>HAZARDS</a:t>
            </a:r>
            <a:r>
              <a:rPr sz="4400" b="1" u="none" spc="-105" dirty="0">
                <a:solidFill>
                  <a:srgbClr val="000000"/>
                </a:solidFill>
                <a:latin typeface="Times New Roman" panose="02020603050405020304" pitchFamily="18" charset="0"/>
                <a:cs typeface="Times New Roman" panose="02020603050405020304" pitchFamily="18" charset="0"/>
              </a:rPr>
              <a:t> </a:t>
            </a:r>
            <a:r>
              <a:rPr sz="4400" b="1" u="none" dirty="0">
                <a:solidFill>
                  <a:srgbClr val="000000"/>
                </a:solidFill>
                <a:latin typeface="Times New Roman" panose="02020603050405020304" pitchFamily="18" charset="0"/>
                <a:cs typeface="Times New Roman" panose="02020603050405020304" pitchFamily="18" charset="0"/>
              </a:rPr>
              <a:t>IN</a:t>
            </a:r>
            <a:r>
              <a:rPr sz="4400" b="1" u="none" spc="-100" dirty="0">
                <a:solidFill>
                  <a:srgbClr val="000000"/>
                </a:solidFill>
                <a:latin typeface="Times New Roman" panose="02020603050405020304" pitchFamily="18" charset="0"/>
                <a:cs typeface="Times New Roman" panose="02020603050405020304" pitchFamily="18" charset="0"/>
              </a:rPr>
              <a:t> </a:t>
            </a:r>
            <a:r>
              <a:rPr sz="4400" b="1" u="none" spc="-10" dirty="0">
                <a:solidFill>
                  <a:srgbClr val="000000"/>
                </a:solidFill>
                <a:latin typeface="Times New Roman" panose="02020603050405020304" pitchFamily="18" charset="0"/>
                <a:cs typeface="Times New Roman" panose="02020603050405020304" pitchFamily="18" charset="0"/>
              </a:rPr>
              <a:t>MACHINES</a:t>
            </a:r>
            <a:endParaRPr sz="4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3886200"/>
            <a:ext cx="4962997" cy="2279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4400" y="457200"/>
            <a:ext cx="8102742"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latin typeface="Times New Roman" panose="02020603050405020304" pitchFamily="18" charset="0"/>
                <a:cs typeface="Times New Roman" panose="02020603050405020304" pitchFamily="18" charset="0"/>
              </a:rPr>
              <a:t>Syllabus</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457200" y="951581"/>
            <a:ext cx="11412220" cy="5681042"/>
          </a:xfrm>
          <a:prstGeom prst="rect">
            <a:avLst/>
          </a:prstGeom>
        </p:spPr>
        <p:txBody>
          <a:bodyPr vert="horz" wrap="square" lIns="0" tIns="12700" rIns="0" bIns="0" rtlCol="0">
            <a:spAutoFit/>
          </a:bodyPr>
          <a:lstStyle/>
          <a:p>
            <a:pPr marL="12700" marR="5080" algn="just">
              <a:spcBef>
                <a:spcPts val="100"/>
              </a:spcBef>
            </a:pPr>
            <a:r>
              <a:rPr sz="2400" dirty="0">
                <a:latin typeface="Times New Roman" panose="02020603050405020304" pitchFamily="18" charset="0"/>
                <a:cs typeface="Times New Roman" panose="02020603050405020304" pitchFamily="18" charset="0"/>
              </a:rPr>
              <a:t>Machinery</a:t>
            </a:r>
            <a:r>
              <a:rPr sz="2400" spc="49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safeguard-Point-</a:t>
            </a:r>
            <a:r>
              <a:rPr sz="2400" spc="-20" dirty="0">
                <a:latin typeface="Times New Roman" panose="02020603050405020304" pitchFamily="18" charset="0"/>
                <a:cs typeface="Times New Roman" panose="02020603050405020304" pitchFamily="18" charset="0"/>
              </a:rPr>
              <a:t>of-</a:t>
            </a:r>
            <a:r>
              <a:rPr sz="2400" dirty="0">
                <a:latin typeface="Times New Roman" panose="02020603050405020304" pitchFamily="18" charset="0"/>
                <a:cs typeface="Times New Roman" panose="02020603050405020304" pitchFamily="18" charset="0"/>
              </a:rPr>
              <a:t>Operation,</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Principle</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4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guarding</a:t>
            </a:r>
            <a:r>
              <a:rPr sz="2400" spc="4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t>
            </a:r>
            <a:r>
              <a:rPr sz="2400" dirty="0">
                <a:latin typeface="Times New Roman" panose="02020603050405020304" pitchFamily="18" charset="0"/>
                <a:cs typeface="Times New Roman" panose="02020603050405020304" pitchFamily="18" charset="0"/>
              </a:rPr>
              <a:t>types</a:t>
            </a:r>
            <a:r>
              <a:rPr sz="2400" spc="49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guards</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devices.</a:t>
            </a:r>
            <a:endParaRPr lang="en-US" sz="2400" dirty="0">
              <a:latin typeface="Times New Roman" panose="02020603050405020304" pitchFamily="18" charset="0"/>
              <a:cs typeface="Times New Roman" panose="02020603050405020304" pitchFamily="18" charset="0"/>
            </a:endParaRPr>
          </a:p>
          <a:p>
            <a:pPr marL="12700" marR="5080" algn="just">
              <a:spcBef>
                <a:spcPts val="100"/>
              </a:spcBef>
            </a:pPr>
            <a:endParaRPr lang="en-US" sz="2400" dirty="0">
              <a:latin typeface="Times New Roman" panose="02020603050405020304" pitchFamily="18" charset="0"/>
              <a:cs typeface="Times New Roman" panose="02020603050405020304" pitchFamily="18" charset="0"/>
            </a:endParaRPr>
          </a:p>
          <a:p>
            <a:pPr marL="12700" marR="5080" algn="just">
              <a:spcBef>
                <a:spcPts val="100"/>
              </a:spcBef>
            </a:pPr>
            <a:r>
              <a:rPr sz="2400" dirty="0">
                <a:latin typeface="Times New Roman" panose="02020603050405020304" pitchFamily="18" charset="0"/>
                <a:cs typeface="Times New Roman" panose="02020603050405020304" pitchFamily="18" charset="0"/>
              </a:rPr>
              <a:t>Safety</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turning</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grinding.</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Welding</a:t>
            </a:r>
            <a:r>
              <a:rPr sz="2400" spc="43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3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Cutting-</a:t>
            </a:r>
            <a:endParaRPr lang="en-US" sz="2400" spc="-20" dirty="0">
              <a:latin typeface="Times New Roman" panose="02020603050405020304" pitchFamily="18" charset="0"/>
              <a:cs typeface="Times New Roman" panose="02020603050405020304" pitchFamily="18" charset="0"/>
            </a:endParaRPr>
          </a:p>
          <a:p>
            <a:pPr marL="12700" marR="5080" algn="just">
              <a:spcBef>
                <a:spcPts val="100"/>
              </a:spcBef>
            </a:pPr>
            <a:endParaRPr lang="en-US" sz="2400" spc="-20" dirty="0">
              <a:latin typeface="Times New Roman" panose="02020603050405020304" pitchFamily="18" charset="0"/>
              <a:cs typeface="Times New Roman" panose="02020603050405020304" pitchFamily="18" charset="0"/>
            </a:endParaRPr>
          </a:p>
          <a:p>
            <a:pPr marL="12700" marR="5080" algn="just">
              <a:spcBef>
                <a:spcPts val="100"/>
              </a:spcBef>
            </a:pPr>
            <a:r>
              <a:rPr sz="2400" spc="-10" dirty="0">
                <a:latin typeface="Times New Roman" panose="02020603050405020304" pitchFamily="18" charset="0"/>
                <a:cs typeface="Times New Roman" panose="02020603050405020304" pitchFamily="18" charset="0"/>
              </a:rPr>
              <a:t>Safety </a:t>
            </a:r>
            <a:r>
              <a:rPr sz="2400" dirty="0">
                <a:latin typeface="Times New Roman" panose="02020603050405020304" pitchFamily="18" charset="0"/>
                <a:cs typeface="Times New Roman" panose="02020603050405020304" pitchFamily="18" charset="0"/>
              </a:rPr>
              <a:t>Precautions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Gas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welding</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and</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Arc</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Welding</a:t>
            </a:r>
            <a:endParaRPr lang="en-US" sz="2400" dirty="0">
              <a:latin typeface="Times New Roman" panose="02020603050405020304" pitchFamily="18" charset="0"/>
              <a:cs typeface="Times New Roman" panose="02020603050405020304" pitchFamily="18" charset="0"/>
            </a:endParaRPr>
          </a:p>
          <a:p>
            <a:pPr marL="12700" marR="5080" algn="just">
              <a:spcBef>
                <a:spcPts val="100"/>
              </a:spcBef>
            </a:pPr>
            <a:endParaRPr lang="en-US" sz="2400" spc="-55" dirty="0">
              <a:latin typeface="Times New Roman" panose="02020603050405020304" pitchFamily="18" charset="0"/>
              <a:cs typeface="Times New Roman" panose="02020603050405020304" pitchFamily="18" charset="0"/>
            </a:endParaRPr>
          </a:p>
          <a:p>
            <a:pPr marL="12700" marR="5080" algn="just">
              <a:spcBef>
                <a:spcPts val="100"/>
              </a:spcBef>
            </a:pPr>
            <a:r>
              <a:rPr sz="2400" dirty="0">
                <a:latin typeface="Times New Roman" panose="02020603050405020304" pitchFamily="18" charset="0"/>
                <a:cs typeface="Times New Roman" panose="02020603050405020304" pitchFamily="18" charset="0"/>
              </a:rPr>
              <a:t>Material</a:t>
            </a:r>
            <a:r>
              <a:rPr sz="2400" spc="-6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Handling-</a:t>
            </a:r>
            <a:r>
              <a:rPr sz="2400" spc="-10" dirty="0">
                <a:latin typeface="Times New Roman" panose="02020603050405020304" pitchFamily="18" charset="0"/>
                <a:cs typeface="Times New Roman" panose="02020603050405020304" pitchFamily="18" charset="0"/>
              </a:rPr>
              <a:t>Classification-safety </a:t>
            </a:r>
            <a:r>
              <a:rPr sz="2400" dirty="0">
                <a:latin typeface="Times New Roman" panose="02020603050405020304" pitchFamily="18" charset="0"/>
                <a:cs typeface="Times New Roman" panose="02020603050405020304" pitchFamily="18" charset="0"/>
              </a:rPr>
              <a:t>consideration-</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manual</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mechanical</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handling.</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Handling</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assessments</a:t>
            </a:r>
            <a:r>
              <a:rPr sz="2400" spc="22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and </a:t>
            </a:r>
            <a:r>
              <a:rPr sz="2400" dirty="0">
                <a:latin typeface="Times New Roman" panose="02020603050405020304" pitchFamily="18" charset="0"/>
                <a:cs typeface="Times New Roman" panose="02020603050405020304" pitchFamily="18" charset="0"/>
              </a:rPr>
              <a:t>techniques-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lifting,</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carrying,</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pulling,</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pushing,</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palletizing</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stocking.</a:t>
            </a:r>
            <a:r>
              <a:rPr sz="2400" spc="50" dirty="0">
                <a:latin typeface="Times New Roman" panose="02020603050405020304" pitchFamily="18" charset="0"/>
                <a:cs typeface="Times New Roman" panose="02020603050405020304" pitchFamily="18" charset="0"/>
              </a:rPr>
              <a:t>  </a:t>
            </a:r>
            <a:endParaRPr lang="en-US" sz="2400" spc="50" dirty="0">
              <a:latin typeface="Times New Roman" panose="02020603050405020304" pitchFamily="18" charset="0"/>
              <a:cs typeface="Times New Roman" panose="02020603050405020304" pitchFamily="18" charset="0"/>
            </a:endParaRPr>
          </a:p>
          <a:p>
            <a:pPr marL="12700" marR="5080" algn="just">
              <a:spcBef>
                <a:spcPts val="100"/>
              </a:spcBef>
            </a:pPr>
            <a:endParaRPr lang="en-US" sz="2400" spc="50" dirty="0">
              <a:latin typeface="Times New Roman" panose="02020603050405020304" pitchFamily="18" charset="0"/>
              <a:cs typeface="Times New Roman" panose="02020603050405020304" pitchFamily="18" charset="0"/>
            </a:endParaRPr>
          </a:p>
          <a:p>
            <a:pPr marL="12700" marR="5080" algn="just">
              <a:spcBef>
                <a:spcPts val="100"/>
              </a:spcBef>
            </a:pPr>
            <a:r>
              <a:rPr sz="2400" spc="-10" dirty="0">
                <a:latin typeface="Times New Roman" panose="02020603050405020304" pitchFamily="18" charset="0"/>
                <a:cs typeface="Times New Roman" panose="02020603050405020304" pitchFamily="18" charset="0"/>
              </a:rPr>
              <a:t>Material </a:t>
            </a:r>
            <a:r>
              <a:rPr sz="2400" dirty="0">
                <a:latin typeface="Times New Roman" panose="02020603050405020304" pitchFamily="18" charset="0"/>
                <a:cs typeface="Times New Roman" panose="02020603050405020304" pitchFamily="18" charset="0"/>
              </a:rPr>
              <a:t>Handling</a:t>
            </a:r>
            <a:r>
              <a:rPr lang="en-US" sz="2400" spc="254"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equipment-</a:t>
            </a:r>
            <a:r>
              <a:rPr sz="2400" dirty="0">
                <a:latin typeface="Times New Roman" panose="02020603050405020304" pitchFamily="18" charset="0"/>
                <a:cs typeface="Times New Roman" panose="02020603050405020304" pitchFamily="18" charset="0"/>
              </a:rPr>
              <a:t>operation</a:t>
            </a:r>
            <a:r>
              <a:rPr sz="2400" spc="25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&amp;</a:t>
            </a:r>
            <a:r>
              <a:rPr sz="2400" spc="25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maintenance.</a:t>
            </a:r>
            <a:r>
              <a:rPr sz="2400" spc="25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Maintenance</a:t>
            </a:r>
            <a:r>
              <a:rPr sz="2400" spc="25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2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common </a:t>
            </a:r>
            <a:r>
              <a:rPr sz="2400" spc="-25" dirty="0">
                <a:latin typeface="Times New Roman" panose="02020603050405020304" pitchFamily="18" charset="0"/>
                <a:cs typeface="Times New Roman" panose="02020603050405020304" pitchFamily="18" charset="0"/>
              </a:rPr>
              <a:t>elements-</a:t>
            </a:r>
            <a:r>
              <a:rPr sz="2400" dirty="0">
                <a:latin typeface="Times New Roman" panose="02020603050405020304" pitchFamily="18" charset="0"/>
                <a:cs typeface="Times New Roman" panose="02020603050405020304" pitchFamily="18" charset="0"/>
              </a:rPr>
              <a:t>wire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rope,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chains</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slings,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hooks,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clamps.</a:t>
            </a:r>
            <a:r>
              <a:rPr sz="2400" spc="-30" dirty="0">
                <a:latin typeface="Times New Roman" panose="02020603050405020304" pitchFamily="18" charset="0"/>
                <a:cs typeface="Times New Roman" panose="02020603050405020304" pitchFamily="18" charset="0"/>
              </a:rPr>
              <a:t> </a:t>
            </a:r>
            <a:endParaRPr lang="en-US" sz="2400" spc="-30" dirty="0">
              <a:latin typeface="Times New Roman" panose="02020603050405020304" pitchFamily="18" charset="0"/>
              <a:cs typeface="Times New Roman" panose="02020603050405020304" pitchFamily="18" charset="0"/>
            </a:endParaRPr>
          </a:p>
          <a:p>
            <a:pPr marL="12700" marR="5080" algn="just">
              <a:spcBef>
                <a:spcPts val="100"/>
              </a:spcBef>
            </a:pPr>
            <a:endParaRPr lang="en-US" sz="2400" spc="-30" dirty="0">
              <a:latin typeface="Times New Roman" panose="02020603050405020304" pitchFamily="18" charset="0"/>
              <a:cs typeface="Times New Roman" panose="02020603050405020304" pitchFamily="18" charset="0"/>
            </a:endParaRPr>
          </a:p>
          <a:p>
            <a:pPr marL="12700" marR="5080" algn="just">
              <a:spcBef>
                <a:spcPts val="100"/>
              </a:spcBef>
            </a:pPr>
            <a:r>
              <a:rPr sz="2400" dirty="0">
                <a:latin typeface="Times New Roman" panose="02020603050405020304" pitchFamily="18" charset="0"/>
                <a:cs typeface="Times New Roman" panose="02020603050405020304" pitchFamily="18" charset="0"/>
              </a:rPr>
              <a:t>Hearing</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Conservation</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Program</a:t>
            </a:r>
            <a:r>
              <a:rPr sz="2400" spc="-3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in </a:t>
            </a:r>
            <a:r>
              <a:rPr sz="2400" dirty="0">
                <a:latin typeface="Times New Roman" panose="02020603050405020304" pitchFamily="18" charset="0"/>
                <a:cs typeface="Times New Roman" panose="02020603050405020304" pitchFamily="18" charset="0"/>
              </a:rPr>
              <a:t>Production</a:t>
            </a:r>
            <a:r>
              <a:rPr sz="2400" spc="-1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industries.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87941"/>
            <a:ext cx="9622790" cy="838611"/>
          </a:xfrm>
          <a:prstGeom prst="rect">
            <a:avLst/>
          </a:prstGeom>
        </p:spPr>
        <p:txBody>
          <a:bodyPr vert="horz" wrap="square" lIns="0" tIns="342821" rIns="0" bIns="0" rtlCol="0">
            <a:spAutoFit/>
          </a:bodyPr>
          <a:lstStyle/>
          <a:p>
            <a:pPr marL="2622550">
              <a:lnSpc>
                <a:spcPct val="100000"/>
              </a:lnSpc>
              <a:spcBef>
                <a:spcPts val="100"/>
              </a:spcBef>
            </a:pPr>
            <a:r>
              <a:rPr sz="3200" b="1" spc="-30" dirty="0">
                <a:solidFill>
                  <a:srgbClr val="C00000"/>
                </a:solidFill>
                <a:latin typeface="Times New Roman" panose="02020603050405020304" pitchFamily="18" charset="0"/>
                <a:cs typeface="Times New Roman" panose="02020603050405020304" pitchFamily="18" charset="0"/>
              </a:rPr>
              <a:t>MACHINERY</a:t>
            </a:r>
            <a:r>
              <a:rPr sz="3200" b="1" spc="-145" dirty="0">
                <a:solidFill>
                  <a:srgbClr val="C00000"/>
                </a:solidFill>
                <a:latin typeface="Times New Roman" panose="02020603050405020304" pitchFamily="18" charset="0"/>
                <a:cs typeface="Times New Roman" panose="02020603050405020304" pitchFamily="18" charset="0"/>
              </a:rPr>
              <a:t> </a:t>
            </a:r>
            <a:r>
              <a:rPr sz="3200" b="1" spc="-10" dirty="0">
                <a:solidFill>
                  <a:srgbClr val="C00000"/>
                </a:solidFill>
                <a:latin typeface="Times New Roman" panose="02020603050405020304" pitchFamily="18" charset="0"/>
                <a:cs typeface="Times New Roman" panose="02020603050405020304" pitchFamily="18" charset="0"/>
              </a:rPr>
              <a:t>SAFEGUARD</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09600" y="989821"/>
            <a:ext cx="11332029" cy="1728678"/>
          </a:xfrm>
          <a:prstGeom prst="rect">
            <a:avLst/>
          </a:prstGeom>
        </p:spPr>
        <p:txBody>
          <a:bodyPr vert="horz" wrap="square" lIns="0" tIns="60960" rIns="0" bIns="0" rtlCol="0">
            <a:spAutoFit/>
          </a:bodyPr>
          <a:lstStyle/>
          <a:p>
            <a:pPr marL="186690" marR="5080" indent="-174625" algn="just">
              <a:lnSpc>
                <a:spcPts val="3020"/>
              </a:lnSpc>
              <a:spcBef>
                <a:spcPts val="480"/>
              </a:spcBef>
              <a:buFont typeface="Arial MT"/>
              <a:buChar char="•"/>
              <a:tabLst>
                <a:tab pos="187960" algn="l"/>
              </a:tabLst>
            </a:pPr>
            <a:r>
              <a:rPr sz="2400" dirty="0">
                <a:latin typeface="Times New Roman" panose="02020603050405020304" pitchFamily="18" charset="0"/>
                <a:cs typeface="Times New Roman" panose="02020603050405020304" pitchFamily="18" charset="0"/>
              </a:rPr>
              <a:t>Machine</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first</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line</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defense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against</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injuries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caused</a:t>
            </a:r>
            <a:r>
              <a:rPr sz="2400" spc="-8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by </a:t>
            </a:r>
            <a:r>
              <a:rPr sz="2400" dirty="0">
                <a:latin typeface="Times New Roman" panose="02020603050405020304" pitchFamily="18" charset="0"/>
                <a:cs typeface="Times New Roman" panose="02020603050405020304" pitchFamily="18" charset="0"/>
              </a:rPr>
              <a:t>machine</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a:t>
            </a:r>
            <a:endParaRPr sz="2400" dirty="0">
              <a:latin typeface="Times New Roman" panose="02020603050405020304" pitchFamily="18" charset="0"/>
              <a:cs typeface="Times New Roman" panose="02020603050405020304" pitchFamily="18" charset="0"/>
            </a:endParaRPr>
          </a:p>
          <a:p>
            <a:pPr marL="186690" marR="176530" indent="-174625" algn="just">
              <a:lnSpc>
                <a:spcPts val="3020"/>
              </a:lnSpc>
              <a:spcBef>
                <a:spcPts val="1010"/>
              </a:spcBef>
              <a:buFont typeface="Arial MT"/>
              <a:buChar char="•"/>
              <a:tabLst>
                <a:tab pos="187960" algn="l"/>
              </a:tabLst>
            </a:pPr>
            <a:r>
              <a:rPr sz="2400" dirty="0">
                <a:latin typeface="Times New Roman" panose="02020603050405020304" pitchFamily="18" charset="0"/>
                <a:cs typeface="Times New Roman" panose="02020603050405020304" pitchFamily="18" charset="0"/>
              </a:rPr>
              <a:t>Each</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must</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have</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adequate</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safeguards</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protect</a:t>
            </a:r>
            <a:r>
              <a:rPr sz="2400" spc="-8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operators 	</a:t>
            </a:r>
            <a:r>
              <a:rPr sz="2400" dirty="0">
                <a:latin typeface="Times New Roman" panose="02020603050405020304" pitchFamily="18" charset="0"/>
                <a:cs typeface="Times New Roman" panose="02020603050405020304" pitchFamily="18" charset="0"/>
              </a:rPr>
              <a:t>and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other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employees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immediate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from</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hazards </a:t>
            </a:r>
            <a:r>
              <a:rPr sz="2400" dirty="0">
                <a:latin typeface="Times New Roman" panose="02020603050405020304" pitchFamily="18" charset="0"/>
                <a:cs typeface="Times New Roman" panose="02020603050405020304" pitchFamily="18" charset="0"/>
              </a:rPr>
              <a:t>created</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ingoing</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nip</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points,</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rotating</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sparks</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flying</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debris</a:t>
            </a:r>
            <a:endParaRPr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718499"/>
            <a:ext cx="2952750" cy="155257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5210628"/>
            <a:ext cx="2857500" cy="16002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000" y="3654027"/>
            <a:ext cx="4552402" cy="3167687"/>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9112" y="2529477"/>
            <a:ext cx="2143125" cy="2590800"/>
          </a:xfrm>
          <a:prstGeom prst="rect">
            <a:avLst/>
          </a:prstGeom>
        </p:spPr>
      </p:pic>
      <p:pic>
        <p:nvPicPr>
          <p:cNvPr id="4" name="Picture 3"/>
          <p:cNvPicPr>
            <a:picLocks noChangeAspect="1"/>
          </p:cNvPicPr>
          <p:nvPr/>
        </p:nvPicPr>
        <p:blipFill>
          <a:blip r:embed="rId6"/>
          <a:stretch>
            <a:fillRect/>
          </a:stretch>
        </p:blipFill>
        <p:spPr>
          <a:xfrm>
            <a:off x="1934217" y="4458063"/>
            <a:ext cx="1456683" cy="2273659"/>
          </a:xfrm>
          <a:prstGeom prst="rect">
            <a:avLst/>
          </a:prstGeom>
        </p:spPr>
      </p:pic>
      <p:pic>
        <p:nvPicPr>
          <p:cNvPr id="8" name="Picture 7"/>
          <p:cNvPicPr>
            <a:picLocks noChangeAspect="1"/>
          </p:cNvPicPr>
          <p:nvPr/>
        </p:nvPicPr>
        <p:blipFill>
          <a:blip r:embed="rId7"/>
          <a:stretch>
            <a:fillRect/>
          </a:stretch>
        </p:blipFill>
        <p:spPr>
          <a:xfrm>
            <a:off x="194523" y="4476206"/>
            <a:ext cx="1767627" cy="20681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76200"/>
            <a:ext cx="8399249" cy="689932"/>
          </a:xfrm>
          <a:prstGeom prst="rect">
            <a:avLst/>
          </a:prstGeom>
        </p:spPr>
        <p:txBody>
          <a:bodyPr vert="horz" wrap="square" lIns="0" tIns="12700" rIns="0" bIns="0" rtlCol="0">
            <a:spAutoFit/>
          </a:bodyPr>
          <a:lstStyle/>
          <a:p>
            <a:pPr marL="12700">
              <a:lnSpc>
                <a:spcPct val="100000"/>
              </a:lnSpc>
              <a:spcBef>
                <a:spcPts val="100"/>
              </a:spcBef>
            </a:pPr>
            <a:r>
              <a:rPr sz="4400" b="1" dirty="0">
                <a:solidFill>
                  <a:srgbClr val="C00000"/>
                </a:solidFill>
                <a:latin typeface="Times New Roman" panose="02020603050405020304" pitchFamily="18" charset="0"/>
                <a:cs typeface="Times New Roman" panose="02020603050405020304" pitchFamily="18" charset="0"/>
              </a:rPr>
              <a:t>Principle</a:t>
            </a:r>
            <a:r>
              <a:rPr sz="4400" b="1" spc="-30" dirty="0">
                <a:solidFill>
                  <a:srgbClr val="C00000"/>
                </a:solidFill>
                <a:latin typeface="Times New Roman" panose="02020603050405020304" pitchFamily="18" charset="0"/>
                <a:cs typeface="Times New Roman" panose="02020603050405020304" pitchFamily="18" charset="0"/>
              </a:rPr>
              <a:t> </a:t>
            </a:r>
            <a:r>
              <a:rPr sz="4400" b="1" dirty="0">
                <a:solidFill>
                  <a:srgbClr val="C00000"/>
                </a:solidFill>
                <a:latin typeface="Times New Roman" panose="02020603050405020304" pitchFamily="18" charset="0"/>
                <a:cs typeface="Times New Roman" panose="02020603050405020304" pitchFamily="18" charset="0"/>
              </a:rPr>
              <a:t>of</a:t>
            </a:r>
            <a:r>
              <a:rPr sz="4400" b="1" spc="-30" dirty="0">
                <a:solidFill>
                  <a:srgbClr val="C00000"/>
                </a:solidFill>
                <a:latin typeface="Times New Roman" panose="02020603050405020304" pitchFamily="18" charset="0"/>
                <a:cs typeface="Times New Roman" panose="02020603050405020304" pitchFamily="18" charset="0"/>
              </a:rPr>
              <a:t> </a:t>
            </a:r>
            <a:r>
              <a:rPr sz="4400" b="1" dirty="0">
                <a:solidFill>
                  <a:srgbClr val="C00000"/>
                </a:solidFill>
                <a:latin typeface="Times New Roman" panose="02020603050405020304" pitchFamily="18" charset="0"/>
                <a:cs typeface="Times New Roman" panose="02020603050405020304" pitchFamily="18" charset="0"/>
              </a:rPr>
              <a:t>Machine</a:t>
            </a:r>
            <a:r>
              <a:rPr sz="4400" b="1" spc="-30" dirty="0">
                <a:solidFill>
                  <a:srgbClr val="C00000"/>
                </a:solidFill>
                <a:latin typeface="Times New Roman" panose="02020603050405020304" pitchFamily="18" charset="0"/>
                <a:cs typeface="Times New Roman" panose="02020603050405020304" pitchFamily="18" charset="0"/>
              </a:rPr>
              <a:t> </a:t>
            </a:r>
            <a:r>
              <a:rPr sz="4400" b="1" spc="-10" dirty="0">
                <a:solidFill>
                  <a:srgbClr val="C00000"/>
                </a:solidFill>
                <a:latin typeface="Times New Roman" panose="02020603050405020304" pitchFamily="18" charset="0"/>
                <a:cs typeface="Times New Roman" panose="02020603050405020304" pitchFamily="18" charset="0"/>
              </a:rPr>
              <a:t>Guarding</a:t>
            </a:r>
            <a:endParaRPr sz="4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466049" y="1066699"/>
            <a:ext cx="11381740" cy="4668520"/>
          </a:xfrm>
          <a:prstGeom prst="rect">
            <a:avLst/>
          </a:prstGeom>
        </p:spPr>
        <p:txBody>
          <a:bodyPr vert="horz" wrap="square" lIns="0" tIns="12700" rIns="0" bIns="0" rtlCol="0">
            <a:spAutoFit/>
          </a:bodyPr>
          <a:lstStyle/>
          <a:p>
            <a:pPr marL="605155" marR="35560" indent="-593090" algn="just">
              <a:lnSpc>
                <a:spcPct val="150000"/>
              </a:lnSpc>
              <a:spcBef>
                <a:spcPts val="100"/>
              </a:spcBef>
              <a:buFont typeface="Calibri"/>
              <a:buAutoNum type="arabicPeriod"/>
              <a:tabLst>
                <a:tab pos="610235" algn="l"/>
              </a:tabLst>
            </a:pPr>
            <a:r>
              <a:rPr sz="2400" b="1" dirty="0">
                <a:solidFill>
                  <a:srgbClr val="00B050"/>
                </a:solidFill>
                <a:latin typeface="Times New Roman" panose="02020603050405020304" pitchFamily="18" charset="0"/>
                <a:cs typeface="Times New Roman" panose="02020603050405020304" pitchFamily="18" charset="0"/>
              </a:rPr>
              <a:t>Prevent</a:t>
            </a:r>
            <a:r>
              <a:rPr sz="2400" b="1" spc="33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contact</a:t>
            </a:r>
            <a:r>
              <a:rPr sz="2400" b="1" spc="33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a:t>
            </a:r>
            <a:r>
              <a:rPr sz="2400" b="1" spc="345" dirty="0">
                <a:solidFill>
                  <a:srgbClr val="00B05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safeguard</a:t>
            </a:r>
            <a:r>
              <a:rPr sz="2400" spc="330" dirty="0">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must</a:t>
            </a:r>
            <a:r>
              <a:rPr sz="2400" spc="33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prevent</a:t>
            </a:r>
            <a:r>
              <a:rPr sz="2400" spc="33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hands,</a:t>
            </a:r>
            <a:r>
              <a:rPr sz="2400" spc="33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arms,</a:t>
            </a:r>
            <a:r>
              <a:rPr sz="2400" spc="33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and</a:t>
            </a:r>
            <a:r>
              <a:rPr sz="2400" spc="33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any</a:t>
            </a:r>
            <a:r>
              <a:rPr sz="2400" spc="330" dirty="0">
                <a:solidFill>
                  <a:srgbClr val="FF0000"/>
                </a:solidFill>
                <a:latin typeface="Times New Roman" panose="02020603050405020304" pitchFamily="18" charset="0"/>
                <a:cs typeface="Times New Roman" panose="02020603050405020304" pitchFamily="18" charset="0"/>
              </a:rPr>
              <a:t> </a:t>
            </a:r>
            <a:r>
              <a:rPr sz="2400" spc="-10" dirty="0">
                <a:solidFill>
                  <a:srgbClr val="FF0000"/>
                </a:solidFill>
                <a:latin typeface="Times New Roman" panose="02020603050405020304" pitchFamily="18" charset="0"/>
                <a:cs typeface="Times New Roman" panose="02020603050405020304" pitchFamily="18" charset="0"/>
              </a:rPr>
              <a:t>other 	</a:t>
            </a:r>
            <a:r>
              <a:rPr sz="2400" dirty="0">
                <a:solidFill>
                  <a:srgbClr val="FF0000"/>
                </a:solidFill>
                <a:latin typeface="Times New Roman" panose="02020603050405020304" pitchFamily="18" charset="0"/>
                <a:cs typeface="Times New Roman" panose="02020603050405020304" pitchFamily="18" charset="0"/>
              </a:rPr>
              <a:t>part</a:t>
            </a:r>
            <a:r>
              <a:rPr sz="2400" spc="-6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of</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a</a:t>
            </a:r>
            <a:r>
              <a:rPr sz="2400" spc="-6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worker’s</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body</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from</a:t>
            </a:r>
            <a:r>
              <a:rPr sz="2400" spc="-6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making</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contact</a:t>
            </a:r>
            <a:r>
              <a:rPr sz="2400" spc="-60" dirty="0">
                <a:solidFill>
                  <a:srgbClr val="FF000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dangerous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moving</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parts</a:t>
            </a:r>
            <a:endParaRPr sz="2400" dirty="0">
              <a:latin typeface="Times New Roman" panose="02020603050405020304" pitchFamily="18" charset="0"/>
              <a:cs typeface="Times New Roman" panose="02020603050405020304" pitchFamily="18" charset="0"/>
            </a:endParaRPr>
          </a:p>
          <a:p>
            <a:pPr marL="605155" marR="12700" indent="-593090" algn="just">
              <a:lnSpc>
                <a:spcPct val="150000"/>
              </a:lnSpc>
              <a:spcBef>
                <a:spcPts val="1000"/>
              </a:spcBef>
              <a:buFont typeface="Calibri"/>
              <a:buAutoNum type="arabicPeriod"/>
              <a:tabLst>
                <a:tab pos="610235" algn="l"/>
              </a:tabLst>
            </a:pPr>
            <a:r>
              <a:rPr sz="2400" b="1" dirty="0">
                <a:solidFill>
                  <a:srgbClr val="00B050"/>
                </a:solidFill>
                <a:latin typeface="Times New Roman" panose="02020603050405020304" pitchFamily="18" charset="0"/>
                <a:cs typeface="Times New Roman" panose="02020603050405020304" pitchFamily="18" charset="0"/>
              </a:rPr>
              <a:t>Secure</a:t>
            </a:r>
            <a:r>
              <a:rPr sz="2400" b="1" spc="18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a:t>
            </a:r>
            <a:r>
              <a:rPr sz="2400" b="1" spc="200" dirty="0">
                <a:solidFill>
                  <a:srgbClr val="00B05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Guards</a:t>
            </a:r>
            <a:r>
              <a:rPr sz="2400" spc="18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and</a:t>
            </a:r>
            <a:r>
              <a:rPr sz="2400" spc="19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safety</a:t>
            </a:r>
            <a:r>
              <a:rPr sz="2400" spc="18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devices</a:t>
            </a:r>
            <a:r>
              <a:rPr sz="2400" spc="18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should</a:t>
            </a:r>
            <a:r>
              <a:rPr sz="2400" spc="19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be</a:t>
            </a:r>
            <a:r>
              <a:rPr sz="2400" spc="18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made</a:t>
            </a:r>
            <a:r>
              <a:rPr sz="2400" spc="18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of</a:t>
            </a:r>
            <a:r>
              <a:rPr sz="2400" spc="18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durable</a:t>
            </a:r>
            <a:r>
              <a:rPr sz="2400" spc="19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material</a:t>
            </a:r>
            <a:r>
              <a:rPr sz="2400" spc="185" dirty="0">
                <a:solidFill>
                  <a:srgbClr val="FF0000"/>
                </a:solidFill>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that 	</a:t>
            </a:r>
            <a:r>
              <a:rPr sz="2400" dirty="0">
                <a:latin typeface="Times New Roman" panose="02020603050405020304" pitchFamily="18" charset="0"/>
                <a:cs typeface="Times New Roman" panose="02020603050405020304" pitchFamily="18" charset="0"/>
              </a:rPr>
              <a:t>will</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withstand</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conditions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normal</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must</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70" dirty="0">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firmly</a:t>
            </a:r>
            <a:r>
              <a:rPr sz="2400" spc="7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secured</a:t>
            </a:r>
            <a:r>
              <a:rPr sz="2400" spc="7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to</a:t>
            </a:r>
            <a:r>
              <a:rPr sz="2400" spc="70" dirty="0">
                <a:solidFill>
                  <a:srgbClr val="FF0000"/>
                </a:solidFill>
                <a:latin typeface="Times New Roman" panose="02020603050405020304" pitchFamily="18" charset="0"/>
                <a:cs typeface="Times New Roman" panose="02020603050405020304" pitchFamily="18" charset="0"/>
              </a:rPr>
              <a:t> </a:t>
            </a:r>
            <a:r>
              <a:rPr sz="2400" spc="-25" dirty="0">
                <a:solidFill>
                  <a:srgbClr val="FF0000"/>
                </a:solidFill>
                <a:latin typeface="Times New Roman" panose="02020603050405020304" pitchFamily="18" charset="0"/>
                <a:cs typeface="Times New Roman" panose="02020603050405020304" pitchFamily="18" charset="0"/>
              </a:rPr>
              <a:t>the 	</a:t>
            </a:r>
            <a:r>
              <a:rPr sz="2400" spc="-10" dirty="0">
                <a:solidFill>
                  <a:srgbClr val="FF0000"/>
                </a:solidFill>
                <a:latin typeface="Times New Roman" panose="02020603050405020304" pitchFamily="18" charset="0"/>
                <a:cs typeface="Times New Roman" panose="02020603050405020304" pitchFamily="18" charset="0"/>
              </a:rPr>
              <a:t>machine</a:t>
            </a:r>
            <a:endParaRPr sz="2400" dirty="0">
              <a:solidFill>
                <a:srgbClr val="FF0000"/>
              </a:solidFill>
              <a:latin typeface="Times New Roman" panose="02020603050405020304" pitchFamily="18" charset="0"/>
              <a:cs typeface="Times New Roman" panose="02020603050405020304" pitchFamily="18" charset="0"/>
            </a:endParaRPr>
          </a:p>
          <a:p>
            <a:pPr marL="605155" marR="5080" indent="-593090" algn="just">
              <a:lnSpc>
                <a:spcPct val="150000"/>
              </a:lnSpc>
              <a:spcBef>
                <a:spcPts val="1000"/>
              </a:spcBef>
              <a:buFont typeface="Calibri"/>
              <a:buAutoNum type="arabicPeriod"/>
              <a:tabLst>
                <a:tab pos="610235" algn="l"/>
              </a:tabLst>
            </a:pPr>
            <a:r>
              <a:rPr sz="2400" b="1" dirty="0">
                <a:solidFill>
                  <a:srgbClr val="00B050"/>
                </a:solidFill>
                <a:latin typeface="Times New Roman" panose="02020603050405020304" pitchFamily="18" charset="0"/>
                <a:cs typeface="Times New Roman" panose="02020603050405020304" pitchFamily="18" charset="0"/>
              </a:rPr>
              <a:t>Protect</a:t>
            </a:r>
            <a:r>
              <a:rPr sz="2400" b="1" spc="-5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from</a:t>
            </a:r>
            <a:r>
              <a:rPr sz="2400" b="1" spc="-5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falling</a:t>
            </a:r>
            <a:r>
              <a:rPr sz="2400" b="1" spc="-5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objects</a:t>
            </a:r>
            <a:r>
              <a:rPr sz="2400" b="1" spc="-5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a:t>
            </a:r>
            <a:r>
              <a:rPr sz="2400" b="1" spc="-25" dirty="0">
                <a:solidFill>
                  <a:srgbClr val="00B05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Safeguard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should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ensure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no</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objects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5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fall 	</a:t>
            </a:r>
            <a:r>
              <a:rPr sz="2400" dirty="0">
                <a:latin typeface="Times New Roman" panose="02020603050405020304" pitchFamily="18" charset="0"/>
                <a:cs typeface="Times New Roman" panose="02020603050405020304" pitchFamily="18" charset="0"/>
              </a:rPr>
              <a:t>into</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moving</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small</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tool</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which</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dropped</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into</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cycling</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19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could 	</a:t>
            </a:r>
            <a:r>
              <a:rPr sz="2400" dirty="0">
                <a:latin typeface="Times New Roman" panose="02020603050405020304" pitchFamily="18" charset="0"/>
                <a:cs typeface="Times New Roman" panose="02020603050405020304" pitchFamily="18" charset="0"/>
              </a:rPr>
              <a:t>easily</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become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projectile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could</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strike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injure</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someone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3550" y="28114"/>
            <a:ext cx="8323049" cy="689932"/>
          </a:xfrm>
          <a:prstGeom prst="rect">
            <a:avLst/>
          </a:prstGeom>
        </p:spPr>
        <p:txBody>
          <a:bodyPr vert="horz" wrap="square" lIns="0" tIns="12700" rIns="0" bIns="0" rtlCol="0">
            <a:spAutoFit/>
          </a:bodyPr>
          <a:lstStyle/>
          <a:p>
            <a:pPr marL="12700">
              <a:lnSpc>
                <a:spcPct val="100000"/>
              </a:lnSpc>
              <a:spcBef>
                <a:spcPts val="100"/>
              </a:spcBef>
            </a:pPr>
            <a:r>
              <a:rPr sz="4400" b="1" dirty="0">
                <a:solidFill>
                  <a:srgbClr val="C00000"/>
                </a:solidFill>
                <a:latin typeface="Times New Roman" panose="02020603050405020304" pitchFamily="18" charset="0"/>
                <a:cs typeface="Times New Roman" panose="02020603050405020304" pitchFamily="18" charset="0"/>
              </a:rPr>
              <a:t>Principle</a:t>
            </a:r>
            <a:r>
              <a:rPr sz="4400" b="1" spc="-30" dirty="0">
                <a:solidFill>
                  <a:srgbClr val="C00000"/>
                </a:solidFill>
                <a:latin typeface="Times New Roman" panose="02020603050405020304" pitchFamily="18" charset="0"/>
                <a:cs typeface="Times New Roman" panose="02020603050405020304" pitchFamily="18" charset="0"/>
              </a:rPr>
              <a:t> </a:t>
            </a:r>
            <a:r>
              <a:rPr sz="4400" b="1" dirty="0">
                <a:solidFill>
                  <a:srgbClr val="C00000"/>
                </a:solidFill>
                <a:latin typeface="Times New Roman" panose="02020603050405020304" pitchFamily="18" charset="0"/>
                <a:cs typeface="Times New Roman" panose="02020603050405020304" pitchFamily="18" charset="0"/>
              </a:rPr>
              <a:t>of</a:t>
            </a:r>
            <a:r>
              <a:rPr sz="4400" b="1" spc="-30" dirty="0">
                <a:solidFill>
                  <a:srgbClr val="C00000"/>
                </a:solidFill>
                <a:latin typeface="Times New Roman" panose="02020603050405020304" pitchFamily="18" charset="0"/>
                <a:cs typeface="Times New Roman" panose="02020603050405020304" pitchFamily="18" charset="0"/>
              </a:rPr>
              <a:t> </a:t>
            </a:r>
            <a:r>
              <a:rPr sz="4400" b="1" dirty="0">
                <a:solidFill>
                  <a:srgbClr val="C00000"/>
                </a:solidFill>
                <a:latin typeface="Times New Roman" panose="02020603050405020304" pitchFamily="18" charset="0"/>
                <a:cs typeface="Times New Roman" panose="02020603050405020304" pitchFamily="18" charset="0"/>
              </a:rPr>
              <a:t>Machine</a:t>
            </a:r>
            <a:r>
              <a:rPr sz="4400" b="1" spc="-30" dirty="0">
                <a:solidFill>
                  <a:srgbClr val="C00000"/>
                </a:solidFill>
                <a:latin typeface="Times New Roman" panose="02020603050405020304" pitchFamily="18" charset="0"/>
                <a:cs typeface="Times New Roman" panose="02020603050405020304" pitchFamily="18" charset="0"/>
              </a:rPr>
              <a:t> </a:t>
            </a:r>
            <a:r>
              <a:rPr sz="4400" b="1" spc="-10" dirty="0">
                <a:solidFill>
                  <a:srgbClr val="C00000"/>
                </a:solidFill>
                <a:latin typeface="Times New Roman" panose="02020603050405020304" pitchFamily="18" charset="0"/>
                <a:cs typeface="Times New Roman" panose="02020603050405020304" pitchFamily="18" charset="0"/>
              </a:rPr>
              <a:t>Guarding</a:t>
            </a:r>
            <a:endParaRPr sz="4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253329" y="834879"/>
            <a:ext cx="11590020" cy="5178341"/>
          </a:xfrm>
          <a:prstGeom prst="rect">
            <a:avLst/>
          </a:prstGeom>
        </p:spPr>
        <p:txBody>
          <a:bodyPr vert="horz" wrap="square" lIns="0" tIns="12700" rIns="0" bIns="0" rtlCol="0">
            <a:spAutoFit/>
          </a:bodyPr>
          <a:lstStyle/>
          <a:p>
            <a:pPr marL="12700" marR="5715" indent="339090" algn="just">
              <a:spcBef>
                <a:spcPts val="100"/>
              </a:spcBef>
              <a:buAutoNum type="arabicPeriod" startAt="4"/>
              <a:tabLst>
                <a:tab pos="351790" algn="l"/>
              </a:tabLst>
            </a:pPr>
            <a:r>
              <a:rPr sz="2400" b="1" dirty="0">
                <a:solidFill>
                  <a:srgbClr val="00B050"/>
                </a:solidFill>
                <a:latin typeface="Times New Roman" panose="02020603050405020304" pitchFamily="18" charset="0"/>
                <a:cs typeface="Times New Roman" panose="02020603050405020304" pitchFamily="18" charset="0"/>
              </a:rPr>
              <a:t>Create</a:t>
            </a:r>
            <a:r>
              <a:rPr sz="2400" b="1" spc="-4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no</a:t>
            </a:r>
            <a:r>
              <a:rPr sz="2400" b="1" spc="-3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new</a:t>
            </a:r>
            <a:r>
              <a:rPr sz="2400" b="1" spc="-3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hazard</a:t>
            </a:r>
            <a:r>
              <a:rPr sz="2400" b="1" spc="-1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a:t>
            </a:r>
            <a:r>
              <a:rPr sz="2400" b="1" spc="-165" dirty="0">
                <a:solidFill>
                  <a:srgbClr val="00B05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safeguard</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defeats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own</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purpose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if</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creates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hazard </a:t>
            </a:r>
            <a:r>
              <a:rPr sz="2400" dirty="0">
                <a:latin typeface="Times New Roman" panose="02020603050405020304" pitchFamily="18" charset="0"/>
                <a:cs typeface="Times New Roman" panose="02020603050405020304" pitchFamily="18" charset="0"/>
              </a:rPr>
              <a:t>of</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its</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own</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such</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shear</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point,</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jagged</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edge,</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unfinished</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surface</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which</a:t>
            </a:r>
            <a:r>
              <a:rPr sz="2400" spc="10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can </a:t>
            </a:r>
            <a:r>
              <a:rPr sz="2400" dirty="0">
                <a:latin typeface="Times New Roman" panose="02020603050405020304" pitchFamily="18" charset="0"/>
                <a:cs typeface="Times New Roman" panose="02020603050405020304" pitchFamily="18" charset="0"/>
              </a:rPr>
              <a:t>cause</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laceration.</a:t>
            </a:r>
            <a:r>
              <a:rPr sz="2400" spc="1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edges</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instance,</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should</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rolled</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bolted</a:t>
            </a:r>
            <a:r>
              <a:rPr sz="2400" spc="19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in </a:t>
            </a:r>
            <a:r>
              <a:rPr sz="2400" dirty="0">
                <a:latin typeface="Times New Roman" panose="02020603050405020304" pitchFamily="18" charset="0"/>
                <a:cs typeface="Times New Roman" panose="02020603050405020304" pitchFamily="18" charset="0"/>
              </a:rPr>
              <a:t>such</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way</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they</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eliminate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sharp</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edges.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should</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not</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obstruct</a:t>
            </a:r>
            <a:r>
              <a:rPr sz="2400" spc="6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operator’s</a:t>
            </a:r>
            <a:r>
              <a:rPr sz="2400" spc="-6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view</a:t>
            </a:r>
            <a:endParaRPr lang="en-US" sz="2400" spc="-20" dirty="0">
              <a:latin typeface="Times New Roman" panose="02020603050405020304" pitchFamily="18" charset="0"/>
              <a:cs typeface="Times New Roman" panose="02020603050405020304" pitchFamily="18" charset="0"/>
            </a:endParaRPr>
          </a:p>
          <a:p>
            <a:pPr marL="12700" marR="5715" indent="339090" algn="just">
              <a:spcBef>
                <a:spcPts val="100"/>
              </a:spcBef>
              <a:buAutoNum type="arabicPeriod" startAt="4"/>
              <a:tabLst>
                <a:tab pos="351790" algn="l"/>
              </a:tabLst>
            </a:pPr>
            <a:endParaRPr lang="en-US" sz="2400" spc="-20" dirty="0">
              <a:latin typeface="Times New Roman" panose="02020603050405020304" pitchFamily="18" charset="0"/>
              <a:cs typeface="Times New Roman" panose="02020603050405020304" pitchFamily="18" charset="0"/>
            </a:endParaRPr>
          </a:p>
          <a:p>
            <a:pPr marL="12700" marR="5715" indent="339090" algn="just">
              <a:lnSpc>
                <a:spcPct val="150000"/>
              </a:lnSpc>
              <a:spcBef>
                <a:spcPts val="100"/>
              </a:spcBef>
              <a:buAutoNum type="arabicPeriod" startAt="4"/>
              <a:tabLst>
                <a:tab pos="351790" algn="l"/>
              </a:tabLst>
            </a:pPr>
            <a:endParaRPr lang="en-US" sz="2400" dirty="0">
              <a:latin typeface="Times New Roman" panose="02020603050405020304" pitchFamily="18" charset="0"/>
              <a:cs typeface="Times New Roman" panose="02020603050405020304" pitchFamily="18" charset="0"/>
            </a:endParaRPr>
          </a:p>
          <a:p>
            <a:pPr marL="12700" marR="5715" indent="339090" algn="just">
              <a:lnSpc>
                <a:spcPct val="150000"/>
              </a:lnSpc>
              <a:spcBef>
                <a:spcPts val="100"/>
              </a:spcBef>
              <a:buAutoNum type="arabicPeriod" startAt="4"/>
              <a:tabLst>
                <a:tab pos="351790" algn="l"/>
              </a:tabLst>
            </a:pPr>
            <a:endParaRPr lang="en-US" sz="2400" dirty="0">
              <a:latin typeface="Times New Roman" panose="02020603050405020304" pitchFamily="18" charset="0"/>
              <a:cs typeface="Times New Roman" panose="02020603050405020304" pitchFamily="18" charset="0"/>
            </a:endParaRPr>
          </a:p>
          <a:p>
            <a:pPr marL="12700" marR="5715" indent="339090" algn="just">
              <a:lnSpc>
                <a:spcPct val="150000"/>
              </a:lnSpc>
              <a:spcBef>
                <a:spcPts val="100"/>
              </a:spcBef>
              <a:buAutoNum type="arabicPeriod" startAt="4"/>
              <a:tabLst>
                <a:tab pos="351790" algn="l"/>
              </a:tabLst>
            </a:pPr>
            <a:endParaRPr sz="2400" dirty="0">
              <a:latin typeface="Times New Roman" panose="02020603050405020304" pitchFamily="18" charset="0"/>
              <a:cs typeface="Times New Roman" panose="02020603050405020304" pitchFamily="18" charset="0"/>
            </a:endParaRPr>
          </a:p>
          <a:p>
            <a:pPr marL="12700" marR="5080" indent="407034" algn="just">
              <a:spcBef>
                <a:spcPts val="1000"/>
              </a:spcBef>
              <a:buAutoNum type="arabicPeriod" startAt="4"/>
              <a:tabLst>
                <a:tab pos="419734" algn="l"/>
              </a:tabLst>
            </a:pPr>
            <a:r>
              <a:rPr sz="2400" b="1" dirty="0">
                <a:solidFill>
                  <a:srgbClr val="00B050"/>
                </a:solidFill>
                <a:latin typeface="Times New Roman" panose="02020603050405020304" pitchFamily="18" charset="0"/>
                <a:cs typeface="Times New Roman" panose="02020603050405020304" pitchFamily="18" charset="0"/>
              </a:rPr>
              <a:t>Not</a:t>
            </a:r>
            <a:r>
              <a:rPr sz="2400" b="1" spc="484"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interfere</a:t>
            </a:r>
            <a:r>
              <a:rPr sz="2400" b="1" spc="49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with</a:t>
            </a:r>
            <a:r>
              <a:rPr sz="2400" b="1" spc="484"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the</a:t>
            </a:r>
            <a:r>
              <a:rPr sz="2400" b="1" spc="49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machine</a:t>
            </a:r>
            <a:r>
              <a:rPr sz="2400" b="1" spc="490"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operation</a:t>
            </a:r>
            <a:r>
              <a:rPr sz="2400" b="1" spc="15" dirty="0">
                <a:solidFill>
                  <a:srgbClr val="00B05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
            </a:r>
            <a:r>
              <a:rPr sz="2400" spc="3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Any</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safeguard</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which</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impedes</a:t>
            </a:r>
            <a:r>
              <a:rPr sz="2400" spc="490" dirty="0">
                <a:latin typeface="Times New Roman" panose="02020603050405020304" pitchFamily="18" charset="0"/>
                <a:cs typeface="Times New Roman" panose="02020603050405020304" pitchFamily="18" charset="0"/>
              </a:rPr>
              <a:t> </a:t>
            </a:r>
            <a:r>
              <a:rPr sz="2400" spc="-50" dirty="0">
                <a:latin typeface="Times New Roman" panose="02020603050405020304" pitchFamily="18" charset="0"/>
                <a:cs typeface="Times New Roman" panose="02020603050405020304" pitchFamily="18" charset="0"/>
              </a:rPr>
              <a:t>a </a:t>
            </a:r>
            <a:r>
              <a:rPr sz="2400" dirty="0">
                <a:latin typeface="Times New Roman" panose="02020603050405020304" pitchFamily="18" charset="0"/>
                <a:cs typeface="Times New Roman" panose="02020603050405020304" pitchFamily="18" charset="0"/>
              </a:rPr>
              <a:t>worker</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from</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performing</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job</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quickly</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comfortably</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might</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soon</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overridden</a:t>
            </a:r>
            <a:r>
              <a:rPr sz="2400" spc="1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or </a:t>
            </a:r>
            <a:r>
              <a:rPr sz="2400" dirty="0">
                <a:latin typeface="Times New Roman" panose="02020603050405020304" pitchFamily="18" charset="0"/>
                <a:cs typeface="Times New Roman" panose="02020603050405020304" pitchFamily="18" charset="0"/>
              </a:rPr>
              <a:t>disregarded. Proper</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safeguarding</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actually</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enhance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efficiency</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since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relieve </a:t>
            </a:r>
            <a:r>
              <a:rPr sz="2400" dirty="0">
                <a:latin typeface="Times New Roman" panose="02020603050405020304" pitchFamily="18" charset="0"/>
                <a:cs typeface="Times New Roman" panose="02020603050405020304" pitchFamily="18" charset="0"/>
              </a:rPr>
              <a:t>the</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worker’s</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apprehensions</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about</a:t>
            </a:r>
            <a:r>
              <a:rPr sz="2400" spc="-8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injury.</a:t>
            </a:r>
            <a:endParaRPr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0807" y="2667000"/>
            <a:ext cx="1495425" cy="14954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3550" y="124707"/>
            <a:ext cx="8094449" cy="689932"/>
          </a:xfrm>
          <a:prstGeom prst="rect">
            <a:avLst/>
          </a:prstGeom>
        </p:spPr>
        <p:txBody>
          <a:bodyPr vert="horz" wrap="square" lIns="0" tIns="12700" rIns="0" bIns="0" rtlCol="0">
            <a:spAutoFit/>
          </a:bodyPr>
          <a:lstStyle/>
          <a:p>
            <a:pPr marL="12700">
              <a:lnSpc>
                <a:spcPct val="100000"/>
              </a:lnSpc>
              <a:spcBef>
                <a:spcPts val="100"/>
              </a:spcBef>
            </a:pPr>
            <a:r>
              <a:rPr sz="4400" b="1" dirty="0">
                <a:solidFill>
                  <a:srgbClr val="C00000"/>
                </a:solidFill>
                <a:latin typeface="Times New Roman" panose="02020603050405020304" pitchFamily="18" charset="0"/>
                <a:cs typeface="Times New Roman" panose="02020603050405020304" pitchFamily="18" charset="0"/>
              </a:rPr>
              <a:t>Principle</a:t>
            </a:r>
            <a:r>
              <a:rPr sz="4400" b="1" spc="-30" dirty="0">
                <a:solidFill>
                  <a:srgbClr val="C00000"/>
                </a:solidFill>
                <a:latin typeface="Times New Roman" panose="02020603050405020304" pitchFamily="18" charset="0"/>
                <a:cs typeface="Times New Roman" panose="02020603050405020304" pitchFamily="18" charset="0"/>
              </a:rPr>
              <a:t> </a:t>
            </a:r>
            <a:r>
              <a:rPr sz="4400" b="1" dirty="0">
                <a:solidFill>
                  <a:srgbClr val="C00000"/>
                </a:solidFill>
                <a:latin typeface="Times New Roman" panose="02020603050405020304" pitchFamily="18" charset="0"/>
                <a:cs typeface="Times New Roman" panose="02020603050405020304" pitchFamily="18" charset="0"/>
              </a:rPr>
              <a:t>of</a:t>
            </a:r>
            <a:r>
              <a:rPr sz="4400" b="1" spc="-30" dirty="0">
                <a:solidFill>
                  <a:srgbClr val="C00000"/>
                </a:solidFill>
                <a:latin typeface="Times New Roman" panose="02020603050405020304" pitchFamily="18" charset="0"/>
                <a:cs typeface="Times New Roman" panose="02020603050405020304" pitchFamily="18" charset="0"/>
              </a:rPr>
              <a:t> </a:t>
            </a:r>
            <a:r>
              <a:rPr sz="4400" b="1" dirty="0">
                <a:solidFill>
                  <a:srgbClr val="C00000"/>
                </a:solidFill>
                <a:latin typeface="Times New Roman" panose="02020603050405020304" pitchFamily="18" charset="0"/>
                <a:cs typeface="Times New Roman" panose="02020603050405020304" pitchFamily="18" charset="0"/>
              </a:rPr>
              <a:t>Machine</a:t>
            </a:r>
            <a:r>
              <a:rPr sz="4400" b="1" spc="-30" dirty="0">
                <a:solidFill>
                  <a:srgbClr val="C00000"/>
                </a:solidFill>
                <a:latin typeface="Times New Roman" panose="02020603050405020304" pitchFamily="18" charset="0"/>
                <a:cs typeface="Times New Roman" panose="02020603050405020304" pitchFamily="18" charset="0"/>
              </a:rPr>
              <a:t> </a:t>
            </a:r>
            <a:r>
              <a:rPr sz="4400" b="1" spc="-10" dirty="0">
                <a:solidFill>
                  <a:srgbClr val="C00000"/>
                </a:solidFill>
                <a:latin typeface="Times New Roman" panose="02020603050405020304" pitchFamily="18" charset="0"/>
                <a:cs typeface="Times New Roman" panose="02020603050405020304" pitchFamily="18" charset="0"/>
              </a:rPr>
              <a:t>Guarding</a:t>
            </a:r>
            <a:endParaRPr sz="4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04844" y="894573"/>
            <a:ext cx="11580495" cy="2095445"/>
          </a:xfrm>
          <a:prstGeom prst="rect">
            <a:avLst/>
          </a:prstGeom>
        </p:spPr>
        <p:txBody>
          <a:bodyPr vert="horz" wrap="square" lIns="0" tIns="132080" rIns="0" bIns="0" rtlCol="0">
            <a:spAutoFit/>
          </a:bodyPr>
          <a:lstStyle/>
          <a:p>
            <a:pPr marL="12700">
              <a:lnSpc>
                <a:spcPct val="100000"/>
              </a:lnSpc>
              <a:spcBef>
                <a:spcPts val="1040"/>
              </a:spcBef>
            </a:pPr>
            <a:r>
              <a:rPr sz="2400" b="1" dirty="0">
                <a:solidFill>
                  <a:srgbClr val="00B050"/>
                </a:solidFill>
                <a:latin typeface="Times New Roman" panose="02020603050405020304" pitchFamily="18" charset="0"/>
                <a:cs typeface="Times New Roman" panose="02020603050405020304" pitchFamily="18" charset="0"/>
              </a:rPr>
              <a:t>6.</a:t>
            </a:r>
            <a:r>
              <a:rPr sz="2400" b="1" spc="-12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Allow</a:t>
            </a:r>
            <a:r>
              <a:rPr sz="2400" b="1" spc="-3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safe</a:t>
            </a:r>
            <a:r>
              <a:rPr sz="2400" b="1" spc="-35" dirty="0">
                <a:solidFill>
                  <a:srgbClr val="00B050"/>
                </a:solidFill>
                <a:latin typeface="Times New Roman" panose="02020603050405020304" pitchFamily="18" charset="0"/>
                <a:cs typeface="Times New Roman" panose="02020603050405020304" pitchFamily="18" charset="0"/>
              </a:rPr>
              <a:t> </a:t>
            </a:r>
            <a:r>
              <a:rPr sz="2400" b="1" spc="-10" dirty="0">
                <a:solidFill>
                  <a:srgbClr val="00B050"/>
                </a:solidFill>
                <a:latin typeface="Times New Roman" panose="02020603050405020304" pitchFamily="18" charset="0"/>
                <a:cs typeface="Times New Roman" panose="02020603050405020304" pitchFamily="18" charset="0"/>
              </a:rPr>
              <a:t>lubrication</a:t>
            </a:r>
            <a:endParaRPr sz="2400" dirty="0">
              <a:latin typeface="Times New Roman" panose="02020603050405020304" pitchFamily="18" charset="0"/>
              <a:cs typeface="Times New Roman" panose="02020603050405020304" pitchFamily="18" charset="0"/>
            </a:endParaRPr>
          </a:p>
          <a:p>
            <a:pPr marL="12700" algn="just">
              <a:lnSpc>
                <a:spcPct val="100000"/>
              </a:lnSpc>
              <a:spcBef>
                <a:spcPts val="945"/>
              </a:spcBef>
            </a:pPr>
            <a:r>
              <a:rPr sz="2400" dirty="0">
                <a:latin typeface="Times New Roman" panose="02020603050405020304" pitchFamily="18" charset="0"/>
                <a:cs typeface="Times New Roman" panose="02020603050405020304" pitchFamily="18" charset="0"/>
              </a:rPr>
              <a:t>If</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possible,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should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able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lubricate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without</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removing</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safeguards.</a:t>
            </a:r>
            <a:endParaRPr sz="2400" dirty="0">
              <a:latin typeface="Times New Roman" panose="02020603050405020304" pitchFamily="18" charset="0"/>
              <a:cs typeface="Times New Roman" panose="02020603050405020304" pitchFamily="18" charset="0"/>
            </a:endParaRPr>
          </a:p>
          <a:p>
            <a:pPr marL="12700" marR="5080" algn="just">
              <a:lnSpc>
                <a:spcPct val="150000"/>
              </a:lnSpc>
            </a:pPr>
            <a:r>
              <a:rPr sz="2400" dirty="0">
                <a:solidFill>
                  <a:srgbClr val="FF0000"/>
                </a:solidFill>
                <a:latin typeface="Times New Roman" panose="02020603050405020304" pitchFamily="18" charset="0"/>
                <a:cs typeface="Times New Roman" panose="02020603050405020304" pitchFamily="18" charset="0"/>
              </a:rPr>
              <a:t>Locating</a:t>
            </a:r>
            <a:r>
              <a:rPr sz="2400" spc="17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oil</a:t>
            </a:r>
            <a:r>
              <a:rPr sz="2400" spc="17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reservoirs</a:t>
            </a:r>
            <a:r>
              <a:rPr sz="2400" spc="17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outside</a:t>
            </a:r>
            <a:r>
              <a:rPr sz="2400" spc="17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the</a:t>
            </a:r>
            <a:r>
              <a:rPr sz="2400" spc="17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guard</a:t>
            </a:r>
            <a:r>
              <a:rPr sz="2400" dirty="0">
                <a:latin typeface="Times New Roman" panose="02020603050405020304" pitchFamily="18" charset="0"/>
                <a:cs typeface="Times New Roman" panose="02020603050405020304" pitchFamily="18" charset="0"/>
              </a:rPr>
              <a:t>,</a:t>
            </a:r>
            <a:r>
              <a:rPr sz="2400" spc="1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1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line</a:t>
            </a:r>
            <a:r>
              <a:rPr sz="2400" spc="1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leading</a:t>
            </a:r>
            <a:r>
              <a:rPr sz="2400" spc="1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lubrication</a:t>
            </a:r>
            <a:r>
              <a:rPr sz="2400" spc="17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point, </a:t>
            </a:r>
            <a:r>
              <a:rPr sz="2400" dirty="0">
                <a:latin typeface="Times New Roman" panose="02020603050405020304" pitchFamily="18" charset="0"/>
                <a:cs typeface="Times New Roman" panose="02020603050405020304" pitchFamily="18" charset="0"/>
              </a:rPr>
              <a:t>will</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reduce</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need</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operator</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maintenance</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worker</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enter</a:t>
            </a:r>
            <a:r>
              <a:rPr sz="2400" spc="1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hazardous area.</a:t>
            </a:r>
            <a:endParaRPr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0682" y="3276600"/>
            <a:ext cx="7162800" cy="3581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381000"/>
            <a:ext cx="10195560" cy="628377"/>
          </a:xfrm>
          <a:prstGeom prst="rect">
            <a:avLst/>
          </a:prstGeom>
        </p:spPr>
        <p:txBody>
          <a:bodyPr vert="horz" wrap="square" lIns="0" tIns="12700" rIns="0" bIns="0" rtlCol="0">
            <a:spAutoFit/>
          </a:bodyPr>
          <a:lstStyle/>
          <a:p>
            <a:pPr marL="12700">
              <a:lnSpc>
                <a:spcPct val="100000"/>
              </a:lnSpc>
              <a:spcBef>
                <a:spcPts val="100"/>
              </a:spcBef>
            </a:pPr>
            <a:r>
              <a:rPr sz="4000" b="1" dirty="0">
                <a:solidFill>
                  <a:srgbClr val="C00000"/>
                </a:solidFill>
                <a:latin typeface="Times New Roman" panose="02020603050405020304" pitchFamily="18" charset="0"/>
                <a:cs typeface="Times New Roman" panose="02020603050405020304" pitchFamily="18" charset="0"/>
              </a:rPr>
              <a:t>Machine</a:t>
            </a:r>
            <a:r>
              <a:rPr sz="4000" b="1" spc="-60" dirty="0">
                <a:solidFill>
                  <a:srgbClr val="C00000"/>
                </a:solidFill>
                <a:latin typeface="Times New Roman" panose="02020603050405020304" pitchFamily="18" charset="0"/>
                <a:cs typeface="Times New Roman" panose="02020603050405020304" pitchFamily="18" charset="0"/>
              </a:rPr>
              <a:t> </a:t>
            </a:r>
            <a:r>
              <a:rPr sz="4000" b="1" dirty="0">
                <a:solidFill>
                  <a:srgbClr val="C00000"/>
                </a:solidFill>
                <a:latin typeface="Times New Roman" panose="02020603050405020304" pitchFamily="18" charset="0"/>
                <a:cs typeface="Times New Roman" panose="02020603050405020304" pitchFamily="18" charset="0"/>
              </a:rPr>
              <a:t>Guarding</a:t>
            </a:r>
            <a:r>
              <a:rPr sz="4000" b="1" spc="-60" dirty="0">
                <a:solidFill>
                  <a:srgbClr val="C00000"/>
                </a:solidFill>
                <a:latin typeface="Times New Roman" panose="02020603050405020304" pitchFamily="18" charset="0"/>
                <a:cs typeface="Times New Roman" panose="02020603050405020304" pitchFamily="18" charset="0"/>
              </a:rPr>
              <a:t> </a:t>
            </a:r>
            <a:r>
              <a:rPr sz="4000" b="1" dirty="0">
                <a:solidFill>
                  <a:srgbClr val="C00000"/>
                </a:solidFill>
                <a:latin typeface="Times New Roman" panose="02020603050405020304" pitchFamily="18" charset="0"/>
                <a:cs typeface="Times New Roman" panose="02020603050405020304" pitchFamily="18" charset="0"/>
              </a:rPr>
              <a:t>at</a:t>
            </a:r>
            <a:r>
              <a:rPr sz="4000" b="1" spc="-60" dirty="0">
                <a:solidFill>
                  <a:srgbClr val="C00000"/>
                </a:solidFill>
                <a:latin typeface="Times New Roman" panose="02020603050405020304" pitchFamily="18" charset="0"/>
                <a:cs typeface="Times New Roman" panose="02020603050405020304" pitchFamily="18" charset="0"/>
              </a:rPr>
              <a:t> </a:t>
            </a:r>
            <a:r>
              <a:rPr sz="4000" b="1" dirty="0">
                <a:solidFill>
                  <a:srgbClr val="C00000"/>
                </a:solidFill>
                <a:latin typeface="Times New Roman" panose="02020603050405020304" pitchFamily="18" charset="0"/>
                <a:cs typeface="Times New Roman" panose="02020603050405020304" pitchFamily="18" charset="0"/>
              </a:rPr>
              <a:t>the</a:t>
            </a:r>
            <a:r>
              <a:rPr sz="4000" b="1" spc="-60" dirty="0">
                <a:solidFill>
                  <a:srgbClr val="C00000"/>
                </a:solidFill>
                <a:latin typeface="Times New Roman" panose="02020603050405020304" pitchFamily="18" charset="0"/>
                <a:cs typeface="Times New Roman" panose="02020603050405020304" pitchFamily="18" charset="0"/>
              </a:rPr>
              <a:t> </a:t>
            </a:r>
            <a:r>
              <a:rPr sz="4000" b="1" dirty="0">
                <a:solidFill>
                  <a:srgbClr val="C00000"/>
                </a:solidFill>
                <a:latin typeface="Times New Roman" panose="02020603050405020304" pitchFamily="18" charset="0"/>
                <a:cs typeface="Times New Roman" panose="02020603050405020304" pitchFamily="18" charset="0"/>
              </a:rPr>
              <a:t>Point</a:t>
            </a:r>
            <a:r>
              <a:rPr sz="4000" b="1" spc="-60" dirty="0">
                <a:solidFill>
                  <a:srgbClr val="C00000"/>
                </a:solidFill>
                <a:latin typeface="Times New Roman" panose="02020603050405020304" pitchFamily="18" charset="0"/>
                <a:cs typeface="Times New Roman" panose="02020603050405020304" pitchFamily="18" charset="0"/>
              </a:rPr>
              <a:t> </a:t>
            </a:r>
            <a:r>
              <a:rPr sz="4000" b="1" dirty="0">
                <a:solidFill>
                  <a:srgbClr val="C00000"/>
                </a:solidFill>
                <a:latin typeface="Times New Roman" panose="02020603050405020304" pitchFamily="18" charset="0"/>
                <a:cs typeface="Times New Roman" panose="02020603050405020304" pitchFamily="18" charset="0"/>
              </a:rPr>
              <a:t>of</a:t>
            </a:r>
            <a:r>
              <a:rPr sz="4000" b="1" spc="-60" dirty="0">
                <a:solidFill>
                  <a:srgbClr val="C00000"/>
                </a:solidFill>
                <a:latin typeface="Times New Roman" panose="02020603050405020304" pitchFamily="18" charset="0"/>
                <a:cs typeface="Times New Roman" panose="02020603050405020304" pitchFamily="18" charset="0"/>
              </a:rPr>
              <a:t> </a:t>
            </a:r>
            <a:r>
              <a:rPr sz="4000" b="1" spc="-10" dirty="0">
                <a:solidFill>
                  <a:srgbClr val="C00000"/>
                </a:solidFill>
                <a:latin typeface="Times New Roman" panose="02020603050405020304" pitchFamily="18" charset="0"/>
                <a:cs typeface="Times New Roman" panose="02020603050405020304" pitchFamily="18" charset="0"/>
              </a:rPr>
              <a:t>Operation</a:t>
            </a:r>
            <a:endParaRPr sz="4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52400" y="1020263"/>
            <a:ext cx="11808460" cy="3872663"/>
          </a:xfrm>
          <a:prstGeom prst="rect">
            <a:avLst/>
          </a:prstGeom>
        </p:spPr>
        <p:txBody>
          <a:bodyPr vert="horz" wrap="square" lIns="0" tIns="60960" rIns="0" bIns="0" rtlCol="0">
            <a:spAutoFit/>
          </a:bodyPr>
          <a:lstStyle/>
          <a:p>
            <a:pPr marL="358140" marR="26670" indent="-224154" algn="just">
              <a:lnSpc>
                <a:spcPts val="3020"/>
              </a:lnSpc>
              <a:spcBef>
                <a:spcPts val="480"/>
              </a:spcBef>
              <a:buFont typeface="Segoe UI Symbol"/>
              <a:buChar char="▪"/>
              <a:tabLst>
                <a:tab pos="358140" algn="l"/>
                <a:tab pos="453390" algn="l"/>
              </a:tabLst>
            </a:pPr>
            <a:r>
              <a:rPr sz="2000" dirty="0">
                <a:latin typeface="Times New Roman" panose="02020603050405020304" pitchFamily="18" charset="0"/>
                <a:cs typeface="Times New Roman" panose="02020603050405020304" pitchFamily="18" charset="0"/>
              </a:rPr>
              <a:t>	All</a:t>
            </a:r>
            <a:r>
              <a:rPr sz="2000" spc="1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machines</a:t>
            </a:r>
            <a:r>
              <a:rPr sz="2000" spc="1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consist</a:t>
            </a:r>
            <a:r>
              <a:rPr sz="2000" spc="1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three</a:t>
            </a:r>
            <a:r>
              <a:rPr sz="2000" spc="1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fundamental</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areas:</a:t>
            </a:r>
            <a:r>
              <a:rPr sz="2000" spc="225" dirty="0">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the</a:t>
            </a:r>
            <a:r>
              <a:rPr sz="2000" spc="185"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point</a:t>
            </a:r>
            <a:r>
              <a:rPr sz="2000" spc="18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of</a:t>
            </a:r>
            <a:r>
              <a:rPr sz="2000" spc="185"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operation,</a:t>
            </a:r>
            <a:r>
              <a:rPr sz="2000" spc="190" dirty="0">
                <a:solidFill>
                  <a:srgbClr val="00B050"/>
                </a:solidFill>
                <a:latin typeface="Times New Roman" panose="02020603050405020304" pitchFamily="18" charset="0"/>
                <a:cs typeface="Times New Roman" panose="02020603050405020304" pitchFamily="18" charset="0"/>
              </a:rPr>
              <a:t> </a:t>
            </a:r>
            <a:r>
              <a:rPr sz="2000" spc="-25" dirty="0">
                <a:solidFill>
                  <a:srgbClr val="00B050"/>
                </a:solidFill>
                <a:latin typeface="Times New Roman" panose="02020603050405020304" pitchFamily="18" charset="0"/>
                <a:cs typeface="Times New Roman" panose="02020603050405020304" pitchFamily="18" charset="0"/>
              </a:rPr>
              <a:t>the </a:t>
            </a:r>
            <a:r>
              <a:rPr sz="2000" dirty="0">
                <a:solidFill>
                  <a:srgbClr val="00B050"/>
                </a:solidFill>
                <a:latin typeface="Times New Roman" panose="02020603050405020304" pitchFamily="18" charset="0"/>
                <a:cs typeface="Times New Roman" panose="02020603050405020304" pitchFamily="18" charset="0"/>
              </a:rPr>
              <a:t>power</a:t>
            </a:r>
            <a:r>
              <a:rPr sz="2000" spc="-75" dirty="0">
                <a:solidFill>
                  <a:srgbClr val="00B050"/>
                </a:solidFill>
                <a:latin typeface="Times New Roman" panose="02020603050405020304" pitchFamily="18" charset="0"/>
                <a:cs typeface="Times New Roman" panose="02020603050405020304" pitchFamily="18" charset="0"/>
              </a:rPr>
              <a:t> </a:t>
            </a:r>
            <a:r>
              <a:rPr sz="2000" spc="-10" dirty="0">
                <a:solidFill>
                  <a:srgbClr val="00B050"/>
                </a:solidFill>
                <a:latin typeface="Times New Roman" panose="02020603050405020304" pitchFamily="18" charset="0"/>
                <a:cs typeface="Times New Roman" panose="02020603050405020304" pitchFamily="18" charset="0"/>
              </a:rPr>
              <a:t>transmission</a:t>
            </a:r>
            <a:r>
              <a:rPr sz="2000" spc="-75"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device,</a:t>
            </a:r>
            <a:r>
              <a:rPr sz="2000" spc="-75"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and</a:t>
            </a:r>
            <a:r>
              <a:rPr sz="2000" spc="-75"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the</a:t>
            </a:r>
            <a:r>
              <a:rPr sz="2000" spc="-7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operating</a:t>
            </a:r>
            <a:r>
              <a:rPr sz="2000" spc="-75" dirty="0">
                <a:solidFill>
                  <a:srgbClr val="00B050"/>
                </a:solidFill>
                <a:latin typeface="Times New Roman" panose="02020603050405020304" pitchFamily="18" charset="0"/>
                <a:cs typeface="Times New Roman" panose="02020603050405020304" pitchFamily="18" charset="0"/>
              </a:rPr>
              <a:t> </a:t>
            </a:r>
            <a:r>
              <a:rPr sz="2000" spc="-10" dirty="0">
                <a:solidFill>
                  <a:srgbClr val="00B050"/>
                </a:solidFill>
                <a:latin typeface="Times New Roman" panose="02020603050405020304" pitchFamily="18" charset="0"/>
                <a:cs typeface="Times New Roman" panose="02020603050405020304" pitchFamily="18" charset="0"/>
              </a:rPr>
              <a:t>controls</a:t>
            </a:r>
            <a:endParaRPr sz="2000" dirty="0">
              <a:latin typeface="Times New Roman" panose="02020603050405020304" pitchFamily="18" charset="0"/>
              <a:cs typeface="Times New Roman" panose="02020603050405020304" pitchFamily="18" charset="0"/>
            </a:endParaRPr>
          </a:p>
          <a:p>
            <a:pPr marL="358140" marR="30480" indent="-346075" algn="just">
              <a:lnSpc>
                <a:spcPts val="3020"/>
              </a:lnSpc>
              <a:spcBef>
                <a:spcPts val="1010"/>
              </a:spcBef>
              <a:buFont typeface="Segoe UI Symbol"/>
              <a:buChar char="❑"/>
              <a:tabLst>
                <a:tab pos="358140" algn="l"/>
                <a:tab pos="456565" algn="l"/>
              </a:tabLst>
            </a:pPr>
            <a:r>
              <a:rPr sz="2000" dirty="0">
                <a:latin typeface="Times New Roman" panose="02020603050405020304" pitchFamily="18" charset="0"/>
                <a:cs typeface="Times New Roman" panose="02020603050405020304" pitchFamily="18" charset="0"/>
              </a:rPr>
              <a:t>	The</a:t>
            </a:r>
            <a:r>
              <a:rPr sz="2000" spc="270" dirty="0">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point</a:t>
            </a:r>
            <a:r>
              <a:rPr sz="2000" spc="26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of</a:t>
            </a:r>
            <a:r>
              <a:rPr sz="2000" spc="265"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operation</a:t>
            </a:r>
            <a:r>
              <a:rPr sz="2000" spc="285" dirty="0">
                <a:solidFill>
                  <a:srgbClr val="00B050"/>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where</a:t>
            </a:r>
            <a:r>
              <a:rPr sz="2000" spc="2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work</a:t>
            </a:r>
            <a:r>
              <a:rPr sz="2000" spc="2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performed</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material,</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such</a:t>
            </a:r>
            <a:r>
              <a:rPr sz="2000" spc="26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as </a:t>
            </a:r>
            <a:r>
              <a:rPr sz="2000" dirty="0">
                <a:latin typeface="Times New Roman" panose="02020603050405020304" pitchFamily="18" charset="0"/>
                <a:cs typeface="Times New Roman" panose="02020603050405020304" pitchFamily="18" charset="0"/>
              </a:rPr>
              <a:t>cutting,</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shaping,</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boring,</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forming</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stock</a:t>
            </a:r>
            <a:endParaRPr sz="2000" dirty="0">
              <a:latin typeface="Times New Roman" panose="02020603050405020304" pitchFamily="18" charset="0"/>
              <a:cs typeface="Times New Roman" panose="02020603050405020304" pitchFamily="18" charset="0"/>
            </a:endParaRPr>
          </a:p>
          <a:p>
            <a:pPr marL="358140" marR="5080" indent="-346075" algn="just">
              <a:lnSpc>
                <a:spcPts val="3020"/>
              </a:lnSpc>
              <a:spcBef>
                <a:spcPts val="1010"/>
              </a:spcBef>
              <a:buFont typeface="Segoe UI Symbol"/>
              <a:buChar char="❑"/>
              <a:tabLst>
                <a:tab pos="358140" algn="l"/>
                <a:tab pos="438150" algn="l"/>
              </a:tabLst>
            </a:pPr>
            <a:r>
              <a:rPr sz="2000" dirty="0">
                <a:latin typeface="Times New Roman" panose="02020603050405020304" pitchFamily="18" charset="0"/>
                <a:cs typeface="Times New Roman" panose="02020603050405020304" pitchFamily="18" charset="0"/>
              </a:rPr>
              <a:t>	The</a:t>
            </a:r>
            <a:r>
              <a:rPr sz="2000" spc="-45" dirty="0">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power</a:t>
            </a:r>
            <a:r>
              <a:rPr sz="2000" spc="-50" dirty="0">
                <a:solidFill>
                  <a:srgbClr val="00B050"/>
                </a:solidFill>
                <a:latin typeface="Times New Roman" panose="02020603050405020304" pitchFamily="18" charset="0"/>
                <a:cs typeface="Times New Roman" panose="02020603050405020304" pitchFamily="18" charset="0"/>
              </a:rPr>
              <a:t> </a:t>
            </a:r>
            <a:r>
              <a:rPr sz="2000" spc="-10" dirty="0">
                <a:solidFill>
                  <a:srgbClr val="00B050"/>
                </a:solidFill>
                <a:latin typeface="Times New Roman" panose="02020603050405020304" pitchFamily="18" charset="0"/>
                <a:cs typeface="Times New Roman" panose="02020603050405020304" pitchFamily="18" charset="0"/>
              </a:rPr>
              <a:t>transmission</a:t>
            </a:r>
            <a:r>
              <a:rPr sz="2000" spc="-5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apparatus</a:t>
            </a:r>
            <a:r>
              <a:rPr sz="2000" spc="-30" dirty="0">
                <a:solidFill>
                  <a:srgbClr val="00B050"/>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components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mechanical</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system </a:t>
            </a:r>
            <a:r>
              <a:rPr sz="2000" dirty="0">
                <a:latin typeface="Times New Roman" panose="02020603050405020304" pitchFamily="18" charset="0"/>
                <a:cs typeface="Times New Roman" panose="02020603050405020304" pitchFamily="18" charset="0"/>
              </a:rPr>
              <a:t>which</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transmit</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energy</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part</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performing</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work.</a:t>
            </a:r>
            <a:r>
              <a:rPr sz="2000" spc="10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These components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include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flywheels,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pulleys,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belts,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connecting</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rods,</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couplings,</a:t>
            </a:r>
            <a:r>
              <a:rPr sz="2000" spc="-7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cams, </a:t>
            </a:r>
            <a:r>
              <a:rPr sz="2000" dirty="0">
                <a:latin typeface="Times New Roman" panose="02020603050405020304" pitchFamily="18" charset="0"/>
                <a:cs typeface="Times New Roman" panose="02020603050405020304" pitchFamily="18" charset="0"/>
              </a:rPr>
              <a:t>spindles,</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chains,</a:t>
            </a:r>
            <a:r>
              <a:rPr sz="2000" spc="-11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cranks,</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1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gears</a:t>
            </a:r>
            <a:endParaRPr sz="2000" dirty="0">
              <a:latin typeface="Times New Roman" panose="02020603050405020304" pitchFamily="18" charset="0"/>
              <a:cs typeface="Times New Roman" panose="02020603050405020304" pitchFamily="18" charset="0"/>
            </a:endParaRPr>
          </a:p>
          <a:p>
            <a:pPr marL="358140" marR="10160" indent="-346075" algn="just">
              <a:lnSpc>
                <a:spcPts val="3020"/>
              </a:lnSpc>
              <a:spcBef>
                <a:spcPts val="1015"/>
              </a:spcBef>
              <a:buFont typeface="Segoe UI Symbol"/>
              <a:buChar char="❑"/>
              <a:tabLst>
                <a:tab pos="358140" algn="l"/>
                <a:tab pos="439420" algn="l"/>
              </a:tabLst>
            </a:pPr>
            <a:r>
              <a:rPr sz="2000" dirty="0">
                <a:latin typeface="Times New Roman" panose="02020603050405020304" pitchFamily="18" charset="0"/>
                <a:cs typeface="Times New Roman" panose="02020603050405020304" pitchFamily="18" charset="0"/>
              </a:rPr>
              <a:t>	A</a:t>
            </a:r>
            <a:r>
              <a:rPr sz="2000" spc="-15" dirty="0">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mechanical</a:t>
            </a:r>
            <a:r>
              <a:rPr sz="2000" spc="-2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or</a:t>
            </a:r>
            <a:r>
              <a:rPr sz="2000" spc="-2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electrical</a:t>
            </a:r>
            <a:r>
              <a:rPr sz="2000" spc="-2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power</a:t>
            </a:r>
            <a:r>
              <a:rPr sz="2000" spc="-20" dirty="0">
                <a:solidFill>
                  <a:srgbClr val="00B050"/>
                </a:solidFill>
                <a:latin typeface="Times New Roman" panose="02020603050405020304" pitchFamily="18" charset="0"/>
                <a:cs typeface="Times New Roman" panose="02020603050405020304" pitchFamily="18" charset="0"/>
              </a:rPr>
              <a:t> </a:t>
            </a:r>
            <a:r>
              <a:rPr sz="2000" dirty="0">
                <a:solidFill>
                  <a:srgbClr val="00B050"/>
                </a:solidFill>
                <a:latin typeface="Times New Roman" panose="02020603050405020304" pitchFamily="18" charset="0"/>
                <a:cs typeface="Times New Roman" panose="02020603050405020304" pitchFamily="18" charset="0"/>
              </a:rPr>
              <a:t>control</a:t>
            </a:r>
            <a:r>
              <a:rPr sz="2000" spc="40" dirty="0">
                <a:solidFill>
                  <a:srgbClr val="00B050"/>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shall</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provided</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each</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 </a:t>
            </a:r>
            <a:r>
              <a:rPr sz="2000" dirty="0">
                <a:latin typeface="Times New Roman" panose="02020603050405020304" pitchFamily="18" charset="0"/>
                <a:cs typeface="Times New Roman" panose="02020603050405020304" pitchFamily="18" charset="0"/>
              </a:rPr>
              <a:t>make</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possible</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4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operator</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cut</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off</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power</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4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each</a:t>
            </a:r>
            <a:r>
              <a:rPr sz="2000" spc="4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machine </a:t>
            </a:r>
            <a:r>
              <a:rPr sz="2000" dirty="0">
                <a:latin typeface="Times New Roman" panose="02020603050405020304" pitchFamily="18" charset="0"/>
                <a:cs typeface="Times New Roman" panose="02020603050405020304" pitchFamily="18" charset="0"/>
              </a:rPr>
              <a:t>without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leaving</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his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position</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point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a:t>
            </a:r>
            <a:endParaRPr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2914" y="4924972"/>
            <a:ext cx="2703286" cy="1871505"/>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9280" y="4903812"/>
            <a:ext cx="2855400" cy="193302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91600" y="5031387"/>
            <a:ext cx="2619375" cy="17430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56915" y="216693"/>
            <a:ext cx="10323195" cy="4119879"/>
          </a:xfrm>
          <a:prstGeom prst="rect">
            <a:avLst/>
          </a:prstGeom>
        </p:spPr>
        <p:txBody>
          <a:bodyPr vert="horz" wrap="square" lIns="0" tIns="12700" rIns="0" bIns="0" rtlCol="0">
            <a:spAutoFit/>
          </a:bodyPr>
          <a:lstStyle/>
          <a:p>
            <a:pPr marL="193675" marR="9525" indent="-181610" algn="just">
              <a:lnSpc>
                <a:spcPct val="150000"/>
              </a:lnSpc>
              <a:spcBef>
                <a:spcPts val="100"/>
              </a:spcBef>
              <a:buChar char="•"/>
              <a:tabLst>
                <a:tab pos="195580" algn="l"/>
              </a:tabLst>
            </a:pPr>
            <a:r>
              <a:rPr sz="2400" dirty="0">
                <a:latin typeface="Times New Roman" panose="02020603050405020304" pitchFamily="18" charset="0"/>
                <a:cs typeface="Times New Roman" panose="02020603050405020304" pitchFamily="18" charset="0"/>
              </a:rPr>
              <a:t>Machine</a:t>
            </a:r>
            <a:r>
              <a:rPr sz="2400" spc="3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operators</a:t>
            </a:r>
            <a:r>
              <a:rPr sz="2400" spc="3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often</a:t>
            </a:r>
            <a:r>
              <a:rPr sz="2400" spc="3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need</a:t>
            </a:r>
            <a:r>
              <a:rPr sz="2400" spc="3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come</a:t>
            </a:r>
            <a:r>
              <a:rPr sz="2400" spc="3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into</a:t>
            </a:r>
            <a:r>
              <a:rPr sz="2400" spc="3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close</a:t>
            </a:r>
            <a:r>
              <a:rPr sz="2400" spc="3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proximity</a:t>
            </a:r>
            <a:r>
              <a:rPr sz="2400" spc="3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points</a:t>
            </a:r>
            <a:r>
              <a:rPr sz="2400" spc="39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operation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course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their</a:t>
            </a:r>
            <a:r>
              <a:rPr sz="2400" spc="-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work</a:t>
            </a:r>
            <a:endParaRPr sz="2400" dirty="0">
              <a:latin typeface="Times New Roman" panose="02020603050405020304" pitchFamily="18" charset="0"/>
              <a:cs typeface="Times New Roman" panose="02020603050405020304" pitchFamily="18" charset="0"/>
            </a:endParaRPr>
          </a:p>
          <a:p>
            <a:pPr marL="193675" marR="13335" indent="-181610" algn="just">
              <a:lnSpc>
                <a:spcPct val="150000"/>
              </a:lnSpc>
              <a:spcBef>
                <a:spcPts val="1000"/>
              </a:spcBef>
              <a:buChar char="•"/>
              <a:tabLst>
                <a:tab pos="195580" algn="l"/>
              </a:tabLst>
            </a:pPr>
            <a:r>
              <a:rPr sz="2400" dirty="0">
                <a:latin typeface="Times New Roman" panose="02020603050405020304" pitchFamily="18" charset="0"/>
                <a:cs typeface="Times New Roman" panose="02020603050405020304" pitchFamily="18" charset="0"/>
              </a:rPr>
              <a:t>In those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cases,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installed</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prevent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other 	</a:t>
            </a:r>
            <a:r>
              <a:rPr sz="2400" dirty="0">
                <a:latin typeface="Times New Roman" panose="02020603050405020304" pitchFamily="18" charset="0"/>
                <a:cs typeface="Times New Roman" panose="02020603050405020304" pitchFamily="18" charset="0"/>
              </a:rPr>
              <a:t>body</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from</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accidentally</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getting</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caught</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those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moving</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parts</a:t>
            </a:r>
            <a:endParaRPr sz="2400" dirty="0">
              <a:latin typeface="Times New Roman" panose="02020603050405020304" pitchFamily="18" charset="0"/>
              <a:cs typeface="Times New Roman" panose="02020603050405020304" pitchFamily="18" charset="0"/>
            </a:endParaRPr>
          </a:p>
          <a:p>
            <a:pPr marL="193675" marR="5080" indent="-181610" algn="just">
              <a:lnSpc>
                <a:spcPct val="150000"/>
              </a:lnSpc>
              <a:spcBef>
                <a:spcPts val="1000"/>
              </a:spcBef>
              <a:buChar char="•"/>
              <a:tabLst>
                <a:tab pos="195580" algn="l"/>
              </a:tabLst>
            </a:pPr>
            <a:r>
              <a:rPr sz="2400" dirty="0">
                <a:latin typeface="Times New Roman" panose="02020603050405020304" pitchFamily="18" charset="0"/>
                <a:cs typeface="Times New Roman" panose="02020603050405020304" pitchFamily="18" charset="0"/>
              </a:rPr>
              <a:t>When</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solid</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would</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impede</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operator’s</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productivity</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cannot</a:t>
            </a:r>
            <a:r>
              <a:rPr sz="2400" spc="-1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be 	</a:t>
            </a:r>
            <a:r>
              <a:rPr sz="2400" dirty="0">
                <a:latin typeface="Times New Roman" panose="02020603050405020304" pitchFamily="18" charset="0"/>
                <a:cs typeface="Times New Roman" panose="02020603050405020304" pitchFamily="18" charset="0"/>
              </a:rPr>
              <a:t>installed,</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optical</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sensing</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technologies</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such</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safety</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light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curtains</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1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act </a:t>
            </a:r>
            <a:r>
              <a:rPr sz="2400" dirty="0">
                <a:latin typeface="Times New Roman" panose="02020603050405020304" pitchFamily="18" charset="0"/>
                <a:cs typeface="Times New Roman" panose="02020603050405020304" pitchFamily="18" charset="0"/>
              </a:rPr>
              <a:t>as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safeguard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point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381000"/>
            <a:ext cx="7424082"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solidFill>
                  <a:srgbClr val="C00000"/>
                </a:solidFill>
                <a:latin typeface="Times New Roman" panose="02020603050405020304" pitchFamily="18" charset="0"/>
                <a:cs typeface="Times New Roman" panose="02020603050405020304" pitchFamily="18" charset="0"/>
              </a:rPr>
              <a:t>METHODS</a:t>
            </a:r>
            <a:r>
              <a:rPr lang="en-US" sz="3600" b="1" spc="-70" dirty="0">
                <a:solidFill>
                  <a:srgbClr val="C00000"/>
                </a:solidFill>
                <a:latin typeface="Times New Roman" panose="02020603050405020304" pitchFamily="18" charset="0"/>
                <a:cs typeface="Times New Roman" panose="02020603050405020304" pitchFamily="18" charset="0"/>
              </a:rPr>
              <a:t> </a:t>
            </a:r>
            <a:r>
              <a:rPr lang="en-US" sz="3600" b="1" dirty="0">
                <a:solidFill>
                  <a:srgbClr val="C00000"/>
                </a:solidFill>
                <a:latin typeface="Times New Roman" panose="02020603050405020304" pitchFamily="18" charset="0"/>
                <a:cs typeface="Times New Roman" panose="02020603050405020304" pitchFamily="18" charset="0"/>
              </a:rPr>
              <a:t>OF</a:t>
            </a:r>
            <a:r>
              <a:rPr lang="en-US" sz="3600" b="1" spc="-65" dirty="0">
                <a:solidFill>
                  <a:srgbClr val="C00000"/>
                </a:solidFill>
                <a:latin typeface="Times New Roman" panose="02020603050405020304" pitchFamily="18" charset="0"/>
                <a:cs typeface="Times New Roman" panose="02020603050405020304" pitchFamily="18" charset="0"/>
              </a:rPr>
              <a:t> </a:t>
            </a:r>
            <a:r>
              <a:rPr lang="en-US" sz="3600" b="1" spc="-10" dirty="0">
                <a:solidFill>
                  <a:srgbClr val="C00000"/>
                </a:solidFill>
                <a:latin typeface="Times New Roman" panose="02020603050405020304" pitchFamily="18" charset="0"/>
                <a:cs typeface="Times New Roman" panose="02020603050405020304" pitchFamily="18" charset="0"/>
              </a:rPr>
              <a:t>SAFEGUARDING</a:t>
            </a:r>
            <a:endParaRPr lang="en-US" sz="36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1000" y="915165"/>
            <a:ext cx="11389995" cy="3485570"/>
          </a:xfrm>
          <a:prstGeom prst="rect">
            <a:avLst/>
          </a:prstGeom>
        </p:spPr>
        <p:txBody>
          <a:bodyPr vert="horz" wrap="square" lIns="0" tIns="60960" rIns="0" bIns="0" rtlCol="0">
            <a:spAutoFit/>
          </a:bodyPr>
          <a:lstStyle/>
          <a:p>
            <a:pPr marL="109855" marR="35560" algn="just">
              <a:spcBef>
                <a:spcPts val="480"/>
              </a:spcBef>
            </a:pPr>
            <a:r>
              <a:rPr sz="2000" dirty="0">
                <a:latin typeface="Times New Roman" panose="02020603050405020304" pitchFamily="18" charset="0"/>
                <a:cs typeface="Times New Roman" panose="02020603050405020304" pitchFamily="18" charset="0"/>
              </a:rPr>
              <a:t>There</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five</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(5)</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general</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types</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safeguards</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a:t>
            </a:r>
            <a:r>
              <a:rPr sz="2000" spc="2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2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used</a:t>
            </a:r>
            <a:r>
              <a:rPr sz="2000" spc="29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 </a:t>
            </a:r>
            <a:r>
              <a:rPr sz="2000" dirty="0">
                <a:latin typeface="Times New Roman" panose="02020603050405020304" pitchFamily="18" charset="0"/>
                <a:cs typeface="Times New Roman" panose="02020603050405020304" pitchFamily="18" charset="0"/>
              </a:rPr>
              <a:t>protect</a:t>
            </a:r>
            <a:r>
              <a:rPr sz="2000" spc="1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workers</a:t>
            </a:r>
            <a:r>
              <a:rPr sz="2000" spc="1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personnel</a:t>
            </a:r>
            <a:r>
              <a:rPr sz="2000" spc="1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immediate</a:t>
            </a:r>
            <a:r>
              <a:rPr sz="2000" spc="1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vicinity</a:t>
            </a:r>
            <a:r>
              <a:rPr sz="2000" spc="1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machinery.</a:t>
            </a:r>
            <a:r>
              <a:rPr sz="2000" spc="16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They are:</a:t>
            </a:r>
            <a:endParaRPr sz="2000" dirty="0">
              <a:latin typeface="Times New Roman" panose="02020603050405020304" pitchFamily="18" charset="0"/>
              <a:cs typeface="Times New Roman" panose="02020603050405020304" pitchFamily="18" charset="0"/>
            </a:endParaRPr>
          </a:p>
          <a:p>
            <a:pPr marL="625475" indent="-612775" algn="just">
              <a:spcBef>
                <a:spcPts val="630"/>
              </a:spcBef>
              <a:buAutoNum type="arabicPeriod"/>
              <a:tabLst>
                <a:tab pos="625475" algn="l"/>
              </a:tabLst>
            </a:pPr>
            <a:r>
              <a:rPr sz="2000" b="1" dirty="0">
                <a:solidFill>
                  <a:srgbClr val="FF0000"/>
                </a:solidFill>
                <a:latin typeface="Times New Roman" panose="02020603050405020304" pitchFamily="18" charset="0"/>
                <a:cs typeface="Times New Roman" panose="02020603050405020304" pitchFamily="18" charset="0"/>
              </a:rPr>
              <a:t>Guards</a:t>
            </a:r>
            <a:r>
              <a:rPr sz="2000" b="1" spc="-110" dirty="0">
                <a:solidFill>
                  <a:srgbClr val="FF0000"/>
                </a:solidFill>
                <a:latin typeface="Times New Roman" panose="02020603050405020304" pitchFamily="18" charset="0"/>
                <a:cs typeface="Times New Roman" panose="02020603050405020304" pitchFamily="18" charset="0"/>
              </a:rPr>
              <a:t> </a:t>
            </a:r>
            <a:r>
              <a:rPr sz="2000" spc="-50" dirty="0">
                <a:solidFill>
                  <a:srgbClr val="FF0000"/>
                </a:solidFill>
                <a:latin typeface="Times New Roman" panose="02020603050405020304" pitchFamily="18" charset="0"/>
                <a:cs typeface="Times New Roman" panose="02020603050405020304" pitchFamily="18" charset="0"/>
              </a:rPr>
              <a:t>:</a:t>
            </a:r>
            <a:endParaRPr sz="2000" dirty="0">
              <a:solidFill>
                <a:srgbClr val="FF0000"/>
              </a:solidFill>
              <a:latin typeface="Times New Roman" panose="02020603050405020304" pitchFamily="18" charset="0"/>
              <a:cs typeface="Times New Roman" panose="02020603050405020304" pitchFamily="18" charset="0"/>
            </a:endParaRPr>
          </a:p>
          <a:p>
            <a:pPr marL="337185" marR="24130" lvl="1" indent="-174625" algn="just">
              <a:spcBef>
                <a:spcPts val="1050"/>
              </a:spcBef>
              <a:buFont typeface="Arial"/>
              <a:buChar char="•"/>
              <a:tabLst>
                <a:tab pos="338455" algn="l"/>
                <a:tab pos="1397000" algn="l"/>
                <a:tab pos="2096770" algn="l"/>
                <a:tab pos="3470910" algn="l"/>
                <a:tab pos="4817110" algn="l"/>
                <a:tab pos="5645785" algn="l"/>
                <a:tab pos="6969759" algn="l"/>
                <a:tab pos="8355965" algn="l"/>
                <a:tab pos="9264015" algn="l"/>
                <a:tab pos="10001250" algn="l"/>
                <a:tab pos="10579100" algn="l"/>
              </a:tabLst>
            </a:pPr>
            <a:r>
              <a:rPr sz="2000" spc="-10" dirty="0">
                <a:latin typeface="Times New Roman" panose="02020603050405020304" pitchFamily="18" charset="0"/>
                <a:cs typeface="Times New Roman" panose="02020603050405020304" pitchFamily="18" charset="0"/>
              </a:rPr>
              <a:t>These</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are</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physical</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barriers</a:t>
            </a:r>
            <a:r>
              <a:rPr lang="en-US"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that</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prevent</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contact.</a:t>
            </a:r>
            <a:r>
              <a:rPr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337185" marR="24130" lvl="1" indent="-174625" algn="just">
              <a:spcBef>
                <a:spcPts val="1050"/>
              </a:spcBef>
              <a:buFont typeface="Arial"/>
              <a:buChar char="•"/>
              <a:tabLst>
                <a:tab pos="338455" algn="l"/>
                <a:tab pos="1397000" algn="l"/>
                <a:tab pos="2096770" algn="l"/>
                <a:tab pos="3470910" algn="l"/>
                <a:tab pos="4817110" algn="l"/>
                <a:tab pos="5645785" algn="l"/>
                <a:tab pos="6969759" algn="l"/>
                <a:tab pos="8355965" algn="l"/>
                <a:tab pos="9264015" algn="l"/>
                <a:tab pos="10001250" algn="l"/>
                <a:tab pos="10579100" algn="l"/>
              </a:tabLst>
            </a:pPr>
            <a:r>
              <a:rPr sz="2000" spc="-20" dirty="0">
                <a:latin typeface="Times New Roman" panose="02020603050405020304" pitchFamily="18" charset="0"/>
                <a:cs typeface="Times New Roman" panose="02020603050405020304" pitchFamily="18" charset="0"/>
              </a:rPr>
              <a:t>They</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can</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be</a:t>
            </a:r>
            <a:r>
              <a:rPr lang="en-US"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fixed, </a:t>
            </a:r>
            <a:r>
              <a:rPr sz="2000" spc="-10" dirty="0">
                <a:latin typeface="Times New Roman" panose="02020603050405020304" pitchFamily="18" charset="0"/>
                <a:cs typeface="Times New Roman" panose="02020603050405020304" pitchFamily="18" charset="0"/>
              </a:rPr>
              <a:t>interlocked,</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adjustable,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self-</a:t>
            </a:r>
            <a:r>
              <a:rPr sz="2000" spc="-10" dirty="0">
                <a:latin typeface="Times New Roman" panose="02020603050405020304" pitchFamily="18" charset="0"/>
                <a:cs typeface="Times New Roman" panose="02020603050405020304" pitchFamily="18" charset="0"/>
              </a:rPr>
              <a:t>adjusting.</a:t>
            </a:r>
            <a:endParaRPr sz="2000" dirty="0">
              <a:latin typeface="Times New Roman" panose="02020603050405020304" pitchFamily="18" charset="0"/>
              <a:cs typeface="Times New Roman" panose="02020603050405020304" pitchFamily="18" charset="0"/>
            </a:endParaRPr>
          </a:p>
          <a:p>
            <a:pPr marL="337185" marR="5080" lvl="1" indent="-174625">
              <a:spcBef>
                <a:spcPts val="1005"/>
              </a:spcBef>
              <a:buFont typeface="Arial"/>
              <a:buChar char="•"/>
              <a:tabLst>
                <a:tab pos="338455" algn="l"/>
              </a:tabLst>
            </a:pPr>
            <a:r>
              <a:rPr sz="2000" dirty="0">
                <a:latin typeface="Times New Roman" panose="02020603050405020304" pitchFamily="18" charset="0"/>
                <a:cs typeface="Times New Roman" panose="02020603050405020304" pitchFamily="18" charset="0"/>
              </a:rPr>
              <a:t>Can</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made</a:t>
            </a:r>
            <a:r>
              <a:rPr sz="2000" spc="1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various</a:t>
            </a:r>
            <a:r>
              <a:rPr sz="2000" spc="1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materials,</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such</a:t>
            </a:r>
            <a:r>
              <a:rPr sz="2000" spc="1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metal,</a:t>
            </a:r>
            <a:r>
              <a:rPr sz="2000" spc="1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plastic,</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1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wood,</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9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are </a:t>
            </a:r>
            <a:r>
              <a:rPr lang="en-US"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typically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attached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using</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screws,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brackets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clamps</a:t>
            </a:r>
            <a:endParaRPr sz="2000" dirty="0">
              <a:latin typeface="Times New Roman" panose="02020603050405020304" pitchFamily="18" charset="0"/>
              <a:cs typeface="Times New Roman" panose="02020603050405020304" pitchFamily="18" charset="0"/>
            </a:endParaRPr>
          </a:p>
          <a:p>
            <a:pPr marL="337820" lvl="1" indent="-174625">
              <a:spcBef>
                <a:spcPts val="625"/>
              </a:spcBef>
              <a:buFont typeface="Arial"/>
              <a:buChar char="•"/>
              <a:tabLst>
                <a:tab pos="337820" algn="l"/>
              </a:tabLst>
            </a:pPr>
            <a:r>
              <a:rPr sz="2000" dirty="0">
                <a:latin typeface="Times New Roman" panose="02020603050405020304" pitchFamily="18" charset="0"/>
                <a:cs typeface="Times New Roman" panose="02020603050405020304" pitchFamily="18" charset="0"/>
              </a:rPr>
              <a:t>Common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types: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door</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gate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fence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guards</a:t>
            </a:r>
            <a:endParaRPr sz="2000" dirty="0">
              <a:latin typeface="Times New Roman" panose="02020603050405020304" pitchFamily="18" charset="0"/>
              <a:cs typeface="Times New Roman" panose="02020603050405020304" pitchFamily="18" charset="0"/>
            </a:endParaRPr>
          </a:p>
          <a:p>
            <a:pPr marL="337820" lvl="1" indent="-174625">
              <a:spcBef>
                <a:spcPts val="665"/>
              </a:spcBef>
              <a:buFont typeface="Arial"/>
              <a:buChar char="•"/>
              <a:tabLst>
                <a:tab pos="337820" algn="l"/>
              </a:tabLst>
            </a:pPr>
            <a:r>
              <a:rPr sz="2000" dirty="0">
                <a:latin typeface="Times New Roman" panose="02020603050405020304" pitchFamily="18" charset="0"/>
                <a:cs typeface="Times New Roman" panose="02020603050405020304" pitchFamily="18" charset="0"/>
              </a:rPr>
              <a:t>Must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properly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installed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maintained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effective</a:t>
            </a:r>
            <a:endParaRPr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4487505"/>
            <a:ext cx="3562218" cy="2370495"/>
          </a:xfrm>
          <a:prstGeom prst="rect">
            <a:avLst/>
          </a:prstGeom>
        </p:spPr>
      </p:pic>
      <p:pic>
        <p:nvPicPr>
          <p:cNvPr id="5" name="Picture 4"/>
          <p:cNvPicPr>
            <a:picLocks noChangeAspect="1"/>
          </p:cNvPicPr>
          <p:nvPr/>
        </p:nvPicPr>
        <p:blipFill>
          <a:blip r:embed="rId3"/>
          <a:stretch>
            <a:fillRect/>
          </a:stretch>
        </p:blipFill>
        <p:spPr>
          <a:xfrm>
            <a:off x="9220200" y="3505201"/>
            <a:ext cx="2971800" cy="33507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66800" y="3830754"/>
            <a:ext cx="5061856" cy="2587171"/>
          </a:xfrm>
          <a:prstGeom prst="rect">
            <a:avLst/>
          </a:prstGeom>
        </p:spPr>
      </p:pic>
      <p:sp>
        <p:nvSpPr>
          <p:cNvPr id="2" name="object 2"/>
          <p:cNvSpPr txBox="1"/>
          <p:nvPr/>
        </p:nvSpPr>
        <p:spPr>
          <a:xfrm>
            <a:off x="0" y="304800"/>
            <a:ext cx="12177486" cy="2968120"/>
          </a:xfrm>
          <a:prstGeom prst="rect">
            <a:avLst/>
          </a:prstGeom>
        </p:spPr>
        <p:txBody>
          <a:bodyPr vert="horz" wrap="square" lIns="0" tIns="122555" rIns="0" bIns="0" rtlCol="0">
            <a:spAutoFit/>
          </a:bodyPr>
          <a:lstStyle/>
          <a:p>
            <a:pPr marL="624205" indent="-612140">
              <a:spcBef>
                <a:spcPts val="965"/>
              </a:spcBef>
              <a:buAutoNum type="arabicPeriod" startAt="2"/>
              <a:tabLst>
                <a:tab pos="624205" algn="l"/>
              </a:tabLst>
            </a:pPr>
            <a:r>
              <a:rPr sz="2400" b="1" dirty="0">
                <a:solidFill>
                  <a:srgbClr val="FF0000"/>
                </a:solidFill>
                <a:latin typeface="Times New Roman" panose="02020603050405020304" pitchFamily="18" charset="0"/>
                <a:cs typeface="Times New Roman" panose="02020603050405020304" pitchFamily="18" charset="0"/>
              </a:rPr>
              <a:t>Devices</a:t>
            </a:r>
            <a:r>
              <a:rPr sz="2400" b="1" spc="-135" dirty="0">
                <a:solidFill>
                  <a:srgbClr val="FF0000"/>
                </a:solidFill>
                <a:latin typeface="Times New Roman" panose="02020603050405020304" pitchFamily="18" charset="0"/>
                <a:cs typeface="Times New Roman" panose="02020603050405020304" pitchFamily="18" charset="0"/>
              </a:rPr>
              <a:t> </a:t>
            </a:r>
            <a:r>
              <a:rPr sz="2400" b="1" spc="-50" dirty="0">
                <a:solidFill>
                  <a:srgbClr val="FF0000"/>
                </a:solidFill>
                <a:latin typeface="Times New Roman" panose="02020603050405020304" pitchFamily="18" charset="0"/>
                <a:cs typeface="Times New Roman" panose="02020603050405020304" pitchFamily="18" charset="0"/>
              </a:rPr>
              <a:t>:</a:t>
            </a:r>
            <a:endParaRPr sz="2400" dirty="0">
              <a:solidFill>
                <a:srgbClr val="FF0000"/>
              </a:solidFill>
              <a:latin typeface="Times New Roman" panose="02020603050405020304" pitchFamily="18" charset="0"/>
              <a:cs typeface="Times New Roman" panose="02020603050405020304" pitchFamily="18" charset="0"/>
            </a:endParaRPr>
          </a:p>
          <a:p>
            <a:pPr marL="337820" lvl="1" indent="-174625">
              <a:spcBef>
                <a:spcPts val="865"/>
              </a:spcBef>
              <a:buFont typeface="Arial"/>
              <a:buChar char="•"/>
              <a:tabLst>
                <a:tab pos="337820" algn="l"/>
              </a:tabLst>
            </a:pPr>
            <a:r>
              <a:rPr sz="2000" i="1" dirty="0">
                <a:latin typeface="Times New Roman" panose="02020603050405020304" pitchFamily="18" charset="0"/>
                <a:cs typeface="Times New Roman" panose="02020603050405020304" pitchFamily="18" charset="0"/>
              </a:rPr>
              <a:t>These</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limit</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or</a:t>
            </a:r>
            <a:r>
              <a:rPr sz="2000" i="1" spc="-5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prevent</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access</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to</a:t>
            </a:r>
            <a:r>
              <a:rPr sz="2000" i="1" spc="-5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the</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hazardous</a:t>
            </a:r>
            <a:r>
              <a:rPr sz="2000" i="1" spc="-55"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area.</a:t>
            </a:r>
            <a:endParaRPr sz="2000" dirty="0">
              <a:latin typeface="Times New Roman" panose="02020603050405020304" pitchFamily="18" charset="0"/>
              <a:cs typeface="Times New Roman" panose="02020603050405020304" pitchFamily="18" charset="0"/>
            </a:endParaRPr>
          </a:p>
          <a:p>
            <a:pPr marL="337185" marR="5080" lvl="1" indent="-174625">
              <a:spcBef>
                <a:spcPts val="1000"/>
              </a:spcBef>
              <a:buFont typeface="Arial"/>
              <a:buChar char="•"/>
              <a:tabLst>
                <a:tab pos="338455" algn="l"/>
              </a:tabLst>
            </a:pPr>
            <a:r>
              <a:rPr sz="2000" i="1" dirty="0">
                <a:latin typeface="Times New Roman" panose="02020603050405020304" pitchFamily="18" charset="0"/>
                <a:cs typeface="Times New Roman" panose="02020603050405020304" pitchFamily="18" charset="0"/>
              </a:rPr>
              <a:t>It</a:t>
            </a:r>
            <a:r>
              <a:rPr sz="2000" i="1" spc="-3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may</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stop</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the</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machine</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if</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a</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hand</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or</a:t>
            </a:r>
            <a:r>
              <a:rPr sz="2000" i="1" spc="-3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any</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part</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of</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the</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body</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is</a:t>
            </a:r>
            <a:r>
              <a:rPr sz="2000" i="1" spc="-2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inadvertently</a:t>
            </a:r>
            <a:r>
              <a:rPr sz="2000" i="1" spc="-25"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placed </a:t>
            </a:r>
            <a:r>
              <a:rPr sz="2000" i="1" dirty="0">
                <a:latin typeface="Times New Roman" panose="02020603050405020304" pitchFamily="18" charset="0"/>
                <a:cs typeface="Times New Roman" panose="02020603050405020304" pitchFamily="18" charset="0"/>
              </a:rPr>
              <a:t>in</a:t>
            </a:r>
            <a:r>
              <a:rPr sz="2000" i="1" spc="-2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the</a:t>
            </a:r>
            <a:r>
              <a:rPr sz="2000" i="1" spc="-2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danger</a:t>
            </a:r>
            <a:r>
              <a:rPr sz="2000" i="1" spc="-15" dirty="0">
                <a:latin typeface="Times New Roman" panose="02020603050405020304" pitchFamily="18" charset="0"/>
                <a:cs typeface="Times New Roman" panose="02020603050405020304" pitchFamily="18" charset="0"/>
              </a:rPr>
              <a:t> </a:t>
            </a:r>
            <a:r>
              <a:rPr sz="2000" i="1" spc="-20" dirty="0">
                <a:latin typeface="Times New Roman" panose="02020603050405020304" pitchFamily="18" charset="0"/>
                <a:cs typeface="Times New Roman" panose="02020603050405020304" pitchFamily="18" charset="0"/>
              </a:rPr>
              <a:t>area</a:t>
            </a:r>
            <a:endParaRPr sz="2000" dirty="0">
              <a:latin typeface="Times New Roman" panose="02020603050405020304" pitchFamily="18" charset="0"/>
              <a:cs typeface="Times New Roman" panose="02020603050405020304" pitchFamily="18" charset="0"/>
            </a:endParaRPr>
          </a:p>
          <a:p>
            <a:pPr marL="337185" marR="42545" lvl="1" indent="-174625">
              <a:spcBef>
                <a:spcPts val="1000"/>
              </a:spcBef>
              <a:buFont typeface="Arial MT"/>
              <a:buChar char="•"/>
              <a:tabLst>
                <a:tab pos="338455" algn="l"/>
                <a:tab pos="1713864" algn="l"/>
                <a:tab pos="2228215" algn="l"/>
                <a:tab pos="3797300" algn="l"/>
                <a:tab pos="4482465" algn="l"/>
                <a:tab pos="6168390" algn="l"/>
                <a:tab pos="7240905" algn="l"/>
                <a:tab pos="8141334" algn="l"/>
                <a:tab pos="8826500" algn="l"/>
                <a:tab pos="10037445" algn="l"/>
                <a:tab pos="10876915" algn="l"/>
              </a:tabLst>
            </a:pPr>
            <a:r>
              <a:rPr sz="2000" spc="-10" dirty="0">
                <a:latin typeface="Times New Roman" panose="02020603050405020304" pitchFamily="18" charset="0"/>
                <a:cs typeface="Times New Roman" panose="02020603050405020304" pitchFamily="18" charset="0"/>
              </a:rPr>
              <a:t>Restrain</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or</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withdraw</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operator’s</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hands</a:t>
            </a:r>
            <a:r>
              <a:rPr lang="en-US"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from</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danger</a:t>
            </a:r>
            <a:r>
              <a:rPr lang="en-US"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area</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during operation</a:t>
            </a:r>
            <a:endParaRPr sz="2000" dirty="0">
              <a:latin typeface="Times New Roman" panose="02020603050405020304" pitchFamily="18" charset="0"/>
              <a:cs typeface="Times New Roman" panose="02020603050405020304" pitchFamily="18" charset="0"/>
            </a:endParaRPr>
          </a:p>
          <a:p>
            <a:pPr marL="337185" marR="35560" lvl="1" indent="-174625">
              <a:spcBef>
                <a:spcPts val="1000"/>
              </a:spcBef>
              <a:buFont typeface="Arial MT"/>
              <a:buChar char="•"/>
              <a:tabLst>
                <a:tab pos="338455" algn="l"/>
              </a:tabLst>
            </a:pPr>
            <a:r>
              <a:rPr sz="2000" dirty="0">
                <a:latin typeface="Times New Roman" panose="02020603050405020304" pitchFamily="18" charset="0"/>
                <a:cs typeface="Times New Roman" panose="02020603050405020304" pitchFamily="18" charset="0"/>
              </a:rPr>
              <a:t>Require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operator</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both</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hands</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controls,</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thus</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keeping</a:t>
            </a:r>
            <a:r>
              <a:rPr sz="2000" spc="-7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both</a:t>
            </a:r>
            <a:r>
              <a:rPr lang="en-US"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body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out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danger</a:t>
            </a:r>
            <a:endParaRPr sz="2000" dirty="0">
              <a:latin typeface="Times New Roman" panose="02020603050405020304" pitchFamily="18" charset="0"/>
              <a:cs typeface="Times New Roman" panose="02020603050405020304" pitchFamily="18" charset="0"/>
            </a:endParaRPr>
          </a:p>
          <a:p>
            <a:pPr marL="337185" marR="24765" lvl="1" indent="-174625">
              <a:spcBef>
                <a:spcPts val="1000"/>
              </a:spcBef>
              <a:buFont typeface="Arial MT"/>
              <a:buChar char="•"/>
              <a:tabLst>
                <a:tab pos="338455" algn="l"/>
              </a:tabLst>
            </a:pPr>
            <a:r>
              <a:rPr sz="2000" dirty="0">
                <a:latin typeface="Times New Roman" panose="02020603050405020304" pitchFamily="18" charset="0"/>
                <a:cs typeface="Times New Roman" panose="02020603050405020304" pitchFamily="18" charset="0"/>
              </a:rPr>
              <a:t>Provide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barrier</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0" dirty="0">
                <a:latin typeface="Times New Roman" panose="02020603050405020304" pitchFamily="18" charset="0"/>
                <a:cs typeface="Times New Roman" panose="02020603050405020304" pitchFamily="18" charset="0"/>
              </a:rPr>
              <a:t> synchronized</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operating</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cycle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machine</a:t>
            </a:r>
            <a:r>
              <a:rPr lang="en-US"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prevent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entry</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danger</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during</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hazardous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part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cycle</a:t>
            </a:r>
            <a:endParaRPr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8989179" y="3390680"/>
            <a:ext cx="3188307" cy="3467320"/>
          </a:xfrm>
          <a:prstGeom prst="rect">
            <a:avLst/>
          </a:prstGeom>
        </p:spPr>
      </p:pic>
      <p:pic>
        <p:nvPicPr>
          <p:cNvPr id="6" name="Picture 5"/>
          <p:cNvPicPr>
            <a:picLocks noChangeAspect="1"/>
          </p:cNvPicPr>
          <p:nvPr/>
        </p:nvPicPr>
        <p:blipFill>
          <a:blip r:embed="rId4"/>
          <a:stretch>
            <a:fillRect/>
          </a:stretch>
        </p:blipFill>
        <p:spPr>
          <a:xfrm>
            <a:off x="3429000" y="3819868"/>
            <a:ext cx="5486400" cy="31449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5780" y="228600"/>
            <a:ext cx="11666220" cy="1377300"/>
          </a:xfrm>
          <a:prstGeom prst="rect">
            <a:avLst/>
          </a:prstGeom>
        </p:spPr>
        <p:txBody>
          <a:bodyPr vert="horz" wrap="square" lIns="0" tIns="96520" rIns="0" bIns="0" rtlCol="0">
            <a:spAutoFit/>
          </a:bodyPr>
          <a:lstStyle/>
          <a:p>
            <a:pPr marL="624205" indent="-611505">
              <a:lnSpc>
                <a:spcPct val="100000"/>
              </a:lnSpc>
              <a:spcBef>
                <a:spcPts val="760"/>
              </a:spcBef>
              <a:buAutoNum type="arabicPeriod" startAt="3"/>
              <a:tabLst>
                <a:tab pos="624205" algn="l"/>
              </a:tabLst>
            </a:pPr>
            <a:r>
              <a:rPr sz="2400" b="1" spc="-10" dirty="0">
                <a:solidFill>
                  <a:srgbClr val="FF0000"/>
                </a:solidFill>
                <a:latin typeface="Times New Roman" panose="02020603050405020304" pitchFamily="18" charset="0"/>
                <a:cs typeface="Times New Roman" panose="02020603050405020304" pitchFamily="18" charset="0"/>
              </a:rPr>
              <a:t>Automated</a:t>
            </a:r>
            <a:r>
              <a:rPr sz="2400" b="1" spc="-65"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Feeding</a:t>
            </a:r>
            <a:r>
              <a:rPr sz="2400" b="1" spc="-60"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and</a:t>
            </a:r>
            <a:r>
              <a:rPr sz="2400" b="1" spc="-65"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Ejection</a:t>
            </a:r>
            <a:r>
              <a:rPr sz="2400" b="1" spc="-60"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Mechanisms</a:t>
            </a:r>
            <a:r>
              <a:rPr sz="2400" b="1" spc="-10" dirty="0">
                <a:solidFill>
                  <a:srgbClr val="FF0000"/>
                </a:solidFill>
                <a:latin typeface="Times New Roman" panose="02020603050405020304" pitchFamily="18" charset="0"/>
                <a:cs typeface="Times New Roman" panose="02020603050405020304" pitchFamily="18" charset="0"/>
              </a:rPr>
              <a:t> </a:t>
            </a:r>
            <a:r>
              <a:rPr sz="2400" spc="-50" dirty="0">
                <a:solidFill>
                  <a:srgbClr val="FF0000"/>
                </a:solidFill>
                <a:latin typeface="Times New Roman" panose="02020603050405020304" pitchFamily="18" charset="0"/>
                <a:cs typeface="Times New Roman" panose="02020603050405020304" pitchFamily="18" charset="0"/>
              </a:rPr>
              <a:t>:</a:t>
            </a:r>
            <a:endParaRPr sz="2400" dirty="0">
              <a:solidFill>
                <a:srgbClr val="FF0000"/>
              </a:solidFill>
              <a:latin typeface="Times New Roman" panose="02020603050405020304" pitchFamily="18" charset="0"/>
              <a:cs typeface="Times New Roman" panose="02020603050405020304" pitchFamily="18" charset="0"/>
            </a:endParaRPr>
          </a:p>
          <a:p>
            <a:pPr marL="109855" marR="5080">
              <a:lnSpc>
                <a:spcPts val="3020"/>
              </a:lnSpc>
              <a:spcBef>
                <a:spcPts val="1050"/>
              </a:spcBef>
            </a:pPr>
            <a:r>
              <a:rPr sz="2400" dirty="0">
                <a:latin typeface="Times New Roman" panose="02020603050405020304" pitchFamily="18" charset="0"/>
                <a:cs typeface="Times New Roman" panose="02020603050405020304" pitchFamily="18" charset="0"/>
              </a:rPr>
              <a:t>These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eliminate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operator’s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exposure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point</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operation</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while</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handling </a:t>
            </a:r>
            <a:r>
              <a:rPr sz="2400" dirty="0">
                <a:latin typeface="Times New Roman" panose="02020603050405020304" pitchFamily="18" charset="0"/>
                <a:cs typeface="Times New Roman" panose="02020603050405020304" pitchFamily="18" charset="0"/>
              </a:rPr>
              <a:t>stock</a:t>
            </a:r>
            <a:r>
              <a:rPr sz="2400" spc="-1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(materials).</a:t>
            </a:r>
            <a:endParaRPr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295400" y="1981200"/>
            <a:ext cx="3886200" cy="4282044"/>
          </a:xfrm>
          <a:prstGeom prst="rect">
            <a:avLst/>
          </a:prstGeom>
        </p:spPr>
      </p:pic>
      <p:pic>
        <p:nvPicPr>
          <p:cNvPr id="5" name="Picture 4"/>
          <p:cNvPicPr>
            <a:picLocks noChangeAspect="1"/>
          </p:cNvPicPr>
          <p:nvPr/>
        </p:nvPicPr>
        <p:blipFill>
          <a:blip r:embed="rId3"/>
          <a:stretch>
            <a:fillRect/>
          </a:stretch>
        </p:blipFill>
        <p:spPr>
          <a:xfrm>
            <a:off x="5794253" y="2209800"/>
            <a:ext cx="5946738" cy="3886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7496" y="304800"/>
            <a:ext cx="11666220" cy="3776996"/>
          </a:xfrm>
          <a:prstGeom prst="rect">
            <a:avLst/>
          </a:prstGeom>
        </p:spPr>
        <p:txBody>
          <a:bodyPr vert="horz" wrap="square" lIns="0" tIns="96520" rIns="0" bIns="0" rtlCol="0">
            <a:spAutoFit/>
          </a:bodyPr>
          <a:lstStyle/>
          <a:p>
            <a:pPr marL="624205" indent="-611505" algn="just">
              <a:lnSpc>
                <a:spcPct val="100000"/>
              </a:lnSpc>
              <a:spcBef>
                <a:spcPts val="625"/>
              </a:spcBef>
              <a:buAutoNum type="arabicPeriod" startAt="4"/>
              <a:tabLst>
                <a:tab pos="624205" algn="l"/>
              </a:tabLst>
            </a:pPr>
            <a:r>
              <a:rPr sz="2400" b="1" dirty="0">
                <a:solidFill>
                  <a:srgbClr val="FF0000"/>
                </a:solidFill>
                <a:latin typeface="Times New Roman" panose="02020603050405020304" pitchFamily="18" charset="0"/>
                <a:cs typeface="Times New Roman" panose="02020603050405020304" pitchFamily="18" charset="0"/>
              </a:rPr>
              <a:t>Machine</a:t>
            </a:r>
            <a:r>
              <a:rPr sz="2400" b="1" spc="-110"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Location</a:t>
            </a:r>
            <a:r>
              <a:rPr sz="2400" b="1" spc="-110"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or</a:t>
            </a:r>
            <a:r>
              <a:rPr sz="2400" b="1" spc="-105"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Distance</a:t>
            </a:r>
            <a:r>
              <a:rPr sz="2400" b="1" spc="-85" dirty="0">
                <a:solidFill>
                  <a:srgbClr val="FF0000"/>
                </a:solidFill>
                <a:latin typeface="Times New Roman" panose="02020603050405020304" pitchFamily="18" charset="0"/>
                <a:cs typeface="Times New Roman" panose="02020603050405020304" pitchFamily="18" charset="0"/>
              </a:rPr>
              <a:t> </a:t>
            </a:r>
            <a:r>
              <a:rPr sz="2400" spc="-50" dirty="0">
                <a:solidFill>
                  <a:srgbClr val="FF0000"/>
                </a:solidFill>
                <a:latin typeface="Times New Roman" panose="02020603050405020304" pitchFamily="18" charset="0"/>
                <a:cs typeface="Times New Roman" panose="02020603050405020304" pitchFamily="18" charset="0"/>
              </a:rPr>
              <a:t>:</a:t>
            </a:r>
            <a:endParaRPr sz="2400" dirty="0">
              <a:solidFill>
                <a:srgbClr val="FF0000"/>
              </a:solidFill>
              <a:latin typeface="Times New Roman" panose="02020603050405020304" pitchFamily="18" charset="0"/>
              <a:cs typeface="Times New Roman" panose="02020603050405020304" pitchFamily="18" charset="0"/>
            </a:endParaRPr>
          </a:p>
          <a:p>
            <a:pPr marL="109855" marR="97790" algn="just">
              <a:lnSpc>
                <a:spcPts val="3020"/>
              </a:lnSpc>
              <a:spcBef>
                <a:spcPts val="1045"/>
              </a:spcBef>
            </a:pPr>
            <a:r>
              <a:rPr sz="2400" dirty="0">
                <a:latin typeface="Times New Roman" panose="02020603050405020304" pitchFamily="18" charset="0"/>
                <a:cs typeface="Times New Roman" panose="02020603050405020304" pitchFamily="18" charset="0"/>
              </a:rPr>
              <a:t>This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method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removes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hazard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from</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operator’s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This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may</a:t>
            </a:r>
            <a:r>
              <a:rPr sz="2400" spc="-5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be </a:t>
            </a:r>
            <a:r>
              <a:rPr sz="2400" dirty="0">
                <a:latin typeface="Times New Roman" panose="02020603050405020304" pitchFamily="18" charset="0"/>
                <a:cs typeface="Times New Roman" panose="02020603050405020304" pitchFamily="18" charset="0"/>
              </a:rPr>
              <a:t>accomplished</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locating</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30" dirty="0">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hazardous</a:t>
            </a:r>
            <a:r>
              <a:rPr sz="2400" spc="-3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parts</a:t>
            </a:r>
            <a:r>
              <a:rPr sz="2400" spc="-3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of</a:t>
            </a:r>
            <a:r>
              <a:rPr sz="2400" spc="-3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the</a:t>
            </a:r>
            <a:r>
              <a:rPr sz="2400" spc="-30" dirty="0">
                <a:solidFill>
                  <a:srgbClr val="FF0000"/>
                </a:solidFill>
                <a:latin typeface="Times New Roman" panose="02020603050405020304" pitchFamily="18" charset="0"/>
                <a:cs typeface="Times New Roman" panose="02020603050405020304" pitchFamily="18" charset="0"/>
              </a:rPr>
              <a:t> </a:t>
            </a:r>
            <a:r>
              <a:rPr sz="2400" spc="-10" dirty="0">
                <a:solidFill>
                  <a:srgbClr val="FF0000"/>
                </a:solidFill>
                <a:latin typeface="Times New Roman" panose="02020603050405020304" pitchFamily="18" charset="0"/>
                <a:cs typeface="Times New Roman" panose="02020603050405020304" pitchFamily="18" charset="0"/>
              </a:rPr>
              <a:t>machine </a:t>
            </a:r>
            <a:r>
              <a:rPr sz="2400" dirty="0">
                <a:solidFill>
                  <a:srgbClr val="FF0000"/>
                </a:solidFill>
                <a:latin typeface="Times New Roman" panose="02020603050405020304" pitchFamily="18" charset="0"/>
                <a:cs typeface="Times New Roman" panose="02020603050405020304" pitchFamily="18" charset="0"/>
              </a:rPr>
              <a:t>are</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located</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away</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from</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operator</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work</a:t>
            </a:r>
            <a:r>
              <a:rPr sz="2400" spc="-55"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stations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other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where</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employees </a:t>
            </a:r>
            <a:r>
              <a:rPr sz="2400" dirty="0">
                <a:latin typeface="Times New Roman" panose="02020603050405020304" pitchFamily="18" charset="0"/>
                <a:cs typeface="Times New Roman" panose="02020603050405020304" pitchFamily="18" charset="0"/>
              </a:rPr>
              <a:t>walk</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2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work</a:t>
            </a:r>
            <a:endParaRPr lang="en-US" sz="2400" spc="-20" dirty="0">
              <a:latin typeface="Times New Roman" panose="02020603050405020304" pitchFamily="18" charset="0"/>
              <a:cs typeface="Times New Roman" panose="02020603050405020304" pitchFamily="18" charset="0"/>
            </a:endParaRPr>
          </a:p>
          <a:p>
            <a:pPr marL="109855" marR="97790" algn="just">
              <a:lnSpc>
                <a:spcPts val="3020"/>
              </a:lnSpc>
              <a:spcBef>
                <a:spcPts val="1045"/>
              </a:spcBef>
            </a:pPr>
            <a:endParaRPr lang="en-US" sz="2400" spc="-20" dirty="0">
              <a:latin typeface="Times New Roman" panose="02020603050405020304" pitchFamily="18" charset="0"/>
              <a:cs typeface="Times New Roman" panose="02020603050405020304" pitchFamily="18" charset="0"/>
            </a:endParaRPr>
          </a:p>
          <a:p>
            <a:pPr marL="109855" marR="97790" algn="just">
              <a:lnSpc>
                <a:spcPts val="3020"/>
              </a:lnSpc>
              <a:spcBef>
                <a:spcPts val="1045"/>
              </a:spcBef>
            </a:pPr>
            <a:endParaRPr lang="en-US" sz="2400" spc="-20" dirty="0">
              <a:latin typeface="Times New Roman" panose="02020603050405020304" pitchFamily="18" charset="0"/>
              <a:cs typeface="Times New Roman" panose="02020603050405020304" pitchFamily="18" charset="0"/>
            </a:endParaRPr>
          </a:p>
          <a:p>
            <a:pPr marL="109855" marR="97790" algn="just">
              <a:lnSpc>
                <a:spcPts val="3020"/>
              </a:lnSpc>
              <a:spcBef>
                <a:spcPts val="1045"/>
              </a:spcBef>
            </a:pPr>
            <a:endParaRPr lang="en-US" sz="2400" spc="-20" dirty="0">
              <a:latin typeface="Times New Roman" panose="02020603050405020304" pitchFamily="18" charset="0"/>
              <a:cs typeface="Times New Roman" panose="02020603050405020304" pitchFamily="18" charset="0"/>
            </a:endParaRPr>
          </a:p>
          <a:p>
            <a:pPr marL="109855" marR="97790" algn="just">
              <a:lnSpc>
                <a:spcPts val="3020"/>
              </a:lnSpc>
              <a:spcBef>
                <a:spcPts val="1045"/>
              </a:spcBef>
            </a:pPr>
            <a:endParaRPr sz="2400" dirty="0">
              <a:latin typeface="Times New Roman" panose="02020603050405020304" pitchFamily="18" charset="0"/>
              <a:cs typeface="Times New Roman" panose="02020603050405020304" pitchFamily="18" charset="0"/>
            </a:endParaRPr>
          </a:p>
        </p:txBody>
      </p:sp>
      <p:pic>
        <p:nvPicPr>
          <p:cNvPr id="3" name="Picture 2" descr="machgd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743200"/>
            <a:ext cx="4414206" cy="312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228600"/>
            <a:ext cx="11666220" cy="2133918"/>
          </a:xfrm>
          <a:prstGeom prst="rect">
            <a:avLst/>
          </a:prstGeom>
        </p:spPr>
        <p:txBody>
          <a:bodyPr vert="horz" wrap="square" lIns="0" tIns="96520" rIns="0" bIns="0" rtlCol="0">
            <a:spAutoFit/>
          </a:bodyPr>
          <a:lstStyle/>
          <a:p>
            <a:pPr marL="624205" indent="-611505" algn="just">
              <a:lnSpc>
                <a:spcPct val="100000"/>
              </a:lnSpc>
              <a:spcBef>
                <a:spcPts val="635"/>
              </a:spcBef>
              <a:buAutoNum type="arabicPeriod" startAt="5"/>
              <a:tabLst>
                <a:tab pos="624205" algn="l"/>
              </a:tabLst>
            </a:pPr>
            <a:r>
              <a:rPr sz="2400" b="1" dirty="0">
                <a:solidFill>
                  <a:srgbClr val="FF0000"/>
                </a:solidFill>
                <a:latin typeface="Times New Roman" panose="02020603050405020304" pitchFamily="18" charset="0"/>
                <a:cs typeface="Times New Roman" panose="02020603050405020304" pitchFamily="18" charset="0"/>
              </a:rPr>
              <a:t>Miscellaneous</a:t>
            </a:r>
            <a:r>
              <a:rPr sz="2400" b="1" spc="-55"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Aids </a:t>
            </a:r>
            <a:r>
              <a:rPr sz="2400"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09855" marR="266065" indent="80010" algn="just">
              <a:lnSpc>
                <a:spcPts val="3020"/>
              </a:lnSpc>
              <a:spcBef>
                <a:spcPts val="1045"/>
              </a:spcBef>
            </a:pPr>
            <a:r>
              <a:rPr sz="2400" dirty="0">
                <a:latin typeface="Times New Roman" panose="02020603050405020304" pitchFamily="18" charset="0"/>
                <a:cs typeface="Times New Roman" panose="02020603050405020304" pitchFamily="18" charset="0"/>
              </a:rPr>
              <a:t>These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methods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used</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protect</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both</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operators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people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4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immediate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vicinity</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operating</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machinery.</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Examples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include</a:t>
            </a:r>
            <a:r>
              <a:rPr sz="2400" spc="-55" dirty="0">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shields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5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contain </a:t>
            </a:r>
            <a:r>
              <a:rPr sz="2400" dirty="0">
                <a:latin typeface="Times New Roman" panose="02020603050405020304" pitchFamily="18" charset="0"/>
                <a:cs typeface="Times New Roman" panose="02020603050405020304" pitchFamily="18" charset="0"/>
              </a:rPr>
              <a:t>chips,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sparks,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sprays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other</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forms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flying</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debris;</a:t>
            </a:r>
            <a:r>
              <a:rPr sz="2400" spc="-40" dirty="0">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holding</a:t>
            </a:r>
            <a:r>
              <a:rPr sz="2400" spc="-4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tool</a:t>
            </a:r>
            <a:r>
              <a:rPr sz="2400" dirty="0">
                <a:latin typeface="Times New Roman" panose="02020603050405020304" pitchFamily="18" charset="0"/>
                <a:cs typeface="Times New Roman" panose="02020603050405020304" pitchFamily="18" charset="0"/>
              </a:rPr>
              <a:t>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4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 </a:t>
            </a:r>
            <a:r>
              <a:rPr sz="2400" dirty="0">
                <a:latin typeface="Times New Roman" panose="02020603050405020304" pitchFamily="18" charset="0"/>
                <a:cs typeface="Times New Roman" panose="02020603050405020304" pitchFamily="18" charset="0"/>
              </a:rPr>
              <a:t>operator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going</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into</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point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operation;</a:t>
            </a:r>
            <a:r>
              <a:rPr sz="2400" spc="-4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and </a:t>
            </a:r>
            <a:r>
              <a:rPr sz="2400" dirty="0">
                <a:solidFill>
                  <a:srgbClr val="FF0000"/>
                </a:solidFill>
                <a:latin typeface="Times New Roman" panose="02020603050405020304" pitchFamily="18" charset="0"/>
                <a:cs typeface="Times New Roman" panose="02020603050405020304" pitchFamily="18" charset="0"/>
              </a:rPr>
              <a:t>awareness</a:t>
            </a:r>
            <a:r>
              <a:rPr sz="2400" spc="-40" dirty="0">
                <a:solidFill>
                  <a:srgbClr val="FF0000"/>
                </a:solidFill>
                <a:latin typeface="Times New Roman" panose="02020603050405020304" pitchFamily="18" charset="0"/>
                <a:cs typeface="Times New Roman" panose="02020603050405020304" pitchFamily="18" charset="0"/>
              </a:rPr>
              <a:t> </a:t>
            </a:r>
            <a:r>
              <a:rPr sz="2400" dirty="0">
                <a:solidFill>
                  <a:srgbClr val="FF0000"/>
                </a:solidFill>
                <a:latin typeface="Times New Roman" panose="02020603050405020304" pitchFamily="18" charset="0"/>
                <a:cs typeface="Times New Roman" panose="02020603050405020304" pitchFamily="18" charset="0"/>
              </a:rPr>
              <a:t>barriers</a:t>
            </a:r>
            <a:r>
              <a:rPr sz="2400" spc="-35" dirty="0">
                <a:solidFill>
                  <a:srgbClr val="FF000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warn</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people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about</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hazards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area.</a:t>
            </a:r>
            <a:endParaRPr sz="2400" dirty="0">
              <a:latin typeface="Times New Roman" panose="02020603050405020304" pitchFamily="18" charset="0"/>
              <a:cs typeface="Times New Roman" panose="02020603050405020304" pitchFamily="18" charset="0"/>
            </a:endParaRPr>
          </a:p>
        </p:txBody>
      </p:sp>
      <p:graphicFrame>
        <p:nvGraphicFramePr>
          <p:cNvPr id="4" name="Object 2"/>
          <p:cNvGraphicFramePr>
            <a:graphicFrameLocks/>
          </p:cNvGraphicFramePr>
          <p:nvPr>
            <p:extLst>
              <p:ext uri="{D42A27DB-BD31-4B8C-83A1-F6EECF244321}">
                <p14:modId xmlns:p14="http://schemas.microsoft.com/office/powerpoint/2010/main" val="3828512205"/>
              </p:ext>
            </p:extLst>
          </p:nvPr>
        </p:nvGraphicFramePr>
        <p:xfrm>
          <a:off x="0" y="2444109"/>
          <a:ext cx="4038600" cy="3200400"/>
        </p:xfrm>
        <a:graphic>
          <a:graphicData uri="http://schemas.openxmlformats.org/presentationml/2006/ole">
            <mc:AlternateContent xmlns:mc="http://schemas.openxmlformats.org/markup-compatibility/2006">
              <mc:Choice xmlns:v="urn:schemas-microsoft-com:vml" Requires="v">
                <p:oleObj name="Paint Shop Pro Image" r:id="rId2" imgW="3560976" imgH="3219512" progId="PaintShopPro">
                  <p:embed/>
                </p:oleObj>
              </mc:Choice>
              <mc:Fallback>
                <p:oleObj name="Paint Shop Pro Image" r:id="rId2" imgW="3560976" imgH="3219512" progId="PaintShopPro">
                  <p:embed/>
                  <p:pic>
                    <p:nvPicPr>
                      <p:cNvPr id="4"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44109"/>
                        <a:ext cx="4038600" cy="3200400"/>
                      </a:xfrm>
                      <a:prstGeom prst="rect">
                        <a:avLst/>
                      </a:prstGeom>
                      <a:noFill/>
                      <a:ln>
                        <a:noFill/>
                      </a:ln>
                      <a:effectLst/>
                    </p:spPr>
                  </p:pic>
                </p:oleObj>
              </mc:Fallback>
            </mc:AlternateContent>
          </a:graphicData>
        </a:graphic>
      </p:graphicFrame>
      <p:pic>
        <p:nvPicPr>
          <p:cNvPr id="5" name="Picture 4"/>
          <p:cNvPicPr>
            <a:picLocks noChangeAspect="1"/>
          </p:cNvPicPr>
          <p:nvPr/>
        </p:nvPicPr>
        <p:blipFill>
          <a:blip r:embed="rId4"/>
          <a:stretch>
            <a:fillRect/>
          </a:stretch>
        </p:blipFill>
        <p:spPr>
          <a:xfrm>
            <a:off x="6881095" y="5063843"/>
            <a:ext cx="2392209" cy="1794157"/>
          </a:xfrm>
          <a:prstGeom prst="rect">
            <a:avLst/>
          </a:prstGeom>
        </p:spPr>
      </p:pic>
      <p:graphicFrame>
        <p:nvGraphicFramePr>
          <p:cNvPr id="6" name="Object 2"/>
          <p:cNvGraphicFramePr>
            <a:graphicFrameLocks/>
          </p:cNvGraphicFramePr>
          <p:nvPr>
            <p:extLst>
              <p:ext uri="{D42A27DB-BD31-4B8C-83A1-F6EECF244321}">
                <p14:modId xmlns:p14="http://schemas.microsoft.com/office/powerpoint/2010/main" val="1946083556"/>
              </p:ext>
            </p:extLst>
          </p:nvPr>
        </p:nvGraphicFramePr>
        <p:xfrm>
          <a:off x="4038600" y="2743200"/>
          <a:ext cx="2590800" cy="3657599"/>
        </p:xfrm>
        <a:graphic>
          <a:graphicData uri="http://schemas.openxmlformats.org/presentationml/2006/ole">
            <mc:AlternateContent xmlns:mc="http://schemas.openxmlformats.org/markup-compatibility/2006">
              <mc:Choice xmlns:v="urn:schemas-microsoft-com:vml" Requires="v">
                <p:oleObj name="Paint Shop Pro Image" r:id="rId5" imgW="3746341" imgH="4866974" progId="PaintShopPro">
                  <p:embed/>
                </p:oleObj>
              </mc:Choice>
              <mc:Fallback>
                <p:oleObj name="Paint Shop Pro Image" r:id="rId5" imgW="3746341" imgH="4866974" progId="PaintShopPro">
                  <p:embed/>
                  <p:pic>
                    <p:nvPicPr>
                      <p:cNvPr id="6" name="Object 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2743200"/>
                        <a:ext cx="2590800" cy="3657599"/>
                      </a:xfrm>
                      <a:prstGeom prst="rect">
                        <a:avLst/>
                      </a:prstGeom>
                      <a:noFill/>
                      <a:ln>
                        <a:noFill/>
                      </a:ln>
                      <a:effectLst/>
                    </p:spPr>
                  </p:pic>
                </p:oleObj>
              </mc:Fallback>
            </mc:AlternateContent>
          </a:graphicData>
        </a:graphic>
      </p:graphicFrame>
      <p:graphicFrame>
        <p:nvGraphicFramePr>
          <p:cNvPr id="7" name="Object 3"/>
          <p:cNvGraphicFramePr>
            <a:graphicFrameLocks/>
          </p:cNvGraphicFramePr>
          <p:nvPr>
            <p:extLst>
              <p:ext uri="{D42A27DB-BD31-4B8C-83A1-F6EECF244321}">
                <p14:modId xmlns:p14="http://schemas.microsoft.com/office/powerpoint/2010/main" val="2896421117"/>
              </p:ext>
            </p:extLst>
          </p:nvPr>
        </p:nvGraphicFramePr>
        <p:xfrm>
          <a:off x="9524999" y="2480395"/>
          <a:ext cx="2514601" cy="3615605"/>
        </p:xfrm>
        <a:graphic>
          <a:graphicData uri="http://schemas.openxmlformats.org/presentationml/2006/ole">
            <mc:AlternateContent xmlns:mc="http://schemas.openxmlformats.org/markup-compatibility/2006">
              <mc:Choice xmlns:v="urn:schemas-microsoft-com:vml" Requires="v">
                <p:oleObj name="Paint Shop Pro Image" r:id="rId7" imgW="1960444" imgH="2691953" progId="PaintShopPro">
                  <p:embed/>
                </p:oleObj>
              </mc:Choice>
              <mc:Fallback>
                <p:oleObj name="Paint Shop Pro Image" r:id="rId7" imgW="1960444" imgH="2691953" progId="PaintShopPro">
                  <p:embed/>
                  <p:pic>
                    <p:nvPicPr>
                      <p:cNvPr id="7" name="Object 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24999" y="2480395"/>
                        <a:ext cx="2514601" cy="361560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44402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304800"/>
            <a:ext cx="9362253" cy="628377"/>
          </a:xfrm>
          <a:prstGeom prst="rect">
            <a:avLst/>
          </a:prstGeom>
        </p:spPr>
        <p:txBody>
          <a:bodyPr vert="horz" wrap="square" lIns="0" tIns="12700" rIns="0" bIns="0" rtlCol="0">
            <a:spAutoFit/>
          </a:bodyPr>
          <a:lstStyle/>
          <a:p>
            <a:pPr marL="12700">
              <a:lnSpc>
                <a:spcPct val="100000"/>
              </a:lnSpc>
              <a:spcBef>
                <a:spcPts val="100"/>
              </a:spcBef>
            </a:pPr>
            <a:r>
              <a:rPr sz="4000" b="1" spc="-10" dirty="0">
                <a:solidFill>
                  <a:srgbClr val="C00000"/>
                </a:solidFill>
                <a:latin typeface="Times New Roman" panose="02020603050405020304" pitchFamily="18" charset="0"/>
                <a:cs typeface="Times New Roman" panose="02020603050405020304" pitchFamily="18" charset="0"/>
              </a:rPr>
              <a:t>MACHINE</a:t>
            </a:r>
            <a:r>
              <a:rPr sz="4000" b="1" spc="-200" dirty="0">
                <a:solidFill>
                  <a:srgbClr val="C00000"/>
                </a:solidFill>
                <a:latin typeface="Times New Roman" panose="02020603050405020304" pitchFamily="18" charset="0"/>
                <a:cs typeface="Times New Roman" panose="02020603050405020304" pitchFamily="18" charset="0"/>
              </a:rPr>
              <a:t> </a:t>
            </a:r>
            <a:r>
              <a:rPr sz="4000" b="1" spc="-20" dirty="0">
                <a:solidFill>
                  <a:srgbClr val="C00000"/>
                </a:solidFill>
                <a:latin typeface="Times New Roman" panose="02020603050405020304" pitchFamily="18" charset="0"/>
                <a:cs typeface="Times New Roman" panose="02020603050405020304" pitchFamily="18" charset="0"/>
              </a:rPr>
              <a:t>SAFEGUARD</a:t>
            </a:r>
            <a:r>
              <a:rPr sz="4000" b="1" spc="-195" dirty="0">
                <a:solidFill>
                  <a:srgbClr val="C00000"/>
                </a:solidFill>
                <a:latin typeface="Times New Roman" panose="02020603050405020304" pitchFamily="18" charset="0"/>
                <a:cs typeface="Times New Roman" panose="02020603050405020304" pitchFamily="18" charset="0"/>
              </a:rPr>
              <a:t> </a:t>
            </a:r>
            <a:r>
              <a:rPr sz="4000" b="1" spc="-10" dirty="0">
                <a:solidFill>
                  <a:srgbClr val="C00000"/>
                </a:solidFill>
                <a:latin typeface="Times New Roman" panose="02020603050405020304" pitchFamily="18" charset="0"/>
                <a:cs typeface="Times New Roman" panose="02020603050405020304" pitchFamily="18" charset="0"/>
              </a:rPr>
              <a:t>DEVICES</a:t>
            </a:r>
            <a:endParaRPr sz="4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27252" y="1202162"/>
            <a:ext cx="11359948" cy="4031873"/>
          </a:xfrm>
          <a:prstGeom prst="rect">
            <a:avLst/>
          </a:prstGeom>
        </p:spPr>
        <p:txBody>
          <a:bodyPr vert="horz" wrap="square" lIns="0" tIns="60960" rIns="0" bIns="0" rtlCol="0">
            <a:spAutoFit/>
          </a:bodyPr>
          <a:lstStyle/>
          <a:p>
            <a:pPr marL="109855" marR="5080" algn="just">
              <a:lnSpc>
                <a:spcPts val="3020"/>
              </a:lnSpc>
              <a:spcBef>
                <a:spcPts val="480"/>
              </a:spcBef>
            </a:pPr>
            <a:r>
              <a:rPr sz="2400" i="1" dirty="0">
                <a:latin typeface="Times New Roman" panose="02020603050405020304" pitchFamily="18" charset="0"/>
                <a:cs typeface="Times New Roman" panose="02020603050405020304" pitchFamily="18" charset="0"/>
              </a:rPr>
              <a:t>A</a:t>
            </a:r>
            <a:r>
              <a:rPr sz="2400" i="1" spc="-6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safety</a:t>
            </a:r>
            <a:r>
              <a:rPr sz="2400" i="1" spc="-6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device</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limit</a:t>
            </a:r>
            <a:r>
              <a:rPr sz="2400" i="1" spc="-6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or</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prevent</a:t>
            </a:r>
            <a:r>
              <a:rPr sz="2400" i="1" spc="-6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access</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to</a:t>
            </a:r>
            <a:r>
              <a:rPr sz="2400" i="1" spc="-6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the</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hazardous</a:t>
            </a:r>
            <a:r>
              <a:rPr sz="2400" i="1" spc="-6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area.</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These</a:t>
            </a:r>
            <a:r>
              <a:rPr sz="2400" i="1" spc="-60" dirty="0">
                <a:latin typeface="Times New Roman" panose="02020603050405020304" pitchFamily="18" charset="0"/>
                <a:cs typeface="Times New Roman" panose="02020603050405020304" pitchFamily="18" charset="0"/>
              </a:rPr>
              <a:t> </a:t>
            </a:r>
            <a:r>
              <a:rPr sz="2400" i="1" spc="-25" dirty="0">
                <a:latin typeface="Times New Roman" panose="02020603050405020304" pitchFamily="18" charset="0"/>
                <a:cs typeface="Times New Roman" panose="02020603050405020304" pitchFamily="18" charset="0"/>
              </a:rPr>
              <a:t>can </a:t>
            </a:r>
            <a:r>
              <a:rPr sz="2400" i="1" dirty="0">
                <a:latin typeface="Times New Roman" panose="02020603050405020304" pitchFamily="18" charset="0"/>
                <a:cs typeface="Times New Roman" panose="02020603050405020304" pitchFamily="18" charset="0"/>
              </a:rPr>
              <a:t>be</a:t>
            </a:r>
            <a:r>
              <a:rPr sz="2400" i="1" spc="-55"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presence-</a:t>
            </a:r>
            <a:r>
              <a:rPr sz="2400" i="1" dirty="0">
                <a:latin typeface="Times New Roman" panose="02020603050405020304" pitchFamily="18" charset="0"/>
                <a:cs typeface="Times New Roman" panose="02020603050405020304" pitchFamily="18" charset="0"/>
              </a:rPr>
              <a:t>sensing</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devices,</a:t>
            </a:r>
            <a:r>
              <a:rPr sz="2400" i="1" spc="-5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pullback</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or</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restraint</a:t>
            </a:r>
            <a:r>
              <a:rPr sz="2400" i="1" spc="-5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straps,</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safety</a:t>
            </a:r>
            <a:r>
              <a:rPr sz="2400" i="1" spc="-55" dirty="0">
                <a:latin typeface="Times New Roman" panose="02020603050405020304" pitchFamily="18" charset="0"/>
                <a:cs typeface="Times New Roman" panose="02020603050405020304" pitchFamily="18" charset="0"/>
              </a:rPr>
              <a:t> </a:t>
            </a:r>
            <a:r>
              <a:rPr sz="2400" i="1" spc="-20" dirty="0">
                <a:latin typeface="Times New Roman" panose="02020603050405020304" pitchFamily="18" charset="0"/>
                <a:cs typeface="Times New Roman" panose="02020603050405020304" pitchFamily="18" charset="0"/>
              </a:rPr>
              <a:t>trip </a:t>
            </a:r>
            <a:r>
              <a:rPr sz="2400" i="1" dirty="0">
                <a:latin typeface="Times New Roman" panose="02020603050405020304" pitchFamily="18" charset="0"/>
                <a:cs typeface="Times New Roman" panose="02020603050405020304" pitchFamily="18" charset="0"/>
              </a:rPr>
              <a:t>controls,</a:t>
            </a:r>
            <a:r>
              <a:rPr sz="2400" i="1" spc="-55"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two-</a:t>
            </a:r>
            <a:r>
              <a:rPr sz="2400" i="1" dirty="0">
                <a:latin typeface="Times New Roman" panose="02020603050405020304" pitchFamily="18" charset="0"/>
                <a:cs typeface="Times New Roman" panose="02020603050405020304" pitchFamily="18" charset="0"/>
              </a:rPr>
              <a:t>hand</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controls,</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or</a:t>
            </a:r>
            <a:r>
              <a:rPr sz="2400" i="1" spc="-50"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gates.</a:t>
            </a:r>
            <a:endParaRPr sz="2400" dirty="0">
              <a:latin typeface="Times New Roman" panose="02020603050405020304" pitchFamily="18" charset="0"/>
              <a:cs typeface="Times New Roman" panose="02020603050405020304" pitchFamily="18" charset="0"/>
            </a:endParaRPr>
          </a:p>
          <a:p>
            <a:pPr marL="109855">
              <a:lnSpc>
                <a:spcPct val="100000"/>
              </a:lnSpc>
              <a:spcBef>
                <a:spcPts val="630"/>
              </a:spcBef>
            </a:pPr>
            <a:r>
              <a:rPr sz="2400" i="1" spc="-10" dirty="0">
                <a:latin typeface="Times New Roman" panose="02020603050405020304" pitchFamily="18" charset="0"/>
                <a:cs typeface="Times New Roman" panose="02020603050405020304" pitchFamily="18" charset="0"/>
              </a:rPr>
              <a:t>Types:</a:t>
            </a:r>
            <a:endParaRPr sz="2400" dirty="0">
              <a:latin typeface="Times New Roman" panose="02020603050405020304" pitchFamily="18" charset="0"/>
              <a:cs typeface="Times New Roman" panose="02020603050405020304" pitchFamily="18" charset="0"/>
            </a:endParaRPr>
          </a:p>
          <a:p>
            <a:pPr marL="624205" indent="-611505">
              <a:lnSpc>
                <a:spcPct val="100000"/>
              </a:lnSpc>
              <a:spcBef>
                <a:spcPts val="665"/>
              </a:spcBef>
              <a:buAutoNum type="arabicPeriod"/>
              <a:tabLst>
                <a:tab pos="624205" algn="l"/>
              </a:tabLst>
            </a:pPr>
            <a:r>
              <a:rPr sz="2400" b="1" spc="-30" dirty="0">
                <a:latin typeface="Times New Roman" panose="02020603050405020304" pitchFamily="18" charset="0"/>
                <a:cs typeface="Times New Roman" panose="02020603050405020304" pitchFamily="18" charset="0"/>
              </a:rPr>
              <a:t>Presence-</a:t>
            </a:r>
            <a:r>
              <a:rPr sz="2400" b="1" dirty="0">
                <a:latin typeface="Times New Roman" panose="02020603050405020304" pitchFamily="18" charset="0"/>
                <a:cs typeface="Times New Roman" panose="02020603050405020304" pitchFamily="18" charset="0"/>
              </a:rPr>
              <a:t>Sensing</a:t>
            </a:r>
            <a:r>
              <a:rPr sz="2400" b="1" spc="-45"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Devices</a:t>
            </a:r>
            <a:endParaRPr sz="2400" dirty="0">
              <a:latin typeface="Times New Roman" panose="02020603050405020304" pitchFamily="18" charset="0"/>
              <a:cs typeface="Times New Roman" panose="02020603050405020304" pitchFamily="18" charset="0"/>
            </a:endParaRPr>
          </a:p>
          <a:p>
            <a:pPr marL="624205" indent="-611505">
              <a:lnSpc>
                <a:spcPct val="100000"/>
              </a:lnSpc>
              <a:spcBef>
                <a:spcPts val="665"/>
              </a:spcBef>
              <a:buAutoNum type="arabicPeriod"/>
              <a:tabLst>
                <a:tab pos="624205" algn="l"/>
              </a:tabLst>
            </a:pPr>
            <a:r>
              <a:rPr sz="2400" b="1" dirty="0">
                <a:latin typeface="Times New Roman" panose="02020603050405020304" pitchFamily="18" charset="0"/>
                <a:cs typeface="Times New Roman" panose="02020603050405020304" pitchFamily="18" charset="0"/>
              </a:rPr>
              <a:t>Pullback</a:t>
            </a:r>
            <a:r>
              <a:rPr sz="2400" b="1" spc="-14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Devices</a:t>
            </a:r>
            <a:endParaRPr sz="2400" dirty="0">
              <a:latin typeface="Times New Roman" panose="02020603050405020304" pitchFamily="18" charset="0"/>
              <a:cs typeface="Times New Roman" panose="02020603050405020304" pitchFamily="18" charset="0"/>
            </a:endParaRPr>
          </a:p>
          <a:p>
            <a:pPr marL="624205" indent="-611505">
              <a:lnSpc>
                <a:spcPct val="100000"/>
              </a:lnSpc>
              <a:spcBef>
                <a:spcPts val="660"/>
              </a:spcBef>
              <a:buAutoNum type="arabicPeriod"/>
              <a:tabLst>
                <a:tab pos="624205" algn="l"/>
              </a:tabLst>
            </a:pPr>
            <a:r>
              <a:rPr sz="2400" b="1" spc="-20" dirty="0">
                <a:latin typeface="Times New Roman" panose="02020603050405020304" pitchFamily="18" charset="0"/>
                <a:cs typeface="Times New Roman" panose="02020603050405020304" pitchFamily="18" charset="0"/>
              </a:rPr>
              <a:t>Restraint</a:t>
            </a:r>
            <a:r>
              <a:rPr sz="2400" b="1" spc="-9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Devices</a:t>
            </a:r>
            <a:endParaRPr sz="2400" dirty="0">
              <a:latin typeface="Times New Roman" panose="02020603050405020304" pitchFamily="18" charset="0"/>
              <a:cs typeface="Times New Roman" panose="02020603050405020304" pitchFamily="18" charset="0"/>
            </a:endParaRPr>
          </a:p>
          <a:p>
            <a:pPr marL="624205" indent="-611505">
              <a:lnSpc>
                <a:spcPct val="100000"/>
              </a:lnSpc>
              <a:spcBef>
                <a:spcPts val="665"/>
              </a:spcBef>
              <a:buAutoNum type="arabicPeriod"/>
              <a:tabLst>
                <a:tab pos="624205" algn="l"/>
              </a:tabLst>
            </a:pPr>
            <a:r>
              <a:rPr sz="2400" b="1" spc="-10" dirty="0">
                <a:latin typeface="Times New Roman" panose="02020603050405020304" pitchFamily="18" charset="0"/>
                <a:cs typeface="Times New Roman" panose="02020603050405020304" pitchFamily="18" charset="0"/>
              </a:rPr>
              <a:t>Safety</a:t>
            </a:r>
            <a:r>
              <a:rPr sz="2400" b="1" spc="-12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Trip</a:t>
            </a:r>
            <a:r>
              <a:rPr sz="2400" b="1" spc="-12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Controls</a:t>
            </a:r>
            <a:endParaRPr sz="2400" dirty="0">
              <a:latin typeface="Times New Roman" panose="02020603050405020304" pitchFamily="18" charset="0"/>
              <a:cs typeface="Times New Roman" panose="02020603050405020304" pitchFamily="18" charset="0"/>
            </a:endParaRPr>
          </a:p>
          <a:p>
            <a:pPr marL="624205" indent="-611505">
              <a:lnSpc>
                <a:spcPct val="100000"/>
              </a:lnSpc>
              <a:spcBef>
                <a:spcPts val="665"/>
              </a:spcBef>
              <a:buAutoNum type="arabicPeriod"/>
              <a:tabLst>
                <a:tab pos="624205" algn="l"/>
              </a:tabLst>
            </a:pPr>
            <a:r>
              <a:rPr sz="2400" b="1" spc="-45" dirty="0">
                <a:latin typeface="Times New Roman" panose="02020603050405020304" pitchFamily="18" charset="0"/>
                <a:cs typeface="Times New Roman" panose="02020603050405020304" pitchFamily="18" charset="0"/>
              </a:rPr>
              <a:t>Two-</a:t>
            </a:r>
            <a:r>
              <a:rPr sz="2400" b="1" dirty="0">
                <a:latin typeface="Times New Roman" panose="02020603050405020304" pitchFamily="18" charset="0"/>
                <a:cs typeface="Times New Roman" panose="02020603050405020304" pitchFamily="18" charset="0"/>
              </a:rPr>
              <a:t>hand</a:t>
            </a:r>
            <a:r>
              <a:rPr sz="2400" b="1" spc="-6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control</a:t>
            </a:r>
            <a:r>
              <a:rPr sz="2400" b="1" spc="-65"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Device</a:t>
            </a:r>
            <a:endParaRPr lang="en-US" sz="2400" b="1" spc="-10" dirty="0">
              <a:latin typeface="Times New Roman" panose="02020603050405020304" pitchFamily="18" charset="0"/>
              <a:cs typeface="Times New Roman" panose="02020603050405020304" pitchFamily="18" charset="0"/>
            </a:endParaRPr>
          </a:p>
          <a:p>
            <a:pPr marL="624205" indent="-611505">
              <a:lnSpc>
                <a:spcPct val="100000"/>
              </a:lnSpc>
              <a:spcBef>
                <a:spcPts val="665"/>
              </a:spcBef>
              <a:buAutoNum type="arabicPeriod"/>
              <a:tabLst>
                <a:tab pos="624205" algn="l"/>
              </a:tabLst>
            </a:pPr>
            <a:r>
              <a:rPr lang="en-US" sz="2400" b="1" spc="-45" dirty="0">
                <a:latin typeface="Times New Roman" panose="02020603050405020304" pitchFamily="18" charset="0"/>
                <a:cs typeface="Times New Roman" panose="02020603050405020304" pitchFamily="18" charset="0"/>
              </a:rPr>
              <a:t>Two-Hand Trip Devices</a:t>
            </a:r>
            <a:endParaRPr sz="2400" b="1" spc="-45"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696200" y="2514600"/>
            <a:ext cx="3721573" cy="39573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195" y="73033"/>
            <a:ext cx="6845934" cy="382156"/>
          </a:xfrm>
          <a:prstGeom prst="rect">
            <a:avLst/>
          </a:prstGeom>
        </p:spPr>
        <p:txBody>
          <a:bodyPr vert="horz" wrap="square" lIns="0" tIns="12700" rIns="0" bIns="0" rtlCol="0">
            <a:spAutoFit/>
          </a:bodyPr>
          <a:lstStyle/>
          <a:p>
            <a:pPr marL="12700">
              <a:lnSpc>
                <a:spcPct val="100000"/>
              </a:lnSpc>
              <a:spcBef>
                <a:spcPts val="100"/>
              </a:spcBef>
              <a:tabLst>
                <a:tab pos="908050" algn="l"/>
              </a:tabLst>
            </a:pPr>
            <a:r>
              <a:rPr sz="2400" b="1" spc="-25" dirty="0">
                <a:solidFill>
                  <a:srgbClr val="00B050"/>
                </a:solidFill>
                <a:latin typeface="Times New Roman" panose="02020603050405020304" pitchFamily="18" charset="0"/>
                <a:cs typeface="Times New Roman" panose="02020603050405020304" pitchFamily="18" charset="0"/>
              </a:rPr>
              <a:t>1.</a:t>
            </a:r>
            <a:r>
              <a:rPr sz="2400" b="1" dirty="0">
                <a:solidFill>
                  <a:srgbClr val="00B050"/>
                </a:solidFill>
                <a:latin typeface="Times New Roman" panose="02020603050405020304" pitchFamily="18" charset="0"/>
                <a:cs typeface="Times New Roman" panose="02020603050405020304" pitchFamily="18" charset="0"/>
              </a:rPr>
              <a:t>	</a:t>
            </a:r>
            <a:r>
              <a:rPr sz="2400" b="1" spc="-20" dirty="0">
                <a:solidFill>
                  <a:srgbClr val="00B050"/>
                </a:solidFill>
                <a:latin typeface="Times New Roman" panose="02020603050405020304" pitchFamily="18" charset="0"/>
                <a:cs typeface="Times New Roman" panose="02020603050405020304" pitchFamily="18" charset="0"/>
              </a:rPr>
              <a:t>Presence-</a:t>
            </a:r>
            <a:r>
              <a:rPr sz="2400" b="1" dirty="0">
                <a:solidFill>
                  <a:srgbClr val="00B050"/>
                </a:solidFill>
                <a:latin typeface="Times New Roman" panose="02020603050405020304" pitchFamily="18" charset="0"/>
                <a:cs typeface="Times New Roman" panose="02020603050405020304" pitchFamily="18" charset="0"/>
              </a:rPr>
              <a:t>Sensing</a:t>
            </a:r>
            <a:r>
              <a:rPr sz="2400" b="1" spc="40" dirty="0">
                <a:solidFill>
                  <a:srgbClr val="00B050"/>
                </a:solidFill>
                <a:latin typeface="Times New Roman" panose="02020603050405020304" pitchFamily="18" charset="0"/>
                <a:cs typeface="Times New Roman" panose="02020603050405020304" pitchFamily="18" charset="0"/>
              </a:rPr>
              <a:t> </a:t>
            </a:r>
            <a:r>
              <a:rPr sz="2400" b="1" spc="-10" dirty="0">
                <a:solidFill>
                  <a:srgbClr val="00B050"/>
                </a:solidFill>
                <a:latin typeface="Times New Roman" panose="02020603050405020304" pitchFamily="18" charset="0"/>
                <a:cs typeface="Times New Roman" panose="02020603050405020304" pitchFamily="18" charset="0"/>
              </a:rPr>
              <a:t>Devices</a:t>
            </a:r>
            <a:endParaRPr sz="2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250695" y="593515"/>
            <a:ext cx="11877805" cy="2113399"/>
          </a:xfrm>
          <a:prstGeom prst="rect">
            <a:avLst/>
          </a:prstGeom>
        </p:spPr>
        <p:txBody>
          <a:bodyPr vert="horz" wrap="square" lIns="0" tIns="60960" rIns="0" bIns="0" rtlCol="0">
            <a:spAutoFit/>
          </a:bodyPr>
          <a:lstStyle/>
          <a:p>
            <a:pPr marL="244475" marR="12065" indent="-174625" algn="just">
              <a:lnSpc>
                <a:spcPts val="3020"/>
              </a:lnSpc>
              <a:spcBef>
                <a:spcPts val="480"/>
              </a:spcBef>
              <a:buFont typeface="Arial MT"/>
              <a:buChar char="•"/>
              <a:tabLst>
                <a:tab pos="245745" algn="l"/>
              </a:tabLst>
            </a:pPr>
            <a:r>
              <a:rPr sz="2000" dirty="0">
                <a:latin typeface="Times New Roman" panose="02020603050405020304" pitchFamily="18" charset="0"/>
                <a:cs typeface="Times New Roman" panose="02020603050405020304" pitchFamily="18" charset="0"/>
              </a:rPr>
              <a:t>These</a:t>
            </a:r>
            <a:r>
              <a:rPr sz="2000" spc="4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devices</a:t>
            </a:r>
            <a:r>
              <a:rPr sz="2000" spc="4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a:t>
            </a:r>
            <a:r>
              <a:rPr sz="2000" spc="5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system</a:t>
            </a:r>
            <a:r>
              <a:rPr sz="2000" spc="4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light</a:t>
            </a:r>
            <a:r>
              <a:rPr sz="2000" spc="4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49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radiofrequency 	</a:t>
            </a:r>
            <a:r>
              <a:rPr sz="2000" dirty="0">
                <a:latin typeface="Times New Roman" panose="02020603050405020304" pitchFamily="18" charset="0"/>
                <a:cs typeface="Times New Roman" panose="02020603050405020304" pitchFamily="18" charset="0"/>
              </a:rPr>
              <a:t>sources</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controls,</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interrupt</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9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machine’s </a:t>
            </a:r>
            <a:r>
              <a:rPr sz="2000" dirty="0">
                <a:latin typeface="Times New Roman" panose="02020603050405020304" pitchFamily="18" charset="0"/>
                <a:cs typeface="Times New Roman" panose="02020603050405020304" pitchFamily="18" charset="0"/>
              </a:rPr>
              <a:t>operating</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cycle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if</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light</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electric</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field</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broken,</a:t>
            </a:r>
            <a:r>
              <a:rPr sz="2000" spc="11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machine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stops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will</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cycle</a:t>
            </a:r>
            <a:endParaRPr sz="2000" dirty="0">
              <a:latin typeface="Times New Roman" panose="02020603050405020304" pitchFamily="18" charset="0"/>
              <a:cs typeface="Times New Roman" panose="02020603050405020304" pitchFamily="18" charset="0"/>
            </a:endParaRPr>
          </a:p>
          <a:p>
            <a:pPr marL="588645" marR="5080" indent="-576580" algn="just">
              <a:lnSpc>
                <a:spcPts val="3020"/>
              </a:lnSpc>
              <a:spcBef>
                <a:spcPts val="1020"/>
              </a:spcBef>
            </a:pPr>
            <a:r>
              <a:rPr sz="2000" b="1" dirty="0">
                <a:latin typeface="Times New Roman" panose="02020603050405020304" pitchFamily="18" charset="0"/>
                <a:cs typeface="Times New Roman" panose="02020603050405020304" pitchFamily="18" charset="0"/>
              </a:rPr>
              <a:t>i.</a:t>
            </a:r>
            <a:r>
              <a:rPr sz="2000" b="1" spc="370" dirty="0">
                <a:latin typeface="Times New Roman" panose="02020603050405020304" pitchFamily="18" charset="0"/>
                <a:cs typeface="Times New Roman" panose="02020603050405020304" pitchFamily="18" charset="0"/>
              </a:rPr>
              <a:t>   </a:t>
            </a:r>
            <a:r>
              <a:rPr sz="2000" b="1" dirty="0">
                <a:solidFill>
                  <a:srgbClr val="FF0000"/>
                </a:solidFill>
                <a:latin typeface="Times New Roman" panose="02020603050405020304" pitchFamily="18" charset="0"/>
                <a:cs typeface="Times New Roman" panose="02020603050405020304" pitchFamily="18" charset="0"/>
              </a:rPr>
              <a:t>Photoelectric</a:t>
            </a:r>
            <a:r>
              <a:rPr sz="2000" b="1" spc="434" dirty="0">
                <a:solidFill>
                  <a:srgbClr val="FF0000"/>
                </a:solidFill>
                <a:latin typeface="Times New Roman" panose="02020603050405020304" pitchFamily="18" charset="0"/>
                <a:cs typeface="Times New Roman" panose="02020603050405020304" pitchFamily="18" charset="0"/>
              </a:rPr>
              <a:t>  </a:t>
            </a:r>
            <a:r>
              <a:rPr sz="2000" b="1" spc="-20" dirty="0">
                <a:solidFill>
                  <a:srgbClr val="FF0000"/>
                </a:solidFill>
                <a:latin typeface="Times New Roman" panose="02020603050405020304" pitchFamily="18" charset="0"/>
                <a:cs typeface="Times New Roman" panose="02020603050405020304" pitchFamily="18" charset="0"/>
              </a:rPr>
              <a:t>presence-</a:t>
            </a:r>
            <a:r>
              <a:rPr sz="2000" b="1" dirty="0">
                <a:solidFill>
                  <a:srgbClr val="FF0000"/>
                </a:solidFill>
                <a:latin typeface="Times New Roman" panose="02020603050405020304" pitchFamily="18" charset="0"/>
                <a:cs typeface="Times New Roman" panose="02020603050405020304" pitchFamily="18" charset="0"/>
              </a:rPr>
              <a:t>sensing</a:t>
            </a:r>
            <a:r>
              <a:rPr sz="2000" b="1" spc="430" dirty="0">
                <a:solidFill>
                  <a:srgbClr val="FF0000"/>
                </a:solidFill>
                <a:latin typeface="Times New Roman" panose="02020603050405020304" pitchFamily="18" charset="0"/>
                <a:cs typeface="Times New Roman" panose="02020603050405020304" pitchFamily="18" charset="0"/>
              </a:rPr>
              <a:t>  </a:t>
            </a:r>
            <a:r>
              <a:rPr sz="2000" b="1" dirty="0">
                <a:solidFill>
                  <a:srgbClr val="FF0000"/>
                </a:solidFill>
                <a:latin typeface="Times New Roman" panose="02020603050405020304" pitchFamily="18" charset="0"/>
                <a:cs typeface="Times New Roman" panose="02020603050405020304" pitchFamily="18" charset="0"/>
              </a:rPr>
              <a:t>device</a:t>
            </a:r>
            <a:r>
              <a:rPr sz="2000" b="1" dirty="0">
                <a:latin typeface="Times New Roman" panose="02020603050405020304" pitchFamily="18" charset="0"/>
                <a:cs typeface="Times New Roman" panose="02020603050405020304" pitchFamily="18" charset="0"/>
              </a:rPr>
              <a:t>:</a:t>
            </a:r>
            <a:r>
              <a:rPr sz="2000" b="1"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43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light</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beam</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broken,</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either</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ram</a:t>
            </a:r>
            <a:r>
              <a:rPr sz="2000" spc="2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will</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2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start</a:t>
            </a:r>
            <a:r>
              <a:rPr sz="2000" spc="28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 </a:t>
            </a:r>
            <a:r>
              <a:rPr sz="2000" dirty="0">
                <a:latin typeface="Times New Roman" panose="02020603050405020304" pitchFamily="18" charset="0"/>
                <a:cs typeface="Times New Roman" panose="02020603050405020304" pitchFamily="18" charset="0"/>
              </a:rPr>
              <a:t>cycle,</a:t>
            </a:r>
            <a:r>
              <a:rPr sz="2000" spc="3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if</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cycle</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has</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begun,</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stopping </a:t>
            </a:r>
            <a:r>
              <a:rPr sz="2000" dirty="0">
                <a:latin typeface="Times New Roman" panose="02020603050405020304" pitchFamily="18" charset="0"/>
                <a:cs typeface="Times New Roman" panose="02020603050405020304" pitchFamily="18" charset="0"/>
              </a:rPr>
              <a:t>mechanism</a:t>
            </a:r>
            <a:r>
              <a:rPr sz="2000" spc="4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will</a:t>
            </a:r>
            <a:r>
              <a:rPr sz="2000" spc="4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4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activated</a:t>
            </a:r>
            <a:r>
              <a:rPr sz="2000" spc="4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a:t>
            </a:r>
            <a:r>
              <a:rPr sz="2000" spc="40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4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press</a:t>
            </a:r>
            <a:r>
              <a:rPr sz="2000" spc="40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stops </a:t>
            </a:r>
            <a:r>
              <a:rPr sz="2000" dirty="0">
                <a:latin typeface="Times New Roman" panose="02020603050405020304" pitchFamily="18" charset="0"/>
                <a:cs typeface="Times New Roman" panose="02020603050405020304" pitchFamily="18" charset="0"/>
              </a:rPr>
              <a:t>before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operator’s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enter</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danger</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zone.</a:t>
            </a: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9075057" y="2514600"/>
            <a:ext cx="3124200" cy="3998685"/>
          </a:xfrm>
          <a:prstGeom prst="rect">
            <a:avLst/>
          </a:prstGeom>
        </p:spPr>
      </p:pic>
      <p:pic>
        <p:nvPicPr>
          <p:cNvPr id="6" name="object 4"/>
          <p:cNvPicPr/>
          <p:nvPr/>
        </p:nvPicPr>
        <p:blipFill>
          <a:blip r:embed="rId3" cstate="print"/>
          <a:stretch>
            <a:fillRect/>
          </a:stretch>
        </p:blipFill>
        <p:spPr>
          <a:xfrm>
            <a:off x="4876800" y="3066142"/>
            <a:ext cx="4083317" cy="2895600"/>
          </a:xfrm>
          <a:prstGeom prst="rect">
            <a:avLst/>
          </a:prstGeom>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195" y="3102428"/>
            <a:ext cx="34544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195" y="73033"/>
            <a:ext cx="6845934" cy="443711"/>
          </a:xfrm>
          <a:prstGeom prst="rect">
            <a:avLst/>
          </a:prstGeom>
        </p:spPr>
        <p:txBody>
          <a:bodyPr vert="horz" wrap="square" lIns="0" tIns="12700" rIns="0" bIns="0" rtlCol="0">
            <a:spAutoFit/>
          </a:bodyPr>
          <a:lstStyle/>
          <a:p>
            <a:pPr marL="12700">
              <a:lnSpc>
                <a:spcPct val="100000"/>
              </a:lnSpc>
              <a:spcBef>
                <a:spcPts val="100"/>
              </a:spcBef>
              <a:tabLst>
                <a:tab pos="908050" algn="l"/>
              </a:tabLst>
            </a:pPr>
            <a:r>
              <a:rPr sz="2800" b="1" spc="-25" dirty="0">
                <a:solidFill>
                  <a:srgbClr val="00B050"/>
                </a:solidFill>
                <a:latin typeface="Times New Roman" panose="02020603050405020304" pitchFamily="18" charset="0"/>
                <a:cs typeface="Times New Roman" panose="02020603050405020304" pitchFamily="18" charset="0"/>
              </a:rPr>
              <a:t>1.</a:t>
            </a:r>
            <a:r>
              <a:rPr sz="2800" b="1" dirty="0">
                <a:solidFill>
                  <a:srgbClr val="00B050"/>
                </a:solidFill>
                <a:latin typeface="Times New Roman" panose="02020603050405020304" pitchFamily="18" charset="0"/>
                <a:cs typeface="Times New Roman" panose="02020603050405020304" pitchFamily="18" charset="0"/>
              </a:rPr>
              <a:t>	</a:t>
            </a:r>
            <a:r>
              <a:rPr sz="2800" b="1" spc="-20" dirty="0">
                <a:solidFill>
                  <a:srgbClr val="00B050"/>
                </a:solidFill>
                <a:latin typeface="Times New Roman" panose="02020603050405020304" pitchFamily="18" charset="0"/>
                <a:cs typeface="Times New Roman" panose="02020603050405020304" pitchFamily="18" charset="0"/>
              </a:rPr>
              <a:t>Presence-</a:t>
            </a:r>
            <a:r>
              <a:rPr sz="2800" b="1" dirty="0">
                <a:solidFill>
                  <a:srgbClr val="00B050"/>
                </a:solidFill>
                <a:latin typeface="Times New Roman" panose="02020603050405020304" pitchFamily="18" charset="0"/>
                <a:cs typeface="Times New Roman" panose="02020603050405020304" pitchFamily="18" charset="0"/>
              </a:rPr>
              <a:t>Sensing</a:t>
            </a:r>
            <a:r>
              <a:rPr sz="2800" b="1" spc="40" dirty="0">
                <a:solidFill>
                  <a:srgbClr val="00B050"/>
                </a:solidFill>
                <a:latin typeface="Times New Roman" panose="02020603050405020304" pitchFamily="18" charset="0"/>
                <a:cs typeface="Times New Roman" panose="02020603050405020304" pitchFamily="18" charset="0"/>
              </a:rPr>
              <a:t> </a:t>
            </a:r>
            <a:r>
              <a:rPr sz="2800" b="1" spc="-10" dirty="0">
                <a:solidFill>
                  <a:srgbClr val="00B050"/>
                </a:solidFill>
                <a:latin typeface="Times New Roman" panose="02020603050405020304" pitchFamily="18" charset="0"/>
                <a:cs typeface="Times New Roman" panose="02020603050405020304" pitchFamily="18" charset="0"/>
              </a:rPr>
              <a:t>Devices</a:t>
            </a:r>
            <a:endParaRPr sz="2800" dirty="0">
              <a:latin typeface="Times New Roman" panose="02020603050405020304" pitchFamily="18" charset="0"/>
              <a:cs typeface="Times New Roman" panose="02020603050405020304" pitchFamily="18" charset="0"/>
            </a:endParaRPr>
          </a:p>
        </p:txBody>
      </p:sp>
      <p:sp>
        <p:nvSpPr>
          <p:cNvPr id="5" name="object 3"/>
          <p:cNvSpPr txBox="1"/>
          <p:nvPr/>
        </p:nvSpPr>
        <p:spPr>
          <a:xfrm>
            <a:off x="314195" y="1342571"/>
            <a:ext cx="6626729" cy="1859483"/>
          </a:xfrm>
          <a:prstGeom prst="rect">
            <a:avLst/>
          </a:prstGeom>
        </p:spPr>
        <p:txBody>
          <a:bodyPr vert="horz" wrap="square" lIns="0" tIns="12700" rIns="0" bIns="0" rtlCol="0">
            <a:spAutoFit/>
          </a:bodyPr>
          <a:lstStyle/>
          <a:p>
            <a:pPr marL="675640" marR="5080" indent="-663575" algn="just">
              <a:lnSpc>
                <a:spcPct val="100000"/>
              </a:lnSpc>
              <a:spcBef>
                <a:spcPts val="100"/>
              </a:spcBef>
            </a:pPr>
            <a:r>
              <a:rPr sz="2000" b="1" dirty="0">
                <a:latin typeface="Times New Roman" panose="02020603050405020304" pitchFamily="18" charset="0"/>
                <a:cs typeface="Times New Roman" panose="02020603050405020304" pitchFamily="18" charset="0"/>
              </a:rPr>
              <a:t>ii.</a:t>
            </a:r>
            <a:r>
              <a:rPr sz="2000" b="1" spc="330" dirty="0">
                <a:latin typeface="Times New Roman" panose="02020603050405020304" pitchFamily="18" charset="0"/>
                <a:cs typeface="Times New Roman" panose="02020603050405020304" pitchFamily="18" charset="0"/>
              </a:rPr>
              <a:t>   </a:t>
            </a:r>
            <a:r>
              <a:rPr sz="2000" b="1" dirty="0">
                <a:solidFill>
                  <a:srgbClr val="FF0000"/>
                </a:solidFill>
                <a:latin typeface="Times New Roman" panose="02020603050405020304" pitchFamily="18" charset="0"/>
                <a:cs typeface="Times New Roman" panose="02020603050405020304" pitchFamily="18" charset="0"/>
              </a:rPr>
              <a:t>Electromechanical</a:t>
            </a:r>
            <a:r>
              <a:rPr sz="2000" b="1" spc="75" dirty="0">
                <a:solidFill>
                  <a:srgbClr val="FF0000"/>
                </a:solidFill>
                <a:latin typeface="Times New Roman" panose="02020603050405020304" pitchFamily="18" charset="0"/>
                <a:cs typeface="Times New Roman" panose="02020603050405020304" pitchFamily="18" charset="0"/>
              </a:rPr>
              <a:t>  </a:t>
            </a:r>
            <a:r>
              <a:rPr sz="2000" b="1" dirty="0">
                <a:solidFill>
                  <a:srgbClr val="FF0000"/>
                </a:solidFill>
                <a:latin typeface="Times New Roman" panose="02020603050405020304" pitchFamily="18" charset="0"/>
                <a:cs typeface="Times New Roman" panose="02020603050405020304" pitchFamily="18" charset="0"/>
              </a:rPr>
              <a:t>sensing</a:t>
            </a:r>
            <a:r>
              <a:rPr sz="2000" b="1" spc="80" dirty="0">
                <a:solidFill>
                  <a:srgbClr val="FF0000"/>
                </a:solidFill>
                <a:latin typeface="Times New Roman" panose="02020603050405020304" pitchFamily="18" charset="0"/>
                <a:cs typeface="Times New Roman" panose="02020603050405020304" pitchFamily="18" charset="0"/>
              </a:rPr>
              <a:t>  </a:t>
            </a:r>
            <a:r>
              <a:rPr sz="2000" b="1" dirty="0">
                <a:solidFill>
                  <a:srgbClr val="FF0000"/>
                </a:solidFill>
                <a:latin typeface="Times New Roman" panose="02020603050405020304" pitchFamily="18" charset="0"/>
                <a:cs typeface="Times New Roman" panose="02020603050405020304" pitchFamily="18" charset="0"/>
              </a:rPr>
              <a:t>device</a:t>
            </a:r>
            <a:r>
              <a:rPr sz="2000" b="1" dirty="0">
                <a:latin typeface="Times New Roman" panose="02020603050405020304" pitchFamily="18" charset="0"/>
                <a:cs typeface="Times New Roman" panose="02020603050405020304" pitchFamily="18" charset="0"/>
              </a:rPr>
              <a:t>:</a:t>
            </a:r>
            <a:r>
              <a:rPr sz="2000" b="1"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This</a:t>
            </a:r>
            <a:r>
              <a:rPr sz="2000" spc="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device </a:t>
            </a:r>
            <a:r>
              <a:rPr sz="2000" dirty="0">
                <a:latin typeface="Times New Roman" panose="02020603050405020304" pitchFamily="18" charset="0"/>
                <a:cs typeface="Times New Roman" panose="02020603050405020304" pitchFamily="18" charset="0"/>
              </a:rPr>
              <a:t>has</a:t>
            </a:r>
            <a:r>
              <a:rPr sz="2000" spc="1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1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probe</a:t>
            </a:r>
            <a:r>
              <a:rPr sz="2000" spc="1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1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contact</a:t>
            </a:r>
            <a:r>
              <a:rPr sz="2000" spc="1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bar</a:t>
            </a:r>
            <a:r>
              <a:rPr sz="2000" spc="1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1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descends</a:t>
            </a:r>
            <a:r>
              <a:rPr sz="2000" spc="1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18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 </a:t>
            </a:r>
            <a:r>
              <a:rPr sz="2000" dirty="0">
                <a:latin typeface="Times New Roman" panose="02020603050405020304" pitchFamily="18" charset="0"/>
                <a:cs typeface="Times New Roman" panose="02020603050405020304" pitchFamily="18" charset="0"/>
              </a:rPr>
              <a:t>predetermined</a:t>
            </a:r>
            <a:r>
              <a:rPr sz="2000" spc="43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distance</a:t>
            </a:r>
            <a:r>
              <a:rPr sz="2000" spc="4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4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34"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operator </a:t>
            </a:r>
            <a:r>
              <a:rPr sz="2000" dirty="0">
                <a:latin typeface="Times New Roman" panose="02020603050405020304" pitchFamily="18" charset="0"/>
                <a:cs typeface="Times New Roman" panose="02020603050405020304" pitchFamily="18" charset="0"/>
              </a:rPr>
              <a:t>initiates</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cycle.</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If</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t>
            </a:r>
            <a:r>
              <a:rPr sz="2000" spc="1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obstruction </a:t>
            </a:r>
            <a:r>
              <a:rPr sz="2000" dirty="0">
                <a:latin typeface="Times New Roman" panose="02020603050405020304" pitchFamily="18" charset="0"/>
                <a:cs typeface="Times New Roman" panose="02020603050405020304" pitchFamily="18" charset="0"/>
              </a:rPr>
              <a:t>prevents</a:t>
            </a:r>
            <a:r>
              <a:rPr sz="2000" spc="6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6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6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descending</a:t>
            </a:r>
            <a:r>
              <a:rPr sz="2000" spc="6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its</a:t>
            </a:r>
            <a:r>
              <a:rPr sz="2000" spc="32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full </a:t>
            </a:r>
            <a:r>
              <a:rPr sz="2000" dirty="0">
                <a:latin typeface="Times New Roman" panose="02020603050405020304" pitchFamily="18" charset="0"/>
                <a:cs typeface="Times New Roman" panose="02020603050405020304" pitchFamily="18" charset="0"/>
              </a:rPr>
              <a:t>predetermined</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distance,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control</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circuit</a:t>
            </a:r>
            <a:r>
              <a:rPr sz="2000" spc="3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does </a:t>
            </a:r>
            <a:r>
              <a:rPr sz="2000" dirty="0">
                <a:latin typeface="Times New Roman" panose="02020603050405020304" pitchFamily="18" charset="0"/>
                <a:cs typeface="Times New Roman" panose="02020603050405020304" pitchFamily="18" charset="0"/>
              </a:rPr>
              <a:t>not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actuate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cycle.</a:t>
            </a:r>
            <a:endParaRPr sz="2000" dirty="0">
              <a:latin typeface="Times New Roman" panose="02020603050405020304" pitchFamily="18" charset="0"/>
              <a:cs typeface="Times New Roman" panose="02020603050405020304" pitchFamily="18" charset="0"/>
            </a:endParaRPr>
          </a:p>
        </p:txBody>
      </p:sp>
      <p:graphicFrame>
        <p:nvGraphicFramePr>
          <p:cNvPr id="7" name="Object 2"/>
          <p:cNvGraphicFramePr>
            <a:graphicFrameLocks/>
          </p:cNvGraphicFramePr>
          <p:nvPr>
            <p:extLst>
              <p:ext uri="{D42A27DB-BD31-4B8C-83A1-F6EECF244321}">
                <p14:modId xmlns:p14="http://schemas.microsoft.com/office/powerpoint/2010/main" val="380858801"/>
              </p:ext>
            </p:extLst>
          </p:nvPr>
        </p:nvGraphicFramePr>
        <p:xfrm>
          <a:off x="7189158" y="1371600"/>
          <a:ext cx="4774242" cy="5029200"/>
        </p:xfrm>
        <a:graphic>
          <a:graphicData uri="http://schemas.openxmlformats.org/presentationml/2006/ole">
            <mc:AlternateContent xmlns:mc="http://schemas.openxmlformats.org/markup-compatibility/2006">
              <mc:Choice xmlns:v="urn:schemas-microsoft-com:vml" Requires="v">
                <p:oleObj name="Paint Shop Pro Image" r:id="rId2" imgW="2584665" imgH="2779734" progId="PaintShopPro">
                  <p:embed/>
                </p:oleObj>
              </mc:Choice>
              <mc:Fallback>
                <p:oleObj name="Paint Shop Pro Image" r:id="rId2" imgW="2584665" imgH="2779734" progId="PaintShopPro">
                  <p:embed/>
                  <p:pic>
                    <p:nvPicPr>
                      <p:cNvPr id="7"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9158" y="1371600"/>
                        <a:ext cx="4774242" cy="5029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28844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4815"/>
            <a:ext cx="4424045" cy="443711"/>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00B050"/>
                </a:solidFill>
                <a:latin typeface="Times New Roman" panose="02020603050405020304" pitchFamily="18" charset="0"/>
                <a:cs typeface="Times New Roman" panose="02020603050405020304" pitchFamily="18" charset="0"/>
              </a:rPr>
              <a:t>2.</a:t>
            </a:r>
            <a:r>
              <a:rPr sz="2800" b="1" spc="-25" dirty="0">
                <a:solidFill>
                  <a:srgbClr val="00B050"/>
                </a:solidFill>
                <a:latin typeface="Times New Roman" panose="02020603050405020304" pitchFamily="18" charset="0"/>
                <a:cs typeface="Times New Roman" panose="02020603050405020304" pitchFamily="18" charset="0"/>
              </a:rPr>
              <a:t> </a:t>
            </a:r>
            <a:r>
              <a:rPr sz="2800" b="1" dirty="0">
                <a:solidFill>
                  <a:srgbClr val="00B050"/>
                </a:solidFill>
                <a:latin typeface="Times New Roman" panose="02020603050405020304" pitchFamily="18" charset="0"/>
                <a:cs typeface="Times New Roman" panose="02020603050405020304" pitchFamily="18" charset="0"/>
              </a:rPr>
              <a:t>Pullback</a:t>
            </a:r>
            <a:r>
              <a:rPr sz="2800" b="1" spc="-25" dirty="0">
                <a:solidFill>
                  <a:srgbClr val="00B050"/>
                </a:solidFill>
                <a:latin typeface="Times New Roman" panose="02020603050405020304" pitchFamily="18" charset="0"/>
                <a:cs typeface="Times New Roman" panose="02020603050405020304" pitchFamily="18" charset="0"/>
              </a:rPr>
              <a:t> </a:t>
            </a:r>
            <a:r>
              <a:rPr sz="2800" b="1" spc="-10" dirty="0">
                <a:solidFill>
                  <a:srgbClr val="00B050"/>
                </a:solidFill>
                <a:latin typeface="Times New Roman" panose="02020603050405020304" pitchFamily="18" charset="0"/>
                <a:cs typeface="Times New Roman" panose="02020603050405020304" pitchFamily="18" charset="0"/>
              </a:rPr>
              <a:t>Devices</a:t>
            </a:r>
            <a:endParaRPr sz="28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7700760" y="1432951"/>
            <a:ext cx="4351337" cy="4235302"/>
          </a:xfrm>
          <a:prstGeom prst="rect">
            <a:avLst/>
          </a:prstGeom>
        </p:spPr>
      </p:pic>
      <p:sp>
        <p:nvSpPr>
          <p:cNvPr id="4" name="object 4"/>
          <p:cNvSpPr txBox="1"/>
          <p:nvPr/>
        </p:nvSpPr>
        <p:spPr>
          <a:xfrm>
            <a:off x="267373" y="1087715"/>
            <a:ext cx="1695450" cy="751488"/>
          </a:xfrm>
          <a:prstGeom prst="rect">
            <a:avLst/>
          </a:prstGeom>
        </p:spPr>
        <p:txBody>
          <a:bodyPr vert="horz" wrap="square" lIns="0" tIns="12700" rIns="0" bIns="0" rtlCol="0">
            <a:spAutoFit/>
          </a:bodyPr>
          <a:lstStyle/>
          <a:p>
            <a:pPr marL="416559" marR="5080" indent="-404495">
              <a:lnSpc>
                <a:spcPct val="100000"/>
              </a:lnSpc>
              <a:spcBef>
                <a:spcPts val="100"/>
              </a:spcBef>
              <a:buFont typeface="Arial MT"/>
              <a:buChar char="•"/>
              <a:tabLst>
                <a:tab pos="416559" algn="l"/>
              </a:tabLst>
            </a:pPr>
            <a:r>
              <a:rPr sz="2400" spc="-10" dirty="0">
                <a:solidFill>
                  <a:srgbClr val="2D3748"/>
                </a:solidFill>
                <a:latin typeface="Times New Roman" panose="02020603050405020304" pitchFamily="18" charset="0"/>
                <a:cs typeface="Times New Roman" panose="02020603050405020304" pitchFamily="18" charset="0"/>
              </a:rPr>
              <a:t>Pullback </a:t>
            </a:r>
            <a:r>
              <a:rPr sz="2400" spc="-25" dirty="0">
                <a:solidFill>
                  <a:srgbClr val="2D3748"/>
                </a:solidFill>
                <a:latin typeface="Times New Roman" panose="02020603050405020304" pitchFamily="18" charset="0"/>
                <a:cs typeface="Times New Roman" panose="02020603050405020304" pitchFamily="18" charset="0"/>
              </a:rPr>
              <a:t>attached</a:t>
            </a:r>
            <a:endParaRPr sz="2400">
              <a:latin typeface="Times New Roman" panose="02020603050405020304" pitchFamily="18" charset="0"/>
              <a:cs typeface="Times New Roman" panose="02020603050405020304" pitchFamily="18" charset="0"/>
            </a:endParaRPr>
          </a:p>
        </p:txBody>
      </p:sp>
      <p:sp>
        <p:nvSpPr>
          <p:cNvPr id="5" name="object 5"/>
          <p:cNvSpPr txBox="1"/>
          <p:nvPr/>
        </p:nvSpPr>
        <p:spPr>
          <a:xfrm>
            <a:off x="2168360" y="1087715"/>
            <a:ext cx="4085590" cy="751488"/>
          </a:xfrm>
          <a:prstGeom prst="rect">
            <a:avLst/>
          </a:prstGeom>
        </p:spPr>
        <p:txBody>
          <a:bodyPr vert="horz" wrap="square" lIns="0" tIns="12700" rIns="0" bIns="0" rtlCol="0">
            <a:spAutoFit/>
          </a:bodyPr>
          <a:lstStyle/>
          <a:p>
            <a:pPr marL="38100" marR="5080" indent="-26034">
              <a:lnSpc>
                <a:spcPct val="100000"/>
              </a:lnSpc>
              <a:spcBef>
                <a:spcPts val="100"/>
              </a:spcBef>
              <a:tabLst>
                <a:tab pos="598170" algn="l"/>
                <a:tab pos="1337945" algn="l"/>
                <a:tab pos="1378585" algn="l"/>
                <a:tab pos="2176780" algn="l"/>
                <a:tab pos="2642870" algn="l"/>
                <a:tab pos="3077210" algn="l"/>
                <a:tab pos="3776345" algn="l"/>
              </a:tabLst>
            </a:pPr>
            <a:r>
              <a:rPr sz="2400" spc="-10" dirty="0">
                <a:solidFill>
                  <a:srgbClr val="2D3748"/>
                </a:solidFill>
                <a:latin typeface="Times New Roman" panose="02020603050405020304" pitchFamily="18" charset="0"/>
                <a:cs typeface="Times New Roman" panose="02020603050405020304" pitchFamily="18" charset="0"/>
              </a:rPr>
              <a:t>devices</a:t>
            </a:r>
            <a:r>
              <a:rPr sz="240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use</a:t>
            </a:r>
            <a:r>
              <a:rPr sz="2400" dirty="0">
                <a:solidFill>
                  <a:srgbClr val="2D3748"/>
                </a:solidFill>
                <a:latin typeface="Times New Roman" panose="02020603050405020304" pitchFamily="18" charset="0"/>
                <a:cs typeface="Times New Roman" panose="02020603050405020304" pitchFamily="18" charset="0"/>
              </a:rPr>
              <a:t>	</a:t>
            </a:r>
            <a:r>
              <a:rPr sz="2400" spc="-50" dirty="0">
                <a:solidFill>
                  <a:srgbClr val="2D3748"/>
                </a:solidFill>
                <a:latin typeface="Times New Roman" panose="02020603050405020304" pitchFamily="18" charset="0"/>
                <a:cs typeface="Times New Roman" panose="02020603050405020304" pitchFamily="18" charset="0"/>
              </a:rPr>
              <a:t>a</a:t>
            </a:r>
            <a:r>
              <a:rPr sz="240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series</a:t>
            </a:r>
            <a:r>
              <a:rPr sz="240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of to</a:t>
            </a:r>
            <a:r>
              <a:rPr sz="240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the</a:t>
            </a:r>
            <a:r>
              <a:rPr sz="240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operator’s</a:t>
            </a:r>
            <a:r>
              <a:rPr sz="240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hands,</a:t>
            </a:r>
            <a:endParaRPr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6448084" y="1087715"/>
            <a:ext cx="1003300" cy="751488"/>
          </a:xfrm>
          <a:prstGeom prst="rect">
            <a:avLst/>
          </a:prstGeom>
        </p:spPr>
        <p:txBody>
          <a:bodyPr vert="horz" wrap="square" lIns="0" tIns="12700" rIns="0" bIns="0" rtlCol="0">
            <a:spAutoFit/>
          </a:bodyPr>
          <a:lstStyle/>
          <a:p>
            <a:pPr marL="12700" marR="5080" indent="75565">
              <a:lnSpc>
                <a:spcPct val="100000"/>
              </a:lnSpc>
              <a:spcBef>
                <a:spcPts val="100"/>
              </a:spcBef>
            </a:pPr>
            <a:r>
              <a:rPr sz="2400" spc="-10" dirty="0">
                <a:solidFill>
                  <a:srgbClr val="2D3748"/>
                </a:solidFill>
                <a:latin typeface="Times New Roman" panose="02020603050405020304" pitchFamily="18" charset="0"/>
                <a:cs typeface="Times New Roman" panose="02020603050405020304" pitchFamily="18" charset="0"/>
              </a:rPr>
              <a:t>cables wrists,</a:t>
            </a:r>
            <a:endParaRPr sz="24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267373" y="1941155"/>
            <a:ext cx="7179309" cy="3336811"/>
          </a:xfrm>
          <a:prstGeom prst="rect">
            <a:avLst/>
          </a:prstGeom>
        </p:spPr>
        <p:txBody>
          <a:bodyPr vert="horz" wrap="square" lIns="0" tIns="12700" rIns="0" bIns="0" rtlCol="0">
            <a:spAutoFit/>
          </a:bodyPr>
          <a:lstStyle/>
          <a:p>
            <a:pPr marL="416559" marR="5080" algn="just">
              <a:lnSpc>
                <a:spcPct val="100000"/>
              </a:lnSpc>
              <a:spcBef>
                <a:spcPts val="100"/>
              </a:spcBef>
            </a:pPr>
            <a:r>
              <a:rPr sz="2400" dirty="0">
                <a:solidFill>
                  <a:srgbClr val="2D3748"/>
                </a:solidFill>
                <a:latin typeface="Times New Roman" panose="02020603050405020304" pitchFamily="18" charset="0"/>
                <a:cs typeface="Times New Roman" panose="02020603050405020304" pitchFamily="18" charset="0"/>
              </a:rPr>
              <a:t>and/or</a:t>
            </a:r>
            <a:r>
              <a:rPr sz="2400" spc="4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arms.</a:t>
            </a:r>
            <a:r>
              <a:rPr sz="2400" spc="43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This</a:t>
            </a:r>
            <a:r>
              <a:rPr sz="2400" spc="43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type</a:t>
            </a:r>
            <a:r>
              <a:rPr sz="2400" spc="43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4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device</a:t>
            </a:r>
            <a:r>
              <a:rPr sz="2400" spc="4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is</a:t>
            </a:r>
            <a:r>
              <a:rPr sz="2400" spc="44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primarily </a:t>
            </a:r>
            <a:r>
              <a:rPr sz="2400" dirty="0">
                <a:solidFill>
                  <a:srgbClr val="2D3748"/>
                </a:solidFill>
                <a:latin typeface="Times New Roman" panose="02020603050405020304" pitchFamily="18" charset="0"/>
                <a:cs typeface="Times New Roman" panose="02020603050405020304" pitchFamily="18" charset="0"/>
              </a:rPr>
              <a:t>used</a:t>
            </a:r>
            <a:r>
              <a:rPr sz="2400" spc="-8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on</a:t>
            </a:r>
            <a:r>
              <a:rPr sz="2400" spc="-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machines</a:t>
            </a:r>
            <a:r>
              <a:rPr sz="2400" spc="-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with</a:t>
            </a:r>
            <a:r>
              <a:rPr sz="2400" spc="-8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stroking</a:t>
            </a:r>
            <a:r>
              <a:rPr sz="2400" spc="-8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action.</a:t>
            </a:r>
            <a:endParaRPr sz="2400" dirty="0">
              <a:latin typeface="Times New Roman" panose="02020603050405020304" pitchFamily="18" charset="0"/>
              <a:cs typeface="Times New Roman" panose="02020603050405020304" pitchFamily="18" charset="0"/>
            </a:endParaRPr>
          </a:p>
          <a:p>
            <a:pPr marL="414655" marR="13335" indent="-402590" algn="just">
              <a:lnSpc>
                <a:spcPct val="100000"/>
              </a:lnSpc>
              <a:buFont typeface="Arial MT"/>
              <a:buChar char="•"/>
              <a:tabLst>
                <a:tab pos="416559" algn="l"/>
              </a:tabLst>
            </a:pPr>
            <a:r>
              <a:rPr sz="2400" dirty="0">
                <a:solidFill>
                  <a:srgbClr val="2D3748"/>
                </a:solidFill>
                <a:latin typeface="Times New Roman" panose="02020603050405020304" pitchFamily="18" charset="0"/>
                <a:cs typeface="Times New Roman" panose="02020603050405020304" pitchFamily="18" charset="0"/>
              </a:rPr>
              <a:t>When</a:t>
            </a:r>
            <a:r>
              <a:rPr sz="2400" spc="1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1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slide/ram</a:t>
            </a:r>
            <a:r>
              <a:rPr sz="2400" spc="1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is</a:t>
            </a:r>
            <a:r>
              <a:rPr sz="2400" spc="1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up</a:t>
            </a:r>
            <a:r>
              <a:rPr sz="2400" spc="1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between</a:t>
            </a:r>
            <a:r>
              <a:rPr sz="2400" spc="1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cycles,</a:t>
            </a:r>
            <a:r>
              <a:rPr sz="2400" spc="145"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the 	</a:t>
            </a:r>
            <a:r>
              <a:rPr sz="2400" dirty="0">
                <a:solidFill>
                  <a:srgbClr val="2D3748"/>
                </a:solidFill>
                <a:latin typeface="Times New Roman" panose="02020603050405020304" pitchFamily="18" charset="0"/>
                <a:cs typeface="Times New Roman" panose="02020603050405020304" pitchFamily="18" charset="0"/>
              </a:rPr>
              <a:t>operator</a:t>
            </a:r>
            <a:r>
              <a:rPr sz="2400" spc="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is</a:t>
            </a:r>
            <a:r>
              <a:rPr sz="2400" spc="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allowed</a:t>
            </a:r>
            <a:r>
              <a:rPr sz="2400" spc="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access</a:t>
            </a:r>
            <a:r>
              <a:rPr sz="2400" spc="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a:t>
            </a:r>
            <a:r>
              <a:rPr sz="2400" spc="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point</a:t>
            </a:r>
            <a:r>
              <a:rPr sz="2400" spc="9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of 	</a:t>
            </a:r>
            <a:r>
              <a:rPr sz="2400" spc="-10" dirty="0">
                <a:solidFill>
                  <a:srgbClr val="2D3748"/>
                </a:solidFill>
                <a:latin typeface="Times New Roman" panose="02020603050405020304" pitchFamily="18" charset="0"/>
                <a:cs typeface="Times New Roman" panose="02020603050405020304" pitchFamily="18" charset="0"/>
              </a:rPr>
              <a:t>operation.</a:t>
            </a:r>
            <a:endParaRPr sz="2400" dirty="0">
              <a:latin typeface="Times New Roman" panose="02020603050405020304" pitchFamily="18" charset="0"/>
              <a:cs typeface="Times New Roman" panose="02020603050405020304" pitchFamily="18" charset="0"/>
            </a:endParaRPr>
          </a:p>
          <a:p>
            <a:pPr marL="414655" marR="15875" indent="-402590" algn="just">
              <a:lnSpc>
                <a:spcPct val="100000"/>
              </a:lnSpc>
              <a:buFont typeface="Arial MT"/>
              <a:buChar char="•"/>
              <a:tabLst>
                <a:tab pos="416559" algn="l"/>
              </a:tabLst>
            </a:pPr>
            <a:r>
              <a:rPr sz="2400" dirty="0">
                <a:solidFill>
                  <a:srgbClr val="2D3748"/>
                </a:solidFill>
                <a:latin typeface="Times New Roman" panose="02020603050405020304" pitchFamily="18" charset="0"/>
                <a:cs typeface="Times New Roman" panose="02020603050405020304" pitchFamily="18" charset="0"/>
              </a:rPr>
              <a:t>When</a:t>
            </a:r>
            <a:r>
              <a:rPr sz="2400" spc="1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slide/ram</a:t>
            </a:r>
            <a:r>
              <a:rPr sz="2400" spc="1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begins</a:t>
            </a:r>
            <a:r>
              <a:rPr sz="2400" spc="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a:t>
            </a:r>
            <a:r>
              <a:rPr sz="2400" spc="1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cycle</a:t>
            </a:r>
            <a:r>
              <a:rPr sz="2400" spc="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by</a:t>
            </a:r>
            <a:r>
              <a:rPr sz="2400" spc="1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starting 	</a:t>
            </a:r>
            <a:r>
              <a:rPr sz="2400" dirty="0">
                <a:solidFill>
                  <a:srgbClr val="2D3748"/>
                </a:solidFill>
                <a:latin typeface="Times New Roman" panose="02020603050405020304" pitchFamily="18" charset="0"/>
                <a:cs typeface="Times New Roman" panose="02020603050405020304" pitchFamily="18" charset="0"/>
              </a:rPr>
              <a:t>its</a:t>
            </a:r>
            <a:r>
              <a:rPr sz="2400" spc="-6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descent,</a:t>
            </a:r>
            <a:r>
              <a:rPr sz="2400" spc="-5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5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mechanical</a:t>
            </a:r>
            <a:r>
              <a:rPr sz="2400" spc="-5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linkage</a:t>
            </a:r>
            <a:r>
              <a:rPr sz="2400" spc="-2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automatically 	</a:t>
            </a:r>
            <a:r>
              <a:rPr sz="2400" dirty="0">
                <a:solidFill>
                  <a:srgbClr val="2D3748"/>
                </a:solidFill>
                <a:latin typeface="Times New Roman" panose="02020603050405020304" pitchFamily="18" charset="0"/>
                <a:cs typeface="Times New Roman" panose="02020603050405020304" pitchFamily="18" charset="0"/>
              </a:rPr>
              <a:t>assures</a:t>
            </a:r>
            <a:r>
              <a:rPr sz="2400" spc="1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1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withdrawal</a:t>
            </a:r>
            <a:r>
              <a:rPr sz="2400" spc="1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1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1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hands</a:t>
            </a:r>
            <a:r>
              <a:rPr sz="2400" spc="1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from</a:t>
            </a:r>
            <a:r>
              <a:rPr sz="2400" spc="135"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the 	</a:t>
            </a:r>
            <a:r>
              <a:rPr sz="2400" dirty="0">
                <a:solidFill>
                  <a:srgbClr val="2D3748"/>
                </a:solidFill>
                <a:latin typeface="Times New Roman" panose="02020603050405020304" pitchFamily="18" charset="0"/>
                <a:cs typeface="Times New Roman" panose="02020603050405020304" pitchFamily="18" charset="0"/>
              </a:rPr>
              <a:t>point</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5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operation.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04800"/>
            <a:ext cx="4562475" cy="443711"/>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00B050"/>
                </a:solidFill>
                <a:latin typeface="Times New Roman" panose="02020603050405020304" pitchFamily="18" charset="0"/>
                <a:cs typeface="Times New Roman" panose="02020603050405020304" pitchFamily="18" charset="0"/>
              </a:rPr>
              <a:t>3.</a:t>
            </a:r>
            <a:r>
              <a:rPr sz="2800" b="1" spc="-105" dirty="0">
                <a:solidFill>
                  <a:srgbClr val="00B050"/>
                </a:solidFill>
                <a:latin typeface="Times New Roman" panose="02020603050405020304" pitchFamily="18" charset="0"/>
                <a:cs typeface="Times New Roman" panose="02020603050405020304" pitchFamily="18" charset="0"/>
              </a:rPr>
              <a:t> </a:t>
            </a:r>
            <a:r>
              <a:rPr sz="2800" b="1" spc="-10" dirty="0">
                <a:solidFill>
                  <a:srgbClr val="00B050"/>
                </a:solidFill>
                <a:latin typeface="Times New Roman" panose="02020603050405020304" pitchFamily="18" charset="0"/>
                <a:cs typeface="Times New Roman" panose="02020603050405020304" pitchFamily="18" charset="0"/>
              </a:rPr>
              <a:t>Restraint</a:t>
            </a:r>
            <a:r>
              <a:rPr sz="2800" b="1" spc="-105" dirty="0">
                <a:solidFill>
                  <a:srgbClr val="00B050"/>
                </a:solidFill>
                <a:latin typeface="Times New Roman" panose="02020603050405020304" pitchFamily="18" charset="0"/>
                <a:cs typeface="Times New Roman" panose="02020603050405020304" pitchFamily="18" charset="0"/>
              </a:rPr>
              <a:t> </a:t>
            </a:r>
            <a:r>
              <a:rPr sz="2800" b="1" spc="-10" dirty="0">
                <a:solidFill>
                  <a:srgbClr val="00B050"/>
                </a:solidFill>
                <a:latin typeface="Times New Roman" panose="02020603050405020304" pitchFamily="18" charset="0"/>
                <a:cs typeface="Times New Roman" panose="02020603050405020304" pitchFamily="18" charset="0"/>
              </a:rPr>
              <a:t>Devices</a:t>
            </a:r>
            <a:endParaRPr sz="28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7315200" y="936806"/>
            <a:ext cx="4724398" cy="5302147"/>
          </a:xfrm>
          <a:prstGeom prst="rect">
            <a:avLst/>
          </a:prstGeom>
        </p:spPr>
      </p:pic>
      <p:sp>
        <p:nvSpPr>
          <p:cNvPr id="4" name="object 4"/>
          <p:cNvSpPr txBox="1"/>
          <p:nvPr/>
        </p:nvSpPr>
        <p:spPr>
          <a:xfrm>
            <a:off x="126347" y="1167839"/>
            <a:ext cx="6898005" cy="4444807"/>
          </a:xfrm>
          <a:prstGeom prst="rect">
            <a:avLst/>
          </a:prstGeom>
        </p:spPr>
        <p:txBody>
          <a:bodyPr vert="horz" wrap="square" lIns="0" tIns="12700" rIns="0" bIns="0" rtlCol="0">
            <a:spAutoFit/>
          </a:bodyPr>
          <a:lstStyle/>
          <a:p>
            <a:pPr marL="414655" marR="8255" indent="-402590" algn="just">
              <a:lnSpc>
                <a:spcPct val="100000"/>
              </a:lnSpc>
              <a:spcBef>
                <a:spcPts val="100"/>
              </a:spcBef>
              <a:buFont typeface="Arial MT"/>
              <a:buChar char="•"/>
              <a:tabLst>
                <a:tab pos="416559" algn="l"/>
              </a:tabLst>
            </a:pPr>
            <a:r>
              <a:rPr sz="2400" dirty="0">
                <a:solidFill>
                  <a:srgbClr val="2D3748"/>
                </a:solidFill>
                <a:latin typeface="Times New Roman" panose="02020603050405020304" pitchFamily="18" charset="0"/>
                <a:cs typeface="Times New Roman" panose="02020603050405020304" pitchFamily="18" charset="0"/>
              </a:rPr>
              <a:t>The</a:t>
            </a:r>
            <a:r>
              <a:rPr sz="2400" spc="3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restraint</a:t>
            </a:r>
            <a:r>
              <a:rPr sz="2400" spc="39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(holdout)</a:t>
            </a:r>
            <a:r>
              <a:rPr sz="2400" spc="40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device</a:t>
            </a:r>
            <a:r>
              <a:rPr sz="2400" spc="40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in</a:t>
            </a:r>
            <a:r>
              <a:rPr sz="2400" spc="40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40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figure 	</a:t>
            </a:r>
            <a:r>
              <a:rPr sz="2400" dirty="0">
                <a:solidFill>
                  <a:srgbClr val="2D3748"/>
                </a:solidFill>
                <a:latin typeface="Times New Roman" panose="02020603050405020304" pitchFamily="18" charset="0"/>
                <a:cs typeface="Times New Roman" panose="02020603050405020304" pitchFamily="18" charset="0"/>
              </a:rPr>
              <a:t>to</a:t>
            </a:r>
            <a:r>
              <a:rPr sz="2400" spc="-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right</a:t>
            </a:r>
            <a:r>
              <a:rPr sz="2400" spc="-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uses</a:t>
            </a:r>
            <a:r>
              <a:rPr sz="2400" spc="-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cables</a:t>
            </a:r>
            <a:r>
              <a:rPr sz="2400" spc="-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or</a:t>
            </a:r>
            <a:r>
              <a:rPr sz="2400" spc="-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straps</a:t>
            </a:r>
            <a:r>
              <a:rPr sz="2400" spc="-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attached</a:t>
            </a:r>
            <a:r>
              <a:rPr sz="2400" spc="-2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to 	</a:t>
            </a:r>
            <a:r>
              <a:rPr sz="2400" dirty="0">
                <a:solidFill>
                  <a:srgbClr val="2D3748"/>
                </a:solidFill>
                <a:latin typeface="Times New Roman" panose="02020603050405020304" pitchFamily="18" charset="0"/>
                <a:cs typeface="Times New Roman" panose="02020603050405020304" pitchFamily="18" charset="0"/>
              </a:rPr>
              <a:t>the</a:t>
            </a:r>
            <a:r>
              <a:rPr sz="2400" spc="-6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operator’s</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hands</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at</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fixed</a:t>
            </a:r>
            <a:r>
              <a:rPr sz="2400" spc="-6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point.</a:t>
            </a:r>
            <a:endParaRPr sz="2400" dirty="0">
              <a:latin typeface="Times New Roman" panose="02020603050405020304" pitchFamily="18" charset="0"/>
              <a:cs typeface="Times New Roman" panose="02020603050405020304" pitchFamily="18" charset="0"/>
            </a:endParaRPr>
          </a:p>
          <a:p>
            <a:pPr marL="414655" marR="15875" indent="-402590" algn="just">
              <a:lnSpc>
                <a:spcPct val="100000"/>
              </a:lnSpc>
              <a:buFont typeface="Arial MT"/>
              <a:buChar char="•"/>
              <a:tabLst>
                <a:tab pos="416559" algn="l"/>
              </a:tabLst>
            </a:pPr>
            <a:r>
              <a:rPr sz="2400" dirty="0">
                <a:solidFill>
                  <a:srgbClr val="2D3748"/>
                </a:solidFill>
                <a:latin typeface="Times New Roman" panose="02020603050405020304" pitchFamily="18" charset="0"/>
                <a:cs typeface="Times New Roman" panose="02020603050405020304" pitchFamily="18" charset="0"/>
              </a:rPr>
              <a:t>The</a:t>
            </a:r>
            <a:r>
              <a:rPr sz="2400" spc="11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cables</a:t>
            </a:r>
            <a:r>
              <a:rPr sz="2400" spc="1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or</a:t>
            </a:r>
            <a:r>
              <a:rPr sz="2400" spc="1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straps</a:t>
            </a:r>
            <a:r>
              <a:rPr sz="2400" spc="1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must</a:t>
            </a:r>
            <a:r>
              <a:rPr sz="2400" spc="11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be</a:t>
            </a:r>
            <a:r>
              <a:rPr sz="2400" spc="1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adjusted</a:t>
            </a:r>
            <a:r>
              <a:rPr sz="2400" spc="1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a:t>
            </a:r>
            <a:r>
              <a:rPr sz="2400" spc="114"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let 	</a:t>
            </a:r>
            <a:r>
              <a:rPr sz="2400" dirty="0">
                <a:solidFill>
                  <a:srgbClr val="2D3748"/>
                </a:solidFill>
                <a:latin typeface="Times New Roman" panose="02020603050405020304" pitchFamily="18" charset="0"/>
                <a:cs typeface="Times New Roman" panose="02020603050405020304" pitchFamily="18" charset="0"/>
              </a:rPr>
              <a:t>the</a:t>
            </a:r>
            <a:r>
              <a:rPr sz="2400" spc="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operator’s</a:t>
            </a:r>
            <a:r>
              <a:rPr sz="2400" spc="5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hands</a:t>
            </a:r>
            <a:r>
              <a:rPr sz="2400" spc="5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travel</a:t>
            </a:r>
            <a:r>
              <a:rPr sz="2400" spc="5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only</a:t>
            </a:r>
            <a:r>
              <a:rPr sz="2400" spc="5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within</a:t>
            </a:r>
            <a:r>
              <a:rPr sz="2400" spc="50" dirty="0">
                <a:solidFill>
                  <a:srgbClr val="2D3748"/>
                </a:solidFill>
                <a:latin typeface="Times New Roman" panose="02020603050405020304" pitchFamily="18" charset="0"/>
                <a:cs typeface="Times New Roman" panose="02020603050405020304" pitchFamily="18" charset="0"/>
              </a:rPr>
              <a:t>  </a:t>
            </a:r>
            <a:r>
              <a:rPr sz="2400" spc="-50" dirty="0">
                <a:solidFill>
                  <a:srgbClr val="2D3748"/>
                </a:solidFill>
                <a:latin typeface="Times New Roman" panose="02020603050405020304" pitchFamily="18" charset="0"/>
                <a:cs typeface="Times New Roman" panose="02020603050405020304" pitchFamily="18" charset="0"/>
              </a:rPr>
              <a:t>a 	</a:t>
            </a:r>
            <a:r>
              <a:rPr sz="2400" spc="-10" dirty="0">
                <a:solidFill>
                  <a:srgbClr val="2D3748"/>
                </a:solidFill>
                <a:latin typeface="Times New Roman" panose="02020603050405020304" pitchFamily="18" charset="0"/>
                <a:cs typeface="Times New Roman" panose="02020603050405020304" pitchFamily="18" charset="0"/>
              </a:rPr>
              <a:t>predetermined</a:t>
            </a:r>
            <a:r>
              <a:rPr sz="2400" spc="-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safe</a:t>
            </a:r>
            <a:r>
              <a:rPr sz="2400" spc="-7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area.</a:t>
            </a:r>
            <a:endParaRPr sz="2400" dirty="0">
              <a:latin typeface="Times New Roman" panose="02020603050405020304" pitchFamily="18" charset="0"/>
              <a:cs typeface="Times New Roman" panose="02020603050405020304" pitchFamily="18" charset="0"/>
            </a:endParaRPr>
          </a:p>
          <a:p>
            <a:pPr marL="414655" marR="5080" indent="-402590" algn="just">
              <a:lnSpc>
                <a:spcPct val="100000"/>
              </a:lnSpc>
              <a:buFont typeface="Arial MT"/>
              <a:buChar char="•"/>
              <a:tabLst>
                <a:tab pos="416559" algn="l"/>
              </a:tabLst>
            </a:pPr>
            <a:r>
              <a:rPr sz="2400" dirty="0">
                <a:solidFill>
                  <a:srgbClr val="2D3748"/>
                </a:solidFill>
                <a:latin typeface="Times New Roman" panose="02020603050405020304" pitchFamily="18" charset="0"/>
                <a:cs typeface="Times New Roman" panose="02020603050405020304" pitchFamily="18" charset="0"/>
              </a:rPr>
              <a:t>There</a:t>
            </a:r>
            <a:r>
              <a:rPr sz="2400" spc="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is</a:t>
            </a:r>
            <a:r>
              <a:rPr sz="2400" spc="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no</a:t>
            </a:r>
            <a:r>
              <a:rPr sz="2400" spc="9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extending</a:t>
            </a:r>
            <a:r>
              <a:rPr sz="2400" spc="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or</a:t>
            </a:r>
            <a:r>
              <a:rPr sz="2400" spc="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retracting</a:t>
            </a:r>
            <a:r>
              <a:rPr sz="2400" spc="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action</a:t>
            </a:r>
            <a:r>
              <a:rPr sz="2400" spc="80" dirty="0">
                <a:solidFill>
                  <a:srgbClr val="2D3748"/>
                </a:solidFill>
                <a:latin typeface="Times New Roman" panose="02020603050405020304" pitchFamily="18" charset="0"/>
                <a:cs typeface="Times New Roman" panose="02020603050405020304" pitchFamily="18" charset="0"/>
              </a:rPr>
              <a:t> </a:t>
            </a:r>
            <a:r>
              <a:rPr sz="2400" spc="-35" dirty="0">
                <a:solidFill>
                  <a:srgbClr val="2D3748"/>
                </a:solidFill>
                <a:latin typeface="Times New Roman" panose="02020603050405020304" pitchFamily="18" charset="0"/>
                <a:cs typeface="Times New Roman" panose="02020603050405020304" pitchFamily="18" charset="0"/>
              </a:rPr>
              <a:t>is 	</a:t>
            </a:r>
            <a:r>
              <a:rPr sz="2400" dirty="0">
                <a:solidFill>
                  <a:srgbClr val="2D3748"/>
                </a:solidFill>
                <a:latin typeface="Times New Roman" panose="02020603050405020304" pitchFamily="18" charset="0"/>
                <a:cs typeface="Times New Roman" panose="02020603050405020304" pitchFamily="18" charset="0"/>
              </a:rPr>
              <a:t>required</a:t>
            </a:r>
            <a:r>
              <a:rPr sz="2400" spc="4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because</a:t>
            </a:r>
            <a:r>
              <a:rPr sz="2400" spc="45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45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hands</a:t>
            </a:r>
            <a:r>
              <a:rPr sz="2400" spc="45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are</a:t>
            </a:r>
            <a:r>
              <a:rPr sz="2400" spc="45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never 	</a:t>
            </a:r>
            <a:r>
              <a:rPr sz="2400" dirty="0">
                <a:solidFill>
                  <a:srgbClr val="2D3748"/>
                </a:solidFill>
                <a:latin typeface="Times New Roman" panose="02020603050405020304" pitchFamily="18" charset="0"/>
                <a:cs typeface="Times New Roman" panose="02020603050405020304" pitchFamily="18" charset="0"/>
              </a:rPr>
              <a:t>allowed</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extend</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into</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danger</a:t>
            </a:r>
            <a:r>
              <a:rPr sz="2400" spc="-6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area.</a:t>
            </a:r>
            <a:endParaRPr sz="2400" dirty="0">
              <a:latin typeface="Times New Roman" panose="02020603050405020304" pitchFamily="18" charset="0"/>
              <a:cs typeface="Times New Roman" panose="02020603050405020304" pitchFamily="18" charset="0"/>
            </a:endParaRPr>
          </a:p>
          <a:p>
            <a:pPr marL="416559" marR="6985" indent="-404495" algn="just">
              <a:lnSpc>
                <a:spcPct val="100000"/>
              </a:lnSpc>
              <a:buFont typeface="Arial MT"/>
              <a:buChar char="•"/>
              <a:tabLst>
                <a:tab pos="416559" algn="l"/>
                <a:tab pos="509270" algn="l"/>
              </a:tabLst>
            </a:pPr>
            <a:r>
              <a:rPr sz="240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Consequently,</a:t>
            </a:r>
            <a:r>
              <a:rPr sz="2400" spc="125" dirty="0">
                <a:solidFill>
                  <a:srgbClr val="2D3748"/>
                </a:solidFill>
                <a:latin typeface="Times New Roman" panose="02020603050405020304" pitchFamily="18" charset="0"/>
                <a:cs typeface="Times New Roman" panose="02020603050405020304" pitchFamily="18" charset="0"/>
              </a:rPr>
              <a:t> </a:t>
            </a:r>
            <a:r>
              <a:rPr sz="2400" spc="-30" dirty="0">
                <a:solidFill>
                  <a:srgbClr val="2D3748"/>
                </a:solidFill>
                <a:latin typeface="Times New Roman" panose="02020603050405020304" pitchFamily="18" charset="0"/>
                <a:cs typeface="Times New Roman" panose="02020603050405020304" pitchFamily="18" charset="0"/>
              </a:rPr>
              <a:t>hand-</a:t>
            </a:r>
            <a:r>
              <a:rPr sz="2400" dirty="0">
                <a:solidFill>
                  <a:srgbClr val="2D3748"/>
                </a:solidFill>
                <a:latin typeface="Times New Roman" panose="02020603050405020304" pitchFamily="18" charset="0"/>
                <a:cs typeface="Times New Roman" panose="02020603050405020304" pitchFamily="18" charset="0"/>
              </a:rPr>
              <a:t>feeding</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tools</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are</a:t>
            </a:r>
            <a:r>
              <a:rPr sz="2400" spc="125" dirty="0">
                <a:solidFill>
                  <a:srgbClr val="2D3748"/>
                </a:solidFill>
                <a:latin typeface="Times New Roman" panose="02020603050405020304" pitchFamily="18" charset="0"/>
                <a:cs typeface="Times New Roman" panose="02020603050405020304" pitchFamily="18" charset="0"/>
              </a:rPr>
              <a:t> </a:t>
            </a:r>
            <a:r>
              <a:rPr sz="2400" spc="-20" dirty="0">
                <a:solidFill>
                  <a:srgbClr val="2D3748"/>
                </a:solidFill>
                <a:latin typeface="Times New Roman" panose="02020603050405020304" pitchFamily="18" charset="0"/>
                <a:cs typeface="Times New Roman" panose="02020603050405020304" pitchFamily="18" charset="0"/>
              </a:rPr>
              <a:t>often </a:t>
            </a:r>
            <a:r>
              <a:rPr sz="2400" dirty="0">
                <a:solidFill>
                  <a:srgbClr val="2D3748"/>
                </a:solidFill>
                <a:latin typeface="Times New Roman" panose="02020603050405020304" pitchFamily="18" charset="0"/>
                <a:cs typeface="Times New Roman" panose="02020603050405020304" pitchFamily="18" charset="0"/>
              </a:rPr>
              <a:t>necessary</a:t>
            </a:r>
            <a:r>
              <a:rPr sz="2400" spc="509"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if</a:t>
            </a:r>
            <a:r>
              <a:rPr sz="2400" spc="509"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509"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operation</a:t>
            </a:r>
            <a:r>
              <a:rPr sz="2400" spc="509"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involves</a:t>
            </a:r>
            <a:r>
              <a:rPr sz="2400" spc="51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placing </a:t>
            </a:r>
            <a:r>
              <a:rPr sz="2400" dirty="0">
                <a:solidFill>
                  <a:srgbClr val="2D3748"/>
                </a:solidFill>
                <a:latin typeface="Times New Roman" panose="02020603050405020304" pitchFamily="18" charset="0"/>
                <a:cs typeface="Times New Roman" panose="02020603050405020304" pitchFamily="18" charset="0"/>
              </a:rPr>
              <a:t>material</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in</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dangerous</a:t>
            </a:r>
            <a:r>
              <a:rPr sz="2400" spc="-6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area.</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89618"/>
            <a:ext cx="5092700" cy="443711"/>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00B050"/>
                </a:solidFill>
                <a:latin typeface="Times New Roman" panose="02020603050405020304" pitchFamily="18" charset="0"/>
                <a:cs typeface="Times New Roman" panose="02020603050405020304" pitchFamily="18" charset="0"/>
              </a:rPr>
              <a:t>4.</a:t>
            </a:r>
            <a:r>
              <a:rPr sz="2800" b="1" spc="-150" dirty="0">
                <a:solidFill>
                  <a:srgbClr val="00B050"/>
                </a:solidFill>
                <a:latin typeface="Times New Roman" panose="02020603050405020304" pitchFamily="18" charset="0"/>
                <a:cs typeface="Times New Roman" panose="02020603050405020304" pitchFamily="18" charset="0"/>
              </a:rPr>
              <a:t> </a:t>
            </a:r>
            <a:r>
              <a:rPr sz="2800" b="1" dirty="0">
                <a:solidFill>
                  <a:srgbClr val="00B050"/>
                </a:solidFill>
                <a:latin typeface="Times New Roman" panose="02020603050405020304" pitchFamily="18" charset="0"/>
                <a:cs typeface="Times New Roman" panose="02020603050405020304" pitchFamily="18" charset="0"/>
              </a:rPr>
              <a:t>Safety</a:t>
            </a:r>
            <a:r>
              <a:rPr sz="2800" b="1" spc="-145" dirty="0">
                <a:solidFill>
                  <a:srgbClr val="00B050"/>
                </a:solidFill>
                <a:latin typeface="Times New Roman" panose="02020603050405020304" pitchFamily="18" charset="0"/>
                <a:cs typeface="Times New Roman" panose="02020603050405020304" pitchFamily="18" charset="0"/>
              </a:rPr>
              <a:t> </a:t>
            </a:r>
            <a:r>
              <a:rPr sz="2800" b="1" dirty="0">
                <a:solidFill>
                  <a:srgbClr val="00B050"/>
                </a:solidFill>
                <a:latin typeface="Times New Roman" panose="02020603050405020304" pitchFamily="18" charset="0"/>
                <a:cs typeface="Times New Roman" panose="02020603050405020304" pitchFamily="18" charset="0"/>
              </a:rPr>
              <a:t>Trip</a:t>
            </a:r>
            <a:r>
              <a:rPr sz="2800" b="1" spc="-145" dirty="0">
                <a:solidFill>
                  <a:srgbClr val="00B050"/>
                </a:solidFill>
                <a:latin typeface="Times New Roman" panose="02020603050405020304" pitchFamily="18" charset="0"/>
                <a:cs typeface="Times New Roman" panose="02020603050405020304" pitchFamily="18" charset="0"/>
              </a:rPr>
              <a:t> </a:t>
            </a:r>
            <a:r>
              <a:rPr sz="2800" b="1" spc="-10" dirty="0">
                <a:solidFill>
                  <a:srgbClr val="00B050"/>
                </a:solidFill>
                <a:latin typeface="Times New Roman" panose="02020603050405020304" pitchFamily="18" charset="0"/>
                <a:cs typeface="Times New Roman" panose="02020603050405020304" pitchFamily="18" charset="0"/>
              </a:rPr>
              <a:t>Controls</a:t>
            </a:r>
            <a:endParaRPr sz="28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9034818" y="1680466"/>
            <a:ext cx="3115085" cy="4293320"/>
          </a:xfrm>
          <a:prstGeom prst="rect">
            <a:avLst/>
          </a:prstGeom>
        </p:spPr>
      </p:pic>
      <p:sp>
        <p:nvSpPr>
          <p:cNvPr id="4" name="object 4"/>
          <p:cNvSpPr txBox="1"/>
          <p:nvPr/>
        </p:nvSpPr>
        <p:spPr>
          <a:xfrm>
            <a:off x="214250" y="471774"/>
            <a:ext cx="8582025" cy="6106800"/>
          </a:xfrm>
          <a:prstGeom prst="rect">
            <a:avLst/>
          </a:prstGeom>
        </p:spPr>
        <p:txBody>
          <a:bodyPr vert="horz" wrap="square" lIns="0" tIns="12700" rIns="0" bIns="0" rtlCol="0">
            <a:spAutoFit/>
          </a:bodyPr>
          <a:lstStyle/>
          <a:p>
            <a:pPr marL="421005" marR="5715" indent="-408940" algn="just">
              <a:lnSpc>
                <a:spcPct val="150000"/>
              </a:lnSpc>
              <a:spcBef>
                <a:spcPts val="100"/>
              </a:spcBef>
              <a:buChar char="•"/>
              <a:tabLst>
                <a:tab pos="424180" algn="l"/>
              </a:tabLst>
            </a:pPr>
            <a:r>
              <a:rPr sz="2400" dirty="0">
                <a:solidFill>
                  <a:srgbClr val="2D3748"/>
                </a:solidFill>
                <a:latin typeface="Times New Roman" panose="02020603050405020304" pitchFamily="18" charset="0"/>
                <a:cs typeface="Times New Roman" panose="02020603050405020304" pitchFamily="18" charset="0"/>
              </a:rPr>
              <a:t>Safety</a:t>
            </a:r>
            <a:r>
              <a:rPr sz="2400" spc="2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trip</a:t>
            </a:r>
            <a:r>
              <a:rPr sz="2400" spc="2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controls</a:t>
            </a:r>
            <a:r>
              <a:rPr sz="2400" spc="2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provide</a:t>
            </a:r>
            <a:r>
              <a:rPr sz="2400" spc="2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28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quick</a:t>
            </a:r>
            <a:r>
              <a:rPr sz="2400" spc="2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means</a:t>
            </a:r>
            <a:r>
              <a:rPr sz="2400" spc="2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for</a:t>
            </a:r>
            <a:r>
              <a:rPr sz="2400" spc="28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deactivating 	</a:t>
            </a:r>
            <a:r>
              <a:rPr sz="2400" dirty="0">
                <a:solidFill>
                  <a:srgbClr val="2D3748"/>
                </a:solidFill>
                <a:latin typeface="Times New Roman" panose="02020603050405020304" pitchFamily="18" charset="0"/>
                <a:cs typeface="Times New Roman" panose="02020603050405020304" pitchFamily="18" charset="0"/>
              </a:rPr>
              <a:t>the</a:t>
            </a:r>
            <a:r>
              <a:rPr sz="2400" spc="43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machine</a:t>
            </a:r>
            <a:r>
              <a:rPr sz="2400" spc="43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in</a:t>
            </a:r>
            <a:r>
              <a:rPr sz="2400" spc="4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an</a:t>
            </a:r>
            <a:r>
              <a:rPr sz="2400" spc="434"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emergency.</a:t>
            </a:r>
            <a:r>
              <a:rPr sz="2400" spc="31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315"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pressure-</a:t>
            </a:r>
            <a:r>
              <a:rPr sz="2400" dirty="0">
                <a:solidFill>
                  <a:srgbClr val="2D3748"/>
                </a:solidFill>
                <a:latin typeface="Times New Roman" panose="02020603050405020304" pitchFamily="18" charset="0"/>
                <a:cs typeface="Times New Roman" panose="02020603050405020304" pitchFamily="18" charset="0"/>
              </a:rPr>
              <a:t>sensitive</a:t>
            </a:r>
            <a:r>
              <a:rPr sz="2400" spc="434" dirty="0">
                <a:solidFill>
                  <a:srgbClr val="2D3748"/>
                </a:solidFill>
                <a:latin typeface="Times New Roman" panose="02020603050405020304" pitchFamily="18" charset="0"/>
                <a:cs typeface="Times New Roman" panose="02020603050405020304" pitchFamily="18" charset="0"/>
              </a:rPr>
              <a:t> </a:t>
            </a:r>
            <a:r>
              <a:rPr sz="2400" spc="-20" dirty="0">
                <a:solidFill>
                  <a:srgbClr val="2D3748"/>
                </a:solidFill>
                <a:latin typeface="Times New Roman" panose="02020603050405020304" pitchFamily="18" charset="0"/>
                <a:cs typeface="Times New Roman" panose="02020603050405020304" pitchFamily="18" charset="0"/>
              </a:rPr>
              <a:t>body 	</a:t>
            </a:r>
            <a:r>
              <a:rPr sz="2400" dirty="0">
                <a:solidFill>
                  <a:srgbClr val="2D3748"/>
                </a:solidFill>
                <a:latin typeface="Times New Roman" panose="02020603050405020304" pitchFamily="18" charset="0"/>
                <a:cs typeface="Times New Roman" panose="02020603050405020304" pitchFamily="18" charset="0"/>
              </a:rPr>
              <a:t>bar,</a:t>
            </a:r>
            <a:r>
              <a:rPr sz="2400" spc="5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when</a:t>
            </a:r>
            <a:r>
              <a:rPr sz="2400" spc="5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depressed,</a:t>
            </a:r>
            <a:r>
              <a:rPr sz="2400" spc="5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will</a:t>
            </a:r>
            <a:r>
              <a:rPr sz="2400" spc="5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deactivate</a:t>
            </a:r>
            <a:r>
              <a:rPr sz="2400" spc="5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5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machine.</a:t>
            </a:r>
            <a:r>
              <a:rPr sz="2400" spc="51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If</a:t>
            </a:r>
            <a:r>
              <a:rPr sz="2400" spc="52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the 	</a:t>
            </a:r>
            <a:r>
              <a:rPr sz="2400" dirty="0">
                <a:solidFill>
                  <a:srgbClr val="2D3748"/>
                </a:solidFill>
                <a:latin typeface="Times New Roman" panose="02020603050405020304" pitchFamily="18" charset="0"/>
                <a:cs typeface="Times New Roman" panose="02020603050405020304" pitchFamily="18" charset="0"/>
              </a:rPr>
              <a:t>operator</a:t>
            </a:r>
            <a:r>
              <a:rPr sz="2400" spc="1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or</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anyone</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trips,</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loses</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balance,</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or</a:t>
            </a:r>
            <a:r>
              <a:rPr sz="2400" spc="1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is</a:t>
            </a:r>
            <a:r>
              <a:rPr sz="2400" spc="1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drawn</a:t>
            </a:r>
            <a:r>
              <a:rPr sz="2400" spc="12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toward 	</a:t>
            </a:r>
            <a:r>
              <a:rPr sz="2400" dirty="0">
                <a:solidFill>
                  <a:srgbClr val="2D3748"/>
                </a:solidFill>
                <a:latin typeface="Times New Roman" panose="02020603050405020304" pitchFamily="18" charset="0"/>
                <a:cs typeface="Times New Roman" panose="02020603050405020304" pitchFamily="18" charset="0"/>
              </a:rPr>
              <a:t>the  machine,</a:t>
            </a:r>
            <a:r>
              <a:rPr sz="2400" spc="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applying</a:t>
            </a:r>
            <a:r>
              <a:rPr sz="2400" spc="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pressure</a:t>
            </a:r>
            <a:r>
              <a:rPr sz="2400" spc="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a:t>
            </a:r>
            <a:r>
              <a:rPr sz="2400" spc="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bar  will</a:t>
            </a:r>
            <a:r>
              <a:rPr sz="2400" spc="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stop</a:t>
            </a:r>
            <a:r>
              <a:rPr sz="2400" spc="5"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the 	</a:t>
            </a:r>
            <a:r>
              <a:rPr sz="2400" dirty="0">
                <a:solidFill>
                  <a:srgbClr val="2D3748"/>
                </a:solidFill>
                <a:latin typeface="Times New Roman" panose="02020603050405020304" pitchFamily="18" charset="0"/>
                <a:cs typeface="Times New Roman" panose="02020603050405020304" pitchFamily="18" charset="0"/>
              </a:rPr>
              <a:t>operation.</a:t>
            </a:r>
            <a:r>
              <a:rPr sz="2400" spc="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positioning</a:t>
            </a:r>
            <a:r>
              <a:rPr sz="2400" spc="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bar,</a:t>
            </a:r>
            <a:r>
              <a:rPr sz="2400" spc="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therefore,</a:t>
            </a:r>
            <a:r>
              <a:rPr sz="2400" spc="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is</a:t>
            </a:r>
            <a:r>
              <a:rPr sz="2400" spc="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critical.</a:t>
            </a:r>
            <a:r>
              <a:rPr sz="2400" spc="7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It 	</a:t>
            </a:r>
            <a:r>
              <a:rPr sz="2400" dirty="0">
                <a:solidFill>
                  <a:srgbClr val="2D3748"/>
                </a:solidFill>
                <a:latin typeface="Times New Roman" panose="02020603050405020304" pitchFamily="18" charset="0"/>
                <a:cs typeface="Times New Roman" panose="02020603050405020304" pitchFamily="18" charset="0"/>
              </a:rPr>
              <a:t>must</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stop</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machine</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before</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part</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3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employee’s</a:t>
            </a:r>
            <a:r>
              <a:rPr sz="2400" spc="-35" dirty="0">
                <a:solidFill>
                  <a:srgbClr val="2D3748"/>
                </a:solidFill>
                <a:latin typeface="Times New Roman" panose="02020603050405020304" pitchFamily="18" charset="0"/>
                <a:cs typeface="Times New Roman" panose="02020603050405020304" pitchFamily="18" charset="0"/>
              </a:rPr>
              <a:t> </a:t>
            </a:r>
            <a:r>
              <a:rPr sz="2400" spc="-20" dirty="0">
                <a:solidFill>
                  <a:srgbClr val="2D3748"/>
                </a:solidFill>
                <a:latin typeface="Times New Roman" panose="02020603050405020304" pitchFamily="18" charset="0"/>
                <a:cs typeface="Times New Roman" panose="02020603050405020304" pitchFamily="18" charset="0"/>
              </a:rPr>
              <a:t>body 	</a:t>
            </a:r>
            <a:r>
              <a:rPr sz="2400" dirty="0">
                <a:solidFill>
                  <a:srgbClr val="2D3748"/>
                </a:solidFill>
                <a:latin typeface="Times New Roman" panose="02020603050405020304" pitchFamily="18" charset="0"/>
                <a:cs typeface="Times New Roman" panose="02020603050405020304" pitchFamily="18" charset="0"/>
              </a:rPr>
              <a:t>reaches</a:t>
            </a:r>
            <a:r>
              <a:rPr sz="2400" spc="-9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8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dangerous</a:t>
            </a:r>
            <a:r>
              <a:rPr sz="2400" spc="-85" dirty="0">
                <a:solidFill>
                  <a:srgbClr val="2D3748"/>
                </a:solidFill>
                <a:latin typeface="Times New Roman" panose="02020603050405020304" pitchFamily="18" charset="0"/>
                <a:cs typeface="Times New Roman" panose="02020603050405020304" pitchFamily="18" charset="0"/>
              </a:rPr>
              <a:t> </a:t>
            </a:r>
            <a:r>
              <a:rPr sz="2400" spc="-20" dirty="0">
                <a:solidFill>
                  <a:srgbClr val="2D3748"/>
                </a:solidFill>
                <a:latin typeface="Times New Roman" panose="02020603050405020304" pitchFamily="18" charset="0"/>
                <a:cs typeface="Times New Roman" panose="02020603050405020304" pitchFamily="18" charset="0"/>
              </a:rPr>
              <a:t>area.</a:t>
            </a:r>
            <a:endParaRPr sz="2400" dirty="0">
              <a:latin typeface="Times New Roman" panose="02020603050405020304" pitchFamily="18" charset="0"/>
              <a:cs typeface="Times New Roman" panose="02020603050405020304" pitchFamily="18" charset="0"/>
            </a:endParaRPr>
          </a:p>
          <a:p>
            <a:pPr marL="421005" marR="5080" indent="-408940" algn="just">
              <a:lnSpc>
                <a:spcPct val="150000"/>
              </a:lnSpc>
              <a:buChar char="•"/>
              <a:tabLst>
                <a:tab pos="424180" algn="l"/>
              </a:tabLst>
            </a:pPr>
            <a:r>
              <a:rPr sz="2400" dirty="0">
                <a:solidFill>
                  <a:srgbClr val="2D3748"/>
                </a:solidFill>
                <a:latin typeface="Times New Roman" panose="02020603050405020304" pitchFamily="18" charset="0"/>
                <a:cs typeface="Times New Roman" panose="02020603050405020304" pitchFamily="18" charset="0"/>
              </a:rPr>
              <a:t>Unfortunately,</a:t>
            </a:r>
            <a:r>
              <a:rPr sz="2400" spc="50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it</a:t>
            </a:r>
            <a:r>
              <a:rPr sz="2400" spc="5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may</a:t>
            </a:r>
            <a:r>
              <a:rPr sz="2400" spc="50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be</a:t>
            </a:r>
            <a:r>
              <a:rPr sz="2400" spc="5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easy</a:t>
            </a:r>
            <a:r>
              <a:rPr sz="2400" spc="50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a:t>
            </a:r>
            <a:r>
              <a:rPr sz="2400" spc="5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defeat</a:t>
            </a:r>
            <a:r>
              <a:rPr sz="2400" spc="5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50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body</a:t>
            </a:r>
            <a:r>
              <a:rPr sz="2400" spc="5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bar</a:t>
            </a:r>
            <a:r>
              <a:rPr sz="2400" spc="50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by 	</a:t>
            </a:r>
            <a:r>
              <a:rPr sz="2400" dirty="0">
                <a:solidFill>
                  <a:srgbClr val="2D3748"/>
                </a:solidFill>
                <a:latin typeface="Times New Roman" panose="02020603050405020304" pitchFamily="18" charset="0"/>
                <a:cs typeface="Times New Roman" panose="02020603050405020304" pitchFamily="18" charset="0"/>
              </a:rPr>
              <a:t>going</a:t>
            </a:r>
            <a:r>
              <a:rPr sz="2400" spc="-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under</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it</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into</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danger</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zone.</a:t>
            </a:r>
            <a:r>
              <a:rPr sz="2400" spc="-1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figure</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here</a:t>
            </a:r>
            <a:r>
              <a:rPr sz="2400" spc="-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shows</a:t>
            </a:r>
            <a:r>
              <a:rPr sz="2400" spc="-25" dirty="0">
                <a:solidFill>
                  <a:srgbClr val="2D3748"/>
                </a:solidFill>
                <a:latin typeface="Times New Roman" panose="02020603050405020304" pitchFamily="18" charset="0"/>
                <a:cs typeface="Times New Roman" panose="02020603050405020304" pitchFamily="18" charset="0"/>
              </a:rPr>
              <a:t> </a:t>
            </a:r>
            <a:r>
              <a:rPr sz="2400" spc="-50" dirty="0">
                <a:solidFill>
                  <a:srgbClr val="2D3748"/>
                </a:solidFill>
                <a:latin typeface="Times New Roman" panose="02020603050405020304" pitchFamily="18" charset="0"/>
                <a:cs typeface="Times New Roman" panose="02020603050405020304" pitchFamily="18" charset="0"/>
              </a:rPr>
              <a:t>a 	</a:t>
            </a:r>
            <a:r>
              <a:rPr sz="2400" spc="-25" dirty="0">
                <a:solidFill>
                  <a:srgbClr val="2D3748"/>
                </a:solidFill>
                <a:latin typeface="Times New Roman" panose="02020603050405020304" pitchFamily="18" charset="0"/>
                <a:cs typeface="Times New Roman" panose="02020603050405020304" pitchFamily="18" charset="0"/>
              </a:rPr>
              <a:t>pressure-</a:t>
            </a:r>
            <a:r>
              <a:rPr sz="2400" dirty="0">
                <a:solidFill>
                  <a:srgbClr val="2D3748"/>
                </a:solidFill>
                <a:latin typeface="Times New Roman" panose="02020603050405020304" pitchFamily="18" charset="0"/>
                <a:cs typeface="Times New Roman" panose="02020603050405020304" pitchFamily="18" charset="0"/>
              </a:rPr>
              <a:t>sensitive</a:t>
            </a:r>
            <a:r>
              <a:rPr sz="2400" spc="-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body</a:t>
            </a:r>
            <a:r>
              <a:rPr sz="2400" spc="-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bar</a:t>
            </a:r>
            <a:r>
              <a:rPr sz="2400" spc="-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on</a:t>
            </a:r>
            <a:r>
              <a:rPr sz="2400" spc="-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front</a:t>
            </a:r>
            <a:r>
              <a:rPr sz="2400" spc="-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rubber</a:t>
            </a:r>
            <a:r>
              <a:rPr sz="2400" spc="-4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mill.</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42895"/>
            <a:ext cx="6686550" cy="443711"/>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00B050"/>
                </a:solidFill>
                <a:latin typeface="Times New Roman" panose="02020603050405020304" pitchFamily="18" charset="0"/>
                <a:cs typeface="Times New Roman" panose="02020603050405020304" pitchFamily="18" charset="0"/>
              </a:rPr>
              <a:t>5.</a:t>
            </a:r>
            <a:r>
              <a:rPr sz="2800" b="1" spc="-80" dirty="0">
                <a:solidFill>
                  <a:srgbClr val="00B050"/>
                </a:solidFill>
                <a:latin typeface="Times New Roman" panose="02020603050405020304" pitchFamily="18" charset="0"/>
                <a:cs typeface="Times New Roman" panose="02020603050405020304" pitchFamily="18" charset="0"/>
              </a:rPr>
              <a:t> </a:t>
            </a:r>
            <a:r>
              <a:rPr sz="2800" b="1" spc="-60" dirty="0">
                <a:solidFill>
                  <a:srgbClr val="00B050"/>
                </a:solidFill>
                <a:latin typeface="Times New Roman" panose="02020603050405020304" pitchFamily="18" charset="0"/>
                <a:cs typeface="Times New Roman" panose="02020603050405020304" pitchFamily="18" charset="0"/>
              </a:rPr>
              <a:t>Two-</a:t>
            </a:r>
            <a:r>
              <a:rPr sz="2800" b="1" dirty="0">
                <a:solidFill>
                  <a:srgbClr val="00B050"/>
                </a:solidFill>
                <a:latin typeface="Times New Roman" panose="02020603050405020304" pitchFamily="18" charset="0"/>
                <a:cs typeface="Times New Roman" panose="02020603050405020304" pitchFamily="18" charset="0"/>
              </a:rPr>
              <a:t>Hand</a:t>
            </a:r>
            <a:r>
              <a:rPr sz="2800" b="1" spc="-75" dirty="0">
                <a:solidFill>
                  <a:srgbClr val="00B050"/>
                </a:solidFill>
                <a:latin typeface="Times New Roman" panose="02020603050405020304" pitchFamily="18" charset="0"/>
                <a:cs typeface="Times New Roman" panose="02020603050405020304" pitchFamily="18" charset="0"/>
              </a:rPr>
              <a:t> </a:t>
            </a:r>
            <a:r>
              <a:rPr sz="2800" b="1" dirty="0">
                <a:solidFill>
                  <a:srgbClr val="00B050"/>
                </a:solidFill>
                <a:latin typeface="Times New Roman" panose="02020603050405020304" pitchFamily="18" charset="0"/>
                <a:cs typeface="Times New Roman" panose="02020603050405020304" pitchFamily="18" charset="0"/>
              </a:rPr>
              <a:t>Control</a:t>
            </a:r>
            <a:r>
              <a:rPr sz="2800" b="1" spc="-75" dirty="0">
                <a:solidFill>
                  <a:srgbClr val="00B050"/>
                </a:solidFill>
                <a:latin typeface="Times New Roman" panose="02020603050405020304" pitchFamily="18" charset="0"/>
                <a:cs typeface="Times New Roman" panose="02020603050405020304" pitchFamily="18" charset="0"/>
              </a:rPr>
              <a:t> </a:t>
            </a:r>
            <a:r>
              <a:rPr sz="2800" b="1" spc="-10" dirty="0">
                <a:solidFill>
                  <a:srgbClr val="00B050"/>
                </a:solidFill>
                <a:latin typeface="Times New Roman" panose="02020603050405020304" pitchFamily="18" charset="0"/>
                <a:cs typeface="Times New Roman" panose="02020603050405020304" pitchFamily="18" charset="0"/>
              </a:rPr>
              <a:t>Devices</a:t>
            </a:r>
            <a:endParaRPr sz="28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8073713" y="671272"/>
            <a:ext cx="3961247" cy="4891328"/>
          </a:xfrm>
          <a:prstGeom prst="rect">
            <a:avLst/>
          </a:prstGeom>
        </p:spPr>
      </p:pic>
      <p:sp>
        <p:nvSpPr>
          <p:cNvPr id="4" name="object 4"/>
          <p:cNvSpPr txBox="1"/>
          <p:nvPr/>
        </p:nvSpPr>
        <p:spPr>
          <a:xfrm>
            <a:off x="362908" y="671272"/>
            <a:ext cx="7710805" cy="2967479"/>
          </a:xfrm>
          <a:prstGeom prst="rect">
            <a:avLst/>
          </a:prstGeom>
        </p:spPr>
        <p:txBody>
          <a:bodyPr vert="horz" wrap="square" lIns="0" tIns="12700" rIns="0" bIns="0" rtlCol="0">
            <a:spAutoFit/>
          </a:bodyPr>
          <a:lstStyle/>
          <a:p>
            <a:pPr marL="414655" marR="5080" indent="-402590" algn="just">
              <a:spcBef>
                <a:spcPts val="100"/>
              </a:spcBef>
              <a:buFont typeface="Arial MT"/>
              <a:buChar char="•"/>
              <a:tabLst>
                <a:tab pos="416559" algn="l"/>
              </a:tabLst>
            </a:pPr>
            <a:r>
              <a:rPr sz="2400" dirty="0">
                <a:solidFill>
                  <a:srgbClr val="2D3748"/>
                </a:solidFill>
                <a:latin typeface="Times New Roman" panose="02020603050405020304" pitchFamily="18" charset="0"/>
                <a:cs typeface="Times New Roman" panose="02020603050405020304" pitchFamily="18" charset="0"/>
              </a:rPr>
              <a:t>The</a:t>
            </a:r>
            <a:r>
              <a:rPr sz="2400" spc="620"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two-</a:t>
            </a:r>
            <a:r>
              <a:rPr sz="2400" dirty="0">
                <a:solidFill>
                  <a:srgbClr val="2D3748"/>
                </a:solidFill>
                <a:latin typeface="Times New Roman" panose="02020603050405020304" pitchFamily="18" charset="0"/>
                <a:cs typeface="Times New Roman" panose="02020603050405020304" pitchFamily="18" charset="0"/>
              </a:rPr>
              <a:t>hand</a:t>
            </a:r>
            <a:r>
              <a:rPr sz="2400" spc="6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control</a:t>
            </a:r>
            <a:r>
              <a:rPr sz="2400" spc="6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device</a:t>
            </a:r>
            <a:r>
              <a:rPr sz="2400" spc="6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requires</a:t>
            </a:r>
            <a:r>
              <a:rPr sz="2400" spc="62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constant, 	</a:t>
            </a:r>
            <a:r>
              <a:rPr sz="2400" dirty="0">
                <a:solidFill>
                  <a:srgbClr val="2D3748"/>
                </a:solidFill>
                <a:latin typeface="Times New Roman" panose="02020603050405020304" pitchFamily="18" charset="0"/>
                <a:cs typeface="Times New Roman" panose="02020603050405020304" pitchFamily="18" charset="0"/>
              </a:rPr>
              <a:t>concurrent</a:t>
            </a:r>
            <a:r>
              <a:rPr sz="2400" spc="4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pressure</a:t>
            </a:r>
            <a:r>
              <a:rPr sz="2400" spc="4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by</a:t>
            </a:r>
            <a:r>
              <a:rPr sz="2400" spc="4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43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operator</a:t>
            </a:r>
            <a:r>
              <a:rPr sz="2400" spc="4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to</a:t>
            </a:r>
            <a:r>
              <a:rPr sz="2400" spc="43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activate </a:t>
            </a:r>
            <a:r>
              <a:rPr sz="2400" dirty="0">
                <a:solidFill>
                  <a:srgbClr val="2D3748"/>
                </a:solidFill>
                <a:latin typeface="Times New Roman" panose="02020603050405020304" pitchFamily="18" charset="0"/>
                <a:cs typeface="Times New Roman" panose="02020603050405020304" pitchFamily="18" charset="0"/>
              </a:rPr>
              <a:t>the</a:t>
            </a:r>
            <a:r>
              <a:rPr sz="2400" spc="1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machine.</a:t>
            </a:r>
            <a:r>
              <a:rPr sz="2400" spc="1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This</a:t>
            </a:r>
            <a:r>
              <a:rPr sz="2400" spc="1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kind</a:t>
            </a:r>
            <a:r>
              <a:rPr sz="2400" spc="1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1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control</a:t>
            </a:r>
            <a:r>
              <a:rPr sz="2400" spc="1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requires</a:t>
            </a:r>
            <a:r>
              <a:rPr sz="2400" spc="16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16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part- 	</a:t>
            </a:r>
            <a:r>
              <a:rPr sz="2400" dirty="0">
                <a:solidFill>
                  <a:srgbClr val="2D3748"/>
                </a:solidFill>
                <a:latin typeface="Times New Roman" panose="02020603050405020304" pitchFamily="18" charset="0"/>
                <a:cs typeface="Times New Roman" panose="02020603050405020304" pitchFamily="18" charset="0"/>
              </a:rPr>
              <a:t>revolution</a:t>
            </a:r>
            <a:r>
              <a:rPr sz="2400" spc="4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clutch,</a:t>
            </a:r>
            <a:r>
              <a:rPr sz="2400" spc="4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brake,</a:t>
            </a:r>
            <a:r>
              <a:rPr sz="2400" spc="4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and</a:t>
            </a:r>
            <a:r>
              <a:rPr sz="2400" spc="4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42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brake</a:t>
            </a:r>
            <a:r>
              <a:rPr sz="2400" spc="42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monitor</a:t>
            </a:r>
            <a:r>
              <a:rPr sz="2400" spc="425"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if 	</a:t>
            </a:r>
            <a:r>
              <a:rPr sz="2400" dirty="0">
                <a:solidFill>
                  <a:srgbClr val="2D3748"/>
                </a:solidFill>
                <a:latin typeface="Times New Roman" panose="02020603050405020304" pitchFamily="18" charset="0"/>
                <a:cs typeface="Times New Roman" panose="02020603050405020304" pitchFamily="18" charset="0"/>
              </a:rPr>
              <a:t>used</a:t>
            </a:r>
            <a:r>
              <a:rPr sz="2400" spc="2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on</a:t>
            </a:r>
            <a:r>
              <a:rPr sz="2400" spc="2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2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power</a:t>
            </a:r>
            <a:r>
              <a:rPr sz="2400" spc="2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press.</a:t>
            </a:r>
            <a:r>
              <a:rPr sz="2400" spc="2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With</a:t>
            </a:r>
            <a:r>
              <a:rPr sz="2400" spc="27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this</a:t>
            </a:r>
            <a:r>
              <a:rPr sz="2400" spc="27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type</a:t>
            </a:r>
            <a:r>
              <a:rPr sz="2400" spc="26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of</a:t>
            </a:r>
            <a:r>
              <a:rPr sz="2400" spc="270"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device, 	</a:t>
            </a:r>
            <a:r>
              <a:rPr sz="2400" dirty="0">
                <a:solidFill>
                  <a:srgbClr val="2D3748"/>
                </a:solidFill>
                <a:latin typeface="Times New Roman" panose="02020603050405020304" pitchFamily="18" charset="0"/>
                <a:cs typeface="Times New Roman" panose="02020603050405020304" pitchFamily="18" charset="0"/>
              </a:rPr>
              <a:t>the</a:t>
            </a:r>
            <a:r>
              <a:rPr sz="2400" spc="4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operator’s</a:t>
            </a:r>
            <a:r>
              <a:rPr sz="2400" spc="4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hands</a:t>
            </a:r>
            <a:r>
              <a:rPr sz="2400" spc="4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must</a:t>
            </a:r>
            <a:r>
              <a:rPr sz="2400" spc="409"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be</a:t>
            </a:r>
            <a:r>
              <a:rPr sz="2400" spc="4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at</a:t>
            </a:r>
            <a:r>
              <a:rPr sz="2400" spc="4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40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safe</a:t>
            </a:r>
            <a:r>
              <a:rPr sz="2400" spc="409"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location </a:t>
            </a:r>
            <a:r>
              <a:rPr sz="2400" dirty="0">
                <a:solidFill>
                  <a:srgbClr val="2D3748"/>
                </a:solidFill>
                <a:latin typeface="Times New Roman" panose="02020603050405020304" pitchFamily="18" charset="0"/>
                <a:cs typeface="Times New Roman" panose="02020603050405020304" pitchFamily="18" charset="0"/>
              </a:rPr>
              <a:t>(on</a:t>
            </a:r>
            <a:r>
              <a:rPr sz="2400" spc="28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control</a:t>
            </a:r>
            <a:r>
              <a:rPr sz="2400" spc="29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buttons)</a:t>
            </a:r>
            <a:r>
              <a:rPr sz="2400" spc="29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and</a:t>
            </a:r>
            <a:r>
              <a:rPr sz="2400" spc="29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at</a:t>
            </a:r>
            <a:r>
              <a:rPr sz="2400" spc="28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a:t>
            </a:r>
            <a:r>
              <a:rPr sz="2400" spc="29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safe</a:t>
            </a:r>
            <a:r>
              <a:rPr sz="2400" spc="29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distance</a:t>
            </a:r>
            <a:r>
              <a:rPr sz="2400" spc="290" dirty="0">
                <a:solidFill>
                  <a:srgbClr val="2D3748"/>
                </a:solidFill>
                <a:latin typeface="Times New Roman" panose="02020603050405020304" pitchFamily="18" charset="0"/>
                <a:cs typeface="Times New Roman" panose="02020603050405020304" pitchFamily="18" charset="0"/>
              </a:rPr>
              <a:t> </a:t>
            </a:r>
            <a:r>
              <a:rPr sz="2400" spc="-20" dirty="0">
                <a:solidFill>
                  <a:srgbClr val="2D3748"/>
                </a:solidFill>
                <a:latin typeface="Times New Roman" panose="02020603050405020304" pitchFamily="18" charset="0"/>
                <a:cs typeface="Times New Roman" panose="02020603050405020304" pitchFamily="18" charset="0"/>
              </a:rPr>
              <a:t>from </a:t>
            </a:r>
            <a:r>
              <a:rPr sz="2400" dirty="0">
                <a:solidFill>
                  <a:srgbClr val="2D3748"/>
                </a:solidFill>
                <a:latin typeface="Times New Roman" panose="02020603050405020304" pitchFamily="18" charset="0"/>
                <a:cs typeface="Times New Roman" panose="02020603050405020304" pitchFamily="18" charset="0"/>
              </a:rPr>
              <a:t>the</a:t>
            </a:r>
            <a:r>
              <a:rPr sz="2400" spc="2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danger</a:t>
            </a:r>
            <a:r>
              <a:rPr sz="2400" spc="2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area</a:t>
            </a:r>
            <a:r>
              <a:rPr sz="2400" spc="245"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while</a:t>
            </a:r>
            <a:r>
              <a:rPr sz="2400" spc="2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the</a:t>
            </a:r>
            <a:r>
              <a:rPr sz="2400" spc="2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machine</a:t>
            </a:r>
            <a:r>
              <a:rPr sz="2400" spc="240" dirty="0">
                <a:solidFill>
                  <a:srgbClr val="2D3748"/>
                </a:solidFill>
                <a:latin typeface="Times New Roman" panose="02020603050405020304" pitchFamily="18" charset="0"/>
                <a:cs typeface="Times New Roman" panose="02020603050405020304" pitchFamily="18" charset="0"/>
              </a:rPr>
              <a:t> </a:t>
            </a:r>
            <a:r>
              <a:rPr sz="2400" dirty="0">
                <a:solidFill>
                  <a:srgbClr val="2D3748"/>
                </a:solidFill>
                <a:latin typeface="Times New Roman" panose="02020603050405020304" pitchFamily="18" charset="0"/>
                <a:cs typeface="Times New Roman" panose="02020603050405020304" pitchFamily="18" charset="0"/>
              </a:rPr>
              <a:t>completes</a:t>
            </a:r>
            <a:r>
              <a:rPr sz="2400" spc="245" dirty="0">
                <a:solidFill>
                  <a:srgbClr val="2D3748"/>
                </a:solidFill>
                <a:latin typeface="Times New Roman" panose="02020603050405020304" pitchFamily="18" charset="0"/>
                <a:cs typeface="Times New Roman" panose="02020603050405020304" pitchFamily="18" charset="0"/>
              </a:rPr>
              <a:t> </a:t>
            </a:r>
            <a:r>
              <a:rPr sz="2400" spc="-25" dirty="0">
                <a:solidFill>
                  <a:srgbClr val="2D3748"/>
                </a:solidFill>
                <a:latin typeface="Times New Roman" panose="02020603050405020304" pitchFamily="18" charset="0"/>
                <a:cs typeface="Times New Roman" panose="02020603050405020304" pitchFamily="18" charset="0"/>
              </a:rPr>
              <a:t>its </a:t>
            </a:r>
            <a:r>
              <a:rPr sz="2400" dirty="0">
                <a:solidFill>
                  <a:srgbClr val="2D3748"/>
                </a:solidFill>
                <a:latin typeface="Times New Roman" panose="02020603050405020304" pitchFamily="18" charset="0"/>
                <a:cs typeface="Times New Roman" panose="02020603050405020304" pitchFamily="18" charset="0"/>
              </a:rPr>
              <a:t>closing</a:t>
            </a:r>
            <a:r>
              <a:rPr sz="2400" spc="-35" dirty="0">
                <a:solidFill>
                  <a:srgbClr val="2D3748"/>
                </a:solidFill>
                <a:latin typeface="Times New Roman" panose="02020603050405020304" pitchFamily="18" charset="0"/>
                <a:cs typeface="Times New Roman" panose="02020603050405020304" pitchFamily="18" charset="0"/>
              </a:rPr>
              <a:t> </a:t>
            </a:r>
            <a:r>
              <a:rPr sz="2400" spc="-10" dirty="0">
                <a:solidFill>
                  <a:srgbClr val="2D3748"/>
                </a:solidFill>
                <a:latin typeface="Times New Roman" panose="02020603050405020304" pitchFamily="18" charset="0"/>
                <a:cs typeface="Times New Roman" panose="02020603050405020304" pitchFamily="18" charset="0"/>
              </a:rPr>
              <a:t>cycle.</a:t>
            </a:r>
            <a:endParaRPr sz="2400" dirty="0">
              <a:latin typeface="Times New Roman" panose="02020603050405020304" pitchFamily="18" charset="0"/>
              <a:cs typeface="Times New Roman" panose="02020603050405020304" pitchFamily="18" charset="0"/>
            </a:endParaRPr>
          </a:p>
        </p:txBody>
      </p:sp>
      <p:pic>
        <p:nvPicPr>
          <p:cNvPr id="5" name="Picture 3" descr="ergobtt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4114800"/>
            <a:ext cx="7124586" cy="289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350070"/>
            <a:ext cx="6553200" cy="443711"/>
          </a:xfrm>
          <a:prstGeom prst="rect">
            <a:avLst/>
          </a:prstGeom>
        </p:spPr>
        <p:txBody>
          <a:bodyPr vert="horz" wrap="square" lIns="0" tIns="12700" rIns="0" bIns="0" rtlCol="0">
            <a:spAutoFit/>
          </a:bodyPr>
          <a:lstStyle/>
          <a:p>
            <a:pPr marL="12700">
              <a:lnSpc>
                <a:spcPct val="100000"/>
              </a:lnSpc>
              <a:spcBef>
                <a:spcPts val="100"/>
              </a:spcBef>
            </a:pPr>
            <a:r>
              <a:rPr lang="en-US" sz="2800" b="1" spc="-55" dirty="0">
                <a:solidFill>
                  <a:srgbClr val="00B050"/>
                </a:solidFill>
                <a:latin typeface="Times New Roman" panose="02020603050405020304" pitchFamily="18" charset="0"/>
                <a:cs typeface="Times New Roman" panose="02020603050405020304" pitchFamily="18" charset="0"/>
              </a:rPr>
              <a:t>6. </a:t>
            </a:r>
            <a:r>
              <a:rPr sz="2800" b="1" spc="-55" dirty="0">
                <a:solidFill>
                  <a:srgbClr val="00B050"/>
                </a:solidFill>
                <a:latin typeface="Times New Roman" panose="02020603050405020304" pitchFamily="18" charset="0"/>
                <a:cs typeface="Times New Roman" panose="02020603050405020304" pitchFamily="18" charset="0"/>
              </a:rPr>
              <a:t>Two-</a:t>
            </a:r>
            <a:r>
              <a:rPr sz="2800" b="1" dirty="0">
                <a:solidFill>
                  <a:srgbClr val="00B050"/>
                </a:solidFill>
                <a:latin typeface="Times New Roman" panose="02020603050405020304" pitchFamily="18" charset="0"/>
                <a:cs typeface="Times New Roman" panose="02020603050405020304" pitchFamily="18" charset="0"/>
              </a:rPr>
              <a:t>Hand</a:t>
            </a:r>
            <a:r>
              <a:rPr sz="2800" b="1" spc="-140" dirty="0">
                <a:solidFill>
                  <a:srgbClr val="00B050"/>
                </a:solidFill>
                <a:latin typeface="Times New Roman" panose="02020603050405020304" pitchFamily="18" charset="0"/>
                <a:cs typeface="Times New Roman" panose="02020603050405020304" pitchFamily="18" charset="0"/>
              </a:rPr>
              <a:t> </a:t>
            </a:r>
            <a:r>
              <a:rPr sz="2800" b="1" spc="-20" dirty="0">
                <a:solidFill>
                  <a:srgbClr val="00B050"/>
                </a:solidFill>
                <a:latin typeface="Times New Roman" panose="02020603050405020304" pitchFamily="18" charset="0"/>
                <a:cs typeface="Times New Roman" panose="02020603050405020304" pitchFamily="18" charset="0"/>
              </a:rPr>
              <a:t>Trip</a:t>
            </a:r>
            <a:r>
              <a:rPr sz="2800" b="1" spc="-135" dirty="0">
                <a:solidFill>
                  <a:srgbClr val="00B050"/>
                </a:solidFill>
                <a:latin typeface="Times New Roman" panose="02020603050405020304" pitchFamily="18" charset="0"/>
                <a:cs typeface="Times New Roman" panose="02020603050405020304" pitchFamily="18" charset="0"/>
              </a:rPr>
              <a:t> </a:t>
            </a:r>
            <a:r>
              <a:rPr sz="2800" b="1" spc="-10" dirty="0">
                <a:solidFill>
                  <a:srgbClr val="00B050"/>
                </a:solidFill>
                <a:latin typeface="Times New Roman" panose="02020603050405020304" pitchFamily="18" charset="0"/>
                <a:cs typeface="Times New Roman" panose="02020603050405020304" pitchFamily="18" charset="0"/>
              </a:rPr>
              <a:t>Devices</a:t>
            </a:r>
            <a:endParaRPr sz="2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457200" y="1143000"/>
            <a:ext cx="7867650" cy="3189143"/>
          </a:xfrm>
          <a:prstGeom prst="rect">
            <a:avLst/>
          </a:prstGeom>
        </p:spPr>
        <p:txBody>
          <a:bodyPr vert="horz" wrap="square" lIns="0" tIns="12700" rIns="0" bIns="0" rtlCol="0">
            <a:spAutoFit/>
          </a:bodyPr>
          <a:lstStyle/>
          <a:p>
            <a:pPr marL="186690" marR="5080" indent="-174625" algn="just">
              <a:lnSpc>
                <a:spcPct val="150000"/>
              </a:lnSpc>
              <a:spcBef>
                <a:spcPts val="100"/>
              </a:spcBef>
              <a:buFont typeface="Arial MT"/>
              <a:buChar char="•"/>
              <a:tabLst>
                <a:tab pos="187960" algn="l"/>
              </a:tabLst>
            </a:pPr>
            <a:r>
              <a:rPr sz="2000" dirty="0">
                <a:latin typeface="Times New Roman" panose="02020603050405020304" pitchFamily="18" charset="0"/>
                <a:cs typeface="Times New Roman" panose="02020603050405020304" pitchFamily="18" charset="0"/>
              </a:rPr>
              <a:t>The</a:t>
            </a:r>
            <a:r>
              <a:rPr sz="2000" spc="9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two-</a:t>
            </a:r>
            <a:r>
              <a:rPr sz="2000" dirty="0">
                <a:latin typeface="Times New Roman" panose="02020603050405020304" pitchFamily="18" charset="0"/>
                <a:cs typeface="Times New Roman" panose="02020603050405020304" pitchFamily="18" charset="0"/>
              </a:rPr>
              <a:t>hand</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trip</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device</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requires</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concurrent</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application</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operator’s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control</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buttons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activate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cycle,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after</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which 	</a:t>
            </a:r>
            <a:r>
              <a:rPr sz="2000" dirty="0">
                <a:latin typeface="Times New Roman" panose="02020603050405020304" pitchFamily="18" charset="0"/>
                <a:cs typeface="Times New Roman" panose="02020603050405020304" pitchFamily="18" charset="0"/>
              </a:rPr>
              <a:t>the</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hands</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free.</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This</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device</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requires</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joint</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operation</a:t>
            </a:r>
            <a:r>
              <a:rPr sz="2000" spc="3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37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two </a:t>
            </a:r>
            <a:r>
              <a:rPr sz="2000" dirty="0">
                <a:latin typeface="Times New Roman" panose="02020603050405020304" pitchFamily="18" charset="0"/>
                <a:cs typeface="Times New Roman" panose="02020603050405020304" pitchFamily="18" charset="0"/>
              </a:rPr>
              <a:t>trigger</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buttons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located</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away</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“danger</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zone”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press.</a:t>
            </a:r>
            <a:r>
              <a:rPr sz="2000" spc="1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 </a:t>
            </a:r>
            <a:r>
              <a:rPr sz="2000" dirty="0">
                <a:latin typeface="Times New Roman" panose="02020603050405020304" pitchFamily="18" charset="0"/>
                <a:cs typeface="Times New Roman" panose="02020603050405020304" pitchFamily="18" charset="0"/>
              </a:rPr>
              <a:t>be</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effective,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both</a:t>
            </a:r>
            <a:r>
              <a:rPr sz="2000" spc="-6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two-</a:t>
            </a:r>
            <a:r>
              <a:rPr sz="2000" dirty="0">
                <a:latin typeface="Times New Roman" panose="02020603050405020304" pitchFamily="18" charset="0"/>
                <a:cs typeface="Times New Roman" panose="02020603050405020304" pitchFamily="18" charset="0"/>
              </a:rPr>
              <a:t>hand</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controls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trips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must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located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a:t>
            </a:r>
            <a:r>
              <a:rPr sz="2000" spc="-20" dirty="0">
                <a:latin typeface="Times New Roman" panose="02020603050405020304" pitchFamily="18" charset="0"/>
                <a:cs typeface="Times New Roman" panose="02020603050405020304" pitchFamily="18" charset="0"/>
              </a:rPr>
              <a:t> that </a:t>
            </a:r>
            <a:r>
              <a:rPr lang="en-US"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operator</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cannot</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two</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hands</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one</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another</a:t>
            </a:r>
            <a:r>
              <a:rPr sz="2000" spc="1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part</a:t>
            </a:r>
            <a:r>
              <a:rPr sz="2000" spc="1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of </a:t>
            </a:r>
            <a:r>
              <a:rPr sz="2000" dirty="0">
                <a:latin typeface="Times New Roman" panose="02020603050405020304" pitchFamily="18" charset="0"/>
                <a:cs typeface="Times New Roman" panose="02020603050405020304" pitchFamily="18" charset="0"/>
              </a:rPr>
              <a:t>his/her</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body</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trip</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machine.</a:t>
            </a:r>
            <a:endParaRPr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495083" y="1452138"/>
            <a:ext cx="3678774" cy="4876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6803" y="533400"/>
            <a:ext cx="6179981" cy="628377"/>
          </a:xfrm>
          <a:prstGeom prst="rect">
            <a:avLst/>
          </a:prstGeom>
        </p:spPr>
        <p:txBody>
          <a:bodyPr vert="horz" wrap="square" lIns="0" tIns="12700" rIns="0" bIns="0" rtlCol="0">
            <a:spAutoFit/>
          </a:bodyPr>
          <a:lstStyle/>
          <a:p>
            <a:pPr marL="12700">
              <a:lnSpc>
                <a:spcPct val="100000"/>
              </a:lnSpc>
              <a:spcBef>
                <a:spcPts val="100"/>
              </a:spcBef>
            </a:pPr>
            <a:r>
              <a:rPr sz="4000" b="1" dirty="0">
                <a:solidFill>
                  <a:srgbClr val="C00000"/>
                </a:solidFill>
                <a:latin typeface="Times New Roman" panose="02020603050405020304" pitchFamily="18" charset="0"/>
                <a:cs typeface="Times New Roman" panose="02020603050405020304" pitchFamily="18" charset="0"/>
              </a:rPr>
              <a:t>TYPES</a:t>
            </a:r>
            <a:r>
              <a:rPr sz="4000" b="1" spc="-65" dirty="0">
                <a:solidFill>
                  <a:srgbClr val="C00000"/>
                </a:solidFill>
                <a:latin typeface="Times New Roman" panose="02020603050405020304" pitchFamily="18" charset="0"/>
                <a:cs typeface="Times New Roman" panose="02020603050405020304" pitchFamily="18" charset="0"/>
              </a:rPr>
              <a:t> </a:t>
            </a:r>
            <a:r>
              <a:rPr sz="4000" b="1" dirty="0">
                <a:solidFill>
                  <a:srgbClr val="C00000"/>
                </a:solidFill>
                <a:latin typeface="Times New Roman" panose="02020603050405020304" pitchFamily="18" charset="0"/>
                <a:cs typeface="Times New Roman" panose="02020603050405020304" pitchFamily="18" charset="0"/>
              </a:rPr>
              <a:t>OF</a:t>
            </a:r>
            <a:r>
              <a:rPr sz="4000" b="1" spc="-60" dirty="0">
                <a:solidFill>
                  <a:srgbClr val="C00000"/>
                </a:solidFill>
                <a:latin typeface="Times New Roman" panose="02020603050405020304" pitchFamily="18" charset="0"/>
                <a:cs typeface="Times New Roman" panose="02020603050405020304" pitchFamily="18" charset="0"/>
              </a:rPr>
              <a:t> </a:t>
            </a:r>
            <a:r>
              <a:rPr sz="4000" b="1" spc="-10" dirty="0">
                <a:solidFill>
                  <a:srgbClr val="C00000"/>
                </a:solidFill>
                <a:latin typeface="Times New Roman" panose="02020603050405020304" pitchFamily="18" charset="0"/>
                <a:cs typeface="Times New Roman" panose="02020603050405020304" pitchFamily="18" charset="0"/>
              </a:rPr>
              <a:t>GUARDS</a:t>
            </a:r>
            <a:endParaRPr sz="4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106803" y="1544088"/>
            <a:ext cx="5617210" cy="2303195"/>
          </a:xfrm>
          <a:prstGeom prst="rect">
            <a:avLst/>
          </a:prstGeom>
        </p:spPr>
        <p:txBody>
          <a:bodyPr vert="horz" wrap="square" lIns="0" tIns="96520" rIns="0" bIns="0" rtlCol="0">
            <a:spAutoFit/>
          </a:bodyPr>
          <a:lstStyle/>
          <a:p>
            <a:pPr marL="104775">
              <a:lnSpc>
                <a:spcPct val="100000"/>
              </a:lnSpc>
              <a:spcBef>
                <a:spcPts val="760"/>
              </a:spcBef>
            </a:pPr>
            <a:r>
              <a:rPr sz="2400" dirty="0">
                <a:latin typeface="Times New Roman" panose="02020603050405020304" pitchFamily="18" charset="0"/>
                <a:cs typeface="Times New Roman" panose="02020603050405020304" pitchFamily="18" charset="0"/>
              </a:rPr>
              <a:t>There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four</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general</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types</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guards</a:t>
            </a:r>
            <a:endParaRPr sz="2400">
              <a:latin typeface="Times New Roman" panose="02020603050405020304" pitchFamily="18" charset="0"/>
              <a:cs typeface="Times New Roman" panose="02020603050405020304" pitchFamily="18" charset="0"/>
            </a:endParaRPr>
          </a:p>
          <a:p>
            <a:pPr marL="619125" indent="-606425">
              <a:lnSpc>
                <a:spcPct val="100000"/>
              </a:lnSpc>
              <a:spcBef>
                <a:spcPts val="665"/>
              </a:spcBef>
              <a:buAutoNum type="arabicPeriod"/>
              <a:tabLst>
                <a:tab pos="619125" algn="l"/>
              </a:tabLst>
            </a:pPr>
            <a:r>
              <a:rPr sz="2400" spc="-10" dirty="0">
                <a:latin typeface="Times New Roman" panose="02020603050405020304" pitchFamily="18" charset="0"/>
                <a:cs typeface="Times New Roman" panose="02020603050405020304" pitchFamily="18" charset="0"/>
              </a:rPr>
              <a:t>Fixed</a:t>
            </a:r>
            <a:endParaRPr sz="2400">
              <a:latin typeface="Times New Roman" panose="02020603050405020304" pitchFamily="18" charset="0"/>
              <a:cs typeface="Times New Roman" panose="02020603050405020304" pitchFamily="18" charset="0"/>
            </a:endParaRPr>
          </a:p>
          <a:p>
            <a:pPr marL="619125" indent="-606425">
              <a:lnSpc>
                <a:spcPct val="100000"/>
              </a:lnSpc>
              <a:spcBef>
                <a:spcPts val="665"/>
              </a:spcBef>
              <a:buAutoNum type="arabicPeriod"/>
              <a:tabLst>
                <a:tab pos="619125" algn="l"/>
              </a:tabLst>
            </a:pPr>
            <a:r>
              <a:rPr sz="2400" spc="-10" dirty="0">
                <a:latin typeface="Times New Roman" panose="02020603050405020304" pitchFamily="18" charset="0"/>
                <a:cs typeface="Times New Roman" panose="02020603050405020304" pitchFamily="18" charset="0"/>
              </a:rPr>
              <a:t>Interlocked</a:t>
            </a:r>
            <a:endParaRPr sz="2400">
              <a:latin typeface="Times New Roman" panose="02020603050405020304" pitchFamily="18" charset="0"/>
              <a:cs typeface="Times New Roman" panose="02020603050405020304" pitchFamily="18" charset="0"/>
            </a:endParaRPr>
          </a:p>
          <a:p>
            <a:pPr marL="619125" indent="-606425">
              <a:lnSpc>
                <a:spcPct val="100000"/>
              </a:lnSpc>
              <a:spcBef>
                <a:spcPts val="665"/>
              </a:spcBef>
              <a:buAutoNum type="arabicPeriod"/>
              <a:tabLst>
                <a:tab pos="619125" algn="l"/>
              </a:tabLst>
            </a:pPr>
            <a:r>
              <a:rPr sz="2400" spc="-10" dirty="0">
                <a:latin typeface="Times New Roman" panose="02020603050405020304" pitchFamily="18" charset="0"/>
                <a:cs typeface="Times New Roman" panose="02020603050405020304" pitchFamily="18" charset="0"/>
              </a:rPr>
              <a:t>Adjustable</a:t>
            </a:r>
            <a:endParaRPr sz="2400">
              <a:latin typeface="Times New Roman" panose="02020603050405020304" pitchFamily="18" charset="0"/>
              <a:cs typeface="Times New Roman" panose="02020603050405020304" pitchFamily="18" charset="0"/>
            </a:endParaRPr>
          </a:p>
          <a:p>
            <a:pPr marL="619125" indent="-606425">
              <a:lnSpc>
                <a:spcPct val="100000"/>
              </a:lnSpc>
              <a:spcBef>
                <a:spcPts val="665"/>
              </a:spcBef>
              <a:buAutoNum type="arabicPeriod"/>
              <a:tabLst>
                <a:tab pos="619125" algn="l"/>
              </a:tabLst>
            </a:pPr>
            <a:r>
              <a:rPr sz="2400" spc="-30" dirty="0">
                <a:latin typeface="Times New Roman" panose="02020603050405020304" pitchFamily="18" charset="0"/>
                <a:cs typeface="Times New Roman" panose="02020603050405020304" pitchFamily="18" charset="0"/>
              </a:rPr>
              <a:t>Self-</a:t>
            </a:r>
            <a:r>
              <a:rPr sz="2400" spc="-10" dirty="0">
                <a:latin typeface="Times New Roman" panose="02020603050405020304" pitchFamily="18" charset="0"/>
                <a:cs typeface="Times New Roman" panose="02020603050405020304" pitchFamily="18" charset="0"/>
              </a:rPr>
              <a:t>adjusting</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636" y="236853"/>
            <a:ext cx="1801495" cy="505267"/>
          </a:xfrm>
          <a:prstGeom prst="rect">
            <a:avLst/>
          </a:prstGeom>
        </p:spPr>
        <p:txBody>
          <a:bodyPr vert="horz" wrap="square" lIns="0" tIns="12700" rIns="0" bIns="0" rtlCol="0">
            <a:spAutoFit/>
          </a:bodyPr>
          <a:lstStyle/>
          <a:p>
            <a:pPr marL="12700">
              <a:lnSpc>
                <a:spcPct val="100000"/>
              </a:lnSpc>
              <a:spcBef>
                <a:spcPts val="100"/>
              </a:spcBef>
            </a:pPr>
            <a:r>
              <a:rPr sz="3200" b="1" dirty="0">
                <a:solidFill>
                  <a:srgbClr val="00B050"/>
                </a:solidFill>
                <a:latin typeface="Times New Roman" panose="02020603050405020304" pitchFamily="18" charset="0"/>
                <a:cs typeface="Times New Roman" panose="02020603050405020304" pitchFamily="18" charset="0"/>
              </a:rPr>
              <a:t>1.</a:t>
            </a:r>
            <a:r>
              <a:rPr sz="3200" b="1" spc="-10" dirty="0">
                <a:solidFill>
                  <a:srgbClr val="00B050"/>
                </a:solidFill>
                <a:latin typeface="Times New Roman" panose="02020603050405020304" pitchFamily="18" charset="0"/>
                <a:cs typeface="Times New Roman" panose="02020603050405020304" pitchFamily="18" charset="0"/>
              </a:rPr>
              <a:t> </a:t>
            </a:r>
            <a:r>
              <a:rPr sz="3200" b="1" spc="-20" dirty="0">
                <a:solidFill>
                  <a:srgbClr val="00B050"/>
                </a:solidFill>
                <a:latin typeface="Times New Roman" panose="02020603050405020304" pitchFamily="18" charset="0"/>
                <a:cs typeface="Times New Roman" panose="02020603050405020304" pitchFamily="18" charset="0"/>
              </a:rPr>
              <a:t>Fixed</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58358" y="952872"/>
            <a:ext cx="11577320" cy="1490152"/>
          </a:xfrm>
          <a:prstGeom prst="rect">
            <a:avLst/>
          </a:prstGeom>
        </p:spPr>
        <p:txBody>
          <a:bodyPr vert="horz" wrap="square" lIns="0" tIns="12700" rIns="0" bIns="0" rtlCol="0">
            <a:spAutoFit/>
          </a:bodyPr>
          <a:lstStyle/>
          <a:p>
            <a:pPr marL="186690" marR="5080" indent="-174625" algn="just">
              <a:lnSpc>
                <a:spcPct val="100000"/>
              </a:lnSpc>
              <a:spcBef>
                <a:spcPts val="100"/>
              </a:spcBef>
              <a:buFont typeface="Arial MT"/>
              <a:buChar char="•"/>
              <a:tabLst>
                <a:tab pos="187960" algn="l"/>
              </a:tabLst>
            </a:pPr>
            <a:r>
              <a:rPr sz="2400" dirty="0">
                <a:latin typeface="Times New Roman" panose="02020603050405020304" pitchFamily="18" charset="0"/>
                <a:cs typeface="Times New Roman" panose="02020603050405020304" pitchFamily="18" charset="0"/>
              </a:rPr>
              <a:t>Fixed</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permanently</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attached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tool,</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don’t</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have</a:t>
            </a:r>
            <a:r>
              <a:rPr sz="2400" spc="1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any 	</a:t>
            </a:r>
            <a:r>
              <a:rPr sz="2400" dirty="0">
                <a:latin typeface="Times New Roman" panose="02020603050405020304" pitchFamily="18" charset="0"/>
                <a:cs typeface="Times New Roman" panose="02020603050405020304" pitchFamily="18" charset="0"/>
              </a:rPr>
              <a:t>moving</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can’t</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moved</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while</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They’re</a:t>
            </a:r>
            <a:r>
              <a:rPr sz="2400" spc="22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most 	</a:t>
            </a:r>
            <a:r>
              <a:rPr sz="2400" dirty="0">
                <a:latin typeface="Times New Roman" panose="02020603050405020304" pitchFamily="18" charset="0"/>
                <a:cs typeface="Times New Roman" panose="02020603050405020304" pitchFamily="18" charset="0"/>
              </a:rPr>
              <a:t>often</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enclose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point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operation,</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other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hazards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5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operator</a:t>
            </a:r>
            <a:r>
              <a:rPr sz="2400" spc="2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doesn’t</a:t>
            </a:r>
            <a:r>
              <a:rPr sz="2400" spc="2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need</a:t>
            </a:r>
            <a:r>
              <a:rPr sz="2400" spc="2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2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interact</a:t>
            </a:r>
            <a:r>
              <a:rPr sz="2400" spc="2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2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like</a:t>
            </a:r>
            <a:r>
              <a:rPr sz="2400" spc="2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fan</a:t>
            </a:r>
            <a:r>
              <a:rPr sz="2400" spc="20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blades</a:t>
            </a:r>
            <a:r>
              <a:rPr sz="2400" spc="2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2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flywheels.</a:t>
            </a:r>
            <a:r>
              <a:rPr sz="2400" spc="2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Because</a:t>
            </a:r>
            <a:endParaRPr sz="2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533636" y="2659752"/>
            <a:ext cx="6544309" cy="382156"/>
          </a:xfrm>
          <a:prstGeom prst="rect">
            <a:avLst/>
          </a:prstGeom>
        </p:spPr>
        <p:txBody>
          <a:bodyPr vert="horz" wrap="square" lIns="0" tIns="12700" rIns="0" bIns="0" rtlCol="0">
            <a:spAutoFit/>
          </a:bodyPr>
          <a:lstStyle/>
          <a:p>
            <a:pPr marL="12700">
              <a:lnSpc>
                <a:spcPct val="100000"/>
              </a:lnSpc>
              <a:spcBef>
                <a:spcPts val="100"/>
              </a:spcBef>
              <a:tabLst>
                <a:tab pos="970280" algn="l"/>
                <a:tab pos="2198370" algn="l"/>
                <a:tab pos="2924175" algn="l"/>
                <a:tab pos="4791075" algn="l"/>
                <a:tab pos="6235065" algn="l"/>
              </a:tabLst>
            </a:pPr>
            <a:r>
              <a:rPr sz="2400" spc="-10" dirty="0">
                <a:latin typeface="Times New Roman" panose="02020603050405020304" pitchFamily="18" charset="0"/>
                <a:cs typeface="Times New Roman" panose="02020603050405020304" pitchFamily="18" charset="0"/>
              </a:rPr>
              <a:t>fixed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guards</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are</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permanent</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features</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of</a:t>
            </a:r>
            <a:endParaRPr sz="2400">
              <a:latin typeface="Times New Roman" panose="02020603050405020304" pitchFamily="18" charset="0"/>
              <a:cs typeface="Times New Roman" panose="02020603050405020304" pitchFamily="18" charset="0"/>
            </a:endParaRPr>
          </a:p>
        </p:txBody>
      </p:sp>
      <p:sp>
        <p:nvSpPr>
          <p:cNvPr id="5" name="object 5"/>
          <p:cNvSpPr txBox="1"/>
          <p:nvPr/>
        </p:nvSpPr>
        <p:spPr>
          <a:xfrm>
            <a:off x="7309101" y="2659752"/>
            <a:ext cx="4615180" cy="751488"/>
          </a:xfrm>
          <a:prstGeom prst="rect">
            <a:avLst/>
          </a:prstGeom>
        </p:spPr>
        <p:txBody>
          <a:bodyPr vert="horz" wrap="square" lIns="0" tIns="12700" rIns="0" bIns="0" rtlCol="0">
            <a:spAutoFit/>
          </a:bodyPr>
          <a:lstStyle/>
          <a:p>
            <a:pPr marL="12700" marR="5080" indent="2540">
              <a:lnSpc>
                <a:spcPct val="100000"/>
              </a:lnSpc>
              <a:spcBef>
                <a:spcPts val="100"/>
              </a:spcBef>
              <a:tabLst>
                <a:tab pos="756920" algn="l"/>
                <a:tab pos="825500" algn="l"/>
                <a:tab pos="1744345" algn="l"/>
                <a:tab pos="2340610" algn="l"/>
                <a:tab pos="3241040" algn="l"/>
                <a:tab pos="4225290" algn="l"/>
                <a:tab pos="4290695" algn="l"/>
              </a:tabLst>
            </a:pPr>
            <a:r>
              <a:rPr sz="2400" spc="-2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machine,</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they</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must</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be any</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kind</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of</a:t>
            </a:r>
            <a:r>
              <a:rPr sz="2400" dirty="0">
                <a:latin typeface="Times New Roman" panose="02020603050405020304" pitchFamily="18" charset="0"/>
                <a:cs typeface="Times New Roman" panose="02020603050405020304" pitchFamily="18" charset="0"/>
              </a:rPr>
              <a:t>	</a:t>
            </a:r>
            <a:r>
              <a:rPr sz="2400" spc="-6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adjustment</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or</a:t>
            </a:r>
            <a:endParaRPr sz="2400">
              <a:latin typeface="Times New Roman" panose="02020603050405020304" pitchFamily="18" charset="0"/>
              <a:cs typeface="Times New Roman" panose="02020603050405020304" pitchFamily="18" charset="0"/>
            </a:endParaRPr>
          </a:p>
        </p:txBody>
      </p:sp>
      <p:sp>
        <p:nvSpPr>
          <p:cNvPr id="6" name="object 6"/>
          <p:cNvSpPr txBox="1"/>
          <p:nvPr/>
        </p:nvSpPr>
        <p:spPr>
          <a:xfrm>
            <a:off x="533636" y="3086472"/>
            <a:ext cx="6499225" cy="751488"/>
          </a:xfrm>
          <a:prstGeom prst="rect">
            <a:avLst/>
          </a:prstGeom>
        </p:spPr>
        <p:txBody>
          <a:bodyPr vert="horz" wrap="square" lIns="0" tIns="12700" rIns="0" bIns="0" rtlCol="0">
            <a:spAutoFit/>
          </a:bodyPr>
          <a:lstStyle/>
          <a:p>
            <a:pPr marL="12700" marR="5080">
              <a:lnSpc>
                <a:spcPct val="100000"/>
              </a:lnSpc>
              <a:spcBef>
                <a:spcPts val="100"/>
              </a:spcBef>
              <a:tabLst>
                <a:tab pos="2261870" algn="l"/>
                <a:tab pos="3107690" algn="l"/>
                <a:tab pos="4696460" algn="l"/>
                <a:tab pos="5302250" algn="l"/>
              </a:tabLst>
            </a:pPr>
            <a:r>
              <a:rPr sz="2400" spc="-10" dirty="0">
                <a:latin typeface="Times New Roman" panose="02020603050405020304" pitchFamily="18" charset="0"/>
                <a:cs typeface="Times New Roman" panose="02020603050405020304" pitchFamily="18" charset="0"/>
              </a:rPr>
              <a:t>disassembled</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removed</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to</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perform </a:t>
            </a:r>
            <a:r>
              <a:rPr sz="2400" spc="-10" dirty="0">
                <a:latin typeface="Times New Roman" panose="02020603050405020304" pitchFamily="18" charset="0"/>
                <a:cs typeface="Times New Roman" panose="02020603050405020304" pitchFamily="18" charset="0"/>
              </a:rPr>
              <a:t>maintenance.</a:t>
            </a:r>
            <a:endParaRPr sz="2400">
              <a:latin typeface="Times New Roman" panose="02020603050405020304" pitchFamily="18" charset="0"/>
              <a:cs typeface="Times New Roman" panose="02020603050405020304" pitchFamily="18" charset="0"/>
            </a:endParaRPr>
          </a:p>
        </p:txBody>
      </p:sp>
      <p:sp>
        <p:nvSpPr>
          <p:cNvPr id="7" name="object 7"/>
          <p:cNvSpPr txBox="1"/>
          <p:nvPr/>
        </p:nvSpPr>
        <p:spPr>
          <a:xfrm>
            <a:off x="358358" y="4066913"/>
            <a:ext cx="11543665" cy="1490152"/>
          </a:xfrm>
          <a:prstGeom prst="rect">
            <a:avLst/>
          </a:prstGeom>
        </p:spPr>
        <p:txBody>
          <a:bodyPr vert="horz" wrap="square" lIns="0" tIns="12700" rIns="0" bIns="0" rtlCol="0">
            <a:spAutoFit/>
          </a:bodyPr>
          <a:lstStyle/>
          <a:p>
            <a:pPr marL="186690" marR="5080" indent="-174625" algn="just">
              <a:lnSpc>
                <a:spcPct val="100000"/>
              </a:lnSpc>
              <a:spcBef>
                <a:spcPts val="100"/>
              </a:spcBef>
              <a:buFont typeface="Arial MT"/>
              <a:buChar char="•"/>
              <a:tabLst>
                <a:tab pos="187960" algn="l"/>
              </a:tabLst>
            </a:pPr>
            <a:r>
              <a:rPr sz="2400" dirty="0">
                <a:latin typeface="Times New Roman" panose="02020603050405020304" pitchFamily="18" charset="0"/>
                <a:cs typeface="Times New Roman" panose="02020603050405020304" pitchFamily="18" charset="0"/>
              </a:rPr>
              <a:t>It</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may</a:t>
            </a:r>
            <a:r>
              <a:rPr sz="2400" spc="1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constructed</a:t>
            </a:r>
            <a:r>
              <a:rPr sz="2400" spc="1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sheet</a:t>
            </a:r>
            <a:r>
              <a:rPr sz="2400" spc="1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metal,</a:t>
            </a:r>
            <a:r>
              <a:rPr sz="2400" spc="1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screen,</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wire</a:t>
            </a:r>
            <a:r>
              <a:rPr sz="2400" spc="1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cloth,</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bars,</a:t>
            </a:r>
            <a:r>
              <a:rPr sz="2400" spc="1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plastic,</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16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any 	</a:t>
            </a:r>
            <a:r>
              <a:rPr sz="2400" dirty="0">
                <a:latin typeface="Times New Roman" panose="02020603050405020304" pitchFamily="18" charset="0"/>
                <a:cs typeface="Times New Roman" panose="02020603050405020304" pitchFamily="18" charset="0"/>
              </a:rPr>
              <a:t>other</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substantial</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enough</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withstand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whatever</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impact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a:t>
            </a:r>
            <a:r>
              <a:rPr sz="2400" spc="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may 	</a:t>
            </a:r>
            <a:r>
              <a:rPr sz="2400" dirty="0">
                <a:latin typeface="Times New Roman" panose="02020603050405020304" pitchFamily="18" charset="0"/>
                <a:cs typeface="Times New Roman" panose="02020603050405020304" pitchFamily="18" charset="0"/>
              </a:rPr>
              <a:t>receive</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endure</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prolonged</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This</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usually</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preferable</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3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all 	</a:t>
            </a:r>
            <a:r>
              <a:rPr sz="2400" dirty="0">
                <a:latin typeface="Times New Roman" panose="02020603050405020304" pitchFamily="18" charset="0"/>
                <a:cs typeface="Times New Roman" panose="02020603050405020304" pitchFamily="18" charset="0"/>
              </a:rPr>
              <a:t>other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types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because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relative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simplicity</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permanence</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60752" y="1068356"/>
            <a:ext cx="8522970" cy="3993401"/>
          </a:xfrm>
          <a:prstGeom prst="rect">
            <a:avLst/>
          </a:prstGeom>
        </p:spPr>
        <p:txBody>
          <a:bodyPr vert="horz" wrap="square" lIns="0" tIns="139700" rIns="0" bIns="0" rtlCol="0">
            <a:spAutoFit/>
          </a:bodyPr>
          <a:lstStyle/>
          <a:p>
            <a:pPr marL="437515" indent="-424815">
              <a:lnSpc>
                <a:spcPct val="100000"/>
              </a:lnSpc>
              <a:spcBef>
                <a:spcPts val="110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Safeguarding</a:t>
            </a:r>
            <a:r>
              <a:rPr sz="2400" b="1" spc="-135"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Action</a:t>
            </a:r>
            <a:endParaRPr sz="2400">
              <a:latin typeface="Times New Roman" panose="02020603050405020304" pitchFamily="18" charset="0"/>
              <a:cs typeface="Times New Roman" panose="02020603050405020304" pitchFamily="18" charset="0"/>
            </a:endParaRPr>
          </a:p>
          <a:p>
            <a:pPr marL="129539">
              <a:lnSpc>
                <a:spcPct val="100000"/>
              </a:lnSpc>
              <a:spcBef>
                <a:spcPts val="1000"/>
              </a:spcBef>
            </a:pPr>
            <a:r>
              <a:rPr sz="2400" dirty="0">
                <a:latin typeface="Times New Roman" panose="02020603050405020304" pitchFamily="18" charset="0"/>
                <a:cs typeface="Times New Roman" panose="02020603050405020304" pitchFamily="18" charset="0"/>
              </a:rPr>
              <a:t>Provides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barrier</a:t>
            </a:r>
            <a:endParaRPr sz="2400">
              <a:latin typeface="Times New Roman" panose="02020603050405020304" pitchFamily="18" charset="0"/>
              <a:cs typeface="Times New Roman" panose="02020603050405020304" pitchFamily="18" charset="0"/>
            </a:endParaRPr>
          </a:p>
          <a:p>
            <a:pPr marL="437515" indent="-424815">
              <a:lnSpc>
                <a:spcPct val="100000"/>
              </a:lnSpc>
              <a:spcBef>
                <a:spcPts val="100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Advantages</a:t>
            </a:r>
            <a:endParaRPr sz="240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dirty="0">
                <a:latin typeface="Times New Roman" panose="02020603050405020304" pitchFamily="18" charset="0"/>
                <a:cs typeface="Times New Roman" panose="02020603050405020304" pitchFamily="18" charset="0"/>
              </a:rPr>
              <a:t>Can</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constructed</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suit</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many</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specific</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applications</a:t>
            </a:r>
            <a:endParaRPr sz="240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spc="-25" dirty="0">
                <a:latin typeface="Times New Roman" panose="02020603050405020304" pitchFamily="18" charset="0"/>
                <a:cs typeface="Times New Roman" panose="02020603050405020304" pitchFamily="18" charset="0"/>
              </a:rPr>
              <a:t>In-</a:t>
            </a:r>
            <a:r>
              <a:rPr sz="2400" dirty="0">
                <a:latin typeface="Times New Roman" panose="02020603050405020304" pitchFamily="18" charset="0"/>
                <a:cs typeface="Times New Roman" panose="02020603050405020304" pitchFamily="18" charset="0"/>
              </a:rPr>
              <a:t>plant</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construction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often</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possible</a:t>
            </a:r>
            <a:endParaRPr sz="240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dirty="0">
                <a:latin typeface="Times New Roman" panose="02020603050405020304" pitchFamily="18" charset="0"/>
                <a:cs typeface="Times New Roman" panose="02020603050405020304" pitchFamily="18" charset="0"/>
              </a:rPr>
              <a:t>Can</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provide</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maximum</a:t>
            </a:r>
            <a:r>
              <a:rPr sz="2400" spc="-9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protection</a:t>
            </a:r>
            <a:endParaRPr sz="240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dirty="0">
                <a:latin typeface="Times New Roman" panose="02020603050405020304" pitchFamily="18" charset="0"/>
                <a:cs typeface="Times New Roman" panose="02020603050405020304" pitchFamily="18" charset="0"/>
              </a:rPr>
              <a:t>Usually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requires</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minimum</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maintenance</a:t>
            </a:r>
            <a:endParaRPr sz="240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dirty="0">
                <a:latin typeface="Times New Roman" panose="02020603050405020304" pitchFamily="18" charset="0"/>
                <a:cs typeface="Times New Roman" panose="02020603050405020304" pitchFamily="18" charset="0"/>
              </a:rPr>
              <a:t>Can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suitable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high</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production,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repetitive</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operations</a:t>
            </a:r>
            <a:endParaRPr sz="2400">
              <a:latin typeface="Times New Roman" panose="02020603050405020304" pitchFamily="18" charset="0"/>
              <a:cs typeface="Times New Roman" panose="02020603050405020304" pitchFamily="18" charset="0"/>
            </a:endParaRPr>
          </a:p>
        </p:txBody>
      </p:sp>
      <p:pic>
        <p:nvPicPr>
          <p:cNvPr id="4" name="Picture 2" descr="MVC-009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782157"/>
            <a:ext cx="4038600" cy="30289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VC-003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4097306"/>
            <a:ext cx="4191000" cy="2686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94237" y="952872"/>
            <a:ext cx="10434320" cy="2983189"/>
          </a:xfrm>
          <a:prstGeom prst="rect">
            <a:avLst/>
          </a:prstGeom>
        </p:spPr>
        <p:txBody>
          <a:bodyPr vert="horz" wrap="square" lIns="0" tIns="12700" rIns="0" bIns="0" rtlCol="0">
            <a:spAutoFit/>
          </a:bodyPr>
          <a:lstStyle/>
          <a:p>
            <a:pPr marL="437515" indent="-424815">
              <a:lnSpc>
                <a:spcPct val="100000"/>
              </a:lnSpc>
              <a:spcBef>
                <a:spcPts val="10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Disadvantages</a:t>
            </a:r>
            <a:endParaRPr sz="2400">
              <a:latin typeface="Times New Roman" panose="02020603050405020304" pitchFamily="18" charset="0"/>
              <a:cs typeface="Times New Roman" panose="02020603050405020304" pitchFamily="18" charset="0"/>
            </a:endParaRPr>
          </a:p>
          <a:p>
            <a:pPr marL="357505" lvl="1" indent="-174625">
              <a:lnSpc>
                <a:spcPct val="100000"/>
              </a:lnSpc>
              <a:spcBef>
                <a:spcPts val="2680"/>
              </a:spcBef>
              <a:buFont typeface="Arial MT"/>
              <a:buChar char="•"/>
              <a:tabLst>
                <a:tab pos="357505" algn="l"/>
              </a:tabLst>
            </a:pPr>
            <a:r>
              <a:rPr sz="2400" dirty="0">
                <a:latin typeface="Times New Roman" panose="02020603050405020304" pitchFamily="18" charset="0"/>
                <a:cs typeface="Times New Roman" panose="02020603050405020304" pitchFamily="18" charset="0"/>
              </a:rPr>
              <a:t>May</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interfere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7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visibility</a:t>
            </a:r>
            <a:endParaRPr sz="2400">
              <a:latin typeface="Times New Roman" panose="02020603050405020304" pitchFamily="18" charset="0"/>
              <a:cs typeface="Times New Roman" panose="02020603050405020304" pitchFamily="18" charset="0"/>
            </a:endParaRPr>
          </a:p>
          <a:p>
            <a:pPr marL="357505" lvl="1" indent="-174625">
              <a:lnSpc>
                <a:spcPct val="100000"/>
              </a:lnSpc>
              <a:spcBef>
                <a:spcPts val="2680"/>
              </a:spcBef>
              <a:buFont typeface="Arial MT"/>
              <a:buChar char="•"/>
              <a:tabLst>
                <a:tab pos="357505" algn="l"/>
              </a:tabLst>
            </a:pPr>
            <a:r>
              <a:rPr sz="2400" dirty="0">
                <a:latin typeface="Times New Roman" panose="02020603050405020304" pitchFamily="18" charset="0"/>
                <a:cs typeface="Times New Roman" panose="02020603050405020304" pitchFamily="18" charset="0"/>
              </a:rPr>
              <a:t>Can</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limited</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specific</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operations</a:t>
            </a:r>
            <a:endParaRPr sz="2400">
              <a:latin typeface="Times New Roman" panose="02020603050405020304" pitchFamily="18" charset="0"/>
              <a:cs typeface="Times New Roman" panose="02020603050405020304" pitchFamily="18" charset="0"/>
            </a:endParaRPr>
          </a:p>
          <a:p>
            <a:pPr marL="356870" marR="5080" lvl="1" indent="-174625">
              <a:lnSpc>
                <a:spcPct val="150000"/>
              </a:lnSpc>
              <a:spcBef>
                <a:spcPts val="1000"/>
              </a:spcBef>
              <a:buFont typeface="Arial MT"/>
              <a:buChar char="•"/>
              <a:tabLst>
                <a:tab pos="358140" algn="l"/>
                <a:tab pos="1765300" algn="l"/>
                <a:tab pos="3562985" algn="l"/>
                <a:tab pos="4258310" algn="l"/>
                <a:tab pos="5267960" algn="l"/>
                <a:tab pos="6193790" algn="l"/>
                <a:tab pos="7392034" algn="l"/>
                <a:tab pos="7883525" algn="l"/>
                <a:tab pos="9297035" algn="l"/>
              </a:tabLst>
            </a:pPr>
            <a:r>
              <a:rPr sz="2400" spc="-10" dirty="0">
                <a:latin typeface="Times New Roman" panose="02020603050405020304" pitchFamily="18" charset="0"/>
                <a:cs typeface="Times New Roman" panose="02020603050405020304" pitchFamily="18" charset="0"/>
              </a:rPr>
              <a:t>Machine</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adjustment</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repair</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often</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require</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its</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removal,</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thereby 	</a:t>
            </a:r>
            <a:r>
              <a:rPr sz="2400" spc="-10" dirty="0">
                <a:latin typeface="Times New Roman" panose="02020603050405020304" pitchFamily="18" charset="0"/>
                <a:cs typeface="Times New Roman" panose="02020603050405020304" pitchFamily="18" charset="0"/>
              </a:rPr>
              <a:t>necessitating</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other</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means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protection</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maintenance</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personnel</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38620"/>
            <a:ext cx="3195955" cy="505267"/>
          </a:xfrm>
          <a:prstGeom prst="rect">
            <a:avLst/>
          </a:prstGeom>
        </p:spPr>
        <p:txBody>
          <a:bodyPr vert="horz" wrap="square" lIns="0" tIns="12700" rIns="0" bIns="0" rtlCol="0">
            <a:spAutoFit/>
          </a:bodyPr>
          <a:lstStyle/>
          <a:p>
            <a:pPr marL="12700">
              <a:lnSpc>
                <a:spcPct val="100000"/>
              </a:lnSpc>
              <a:spcBef>
                <a:spcPts val="100"/>
              </a:spcBef>
            </a:pPr>
            <a:r>
              <a:rPr sz="3200" b="1" dirty="0">
                <a:solidFill>
                  <a:srgbClr val="00B050"/>
                </a:solidFill>
                <a:latin typeface="Times New Roman" panose="02020603050405020304" pitchFamily="18" charset="0"/>
                <a:cs typeface="Times New Roman" panose="02020603050405020304" pitchFamily="18" charset="0"/>
              </a:rPr>
              <a:t>2.</a:t>
            </a:r>
            <a:r>
              <a:rPr sz="3200" b="1" spc="-10" dirty="0">
                <a:solidFill>
                  <a:srgbClr val="00B050"/>
                </a:solidFill>
                <a:latin typeface="Times New Roman" panose="02020603050405020304" pitchFamily="18" charset="0"/>
                <a:cs typeface="Times New Roman" panose="02020603050405020304" pitchFamily="18" charset="0"/>
              </a:rPr>
              <a:t> </a:t>
            </a:r>
            <a:r>
              <a:rPr sz="3200" b="1" spc="-25" dirty="0">
                <a:solidFill>
                  <a:srgbClr val="00B050"/>
                </a:solidFill>
                <a:latin typeface="Times New Roman" panose="02020603050405020304" pitchFamily="18" charset="0"/>
                <a:cs typeface="Times New Roman" panose="02020603050405020304" pitchFamily="18" charset="0"/>
              </a:rPr>
              <a:t>Interlocked</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0360" y="766997"/>
            <a:ext cx="8885040" cy="4701287"/>
          </a:xfrm>
          <a:prstGeom prst="rect">
            <a:avLst/>
          </a:prstGeom>
        </p:spPr>
        <p:txBody>
          <a:bodyPr vert="horz" wrap="square" lIns="0" tIns="12700" rIns="0" bIns="0" rtlCol="0">
            <a:spAutoFit/>
          </a:bodyPr>
          <a:lstStyle/>
          <a:p>
            <a:pPr marL="356870" marR="5080" indent="-174625" algn="just">
              <a:lnSpc>
                <a:spcPct val="100000"/>
              </a:lnSpc>
              <a:spcBef>
                <a:spcPts val="100"/>
              </a:spcBef>
              <a:buFont typeface="Arial MT"/>
              <a:buChar char="•"/>
              <a:tabLst>
                <a:tab pos="358140" algn="l"/>
              </a:tabLst>
            </a:pPr>
            <a:r>
              <a:rPr sz="2400" dirty="0">
                <a:latin typeface="Times New Roman" panose="02020603050405020304" pitchFamily="18" charset="0"/>
                <a:cs typeface="Times New Roman" panose="02020603050405020304" pitchFamily="18" charset="0"/>
              </a:rPr>
              <a:t>Interlocking</a:t>
            </a:r>
            <a:r>
              <a:rPr sz="2400" spc="3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also</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known</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barrier</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automatically</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shut</a:t>
            </a:r>
            <a:r>
              <a:rPr sz="2400" spc="3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off</a:t>
            </a:r>
            <a:r>
              <a:rPr sz="2400" spc="33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or 	</a:t>
            </a:r>
            <a:r>
              <a:rPr sz="2400" dirty="0">
                <a:latin typeface="Times New Roman" panose="02020603050405020304" pitchFamily="18" charset="0"/>
                <a:cs typeface="Times New Roman" panose="02020603050405020304" pitchFamily="18" charset="0"/>
              </a:rPr>
              <a:t>disengage</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power</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source</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when</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open</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2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removed.</a:t>
            </a:r>
            <a:r>
              <a:rPr sz="2400" spc="2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These</a:t>
            </a:r>
            <a:r>
              <a:rPr sz="2400" spc="22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are </a:t>
            </a:r>
            <a:r>
              <a:rPr sz="2400" dirty="0">
                <a:latin typeface="Times New Roman" panose="02020603050405020304" pitchFamily="18" charset="0"/>
                <a:cs typeface="Times New Roman" panose="02020603050405020304" pitchFamily="18" charset="0"/>
              </a:rPr>
              <a:t>particularly</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useful</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situations</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where</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operators</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need</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able</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open</a:t>
            </a:r>
            <a:r>
              <a:rPr sz="2400" spc="13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guard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access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guarded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such</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when</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clearing</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jams. 	</a:t>
            </a:r>
            <a:r>
              <a:rPr sz="2400" dirty="0">
                <a:latin typeface="Times New Roman" panose="02020603050405020304" pitchFamily="18" charset="0"/>
                <a:cs typeface="Times New Roman" panose="02020603050405020304" pitchFamily="18" charset="0"/>
              </a:rPr>
              <a:t>These</a:t>
            </a:r>
            <a:r>
              <a:rPr sz="2400" spc="6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6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allow</a:t>
            </a:r>
            <a:r>
              <a:rPr sz="2400" spc="6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a:t>
            </a:r>
            <a:r>
              <a:rPr sz="2400" spc="6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access</a:t>
            </a:r>
            <a:r>
              <a:rPr sz="2400" spc="6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6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interior</a:t>
            </a:r>
            <a:r>
              <a:rPr sz="2400" spc="6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6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6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6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68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without 	</a:t>
            </a:r>
            <a:r>
              <a:rPr sz="2400" dirty="0">
                <a:latin typeface="Times New Roman" panose="02020603050405020304" pitchFamily="18" charset="0"/>
                <a:cs typeface="Times New Roman" panose="02020603050405020304" pitchFamily="18" charset="0"/>
              </a:rPr>
              <a:t>requiring</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total</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disassembly.</a:t>
            </a:r>
            <a:r>
              <a:rPr sz="2400" spc="2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However,</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they</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easy</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open</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accident </a:t>
            </a:r>
            <a:r>
              <a:rPr sz="2400" dirty="0">
                <a:latin typeface="Times New Roman" panose="02020603050405020304" pitchFamily="18" charset="0"/>
                <a:cs typeface="Times New Roman" panose="02020603050405020304" pitchFamily="18" charset="0"/>
              </a:rPr>
              <a:t>and</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careful</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adjustment</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maintenance.</a:t>
            </a:r>
            <a:endParaRPr sz="2400" dirty="0">
              <a:latin typeface="Times New Roman" panose="02020603050405020304" pitchFamily="18" charset="0"/>
              <a:cs typeface="Times New Roman" panose="02020603050405020304" pitchFamily="18" charset="0"/>
            </a:endParaRPr>
          </a:p>
          <a:p>
            <a:pPr marL="437515" indent="-424815">
              <a:lnSpc>
                <a:spcPct val="100000"/>
              </a:lnSpc>
              <a:spcBef>
                <a:spcPts val="100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Safeguarding</a:t>
            </a:r>
            <a:r>
              <a:rPr sz="2400" b="1" spc="-135"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Action</a:t>
            </a:r>
            <a:endParaRPr sz="2400" dirty="0">
              <a:latin typeface="Times New Roman" panose="02020603050405020304" pitchFamily="18" charset="0"/>
              <a:cs typeface="Times New Roman" panose="02020603050405020304" pitchFamily="18" charset="0"/>
            </a:endParaRPr>
          </a:p>
          <a:p>
            <a:pPr marL="129539" marR="36195" algn="just">
              <a:lnSpc>
                <a:spcPct val="100000"/>
              </a:lnSpc>
              <a:spcBef>
                <a:spcPts val="1000"/>
              </a:spcBef>
            </a:pPr>
            <a:r>
              <a:rPr sz="2400" dirty="0">
                <a:latin typeface="Times New Roman" panose="02020603050405020304" pitchFamily="18" charset="0"/>
                <a:cs typeface="Times New Roman" panose="02020603050405020304" pitchFamily="18" charset="0"/>
              </a:rPr>
              <a:t>Shuts</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off</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disengages</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power,</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stops</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moving</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prevents</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starting</a:t>
            </a:r>
            <a:r>
              <a:rPr sz="2400" spc="2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the</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when</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open;</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should</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4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stopped </a:t>
            </a:r>
            <a:r>
              <a:rPr sz="2400" dirty="0">
                <a:latin typeface="Times New Roman" panose="02020603050405020304" pitchFamily="18" charset="0"/>
                <a:cs typeface="Times New Roman" panose="02020603050405020304" pitchFamily="18" charset="0"/>
              </a:rPr>
              <a:t>before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worker</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reach</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into</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danger</a:t>
            </a:r>
            <a:r>
              <a:rPr sz="2400" spc="-7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area</a:t>
            </a:r>
            <a:endParaRPr sz="2400" dirty="0">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p:cNvGraphicFramePr>
          <p:nvPr>
            <p:extLst>
              <p:ext uri="{D42A27DB-BD31-4B8C-83A1-F6EECF244321}">
                <p14:modId xmlns:p14="http://schemas.microsoft.com/office/powerpoint/2010/main" val="2207963156"/>
              </p:ext>
            </p:extLst>
          </p:nvPr>
        </p:nvGraphicFramePr>
        <p:xfrm>
          <a:off x="8919029" y="4272197"/>
          <a:ext cx="3272971" cy="2514600"/>
        </p:xfrm>
        <a:graphic>
          <a:graphicData uri="http://schemas.openxmlformats.org/presentationml/2006/ole">
            <mc:AlternateContent xmlns:mc="http://schemas.openxmlformats.org/markup-compatibility/2006">
              <mc:Choice xmlns:v="urn:schemas-microsoft-com:vml" Requires="v">
                <p:oleObj name="Paint Shop Pro Image" r:id="rId2" imgW="3257654" imgH="2779734" progId="PaintShopPro">
                  <p:embed/>
                </p:oleObj>
              </mc:Choice>
              <mc:Fallback>
                <p:oleObj name="Paint Shop Pro Image" r:id="rId2" imgW="3257654" imgH="2779734" progId="PaintShopPro">
                  <p:embed/>
                  <p:pic>
                    <p:nvPicPr>
                      <p:cNvPr id="4"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9029" y="4272197"/>
                        <a:ext cx="3272971" cy="2514600"/>
                      </a:xfrm>
                      <a:prstGeom prst="rect">
                        <a:avLst/>
                      </a:prstGeom>
                      <a:noFill/>
                      <a:ln>
                        <a:noFill/>
                      </a:ln>
                      <a:effectLst/>
                    </p:spPr>
                  </p:pic>
                </p:oleObj>
              </mc:Fallback>
            </mc:AlternateContent>
          </a:graphicData>
        </a:graphic>
      </p:graphicFrame>
      <p:graphicFrame>
        <p:nvGraphicFramePr>
          <p:cNvPr id="5" name="Object 5"/>
          <p:cNvGraphicFramePr>
            <a:graphicFrameLocks/>
          </p:cNvGraphicFramePr>
          <p:nvPr>
            <p:extLst>
              <p:ext uri="{D42A27DB-BD31-4B8C-83A1-F6EECF244321}">
                <p14:modId xmlns:p14="http://schemas.microsoft.com/office/powerpoint/2010/main" val="3966285078"/>
              </p:ext>
            </p:extLst>
          </p:nvPr>
        </p:nvGraphicFramePr>
        <p:xfrm>
          <a:off x="9069614" y="460065"/>
          <a:ext cx="2971800" cy="3505200"/>
        </p:xfrm>
        <a:graphic>
          <a:graphicData uri="http://schemas.openxmlformats.org/presentationml/2006/ole">
            <mc:AlternateContent xmlns:mc="http://schemas.openxmlformats.org/markup-compatibility/2006">
              <mc:Choice xmlns:v="urn:schemas-microsoft-com:vml" Requires="v">
                <p:oleObj name="Paint Shop Pro Image" r:id="rId4" imgW="2214634" imgH="2603467" progId="PaintShopPro">
                  <p:embed/>
                </p:oleObj>
              </mc:Choice>
              <mc:Fallback>
                <p:oleObj name="Paint Shop Pro Image" r:id="rId4" imgW="2214634" imgH="2603467" progId="PaintShopPro">
                  <p:embed/>
                  <p:pic>
                    <p:nvPicPr>
                      <p:cNvPr id="5"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9614" y="460065"/>
                        <a:ext cx="2971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38200" y="304800"/>
            <a:ext cx="5203190" cy="1007968"/>
          </a:xfrm>
          <a:prstGeom prst="rect">
            <a:avLst/>
          </a:prstGeom>
        </p:spPr>
        <p:txBody>
          <a:bodyPr vert="horz" wrap="square" lIns="0" tIns="139700" rIns="0" bIns="0" rtlCol="0">
            <a:spAutoFit/>
          </a:bodyPr>
          <a:lstStyle/>
          <a:p>
            <a:pPr marL="437515" indent="-424815">
              <a:lnSpc>
                <a:spcPct val="100000"/>
              </a:lnSpc>
              <a:spcBef>
                <a:spcPts val="110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Advantages</a:t>
            </a:r>
            <a:endParaRPr sz="2400" dirty="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dirty="0">
                <a:latin typeface="Times New Roman" panose="02020603050405020304" pitchFamily="18" charset="0"/>
                <a:cs typeface="Times New Roman" panose="02020603050405020304" pitchFamily="18" charset="0"/>
              </a:rPr>
              <a:t>Can</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provide</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maximum</a:t>
            </a:r>
            <a:r>
              <a:rPr sz="2400" spc="-9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protection</a:t>
            </a:r>
            <a:endParaRPr sz="2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823686" y="1441297"/>
            <a:ext cx="7336155" cy="2244204"/>
          </a:xfrm>
          <a:prstGeom prst="rect">
            <a:avLst/>
          </a:prstGeom>
        </p:spPr>
        <p:txBody>
          <a:bodyPr vert="horz" wrap="square" lIns="0" tIns="12700" rIns="0" bIns="0" rtlCol="0">
            <a:spAutoFit/>
          </a:bodyPr>
          <a:lstStyle/>
          <a:p>
            <a:pPr marL="356870" marR="5080" indent="-174625">
              <a:lnSpc>
                <a:spcPct val="100000"/>
              </a:lnSpc>
              <a:spcBef>
                <a:spcPts val="100"/>
              </a:spcBef>
              <a:buFont typeface="Arial MT"/>
              <a:buChar char="•"/>
              <a:tabLst>
                <a:tab pos="358140" algn="l"/>
                <a:tab pos="1519555" algn="l"/>
                <a:tab pos="2661920" algn="l"/>
                <a:tab pos="3181350" algn="l"/>
                <a:tab pos="3880485" algn="l"/>
                <a:tab pos="5332730" algn="l"/>
                <a:tab pos="5961380" algn="l"/>
              </a:tabLst>
            </a:pPr>
            <a:r>
              <a:rPr sz="2400" spc="-10" dirty="0">
                <a:latin typeface="Times New Roman" panose="02020603050405020304" pitchFamily="18" charset="0"/>
                <a:cs typeface="Times New Roman" panose="02020603050405020304" pitchFamily="18" charset="0"/>
              </a:rPr>
              <a:t>Allows</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access</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to</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machine</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removing</a:t>
            </a:r>
            <a:r>
              <a:rPr lang="en-US" sz="2400" spc="-10" dirty="0">
                <a:latin typeface="Times New Roman" panose="02020603050405020304" pitchFamily="18" charset="0"/>
                <a:cs typeface="Times New Roman" panose="02020603050405020304" pitchFamily="18" charset="0"/>
              </a:rPr>
              <a:t> jams without time </a:t>
            </a:r>
            <a:r>
              <a:rPr sz="2400" spc="-10" dirty="0">
                <a:latin typeface="Times New Roman" panose="02020603050405020304" pitchFamily="18" charset="0"/>
                <a:cs typeface="Times New Roman" panose="02020603050405020304" pitchFamily="18" charset="0"/>
              </a:rPr>
              <a:t>consuming</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removal</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fixed</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guards</a:t>
            </a:r>
            <a:endParaRPr sz="2400" dirty="0">
              <a:latin typeface="Times New Roman" panose="02020603050405020304" pitchFamily="18" charset="0"/>
              <a:cs typeface="Times New Roman" panose="02020603050405020304" pitchFamily="18" charset="0"/>
            </a:endParaRPr>
          </a:p>
          <a:p>
            <a:pPr marL="437515" indent="-424815">
              <a:lnSpc>
                <a:spcPct val="100000"/>
              </a:lnSpc>
              <a:spcBef>
                <a:spcPts val="100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Disadvantages</a:t>
            </a:r>
            <a:endParaRPr sz="2400" dirty="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dirty="0">
                <a:latin typeface="Times New Roman" panose="02020603050405020304" pitchFamily="18" charset="0"/>
                <a:cs typeface="Times New Roman" panose="02020603050405020304" pitchFamily="18" charset="0"/>
              </a:rPr>
              <a:t>Requires</a:t>
            </a:r>
            <a:r>
              <a:rPr sz="2400" spc="-1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careful</a:t>
            </a:r>
            <a:r>
              <a:rPr sz="2400" spc="-9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adjustment</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maintenance</a:t>
            </a:r>
            <a:endParaRPr sz="2400" dirty="0">
              <a:latin typeface="Times New Roman" panose="02020603050405020304" pitchFamily="18" charset="0"/>
              <a:cs typeface="Times New Roman" panose="02020603050405020304" pitchFamily="18" charset="0"/>
            </a:endParaRPr>
          </a:p>
          <a:p>
            <a:pPr marL="357505" lvl="1" indent="-174625">
              <a:lnSpc>
                <a:spcPct val="100000"/>
              </a:lnSpc>
              <a:spcBef>
                <a:spcPts val="1000"/>
              </a:spcBef>
              <a:buFont typeface="Arial MT"/>
              <a:buChar char="•"/>
              <a:tabLst>
                <a:tab pos="357505" algn="l"/>
              </a:tabLst>
            </a:pPr>
            <a:r>
              <a:rPr sz="2400" dirty="0">
                <a:latin typeface="Times New Roman" panose="02020603050405020304" pitchFamily="18" charset="0"/>
                <a:cs typeface="Times New Roman" panose="02020603050405020304" pitchFamily="18" charset="0"/>
              </a:rPr>
              <a:t>May</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easy</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disengage</a:t>
            </a:r>
            <a:endParaRPr sz="2400" dirty="0">
              <a:latin typeface="Times New Roman" panose="02020603050405020304" pitchFamily="18" charset="0"/>
              <a:cs typeface="Times New Roman" panose="02020603050405020304" pitchFamily="18" charset="0"/>
            </a:endParaRPr>
          </a:p>
        </p:txBody>
      </p:sp>
      <p:graphicFrame>
        <p:nvGraphicFramePr>
          <p:cNvPr id="9" name="Object 4"/>
          <p:cNvGraphicFramePr>
            <a:graphicFrameLocks/>
          </p:cNvGraphicFramePr>
          <p:nvPr>
            <p:extLst>
              <p:ext uri="{D42A27DB-BD31-4B8C-83A1-F6EECF244321}">
                <p14:modId xmlns:p14="http://schemas.microsoft.com/office/powerpoint/2010/main" val="2198856625"/>
              </p:ext>
            </p:extLst>
          </p:nvPr>
        </p:nvGraphicFramePr>
        <p:xfrm>
          <a:off x="8458200" y="0"/>
          <a:ext cx="3581400" cy="6858000"/>
        </p:xfrm>
        <a:graphic>
          <a:graphicData uri="http://schemas.openxmlformats.org/presentationml/2006/ole">
            <mc:AlternateContent xmlns:mc="http://schemas.openxmlformats.org/markup-compatibility/2006">
              <mc:Choice xmlns:v="urn:schemas-microsoft-com:vml" Requires="v">
                <p:oleObj name="Paint Shop Pro Image" r:id="rId2" imgW="2301815" imgH="4692683" progId="PaintShopPro">
                  <p:embed/>
                </p:oleObj>
              </mc:Choice>
              <mc:Fallback>
                <p:oleObj name="Paint Shop Pro Image" r:id="rId2" imgW="2301815" imgH="4692683" progId="PaintShopPro">
                  <p:embed/>
                  <p:pic>
                    <p:nvPicPr>
                      <p:cNvPr id="9"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0" y="0"/>
                        <a:ext cx="35814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 name="Picture 2" descr="21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685501"/>
            <a:ext cx="3161682" cy="31972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52352"/>
            <a:ext cx="3061335" cy="505267"/>
          </a:xfrm>
          <a:prstGeom prst="rect">
            <a:avLst/>
          </a:prstGeom>
        </p:spPr>
        <p:txBody>
          <a:bodyPr vert="horz" wrap="square" lIns="0" tIns="12700" rIns="0" bIns="0" rtlCol="0">
            <a:spAutoFit/>
          </a:bodyPr>
          <a:lstStyle/>
          <a:p>
            <a:pPr marL="12700">
              <a:lnSpc>
                <a:spcPct val="100000"/>
              </a:lnSpc>
              <a:spcBef>
                <a:spcPts val="100"/>
              </a:spcBef>
            </a:pPr>
            <a:r>
              <a:rPr sz="3200" b="1" dirty="0">
                <a:solidFill>
                  <a:srgbClr val="00B050"/>
                </a:solidFill>
                <a:latin typeface="Times New Roman" panose="02020603050405020304" pitchFamily="18" charset="0"/>
                <a:cs typeface="Times New Roman" panose="02020603050405020304" pitchFamily="18" charset="0"/>
              </a:rPr>
              <a:t>3.</a:t>
            </a:r>
            <a:r>
              <a:rPr sz="3200" b="1" spc="-10" dirty="0">
                <a:solidFill>
                  <a:srgbClr val="00B050"/>
                </a:solidFill>
                <a:latin typeface="Times New Roman" panose="02020603050405020304" pitchFamily="18" charset="0"/>
                <a:cs typeface="Times New Roman" panose="02020603050405020304" pitchFamily="18" charset="0"/>
              </a:rPr>
              <a:t> Adjustable</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43962" y="686648"/>
            <a:ext cx="12111355" cy="3850606"/>
          </a:xfrm>
          <a:prstGeom prst="rect">
            <a:avLst/>
          </a:prstGeom>
        </p:spPr>
        <p:txBody>
          <a:bodyPr vert="horz" wrap="square" lIns="0" tIns="12700" rIns="0" bIns="0" rtlCol="0">
            <a:spAutoFit/>
          </a:bodyPr>
          <a:lstStyle/>
          <a:p>
            <a:pPr marL="356870" marR="5080" indent="-174625" algn="just">
              <a:lnSpc>
                <a:spcPct val="140000"/>
              </a:lnSpc>
              <a:spcBef>
                <a:spcPts val="100"/>
              </a:spcBef>
              <a:buFont typeface="Arial MT"/>
              <a:buChar char="•"/>
              <a:tabLst>
                <a:tab pos="358140" algn="l"/>
              </a:tabLst>
            </a:pPr>
            <a:r>
              <a:rPr sz="2400" dirty="0">
                <a:latin typeface="Times New Roman" panose="02020603050405020304" pitchFamily="18" charset="0"/>
                <a:cs typeface="Times New Roman" panose="02020603050405020304" pitchFamily="18" charset="0"/>
              </a:rPr>
              <a:t>Adjustable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like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fixed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permanent,</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but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they</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adjusted</a:t>
            </a:r>
            <a:r>
              <a:rPr sz="2400" spc="5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to 	</a:t>
            </a:r>
            <a:r>
              <a:rPr sz="2400" dirty="0">
                <a:latin typeface="Times New Roman" panose="02020603050405020304" pitchFamily="18" charset="0"/>
                <a:cs typeface="Times New Roman" panose="02020603050405020304" pitchFamily="18" charset="0"/>
              </a:rPr>
              <a:t>allow</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machine</a:t>
            </a:r>
            <a:r>
              <a:rPr sz="2400" spc="2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2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handle</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different</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sizes</a:t>
            </a:r>
            <a:r>
              <a:rPr sz="2400" spc="2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2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a:t>
            </a:r>
            <a:r>
              <a:rPr sz="2400" spc="2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They</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must</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manually 	</a:t>
            </a:r>
            <a:r>
              <a:rPr sz="2400" dirty="0">
                <a:latin typeface="Times New Roman" panose="02020603050405020304" pitchFamily="18" charset="0"/>
                <a:cs typeface="Times New Roman" panose="02020603050405020304" pitchFamily="18" charset="0"/>
              </a:rPr>
              <a:t>adjusted</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locked</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into</a:t>
            </a:r>
            <a:r>
              <a:rPr sz="2400" spc="45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place,</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all</a:t>
            </a:r>
            <a:r>
              <a:rPr sz="2400" spc="45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employees</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who</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will</a:t>
            </a:r>
            <a:r>
              <a:rPr sz="2400" spc="4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operate</a:t>
            </a:r>
            <a:r>
              <a:rPr sz="2400" spc="459"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adjustable 	</a:t>
            </a:r>
            <a:r>
              <a:rPr sz="2400" dirty="0">
                <a:latin typeface="Times New Roman" panose="02020603050405020304" pitchFamily="18" charset="0"/>
                <a:cs typeface="Times New Roman" panose="02020603050405020304" pitchFamily="18" charset="0"/>
              </a:rPr>
              <a:t>guards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must</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trained</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their</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If</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improperly</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adjusted</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locked,</a:t>
            </a:r>
            <a:r>
              <a:rPr sz="2400" spc="4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adjustable 	</a:t>
            </a:r>
            <a:r>
              <a:rPr sz="2400" dirty="0">
                <a:latin typeface="Times New Roman" panose="02020603050405020304" pitchFamily="18" charset="0"/>
                <a:cs typeface="Times New Roman" panose="02020603050405020304" pitchFamily="18" charset="0"/>
              </a:rPr>
              <a:t>guards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fail</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prevent</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contact</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moving</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causing</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serious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even</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fatal 	injury.</a:t>
            </a:r>
            <a:endParaRPr sz="2400">
              <a:latin typeface="Times New Roman" panose="02020603050405020304" pitchFamily="18" charset="0"/>
              <a:cs typeface="Times New Roman" panose="02020603050405020304" pitchFamily="18" charset="0"/>
            </a:endParaRPr>
          </a:p>
          <a:p>
            <a:pPr marL="437515" indent="-424815">
              <a:lnSpc>
                <a:spcPct val="100000"/>
              </a:lnSpc>
              <a:spcBef>
                <a:spcPts val="234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Safeguarding</a:t>
            </a:r>
            <a:r>
              <a:rPr sz="2400" b="1" spc="-135"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Action</a:t>
            </a:r>
            <a:endParaRPr sz="2400">
              <a:latin typeface="Times New Roman" panose="02020603050405020304" pitchFamily="18" charset="0"/>
              <a:cs typeface="Times New Roman" panose="02020603050405020304" pitchFamily="18" charset="0"/>
            </a:endParaRPr>
          </a:p>
          <a:p>
            <a:pPr marL="129539" marR="1229995">
              <a:lnSpc>
                <a:spcPct val="140000"/>
              </a:lnSpc>
              <a:spcBef>
                <a:spcPts val="1000"/>
              </a:spcBef>
            </a:pPr>
            <a:r>
              <a:rPr sz="2400" dirty="0">
                <a:latin typeface="Times New Roman" panose="02020603050405020304" pitchFamily="18" charset="0"/>
                <a:cs typeface="Times New Roman" panose="02020603050405020304" pitchFamily="18" charset="0"/>
              </a:rPr>
              <a:t>Provides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barrier</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may</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5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adjusted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facilitate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variety</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production operations</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52400" y="705148"/>
            <a:ext cx="7576389" cy="3406061"/>
          </a:xfrm>
          <a:prstGeom prst="rect">
            <a:avLst/>
          </a:prstGeom>
        </p:spPr>
        <p:txBody>
          <a:bodyPr vert="horz" wrap="square" lIns="0" tIns="96520" rIns="0" bIns="0" rtlCol="0">
            <a:spAutoFit/>
          </a:bodyPr>
          <a:lstStyle/>
          <a:p>
            <a:pPr marL="437515" indent="-424815" algn="just">
              <a:lnSpc>
                <a:spcPct val="100000"/>
              </a:lnSpc>
              <a:spcBef>
                <a:spcPts val="760"/>
              </a:spcBef>
              <a:buFont typeface="Segoe UI Symbol"/>
              <a:buChar char="❑"/>
              <a:tabLst>
                <a:tab pos="437515" algn="l"/>
              </a:tabLst>
            </a:pPr>
            <a:r>
              <a:rPr sz="2000" b="1" spc="-10" dirty="0">
                <a:latin typeface="Times New Roman" panose="02020603050405020304" pitchFamily="18" charset="0"/>
                <a:cs typeface="Times New Roman" panose="02020603050405020304" pitchFamily="18" charset="0"/>
              </a:rPr>
              <a:t>Advantages</a:t>
            </a:r>
            <a:endParaRPr sz="2000" dirty="0">
              <a:latin typeface="Times New Roman" panose="02020603050405020304" pitchFamily="18" charset="0"/>
              <a:cs typeface="Times New Roman" panose="02020603050405020304" pitchFamily="18" charset="0"/>
            </a:endParaRPr>
          </a:p>
          <a:p>
            <a:pPr marL="357505" lvl="1" indent="-174625" algn="just">
              <a:lnSpc>
                <a:spcPct val="100000"/>
              </a:lnSpc>
              <a:spcBef>
                <a:spcPts val="665"/>
              </a:spcBef>
              <a:buFont typeface="Arial MT"/>
              <a:buChar char="•"/>
              <a:tabLst>
                <a:tab pos="357505" algn="l"/>
              </a:tabLst>
            </a:pPr>
            <a:r>
              <a:rPr sz="2000" dirty="0">
                <a:latin typeface="Times New Roman" panose="02020603050405020304" pitchFamily="18" charset="0"/>
                <a:cs typeface="Times New Roman" panose="02020603050405020304" pitchFamily="18" charset="0"/>
              </a:rPr>
              <a:t>Can</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constructed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suit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many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specific</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applications</a:t>
            </a:r>
            <a:endParaRPr sz="2000" dirty="0">
              <a:latin typeface="Times New Roman" panose="02020603050405020304" pitchFamily="18" charset="0"/>
              <a:cs typeface="Times New Roman" panose="02020603050405020304" pitchFamily="18" charset="0"/>
            </a:endParaRPr>
          </a:p>
          <a:p>
            <a:pPr marL="357505" lvl="1" indent="-174625" algn="just">
              <a:lnSpc>
                <a:spcPct val="100000"/>
              </a:lnSpc>
              <a:spcBef>
                <a:spcPts val="665"/>
              </a:spcBef>
              <a:buFont typeface="Arial MT"/>
              <a:buChar char="•"/>
              <a:tabLst>
                <a:tab pos="357505" algn="l"/>
              </a:tabLst>
            </a:pPr>
            <a:r>
              <a:rPr sz="2000" dirty="0">
                <a:latin typeface="Times New Roman" panose="02020603050405020304" pitchFamily="18" charset="0"/>
                <a:cs typeface="Times New Roman" panose="02020603050405020304" pitchFamily="18" charset="0"/>
              </a:rPr>
              <a:t>Can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adjusted</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admit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varying</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sizes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stock</a:t>
            </a:r>
            <a:endParaRPr sz="2000" dirty="0">
              <a:latin typeface="Times New Roman" panose="02020603050405020304" pitchFamily="18" charset="0"/>
              <a:cs typeface="Times New Roman" panose="02020603050405020304" pitchFamily="18" charset="0"/>
            </a:endParaRPr>
          </a:p>
          <a:p>
            <a:pPr marL="437515" indent="-424815" algn="just">
              <a:lnSpc>
                <a:spcPct val="100000"/>
              </a:lnSpc>
              <a:buFont typeface="Segoe UI Symbol"/>
              <a:buChar char="❑"/>
              <a:tabLst>
                <a:tab pos="437515" algn="l"/>
              </a:tabLst>
            </a:pPr>
            <a:r>
              <a:rPr sz="2000" b="1" spc="-10" dirty="0">
                <a:latin typeface="Times New Roman" panose="02020603050405020304" pitchFamily="18" charset="0"/>
                <a:cs typeface="Times New Roman" panose="02020603050405020304" pitchFamily="18" charset="0"/>
              </a:rPr>
              <a:t>Disadvantages</a:t>
            </a:r>
            <a:endParaRPr sz="2000" dirty="0">
              <a:latin typeface="Times New Roman" panose="02020603050405020304" pitchFamily="18" charset="0"/>
              <a:cs typeface="Times New Roman" panose="02020603050405020304" pitchFamily="18" charset="0"/>
            </a:endParaRPr>
          </a:p>
          <a:p>
            <a:pPr marL="357505" lvl="1" indent="-174625" algn="just">
              <a:lnSpc>
                <a:spcPct val="100000"/>
              </a:lnSpc>
              <a:spcBef>
                <a:spcPts val="665"/>
              </a:spcBef>
              <a:buFont typeface="Arial MT"/>
              <a:buChar char="•"/>
              <a:tabLst>
                <a:tab pos="357505" algn="l"/>
              </a:tabLst>
            </a:pPr>
            <a:r>
              <a:rPr sz="2000" dirty="0">
                <a:latin typeface="Times New Roman" panose="02020603050405020304" pitchFamily="18" charset="0"/>
                <a:cs typeface="Times New Roman" panose="02020603050405020304" pitchFamily="18" charset="0"/>
              </a:rPr>
              <a:t>Hands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enter</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danger</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protection</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complete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times</a:t>
            </a:r>
            <a:endParaRPr sz="2000" dirty="0">
              <a:latin typeface="Times New Roman" panose="02020603050405020304" pitchFamily="18" charset="0"/>
              <a:cs typeface="Times New Roman" panose="02020603050405020304" pitchFamily="18" charset="0"/>
            </a:endParaRPr>
          </a:p>
          <a:p>
            <a:pPr marL="357505" lvl="1" indent="-174625" algn="just">
              <a:lnSpc>
                <a:spcPct val="100000"/>
              </a:lnSpc>
              <a:spcBef>
                <a:spcPts val="665"/>
              </a:spcBef>
              <a:buFont typeface="Arial MT"/>
              <a:buChar char="•"/>
              <a:tabLst>
                <a:tab pos="357505" algn="l"/>
              </a:tabLst>
            </a:pPr>
            <a:r>
              <a:rPr sz="2000" dirty="0">
                <a:latin typeface="Times New Roman" panose="02020603050405020304" pitchFamily="18" charset="0"/>
                <a:cs typeface="Times New Roman" panose="02020603050405020304" pitchFamily="18" charset="0"/>
              </a:rPr>
              <a:t>May</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require</a:t>
            </a:r>
            <a:r>
              <a:rPr sz="2000" spc="-10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frequent</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maintenance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and/or</a:t>
            </a:r>
            <a:r>
              <a:rPr sz="2000" spc="-10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adjustment</a:t>
            </a:r>
            <a:endParaRPr sz="2000" dirty="0">
              <a:latin typeface="Times New Roman" panose="02020603050405020304" pitchFamily="18" charset="0"/>
              <a:cs typeface="Times New Roman" panose="02020603050405020304" pitchFamily="18" charset="0"/>
            </a:endParaRPr>
          </a:p>
          <a:p>
            <a:pPr marL="357505" lvl="1" indent="-174625" algn="just">
              <a:lnSpc>
                <a:spcPct val="100000"/>
              </a:lnSpc>
              <a:spcBef>
                <a:spcPts val="665"/>
              </a:spcBef>
              <a:buFont typeface="Arial MT"/>
              <a:buChar char="•"/>
              <a:tabLst>
                <a:tab pos="357505" algn="l"/>
              </a:tabLst>
            </a:pP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may</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made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ineffective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by</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operator</a:t>
            </a:r>
            <a:endParaRPr sz="2000" dirty="0">
              <a:latin typeface="Times New Roman" panose="02020603050405020304" pitchFamily="18" charset="0"/>
              <a:cs typeface="Times New Roman" panose="02020603050405020304" pitchFamily="18" charset="0"/>
            </a:endParaRPr>
          </a:p>
          <a:p>
            <a:pPr marL="357505" lvl="1" indent="-174625" algn="just">
              <a:lnSpc>
                <a:spcPct val="100000"/>
              </a:lnSpc>
              <a:spcBef>
                <a:spcPts val="660"/>
              </a:spcBef>
              <a:buFont typeface="Arial MT"/>
              <a:buChar char="•"/>
              <a:tabLst>
                <a:tab pos="357505" algn="l"/>
              </a:tabLst>
            </a:pPr>
            <a:r>
              <a:rPr sz="2000" dirty="0">
                <a:latin typeface="Times New Roman" panose="02020603050405020304" pitchFamily="18" charset="0"/>
                <a:cs typeface="Times New Roman" panose="02020603050405020304" pitchFamily="18" charset="0"/>
              </a:rPr>
              <a:t>May</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interfere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visibility</a:t>
            </a:r>
            <a:endParaRPr sz="2000" dirty="0">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p:cNvGraphicFramePr>
          <p:nvPr>
            <p:extLst>
              <p:ext uri="{D42A27DB-BD31-4B8C-83A1-F6EECF244321}">
                <p14:modId xmlns:p14="http://schemas.microsoft.com/office/powerpoint/2010/main" val="1160949718"/>
              </p:ext>
            </p:extLst>
          </p:nvPr>
        </p:nvGraphicFramePr>
        <p:xfrm>
          <a:off x="8224837" y="0"/>
          <a:ext cx="3967163" cy="3657600"/>
        </p:xfrm>
        <a:graphic>
          <a:graphicData uri="http://schemas.openxmlformats.org/presentationml/2006/ole">
            <mc:AlternateContent xmlns:mc="http://schemas.openxmlformats.org/markup-compatibility/2006">
              <mc:Choice xmlns:v="urn:schemas-microsoft-com:vml" Requires="v">
                <p:oleObj name="Paint Shop Pro Image" r:id="rId2" imgW="3920889" imgH="3676056" progId="PaintShopPro">
                  <p:embed/>
                </p:oleObj>
              </mc:Choice>
              <mc:Fallback>
                <p:oleObj name="Paint Shop Pro Image" r:id="rId2" imgW="3920889" imgH="3676056" progId="PaintShopPro">
                  <p:embed/>
                  <p:pic>
                    <p:nvPicPr>
                      <p:cNvPr id="4"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4837" y="0"/>
                        <a:ext cx="3967163"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4"/>
          <p:cNvGraphicFramePr>
            <a:graphicFrameLocks/>
          </p:cNvGraphicFramePr>
          <p:nvPr>
            <p:extLst>
              <p:ext uri="{D42A27DB-BD31-4B8C-83A1-F6EECF244321}">
                <p14:modId xmlns:p14="http://schemas.microsoft.com/office/powerpoint/2010/main" val="1009681958"/>
              </p:ext>
            </p:extLst>
          </p:nvPr>
        </p:nvGraphicFramePr>
        <p:xfrm>
          <a:off x="8224837" y="3352800"/>
          <a:ext cx="3956277" cy="3505200"/>
        </p:xfrm>
        <a:graphic>
          <a:graphicData uri="http://schemas.openxmlformats.org/presentationml/2006/ole">
            <mc:AlternateContent xmlns:mc="http://schemas.openxmlformats.org/markup-compatibility/2006">
              <mc:Choice xmlns:v="urn:schemas-microsoft-com:vml" Requires="v">
                <p:oleObj name="Paint Shop Pro Image" r:id="rId4" imgW="3442969" imgH="3257654" progId="PaintShopPro">
                  <p:embed/>
                </p:oleObj>
              </mc:Choice>
              <mc:Fallback>
                <p:oleObj name="Paint Shop Pro Image" r:id="rId4" imgW="3442969" imgH="3257654" progId="PaintShopPro">
                  <p:embed/>
                  <p:pic>
                    <p:nvPicPr>
                      <p:cNvPr id="5"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4837" y="3352800"/>
                        <a:ext cx="3956277" cy="3505200"/>
                      </a:xfrm>
                      <a:prstGeom prst="rect">
                        <a:avLst/>
                      </a:prstGeom>
                      <a:noFill/>
                      <a:ln>
                        <a:noFill/>
                      </a:ln>
                      <a:effectLst/>
                    </p:spPr>
                  </p:pic>
                </p:oleObj>
              </mc:Fallback>
            </mc:AlternateContent>
          </a:graphicData>
        </a:graphic>
      </p:graphicFrame>
      <p:pic>
        <p:nvPicPr>
          <p:cNvPr id="6" name="Picture 2" descr="MVC-016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4010024"/>
            <a:ext cx="3797301" cy="2847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60793"/>
            <a:ext cx="3729990" cy="505267"/>
          </a:xfrm>
          <a:prstGeom prst="rect">
            <a:avLst/>
          </a:prstGeom>
        </p:spPr>
        <p:txBody>
          <a:bodyPr vert="horz" wrap="square" lIns="0" tIns="12700" rIns="0" bIns="0" rtlCol="0">
            <a:spAutoFit/>
          </a:bodyPr>
          <a:lstStyle/>
          <a:p>
            <a:pPr marL="12700">
              <a:lnSpc>
                <a:spcPct val="100000"/>
              </a:lnSpc>
              <a:spcBef>
                <a:spcPts val="100"/>
              </a:spcBef>
            </a:pPr>
            <a:r>
              <a:rPr sz="3200" b="1" dirty="0">
                <a:solidFill>
                  <a:srgbClr val="00B050"/>
                </a:solidFill>
                <a:latin typeface="Times New Roman" panose="02020603050405020304" pitchFamily="18" charset="0"/>
                <a:cs typeface="Times New Roman" panose="02020603050405020304" pitchFamily="18" charset="0"/>
              </a:rPr>
              <a:t>4.</a:t>
            </a:r>
            <a:r>
              <a:rPr sz="3200" b="1" spc="35" dirty="0">
                <a:solidFill>
                  <a:srgbClr val="00B050"/>
                </a:solidFill>
                <a:latin typeface="Times New Roman" panose="02020603050405020304" pitchFamily="18" charset="0"/>
                <a:cs typeface="Times New Roman" panose="02020603050405020304" pitchFamily="18" charset="0"/>
              </a:rPr>
              <a:t> </a:t>
            </a:r>
            <a:r>
              <a:rPr sz="3200" b="1" spc="-35" dirty="0">
                <a:solidFill>
                  <a:srgbClr val="00B050"/>
                </a:solidFill>
                <a:latin typeface="Times New Roman" panose="02020603050405020304" pitchFamily="18" charset="0"/>
                <a:cs typeface="Times New Roman" panose="02020603050405020304" pitchFamily="18" charset="0"/>
              </a:rPr>
              <a:t>Self-</a:t>
            </a:r>
            <a:r>
              <a:rPr sz="3200" b="1" spc="-10" dirty="0">
                <a:solidFill>
                  <a:srgbClr val="00B050"/>
                </a:solidFill>
                <a:latin typeface="Times New Roman" panose="02020603050405020304" pitchFamily="18" charset="0"/>
                <a:cs typeface="Times New Roman" panose="02020603050405020304" pitchFamily="18" charset="0"/>
              </a:rPr>
              <a:t>adjusting</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220040" y="689170"/>
            <a:ext cx="8092730" cy="3452227"/>
          </a:xfrm>
          <a:prstGeom prst="rect">
            <a:avLst/>
          </a:prstGeom>
        </p:spPr>
        <p:txBody>
          <a:bodyPr vert="horz" wrap="square" lIns="0" tIns="12700" rIns="0" bIns="0" rtlCol="0">
            <a:spAutoFit/>
          </a:bodyPr>
          <a:lstStyle/>
          <a:p>
            <a:pPr marL="356870" marR="5080" indent="-174625" algn="just">
              <a:spcBef>
                <a:spcPts val="100"/>
              </a:spcBef>
              <a:buFont typeface="Arial MT"/>
              <a:buChar char="•"/>
              <a:tabLst>
                <a:tab pos="358140" algn="l"/>
              </a:tabLst>
            </a:pPr>
            <a:r>
              <a:rPr sz="2000" spc="-30" dirty="0">
                <a:latin typeface="Times New Roman" panose="02020603050405020304" pitchFamily="18" charset="0"/>
                <a:cs typeface="Times New Roman" panose="02020603050405020304" pitchFamily="18" charset="0"/>
              </a:rPr>
              <a:t>Self-</a:t>
            </a:r>
            <a:r>
              <a:rPr sz="2000" dirty="0">
                <a:latin typeface="Times New Roman" panose="02020603050405020304" pitchFamily="18" charset="0"/>
                <a:cs typeface="Times New Roman" panose="02020603050405020304" pitchFamily="18" charset="0"/>
              </a:rPr>
              <a:t>adjusting</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guards</a:t>
            </a:r>
            <a:r>
              <a:rPr sz="2000" spc="1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serve</a:t>
            </a:r>
            <a:r>
              <a:rPr sz="2000" spc="1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same</a:t>
            </a:r>
            <a:r>
              <a:rPr sz="2000" spc="1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purpose</a:t>
            </a:r>
            <a:r>
              <a:rPr sz="2000" spc="1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1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adjustable</a:t>
            </a:r>
            <a:r>
              <a:rPr sz="2000" spc="1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guards,</a:t>
            </a:r>
            <a:r>
              <a:rPr sz="2000" spc="13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but 	</a:t>
            </a:r>
            <a:r>
              <a:rPr sz="2000" dirty="0">
                <a:latin typeface="Times New Roman" panose="02020603050405020304" pitchFamily="18" charset="0"/>
                <a:cs typeface="Times New Roman" panose="02020603050405020304" pitchFamily="18" charset="0"/>
              </a:rPr>
              <a:t>automatically</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adapt</a:t>
            </a:r>
            <a:r>
              <a:rPr sz="2000" spc="1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size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material.</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a:t>
            </a:r>
            <a:r>
              <a:rPr sz="2000" spc="11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rest, </a:t>
            </a:r>
            <a:r>
              <a:rPr sz="2000" dirty="0">
                <a:latin typeface="Times New Roman" panose="02020603050405020304" pitchFamily="18" charset="0"/>
                <a:cs typeface="Times New Roman" panose="02020603050405020304" pitchFamily="18" charset="0"/>
              </a:rPr>
              <a:t>these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guards</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sit</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way</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down.</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14"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operator 	</a:t>
            </a:r>
            <a:r>
              <a:rPr sz="2000" dirty="0">
                <a:latin typeface="Times New Roman" panose="02020603050405020304" pitchFamily="18" charset="0"/>
                <a:cs typeface="Times New Roman" panose="02020603050405020304" pitchFamily="18" charset="0"/>
              </a:rPr>
              <a:t>feeds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material</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into</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opens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just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enough</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let</a:t>
            </a:r>
            <a:r>
              <a:rPr sz="2000" spc="-1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material</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These</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guards</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commonly</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found</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table</a:t>
            </a:r>
            <a:r>
              <a:rPr sz="2000" spc="3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saws</a:t>
            </a:r>
            <a:r>
              <a:rPr sz="2000" spc="38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and 	</a:t>
            </a:r>
            <a:r>
              <a:rPr sz="2000" dirty="0">
                <a:latin typeface="Times New Roman" panose="02020603050405020304" pitchFamily="18" charset="0"/>
                <a:cs typeface="Times New Roman" panose="02020603050405020304" pitchFamily="18" charset="0"/>
              </a:rPr>
              <a:t>woodworking</a:t>
            </a:r>
            <a:r>
              <a:rPr sz="2000" spc="-10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tools.</a:t>
            </a:r>
            <a:endParaRPr sz="2000" dirty="0">
              <a:latin typeface="Times New Roman" panose="02020603050405020304" pitchFamily="18" charset="0"/>
              <a:cs typeface="Times New Roman" panose="02020603050405020304" pitchFamily="18" charset="0"/>
            </a:endParaRPr>
          </a:p>
          <a:p>
            <a:pPr marL="437515" indent="-424815">
              <a:lnSpc>
                <a:spcPct val="100000"/>
              </a:lnSpc>
              <a:spcBef>
                <a:spcPts val="2345"/>
              </a:spcBef>
              <a:buFont typeface="Segoe UI Symbol"/>
              <a:buChar char="❑"/>
              <a:tabLst>
                <a:tab pos="437515" algn="l"/>
              </a:tabLst>
            </a:pPr>
            <a:r>
              <a:rPr sz="2000" b="1" spc="-10" dirty="0">
                <a:latin typeface="Times New Roman" panose="02020603050405020304" pitchFamily="18" charset="0"/>
                <a:cs typeface="Times New Roman" panose="02020603050405020304" pitchFamily="18" charset="0"/>
              </a:rPr>
              <a:t>Safeguarding</a:t>
            </a:r>
            <a:r>
              <a:rPr sz="2000" b="1" spc="-13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Action</a:t>
            </a:r>
            <a:endParaRPr sz="2000" dirty="0">
              <a:latin typeface="Times New Roman" panose="02020603050405020304" pitchFamily="18" charset="0"/>
              <a:cs typeface="Times New Roman" panose="02020603050405020304" pitchFamily="18" charset="0"/>
            </a:endParaRPr>
          </a:p>
          <a:p>
            <a:pPr marL="129539" marR="55244">
              <a:lnSpc>
                <a:spcPct val="140000"/>
              </a:lnSpc>
              <a:spcBef>
                <a:spcPts val="1000"/>
              </a:spcBef>
            </a:pPr>
            <a:r>
              <a:rPr sz="2000" dirty="0">
                <a:latin typeface="Times New Roman" panose="02020603050405020304" pitchFamily="18" charset="0"/>
                <a:cs typeface="Times New Roman" panose="02020603050405020304" pitchFamily="18" charset="0"/>
              </a:rPr>
              <a:t>Provides</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barrier</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moves</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according</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size</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stock</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entering</a:t>
            </a:r>
            <a:r>
              <a:rPr sz="2000" spc="25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danger</a:t>
            </a:r>
            <a:r>
              <a:rPr sz="2000" spc="-5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area</a:t>
            </a:r>
            <a:endParaRPr sz="2000" dirty="0">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p:cNvGraphicFramePr>
          <p:nvPr>
            <p:extLst>
              <p:ext uri="{D42A27DB-BD31-4B8C-83A1-F6EECF244321}">
                <p14:modId xmlns:p14="http://schemas.microsoft.com/office/powerpoint/2010/main" val="2537032569"/>
              </p:ext>
            </p:extLst>
          </p:nvPr>
        </p:nvGraphicFramePr>
        <p:xfrm>
          <a:off x="8448382" y="228600"/>
          <a:ext cx="3772647" cy="3581400"/>
        </p:xfrm>
        <a:graphic>
          <a:graphicData uri="http://schemas.openxmlformats.org/presentationml/2006/ole">
            <mc:AlternateContent xmlns:mc="http://schemas.openxmlformats.org/markup-compatibility/2006">
              <mc:Choice xmlns:v="urn:schemas-microsoft-com:vml" Requires="v">
                <p:oleObj name="Paint Shop Pro Image" r:id="rId2" imgW="3267407" imgH="2643186" progId="PaintShopPro">
                  <p:embed/>
                </p:oleObj>
              </mc:Choice>
              <mc:Fallback>
                <p:oleObj name="Paint Shop Pro Image" r:id="rId2" imgW="3267407" imgH="2643186" progId="PaintShopPro">
                  <p:embed/>
                  <p:pic>
                    <p:nvPicPr>
                      <p:cNvPr id="4"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8382" y="228600"/>
                        <a:ext cx="3772647" cy="3581400"/>
                      </a:xfrm>
                      <a:prstGeom prst="rect">
                        <a:avLst/>
                      </a:prstGeom>
                      <a:noFill/>
                      <a:ln>
                        <a:noFill/>
                      </a:ln>
                      <a:effectLst/>
                    </p:spPr>
                  </p:pic>
                </p:oleObj>
              </mc:Fallback>
            </mc:AlternateContent>
          </a:graphicData>
        </a:graphic>
      </p:graphicFrame>
      <p:pic>
        <p:nvPicPr>
          <p:cNvPr id="5" name="Picture 2" descr="219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712310"/>
            <a:ext cx="4071076" cy="31094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machgd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03660" y="3824514"/>
            <a:ext cx="3988340" cy="30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62000" y="762000"/>
            <a:ext cx="10433685" cy="3262432"/>
          </a:xfrm>
          <a:prstGeom prst="rect">
            <a:avLst/>
          </a:prstGeom>
        </p:spPr>
        <p:txBody>
          <a:bodyPr vert="horz" wrap="square" lIns="0" tIns="96520" rIns="0" bIns="0" rtlCol="0">
            <a:spAutoFit/>
          </a:bodyPr>
          <a:lstStyle/>
          <a:p>
            <a:pPr marL="437515" indent="-424815">
              <a:lnSpc>
                <a:spcPct val="100000"/>
              </a:lnSpc>
              <a:spcBef>
                <a:spcPts val="760"/>
              </a:spcBef>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Advantages</a:t>
            </a:r>
            <a:endParaRPr sz="2400" dirty="0">
              <a:latin typeface="Times New Roman" panose="02020603050405020304" pitchFamily="18" charset="0"/>
              <a:cs typeface="Times New Roman" panose="02020603050405020304" pitchFamily="18" charset="0"/>
            </a:endParaRPr>
          </a:p>
          <a:p>
            <a:pPr marL="356870" marR="5080" lvl="1" indent="-174625">
              <a:lnSpc>
                <a:spcPts val="3020"/>
              </a:lnSpc>
              <a:spcBef>
                <a:spcPts val="1050"/>
              </a:spcBef>
              <a:buFont typeface="Arial MT"/>
              <a:buChar char="•"/>
              <a:tabLst>
                <a:tab pos="358140" algn="l"/>
              </a:tabLst>
            </a:pPr>
            <a:r>
              <a:rPr sz="2400" spc="-40" dirty="0">
                <a:latin typeface="Times New Roman" panose="02020603050405020304" pitchFamily="18" charset="0"/>
                <a:cs typeface="Times New Roman" panose="02020603050405020304" pitchFamily="18" charset="0"/>
              </a:rPr>
              <a:t>Off-</a:t>
            </a:r>
            <a:r>
              <a:rPr sz="2400" spc="-2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shelf</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guards(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available</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stock</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item)</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often</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commercially 	available</a:t>
            </a:r>
            <a:endParaRPr sz="2400" dirty="0">
              <a:latin typeface="Times New Roman" panose="02020603050405020304" pitchFamily="18" charset="0"/>
              <a:cs typeface="Times New Roman" panose="02020603050405020304" pitchFamily="18" charset="0"/>
            </a:endParaRPr>
          </a:p>
          <a:p>
            <a:pPr lvl="1">
              <a:lnSpc>
                <a:spcPct val="100000"/>
              </a:lnSpc>
              <a:spcBef>
                <a:spcPts val="1230"/>
              </a:spcBef>
              <a:buFont typeface="Arial MT"/>
              <a:buChar char="•"/>
            </a:pPr>
            <a:endParaRPr sz="2400" dirty="0">
              <a:latin typeface="Times New Roman" panose="02020603050405020304" pitchFamily="18" charset="0"/>
              <a:cs typeface="Times New Roman" panose="02020603050405020304" pitchFamily="18" charset="0"/>
            </a:endParaRPr>
          </a:p>
          <a:p>
            <a:pPr marL="437515" indent="-424815">
              <a:lnSpc>
                <a:spcPct val="100000"/>
              </a:lnSpc>
              <a:buFont typeface="Segoe UI Symbol"/>
              <a:buChar char="❑"/>
              <a:tabLst>
                <a:tab pos="437515" algn="l"/>
              </a:tabLst>
            </a:pPr>
            <a:r>
              <a:rPr sz="2400" b="1" spc="-10" dirty="0">
                <a:latin typeface="Times New Roman" panose="02020603050405020304" pitchFamily="18" charset="0"/>
                <a:cs typeface="Times New Roman" panose="02020603050405020304" pitchFamily="18" charset="0"/>
              </a:rPr>
              <a:t>Disadvantages</a:t>
            </a:r>
            <a:endParaRPr sz="2400" dirty="0">
              <a:latin typeface="Times New Roman" panose="02020603050405020304" pitchFamily="18" charset="0"/>
              <a:cs typeface="Times New Roman" panose="02020603050405020304" pitchFamily="18" charset="0"/>
            </a:endParaRPr>
          </a:p>
          <a:p>
            <a:pPr marL="357505" lvl="1" indent="-174625">
              <a:lnSpc>
                <a:spcPct val="100000"/>
              </a:lnSpc>
              <a:spcBef>
                <a:spcPts val="665"/>
              </a:spcBef>
              <a:buFont typeface="Arial MT"/>
              <a:buChar char="•"/>
              <a:tabLst>
                <a:tab pos="357505" algn="l"/>
              </a:tabLst>
            </a:pPr>
            <a:r>
              <a:rPr sz="2400" dirty="0">
                <a:latin typeface="Times New Roman" panose="02020603050405020304" pitchFamily="18" charset="0"/>
                <a:cs typeface="Times New Roman" panose="02020603050405020304" pitchFamily="18" charset="0"/>
              </a:rPr>
              <a:t>Does</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not</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always</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provide</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maximum</a:t>
            </a:r>
            <a:r>
              <a:rPr sz="2400" spc="-1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protection</a:t>
            </a:r>
            <a:endParaRPr sz="2400" dirty="0">
              <a:latin typeface="Times New Roman" panose="02020603050405020304" pitchFamily="18" charset="0"/>
              <a:cs typeface="Times New Roman" panose="02020603050405020304" pitchFamily="18" charset="0"/>
            </a:endParaRPr>
          </a:p>
          <a:p>
            <a:pPr marL="357505" lvl="1" indent="-174625">
              <a:lnSpc>
                <a:spcPct val="100000"/>
              </a:lnSpc>
              <a:spcBef>
                <a:spcPts val="665"/>
              </a:spcBef>
              <a:buFont typeface="Arial MT"/>
              <a:buChar char="•"/>
              <a:tabLst>
                <a:tab pos="357505" algn="l"/>
              </a:tabLst>
            </a:pPr>
            <a:r>
              <a:rPr sz="2400" dirty="0">
                <a:latin typeface="Times New Roman" panose="02020603050405020304" pitchFamily="18" charset="0"/>
                <a:cs typeface="Times New Roman" panose="02020603050405020304" pitchFamily="18" charset="0"/>
              </a:rPr>
              <a:t>May</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interfere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7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visibility</a:t>
            </a:r>
            <a:endParaRPr sz="2400" dirty="0">
              <a:latin typeface="Times New Roman" panose="02020603050405020304" pitchFamily="18" charset="0"/>
              <a:cs typeface="Times New Roman" panose="02020603050405020304" pitchFamily="18" charset="0"/>
            </a:endParaRPr>
          </a:p>
          <a:p>
            <a:pPr marL="357505" lvl="1" indent="-174625">
              <a:lnSpc>
                <a:spcPct val="100000"/>
              </a:lnSpc>
              <a:spcBef>
                <a:spcPts val="665"/>
              </a:spcBef>
              <a:buFont typeface="Arial MT"/>
              <a:buChar char="•"/>
              <a:tabLst>
                <a:tab pos="357505" algn="l"/>
              </a:tabLst>
            </a:pPr>
            <a:r>
              <a:rPr sz="2400" dirty="0">
                <a:latin typeface="Times New Roman" panose="02020603050405020304" pitchFamily="18" charset="0"/>
                <a:cs typeface="Times New Roman" panose="02020603050405020304" pitchFamily="18" charset="0"/>
              </a:rPr>
              <a:t>May</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frequent</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maintenance</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9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adjustment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3F692-386F-4518-95BA-E79F5B5FFD4C}"/>
              </a:ext>
            </a:extLst>
          </p:cNvPr>
          <p:cNvSpPr>
            <a:spLocks noGrp="1"/>
          </p:cNvSpPr>
          <p:nvPr>
            <p:ph type="title"/>
          </p:nvPr>
        </p:nvSpPr>
        <p:spPr>
          <a:xfrm>
            <a:off x="2819400" y="1981200"/>
            <a:ext cx="8683348" cy="738664"/>
          </a:xfrm>
        </p:spPr>
        <p:txBody>
          <a:bodyPr/>
          <a:lstStyle/>
          <a:p>
            <a:r>
              <a:rPr lang="en-US" dirty="0">
                <a:solidFill>
                  <a:srgbClr val="FF0000"/>
                </a:solidFill>
                <a:latin typeface="Times New Roman" panose="02020603050405020304" pitchFamily="18" charset="0"/>
                <a:cs typeface="Times New Roman" panose="02020603050405020304" pitchFamily="18" charset="0"/>
              </a:rPr>
              <a:t>SAFETY IN TURNING</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3210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266969-2F76-4096-8604-3F8DBA74A67F}"/>
              </a:ext>
            </a:extLst>
          </p:cNvPr>
          <p:cNvPicPr>
            <a:picLocks noChangeAspect="1"/>
          </p:cNvPicPr>
          <p:nvPr/>
        </p:nvPicPr>
        <p:blipFill>
          <a:blip r:embed="rId2"/>
          <a:stretch>
            <a:fillRect/>
          </a:stretch>
        </p:blipFill>
        <p:spPr>
          <a:xfrm>
            <a:off x="76200" y="23019"/>
            <a:ext cx="9181140" cy="6834981"/>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1143000"/>
            <a:ext cx="3759425" cy="3810000"/>
          </a:xfrm>
          <a:prstGeom prst="rect">
            <a:avLst/>
          </a:prstGeom>
        </p:spPr>
      </p:pic>
    </p:spTree>
    <p:extLst>
      <p:ext uri="{BB962C8B-B14F-4D97-AF65-F5344CB8AC3E}">
        <p14:creationId xmlns:p14="http://schemas.microsoft.com/office/powerpoint/2010/main" val="3456300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AE19B9-99E4-46C5-8BBD-21520097B5C1}"/>
              </a:ext>
            </a:extLst>
          </p:cNvPr>
          <p:cNvPicPr>
            <a:picLocks noChangeAspect="1"/>
          </p:cNvPicPr>
          <p:nvPr/>
        </p:nvPicPr>
        <p:blipFill>
          <a:blip r:embed="rId2"/>
          <a:stretch>
            <a:fillRect/>
          </a:stretch>
        </p:blipFill>
        <p:spPr>
          <a:xfrm>
            <a:off x="228600" y="0"/>
            <a:ext cx="9115977" cy="6858001"/>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0" y="3886200"/>
            <a:ext cx="5034643" cy="2819400"/>
          </a:xfrm>
          <a:prstGeom prst="rect">
            <a:avLst/>
          </a:prstGeom>
        </p:spPr>
      </p:pic>
    </p:spTree>
    <p:extLst>
      <p:ext uri="{BB962C8B-B14F-4D97-AF65-F5344CB8AC3E}">
        <p14:creationId xmlns:p14="http://schemas.microsoft.com/office/powerpoint/2010/main" val="105145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6892AC-49B1-431B-87BE-6AD7115959EA}"/>
              </a:ext>
            </a:extLst>
          </p:cNvPr>
          <p:cNvPicPr>
            <a:picLocks noChangeAspect="1"/>
          </p:cNvPicPr>
          <p:nvPr/>
        </p:nvPicPr>
        <p:blipFill>
          <a:blip r:embed="rId2"/>
          <a:stretch>
            <a:fillRect/>
          </a:stretch>
        </p:blipFill>
        <p:spPr>
          <a:xfrm>
            <a:off x="76200" y="0"/>
            <a:ext cx="9200345" cy="6858000"/>
          </a:xfrm>
          <a:prstGeom prst="rect">
            <a:avLst/>
          </a:prstGeom>
        </p:spPr>
      </p:pic>
      <p:pic>
        <p:nvPicPr>
          <p:cNvPr id="2" name="Picture 1"/>
          <p:cNvPicPr>
            <a:picLocks noChangeAspect="1"/>
          </p:cNvPicPr>
          <p:nvPr/>
        </p:nvPicPr>
        <p:blipFill>
          <a:blip r:embed="rId3"/>
          <a:stretch>
            <a:fillRect/>
          </a:stretch>
        </p:blipFill>
        <p:spPr>
          <a:xfrm>
            <a:off x="8686800" y="2590800"/>
            <a:ext cx="3238500" cy="3068411"/>
          </a:xfrm>
          <a:prstGeom prst="rect">
            <a:avLst/>
          </a:prstGeom>
        </p:spPr>
      </p:pic>
    </p:spTree>
    <p:extLst>
      <p:ext uri="{BB962C8B-B14F-4D97-AF65-F5344CB8AC3E}">
        <p14:creationId xmlns:p14="http://schemas.microsoft.com/office/powerpoint/2010/main" val="1536741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1558DD-8046-4FD7-A77B-ECFB3710DD3C}"/>
              </a:ext>
            </a:extLst>
          </p:cNvPr>
          <p:cNvPicPr>
            <a:picLocks noChangeAspect="1"/>
          </p:cNvPicPr>
          <p:nvPr/>
        </p:nvPicPr>
        <p:blipFill>
          <a:blip r:embed="rId2"/>
          <a:stretch>
            <a:fillRect/>
          </a:stretch>
        </p:blipFill>
        <p:spPr>
          <a:xfrm>
            <a:off x="14514" y="-18143"/>
            <a:ext cx="9228221" cy="68580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9199" y="1447800"/>
            <a:ext cx="3209925" cy="3668486"/>
          </a:xfrm>
          <a:prstGeom prst="rect">
            <a:avLst/>
          </a:prstGeom>
        </p:spPr>
      </p:pic>
    </p:spTree>
    <p:extLst>
      <p:ext uri="{BB962C8B-B14F-4D97-AF65-F5344CB8AC3E}">
        <p14:creationId xmlns:p14="http://schemas.microsoft.com/office/powerpoint/2010/main" val="3833934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07F4AB-ED35-4EA6-AD78-F4ADBD9D1802}"/>
              </a:ext>
            </a:extLst>
          </p:cNvPr>
          <p:cNvPicPr>
            <a:picLocks noChangeAspect="1"/>
          </p:cNvPicPr>
          <p:nvPr/>
        </p:nvPicPr>
        <p:blipFill>
          <a:blip r:embed="rId2"/>
          <a:stretch>
            <a:fillRect/>
          </a:stretch>
        </p:blipFill>
        <p:spPr>
          <a:xfrm>
            <a:off x="3629" y="0"/>
            <a:ext cx="9204157" cy="6858000"/>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53500" y="1600200"/>
            <a:ext cx="3238500" cy="3238500"/>
          </a:xfrm>
          <a:prstGeom prst="rect">
            <a:avLst/>
          </a:prstGeom>
        </p:spPr>
      </p:pic>
    </p:spTree>
    <p:extLst>
      <p:ext uri="{BB962C8B-B14F-4D97-AF65-F5344CB8AC3E}">
        <p14:creationId xmlns:p14="http://schemas.microsoft.com/office/powerpoint/2010/main" val="122915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F6F990-4581-4A28-9859-F94AADF026A9}"/>
              </a:ext>
            </a:extLst>
          </p:cNvPr>
          <p:cNvPicPr>
            <a:picLocks noChangeAspect="1"/>
          </p:cNvPicPr>
          <p:nvPr/>
        </p:nvPicPr>
        <p:blipFill>
          <a:blip r:embed="rId2"/>
          <a:stretch>
            <a:fillRect/>
          </a:stretch>
        </p:blipFill>
        <p:spPr>
          <a:xfrm>
            <a:off x="0" y="0"/>
            <a:ext cx="9112196" cy="68580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2196" y="2057400"/>
            <a:ext cx="2906785" cy="2743200"/>
          </a:xfrm>
          <a:prstGeom prst="rect">
            <a:avLst/>
          </a:prstGeom>
        </p:spPr>
      </p:pic>
    </p:spTree>
    <p:extLst>
      <p:ext uri="{BB962C8B-B14F-4D97-AF65-F5344CB8AC3E}">
        <p14:creationId xmlns:p14="http://schemas.microsoft.com/office/powerpoint/2010/main" val="3862359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5C6A6-7EDA-45E8-9EB9-714E70C88226}"/>
              </a:ext>
            </a:extLst>
          </p:cNvPr>
          <p:cNvSpPr>
            <a:spLocks noGrp="1"/>
          </p:cNvSpPr>
          <p:nvPr>
            <p:ph type="title"/>
          </p:nvPr>
        </p:nvSpPr>
        <p:spPr>
          <a:xfrm>
            <a:off x="1062135" y="154894"/>
            <a:ext cx="11129865" cy="1325563"/>
          </a:xfrm>
        </p:spPr>
        <p:txBody>
          <a:bodyPr>
            <a:normAutofit/>
          </a:bodyPr>
          <a:lstStyle/>
          <a:p>
            <a:r>
              <a:rPr lang="en-US" sz="2800" b="1" i="0" dirty="0">
                <a:solidFill>
                  <a:srgbClr val="FF0000"/>
                </a:solidFill>
                <a:effectLst/>
                <a:latin typeface="Times New Roman" panose="02020603050405020304" pitchFamily="18" charset="0"/>
                <a:cs typeface="Times New Roman" panose="02020603050405020304" pitchFamily="18" charset="0"/>
              </a:rPr>
              <a:t>SAFETY PRECAUTIONS WHEN DEALING WITH BORING</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C501A1-4125-4D97-9AD6-DFE1530607BA}"/>
              </a:ext>
            </a:extLst>
          </p:cNvPr>
          <p:cNvSpPr>
            <a:spLocks noGrp="1"/>
          </p:cNvSpPr>
          <p:nvPr>
            <p:ph idx="1"/>
          </p:nvPr>
        </p:nvSpPr>
        <p:spPr>
          <a:xfrm>
            <a:off x="457200" y="581636"/>
            <a:ext cx="10866099" cy="2215991"/>
          </a:xfrm>
        </p:spPr>
        <p:txBody>
          <a:bodyPr/>
          <a:lstStyle/>
          <a:p>
            <a:pPr algn="just"/>
            <a:r>
              <a:rPr lang="en-US" sz="2400" b="0" i="0" u="none" dirty="0">
                <a:solidFill>
                  <a:srgbClr val="4C4C4C"/>
                </a:solidFill>
                <a:effectLst/>
                <a:latin typeface="Times New Roman" panose="02020603050405020304" pitchFamily="18" charset="0"/>
                <a:cs typeface="Times New Roman" panose="02020603050405020304" pitchFamily="18" charset="0"/>
              </a:rPr>
              <a:t>Handling boring mills is a complex job that requires specialist precaution aimed at protecting yourself, your colleagues, and your staff from bodily injuries. </a:t>
            </a:r>
          </a:p>
          <a:p>
            <a:pPr algn="just"/>
            <a:r>
              <a:rPr lang="en-US" sz="2400" u="none" dirty="0">
                <a:solidFill>
                  <a:srgbClr val="4C4C4C"/>
                </a:solidFill>
                <a:latin typeface="Times New Roman" panose="02020603050405020304" pitchFamily="18" charset="0"/>
                <a:cs typeface="Times New Roman" panose="02020603050405020304" pitchFamily="18" charset="0"/>
              </a:rPr>
              <a:t>Use the right tool for the right job</a:t>
            </a:r>
          </a:p>
          <a:p>
            <a:pPr marL="625475" algn="just">
              <a:buFont typeface="Wingdings" panose="05000000000000000000" pitchFamily="2" charset="2"/>
              <a:buChar char="ü"/>
            </a:pPr>
            <a:r>
              <a:rPr lang="en-US" sz="2400" b="0" i="0" u="none" dirty="0">
                <a:solidFill>
                  <a:srgbClr val="4C4C4C"/>
                </a:solidFill>
                <a:effectLst/>
                <a:latin typeface="Times New Roman" panose="02020603050405020304" pitchFamily="18" charset="0"/>
                <a:cs typeface="Times New Roman" panose="02020603050405020304" pitchFamily="18" charset="0"/>
              </a:rPr>
              <a:t>One of the primary causes of industrial injuries is broken drilling heads. By having the right tooling edge matched with the right operational spindle speed for the right work piece, the chances of industrial accidents are greatly reduced</a:t>
            </a:r>
            <a:endParaRPr lang="en-IN" sz="2400" u="none" dirty="0">
              <a:solidFill>
                <a:srgbClr val="4C4C4C"/>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3220740"/>
            <a:ext cx="4582947" cy="3637260"/>
          </a:xfrm>
          <a:prstGeom prst="rect">
            <a:avLst/>
          </a:prstGeom>
        </p:spPr>
      </p:pic>
    </p:spTree>
    <p:extLst>
      <p:ext uri="{BB962C8B-B14F-4D97-AF65-F5344CB8AC3E}">
        <p14:creationId xmlns:p14="http://schemas.microsoft.com/office/powerpoint/2010/main" val="29699299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A03EAA-E564-44D4-9530-9B1DA6AA7918}"/>
              </a:ext>
            </a:extLst>
          </p:cNvPr>
          <p:cNvSpPr>
            <a:spLocks noGrp="1"/>
          </p:cNvSpPr>
          <p:nvPr>
            <p:ph idx="1"/>
          </p:nvPr>
        </p:nvSpPr>
        <p:spPr>
          <a:xfrm>
            <a:off x="381000" y="457200"/>
            <a:ext cx="11658600" cy="2585323"/>
          </a:xfrm>
        </p:spPr>
        <p:txBody>
          <a:bodyPr/>
          <a:lstStyle/>
          <a:p>
            <a:r>
              <a:rPr lang="en-IN" sz="2400" u="none" dirty="0">
                <a:solidFill>
                  <a:srgbClr val="4C4C4C"/>
                </a:solidFill>
                <a:latin typeface="Times New Roman" panose="02020603050405020304" pitchFamily="18" charset="0"/>
              </a:rPr>
              <a:t>Always have protective clothing</a:t>
            </a:r>
          </a:p>
          <a:p>
            <a:pPr marL="625475" algn="just">
              <a:buFont typeface="Wingdings" panose="05000000000000000000" pitchFamily="2" charset="2"/>
              <a:buChar char="ü"/>
            </a:pPr>
            <a:r>
              <a:rPr lang="en-US" sz="2400" b="0" i="0" u="none" dirty="0">
                <a:solidFill>
                  <a:srgbClr val="4C4C4C"/>
                </a:solidFill>
                <a:effectLst/>
                <a:latin typeface="Times New Roman" panose="02020603050405020304" pitchFamily="18" charset="0"/>
              </a:rPr>
              <a:t>There is a need to have the right protective gear on. This minimizes the chances of industrial accidents, since your body is always covered in the right clothing. </a:t>
            </a:r>
          </a:p>
          <a:p>
            <a:pPr marL="625475" algn="just">
              <a:buFont typeface="Wingdings" panose="05000000000000000000" pitchFamily="2" charset="2"/>
              <a:buChar char="ü"/>
            </a:pPr>
            <a:r>
              <a:rPr lang="en-US" sz="2400" b="0" i="0" u="none" dirty="0">
                <a:solidFill>
                  <a:srgbClr val="4C4C4C"/>
                </a:solidFill>
                <a:effectLst/>
                <a:latin typeface="Times New Roman" panose="02020603050405020304" pitchFamily="18" charset="0"/>
              </a:rPr>
              <a:t>For a safer operational environment, the clothing used should be tight enough to protect you from having loose hangings that can be easily trapped in the revolving mill parts. Protective optical ware should also be used at all times to protect your eyes from exposure to work piece off-cuts.</a:t>
            </a:r>
            <a:endParaRPr lang="en-IN" sz="2400" u="none" dirty="0">
              <a:solidFill>
                <a:srgbClr val="4C4C4C"/>
              </a:solidFill>
              <a:latin typeface="Times New Roman" panose="02020603050405020304" pitchFamily="18" charset="0"/>
            </a:endParaRPr>
          </a:p>
        </p:txBody>
      </p:sp>
      <p:sp>
        <p:nvSpPr>
          <p:cNvPr id="4" name="Content Placeholder 2">
            <a:extLst>
              <a:ext uri="{FF2B5EF4-FFF2-40B4-BE49-F238E27FC236}">
                <a16:creationId xmlns:a16="http://schemas.microsoft.com/office/drawing/2014/main" id="{1DBCF2BE-410B-463A-AA47-C6552992FB56}"/>
              </a:ext>
            </a:extLst>
          </p:cNvPr>
          <p:cNvSpPr txBox="1">
            <a:spLocks/>
          </p:cNvSpPr>
          <p:nvPr/>
        </p:nvSpPr>
        <p:spPr>
          <a:xfrm>
            <a:off x="609600" y="3276600"/>
            <a:ext cx="11430000" cy="2646878"/>
          </a:xfrm>
          <a:prstGeom prst="rect">
            <a:avLst/>
          </a:prstGeom>
        </p:spPr>
        <p:txBody>
          <a:bodyPr wrap="square" lIns="0" tIns="0" rIns="0" bIns="0">
            <a:spAutoFit/>
          </a:bodyPr>
          <a:lstStyle>
            <a:lvl1pPr marL="0">
              <a:defRPr sz="2600" b="0" i="0" u="heavy">
                <a:solidFill>
                  <a:srgbClr val="833C0B"/>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sz="2400" u="none" dirty="0">
                <a:solidFill>
                  <a:srgbClr val="4C4C4C"/>
                </a:solidFill>
                <a:latin typeface="Times New Roman" panose="02020603050405020304" pitchFamily="18" charset="0"/>
              </a:rPr>
              <a:t>Know your machine</a:t>
            </a:r>
          </a:p>
          <a:p>
            <a:pPr marL="541338">
              <a:buFont typeface="Wingdings" panose="05000000000000000000" pitchFamily="2" charset="2"/>
              <a:buChar char="ü"/>
            </a:pPr>
            <a:r>
              <a:rPr lang="en-US" sz="2400" u="none" dirty="0">
                <a:solidFill>
                  <a:srgbClr val="4C4C4C"/>
                </a:solidFill>
                <a:latin typeface="Times New Roman" panose="02020603050405020304" pitchFamily="18" charset="0"/>
              </a:rPr>
              <a:t>Having proper technical knowhow about your machine gives you a competitive edge in increasing your safety. </a:t>
            </a:r>
          </a:p>
          <a:p>
            <a:pPr marL="541338">
              <a:buFont typeface="Wingdings" panose="05000000000000000000" pitchFamily="2" charset="2"/>
              <a:buChar char="ü"/>
            </a:pPr>
            <a:r>
              <a:rPr lang="en-US" sz="2400" u="none" dirty="0">
                <a:solidFill>
                  <a:srgbClr val="4C4C4C"/>
                </a:solidFill>
                <a:latin typeface="Times New Roman" panose="02020603050405020304" pitchFamily="18" charset="0"/>
              </a:rPr>
              <a:t>In fact, less experienced boring machine users have been proven to be thrice as likely as their experienced peers to cause machine-related accidents. </a:t>
            </a:r>
          </a:p>
          <a:p>
            <a:pPr marL="541338">
              <a:buFont typeface="Wingdings" panose="05000000000000000000" pitchFamily="2" charset="2"/>
              <a:buChar char="ü"/>
            </a:pPr>
            <a:r>
              <a:rPr lang="en-US" sz="2400" u="none" dirty="0">
                <a:solidFill>
                  <a:srgbClr val="4C4C4C"/>
                </a:solidFill>
                <a:latin typeface="Times New Roman" panose="02020603050405020304" pitchFamily="18" charset="0"/>
              </a:rPr>
              <a:t>Therefore, only personnel with the right skills should be granted the green light to work with the boring mills.</a:t>
            </a:r>
            <a:endParaRPr lang="en-IN" sz="2400" u="none" dirty="0">
              <a:solidFill>
                <a:srgbClr val="4C4C4C"/>
              </a:solidFill>
              <a:latin typeface="Times New Roman" panose="02020603050405020304" pitchFamily="18" charset="0"/>
            </a:endParaRPr>
          </a:p>
        </p:txBody>
      </p:sp>
    </p:spTree>
    <p:extLst>
      <p:ext uri="{BB962C8B-B14F-4D97-AF65-F5344CB8AC3E}">
        <p14:creationId xmlns:p14="http://schemas.microsoft.com/office/powerpoint/2010/main" val="1761003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0C3C13-E6F2-45FA-BC50-690C8CD2EC20}"/>
              </a:ext>
            </a:extLst>
          </p:cNvPr>
          <p:cNvSpPr>
            <a:spLocks noGrp="1"/>
          </p:cNvSpPr>
          <p:nvPr>
            <p:ph idx="1"/>
          </p:nvPr>
        </p:nvSpPr>
        <p:spPr>
          <a:xfrm>
            <a:off x="533400" y="914400"/>
            <a:ext cx="11430000" cy="2000548"/>
          </a:xfrm>
        </p:spPr>
        <p:txBody>
          <a:bodyPr/>
          <a:lstStyle/>
          <a:p>
            <a:r>
              <a:rPr lang="en-IN" u="none" dirty="0">
                <a:solidFill>
                  <a:srgbClr val="4C4C4C"/>
                </a:solidFill>
                <a:latin typeface="Times New Roman" panose="02020603050405020304" pitchFamily="18" charset="0"/>
              </a:rPr>
              <a:t>Service your machines regularly</a:t>
            </a:r>
          </a:p>
          <a:p>
            <a:pPr marL="625475">
              <a:buFont typeface="Wingdings" panose="05000000000000000000" pitchFamily="2" charset="2"/>
              <a:buChar char="ü"/>
            </a:pPr>
            <a:r>
              <a:rPr lang="en-US" b="0" i="0" u="none" dirty="0">
                <a:solidFill>
                  <a:srgbClr val="4C4C4C"/>
                </a:solidFill>
                <a:effectLst/>
                <a:latin typeface="Times New Roman" panose="02020603050405020304" pitchFamily="18" charset="0"/>
              </a:rPr>
              <a:t>Regular repairing and servicing of your boring tools give them a precise way of delivering on your expectations. </a:t>
            </a:r>
          </a:p>
          <a:p>
            <a:pPr marL="625475">
              <a:buFont typeface="Wingdings" panose="05000000000000000000" pitchFamily="2" charset="2"/>
              <a:buChar char="ü"/>
            </a:pPr>
            <a:r>
              <a:rPr lang="en-US" b="0" i="0" u="none" dirty="0">
                <a:solidFill>
                  <a:srgbClr val="4C4C4C"/>
                </a:solidFill>
                <a:effectLst/>
                <a:latin typeface="Times New Roman" panose="02020603050405020304" pitchFamily="18" charset="0"/>
              </a:rPr>
              <a:t>It also safeguards your company from technical breakdowns resulting from poorly maintained boring tools.</a:t>
            </a:r>
            <a:endParaRPr lang="en-IN" u="none" dirty="0">
              <a:solidFill>
                <a:srgbClr val="4C4C4C"/>
              </a:solidFill>
              <a:latin typeface="Times New Roman" panose="02020603050405020304" pitchFamily="18" charset="0"/>
            </a:endParaRPr>
          </a:p>
        </p:txBody>
      </p:sp>
    </p:spTree>
    <p:extLst>
      <p:ext uri="{BB962C8B-B14F-4D97-AF65-F5344CB8AC3E}">
        <p14:creationId xmlns:p14="http://schemas.microsoft.com/office/powerpoint/2010/main" val="1424543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3F692-386F-4518-95BA-E79F5B5FFD4C}"/>
              </a:ext>
            </a:extLst>
          </p:cNvPr>
          <p:cNvSpPr>
            <a:spLocks noGrp="1"/>
          </p:cNvSpPr>
          <p:nvPr>
            <p:ph type="title"/>
          </p:nvPr>
        </p:nvSpPr>
        <p:spPr>
          <a:xfrm>
            <a:off x="3276600" y="2286000"/>
            <a:ext cx="8683348" cy="615553"/>
          </a:xfrm>
        </p:spPr>
        <p:txBody>
          <a:bodyPr/>
          <a:lstStyle/>
          <a:p>
            <a:r>
              <a:rPr lang="en-US" sz="4000" b="1" dirty="0">
                <a:solidFill>
                  <a:srgbClr val="FF0000"/>
                </a:solidFill>
                <a:latin typeface="Times New Roman" panose="02020603050405020304" pitchFamily="18" charset="0"/>
                <a:cs typeface="Times New Roman" panose="02020603050405020304" pitchFamily="18" charset="0"/>
              </a:rPr>
              <a:t>SAFETY IN MILLING</a:t>
            </a:r>
            <a:endParaRPr lang="en-IN" sz="4000" b="1"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3581400"/>
            <a:ext cx="3038475" cy="2857500"/>
          </a:xfrm>
          <a:prstGeom prst="rect">
            <a:avLst/>
          </a:prstGeom>
        </p:spPr>
      </p:pic>
    </p:spTree>
    <p:extLst>
      <p:ext uri="{BB962C8B-B14F-4D97-AF65-F5344CB8AC3E}">
        <p14:creationId xmlns:p14="http://schemas.microsoft.com/office/powerpoint/2010/main" val="38509684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1BE9F3-F1ED-43B4-B4B8-C27B9B39613D}"/>
              </a:ext>
            </a:extLst>
          </p:cNvPr>
          <p:cNvPicPr>
            <a:picLocks noChangeAspect="1"/>
          </p:cNvPicPr>
          <p:nvPr/>
        </p:nvPicPr>
        <p:blipFill>
          <a:blip r:embed="rId2"/>
          <a:stretch>
            <a:fillRect/>
          </a:stretch>
        </p:blipFill>
        <p:spPr>
          <a:xfrm>
            <a:off x="537387" y="1510681"/>
            <a:ext cx="11117226" cy="2810267"/>
          </a:xfrm>
          <a:prstGeom prst="rect">
            <a:avLst/>
          </a:prstGeom>
        </p:spPr>
      </p:pic>
    </p:spTree>
    <p:extLst>
      <p:ext uri="{BB962C8B-B14F-4D97-AF65-F5344CB8AC3E}">
        <p14:creationId xmlns:p14="http://schemas.microsoft.com/office/powerpoint/2010/main" val="2130467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333C38-6622-4259-A2D5-921342D97F41}"/>
              </a:ext>
            </a:extLst>
          </p:cNvPr>
          <p:cNvPicPr>
            <a:picLocks noChangeAspect="1"/>
          </p:cNvPicPr>
          <p:nvPr/>
        </p:nvPicPr>
        <p:blipFill>
          <a:blip r:embed="rId2"/>
          <a:stretch>
            <a:fillRect/>
          </a:stretch>
        </p:blipFill>
        <p:spPr>
          <a:xfrm>
            <a:off x="152400" y="533400"/>
            <a:ext cx="7010400" cy="5185388"/>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1000" y="1030594"/>
            <a:ext cx="4191000" cy="4191000"/>
          </a:xfrm>
          <a:prstGeom prst="rect">
            <a:avLst/>
          </a:prstGeom>
        </p:spPr>
      </p:pic>
    </p:spTree>
    <p:extLst>
      <p:ext uri="{BB962C8B-B14F-4D97-AF65-F5344CB8AC3E}">
        <p14:creationId xmlns:p14="http://schemas.microsoft.com/office/powerpoint/2010/main" val="19616016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9AA6A9-B3F5-45A5-8AB2-1A46D8CB34E9}"/>
              </a:ext>
            </a:extLst>
          </p:cNvPr>
          <p:cNvPicPr>
            <a:picLocks noChangeAspect="1"/>
          </p:cNvPicPr>
          <p:nvPr/>
        </p:nvPicPr>
        <p:blipFill>
          <a:blip r:embed="rId2"/>
          <a:stretch>
            <a:fillRect/>
          </a:stretch>
        </p:blipFill>
        <p:spPr>
          <a:xfrm>
            <a:off x="10886" y="304800"/>
            <a:ext cx="7247026" cy="6457424"/>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6600" y="2057400"/>
            <a:ext cx="4961861" cy="2667000"/>
          </a:xfrm>
          <a:prstGeom prst="rect">
            <a:avLst/>
          </a:prstGeom>
        </p:spPr>
      </p:pic>
    </p:spTree>
    <p:extLst>
      <p:ext uri="{BB962C8B-B14F-4D97-AF65-F5344CB8AC3E}">
        <p14:creationId xmlns:p14="http://schemas.microsoft.com/office/powerpoint/2010/main" val="900637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EF9984-1EAC-4186-AB75-F6867CD8A03D}"/>
              </a:ext>
            </a:extLst>
          </p:cNvPr>
          <p:cNvPicPr>
            <a:picLocks noChangeAspect="1"/>
          </p:cNvPicPr>
          <p:nvPr/>
        </p:nvPicPr>
        <p:blipFill>
          <a:blip r:embed="rId2"/>
          <a:stretch>
            <a:fillRect/>
          </a:stretch>
        </p:blipFill>
        <p:spPr>
          <a:xfrm>
            <a:off x="0" y="381000"/>
            <a:ext cx="7240555" cy="5999003"/>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800" y="1676400"/>
            <a:ext cx="4038600" cy="2687505"/>
          </a:xfrm>
          <a:prstGeom prst="rect">
            <a:avLst/>
          </a:prstGeom>
        </p:spPr>
      </p:pic>
    </p:spTree>
    <p:extLst>
      <p:ext uri="{BB962C8B-B14F-4D97-AF65-F5344CB8AC3E}">
        <p14:creationId xmlns:p14="http://schemas.microsoft.com/office/powerpoint/2010/main" val="3264428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4200" y="2191657"/>
            <a:ext cx="4943475" cy="4600575"/>
          </a:xfrm>
          <a:prstGeom prst="rect">
            <a:avLst/>
          </a:prstGeom>
        </p:spPr>
      </p:pic>
      <p:sp>
        <p:nvSpPr>
          <p:cNvPr id="2" name="Title 1">
            <a:extLst>
              <a:ext uri="{FF2B5EF4-FFF2-40B4-BE49-F238E27FC236}">
                <a16:creationId xmlns:a16="http://schemas.microsoft.com/office/drawing/2014/main" id="{3463F692-386F-4518-95BA-E79F5B5FFD4C}"/>
              </a:ext>
            </a:extLst>
          </p:cNvPr>
          <p:cNvSpPr>
            <a:spLocks noGrp="1"/>
          </p:cNvSpPr>
          <p:nvPr>
            <p:ph type="title"/>
          </p:nvPr>
        </p:nvSpPr>
        <p:spPr>
          <a:xfrm>
            <a:off x="2286000" y="2209800"/>
            <a:ext cx="8683348" cy="738664"/>
          </a:xfrm>
        </p:spPr>
        <p:txBody>
          <a:bodyPr/>
          <a:lstStyle/>
          <a:p>
            <a:r>
              <a:rPr lang="en-US" dirty="0">
                <a:solidFill>
                  <a:srgbClr val="FF0000"/>
                </a:solidFill>
                <a:latin typeface="Times New Roman" panose="02020603050405020304" pitchFamily="18" charset="0"/>
                <a:cs typeface="Times New Roman" panose="02020603050405020304" pitchFamily="18" charset="0"/>
              </a:rPr>
              <a:t>Safety in Grinding Machines</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928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77B176-5085-4099-9D9F-1B5770CF51A2}"/>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341777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900F88-0A39-4081-9130-99C4FE187C1C}"/>
              </a:ext>
            </a:extLst>
          </p:cNvPr>
          <p:cNvPicPr>
            <a:picLocks noChangeAspect="1"/>
          </p:cNvPicPr>
          <p:nvPr/>
        </p:nvPicPr>
        <p:blipFill>
          <a:blip r:embed="rId2"/>
          <a:stretch>
            <a:fillRect/>
          </a:stretch>
        </p:blipFill>
        <p:spPr>
          <a:xfrm>
            <a:off x="1006589" y="0"/>
            <a:ext cx="10105967" cy="6858000"/>
          </a:xfrm>
          <a:prstGeom prst="rect">
            <a:avLst/>
          </a:prstGeom>
        </p:spPr>
      </p:pic>
    </p:spTree>
    <p:extLst>
      <p:ext uri="{BB962C8B-B14F-4D97-AF65-F5344CB8AC3E}">
        <p14:creationId xmlns:p14="http://schemas.microsoft.com/office/powerpoint/2010/main" val="1537354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B2ADDA-BB33-440D-A675-15880625D603}"/>
              </a:ext>
            </a:extLst>
          </p:cNvPr>
          <p:cNvPicPr>
            <a:picLocks noChangeAspect="1"/>
          </p:cNvPicPr>
          <p:nvPr/>
        </p:nvPicPr>
        <p:blipFill>
          <a:blip r:embed="rId2"/>
          <a:stretch>
            <a:fillRect/>
          </a:stretch>
        </p:blipFill>
        <p:spPr>
          <a:xfrm>
            <a:off x="1086192" y="0"/>
            <a:ext cx="9950411" cy="6858000"/>
          </a:xfrm>
          <a:prstGeom prst="rect">
            <a:avLst/>
          </a:prstGeom>
        </p:spPr>
      </p:pic>
    </p:spTree>
    <p:extLst>
      <p:ext uri="{BB962C8B-B14F-4D97-AF65-F5344CB8AC3E}">
        <p14:creationId xmlns:p14="http://schemas.microsoft.com/office/powerpoint/2010/main" val="42524847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A8ABC6-1102-4A36-B086-FFF4C74C9914}"/>
              </a:ext>
            </a:extLst>
          </p:cNvPr>
          <p:cNvPicPr>
            <a:picLocks noChangeAspect="1"/>
          </p:cNvPicPr>
          <p:nvPr/>
        </p:nvPicPr>
        <p:blipFill>
          <a:blip r:embed="rId2"/>
          <a:stretch>
            <a:fillRect/>
          </a:stretch>
        </p:blipFill>
        <p:spPr>
          <a:xfrm>
            <a:off x="954977" y="0"/>
            <a:ext cx="10013522" cy="6858000"/>
          </a:xfrm>
          <a:prstGeom prst="rect">
            <a:avLst/>
          </a:prstGeom>
        </p:spPr>
      </p:pic>
    </p:spTree>
    <p:extLst>
      <p:ext uri="{BB962C8B-B14F-4D97-AF65-F5344CB8AC3E}">
        <p14:creationId xmlns:p14="http://schemas.microsoft.com/office/powerpoint/2010/main" val="1870311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DB6147-D0FB-49BE-BBDB-EFFB7E54CEB0}"/>
              </a:ext>
            </a:extLst>
          </p:cNvPr>
          <p:cNvPicPr>
            <a:picLocks noChangeAspect="1"/>
          </p:cNvPicPr>
          <p:nvPr/>
        </p:nvPicPr>
        <p:blipFill>
          <a:blip r:embed="rId2"/>
          <a:stretch>
            <a:fillRect/>
          </a:stretch>
        </p:blipFill>
        <p:spPr>
          <a:xfrm>
            <a:off x="1151703" y="0"/>
            <a:ext cx="9975272" cy="6858000"/>
          </a:xfrm>
          <a:prstGeom prst="rect">
            <a:avLst/>
          </a:prstGeom>
        </p:spPr>
      </p:pic>
    </p:spTree>
    <p:extLst>
      <p:ext uri="{BB962C8B-B14F-4D97-AF65-F5344CB8AC3E}">
        <p14:creationId xmlns:p14="http://schemas.microsoft.com/office/powerpoint/2010/main" val="27304703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51AC2F-F851-4895-9502-75355B1FA800}"/>
              </a:ext>
            </a:extLst>
          </p:cNvPr>
          <p:cNvPicPr>
            <a:picLocks noChangeAspect="1"/>
          </p:cNvPicPr>
          <p:nvPr/>
        </p:nvPicPr>
        <p:blipFill>
          <a:blip r:embed="rId2"/>
          <a:stretch>
            <a:fillRect/>
          </a:stretch>
        </p:blipFill>
        <p:spPr>
          <a:xfrm>
            <a:off x="1030795" y="0"/>
            <a:ext cx="10010125" cy="6858000"/>
          </a:xfrm>
          <a:prstGeom prst="rect">
            <a:avLst/>
          </a:prstGeom>
        </p:spPr>
      </p:pic>
    </p:spTree>
    <p:extLst>
      <p:ext uri="{BB962C8B-B14F-4D97-AF65-F5344CB8AC3E}">
        <p14:creationId xmlns:p14="http://schemas.microsoft.com/office/powerpoint/2010/main" val="35914902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3F692-386F-4518-95BA-E79F5B5FFD4C}"/>
              </a:ext>
            </a:extLst>
          </p:cNvPr>
          <p:cNvSpPr>
            <a:spLocks noGrp="1"/>
          </p:cNvSpPr>
          <p:nvPr>
            <p:ph type="title"/>
          </p:nvPr>
        </p:nvSpPr>
        <p:spPr>
          <a:xfrm>
            <a:off x="3200400" y="2057400"/>
            <a:ext cx="8683348" cy="738664"/>
          </a:xfrm>
        </p:spPr>
        <p:txBody>
          <a:bodyPr/>
          <a:lstStyle/>
          <a:p>
            <a:r>
              <a:rPr lang="en-US" dirty="0">
                <a:solidFill>
                  <a:srgbClr val="FF0000"/>
                </a:solidFill>
                <a:latin typeface="Times New Roman" panose="02020603050405020304" pitchFamily="18" charset="0"/>
                <a:cs typeface="Times New Roman" panose="02020603050405020304" pitchFamily="18" charset="0"/>
              </a:rPr>
              <a:t>Safety in Gas Welding</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3124199"/>
            <a:ext cx="3962400" cy="3608313"/>
          </a:xfrm>
          <a:prstGeom prst="rect">
            <a:avLst/>
          </a:prstGeom>
        </p:spPr>
      </p:pic>
    </p:spTree>
    <p:extLst>
      <p:ext uri="{BB962C8B-B14F-4D97-AF65-F5344CB8AC3E}">
        <p14:creationId xmlns:p14="http://schemas.microsoft.com/office/powerpoint/2010/main" val="8165930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9C3883-2629-432E-89F3-05D84D09476A}"/>
              </a:ext>
            </a:extLst>
          </p:cNvPr>
          <p:cNvSpPr>
            <a:spLocks noGrp="1"/>
          </p:cNvSpPr>
          <p:nvPr>
            <p:ph sz="quarter" idx="4294967295"/>
          </p:nvPr>
        </p:nvSpPr>
        <p:spPr>
          <a:xfrm>
            <a:off x="609600" y="381000"/>
            <a:ext cx="6553200" cy="5650619"/>
          </a:xfrm>
        </p:spPr>
        <p:txBody>
          <a:bodyPr>
            <a:normAutofit fontScale="92500" lnSpcReduction="10000"/>
          </a:bodyPr>
          <a:lstStyle/>
          <a:p>
            <a:pPr algn="just">
              <a:lnSpc>
                <a:spcPct val="200000"/>
              </a:lnSpc>
            </a:pPr>
            <a:r>
              <a:rPr lang="en-US" sz="2000" b="0" i="0" u="none" dirty="0">
                <a:solidFill>
                  <a:srgbClr val="666666"/>
                </a:solidFill>
                <a:effectLst/>
                <a:latin typeface="Times New Roman" panose="02020603050405020304" pitchFamily="18" charset="0"/>
                <a:cs typeface="Times New Roman" panose="02020603050405020304" pitchFamily="18" charset="0"/>
              </a:rPr>
              <a:t>Most farms and small shops have some type of equipment for welding and cutting metals. </a:t>
            </a:r>
          </a:p>
          <a:p>
            <a:pPr algn="just">
              <a:lnSpc>
                <a:spcPct val="200000"/>
              </a:lnSpc>
            </a:pPr>
            <a:r>
              <a:rPr lang="en-US" sz="2000" b="0" i="0" u="none" dirty="0">
                <a:solidFill>
                  <a:srgbClr val="666666"/>
                </a:solidFill>
                <a:effectLst/>
                <a:latin typeface="Times New Roman" panose="02020603050405020304" pitchFamily="18" charset="0"/>
                <a:cs typeface="Times New Roman" panose="02020603050405020304" pitchFamily="18" charset="0"/>
              </a:rPr>
              <a:t>Acetylene is the most commonly used fuel gas. Acetylene is very flammable and hazardous, and can ignite at a wide range of concentrations. </a:t>
            </a:r>
          </a:p>
          <a:p>
            <a:pPr algn="just">
              <a:lnSpc>
                <a:spcPct val="200000"/>
              </a:lnSpc>
            </a:pPr>
            <a:r>
              <a:rPr lang="en-US" sz="2000" b="0" i="0" u="none" dirty="0">
                <a:solidFill>
                  <a:srgbClr val="666666"/>
                </a:solidFill>
                <a:effectLst/>
                <a:latin typeface="Times New Roman" panose="02020603050405020304" pitchFamily="18" charset="0"/>
                <a:cs typeface="Times New Roman" panose="02020603050405020304" pitchFamily="18" charset="0"/>
              </a:rPr>
              <a:t>Oxygen won’t burn or explode, but it helps other objects burn at greater rates. </a:t>
            </a:r>
          </a:p>
          <a:p>
            <a:pPr algn="just">
              <a:lnSpc>
                <a:spcPct val="200000"/>
              </a:lnSpc>
            </a:pPr>
            <a:r>
              <a:rPr lang="en-US" sz="2000" b="0" i="0" u="none" dirty="0">
                <a:solidFill>
                  <a:srgbClr val="666666"/>
                </a:solidFill>
                <a:effectLst/>
                <a:latin typeface="Times New Roman" panose="02020603050405020304" pitchFamily="18" charset="0"/>
                <a:cs typeface="Times New Roman" panose="02020603050405020304" pitchFamily="18" charset="0"/>
              </a:rPr>
              <a:t>Gases are stored in cylinders which can rupture. A cylinder containing compressed gas can shoot through the air like a rocket if its valve is damaged or broken.</a:t>
            </a:r>
            <a:endParaRPr lang="en-IN" sz="2000" u="none"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800" y="1350294"/>
            <a:ext cx="4524124" cy="3450305"/>
          </a:xfrm>
          <a:prstGeom prst="rect">
            <a:avLst/>
          </a:prstGeom>
        </p:spPr>
      </p:pic>
    </p:spTree>
    <p:extLst>
      <p:ext uri="{BB962C8B-B14F-4D97-AF65-F5344CB8AC3E}">
        <p14:creationId xmlns:p14="http://schemas.microsoft.com/office/powerpoint/2010/main" val="18922979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AAB0D-C118-42A1-AE2E-00A6A95C30A7}"/>
              </a:ext>
            </a:extLst>
          </p:cNvPr>
          <p:cNvSpPr>
            <a:spLocks noGrp="1"/>
          </p:cNvSpPr>
          <p:nvPr>
            <p:ph type="title"/>
          </p:nvPr>
        </p:nvSpPr>
        <p:spPr>
          <a:xfrm>
            <a:off x="618236" y="248037"/>
            <a:ext cx="8683348" cy="1477328"/>
          </a:xfrm>
        </p:spPr>
        <p:txBody>
          <a:bodyPr/>
          <a:lstStyle/>
          <a:p>
            <a:r>
              <a:rPr lang="en-IN" b="0" i="0" dirty="0">
                <a:solidFill>
                  <a:srgbClr val="474747"/>
                </a:solidFill>
                <a:effectLst/>
                <a:latin typeface="Times New Roman" panose="02020603050405020304" pitchFamily="18" charset="0"/>
                <a:cs typeface="Times New Roman" panose="02020603050405020304" pitchFamily="18" charset="0"/>
              </a:rPr>
              <a:t>Storage and Handling</a:t>
            </a:r>
            <a:br>
              <a:rPr lang="en-IN" b="0" i="0" dirty="0">
                <a:solidFill>
                  <a:srgbClr val="474747"/>
                </a:solidFill>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0B2A8D-0CB8-4E65-9D8A-6A02FB2DE64C}"/>
              </a:ext>
            </a:extLst>
          </p:cNvPr>
          <p:cNvSpPr>
            <a:spLocks noGrp="1"/>
          </p:cNvSpPr>
          <p:nvPr>
            <p:ph sz="quarter" idx="4294967295"/>
          </p:nvPr>
        </p:nvSpPr>
        <p:spPr>
          <a:xfrm>
            <a:off x="381000" y="1143000"/>
            <a:ext cx="10083976" cy="5218926"/>
          </a:xfrm>
        </p:spPr>
        <p:txBody>
          <a:bodyPr>
            <a:normAutofit/>
          </a:bodyPr>
          <a:lstStyle/>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Keep cylinders away from physical damage, heat, and tampering.</a:t>
            </a: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Securely chain equipment to prevent falling.</a:t>
            </a: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Store away from flammable and combustible materials.</a:t>
            </a: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Store extra gas and oxygen cylinders separately.</a:t>
            </a: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Store in an upright position.</a:t>
            </a: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Close cylinder valves before moving.</a:t>
            </a: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Protective caps or regulators should be kept in place.</a:t>
            </a: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Roll cylinders on bottom edges to move—</a:t>
            </a:r>
            <a:r>
              <a:rPr lang="en-US" sz="2400" b="1" i="1" u="none" dirty="0">
                <a:solidFill>
                  <a:srgbClr val="666666"/>
                </a:solidFill>
                <a:effectLst/>
                <a:latin typeface="Times New Roman" panose="02020603050405020304" pitchFamily="18" charset="0"/>
                <a:cs typeface="Times New Roman" panose="02020603050405020304" pitchFamily="18" charset="0"/>
              </a:rPr>
              <a:t>Do not drag.</a:t>
            </a:r>
            <a:endParaRPr lang="en-US" sz="2400" b="0" i="0" u="none" dirty="0">
              <a:solidFill>
                <a:srgbClr val="666666"/>
              </a:solidFill>
              <a:effectLst/>
              <a:latin typeface="Times New Roman" panose="02020603050405020304" pitchFamily="18" charset="0"/>
              <a:cs typeface="Times New Roman" panose="02020603050405020304" pitchFamily="18" charset="0"/>
            </a:endParaRPr>
          </a:p>
          <a:p>
            <a:pPr algn="l" fontAlgn="base">
              <a:lnSpc>
                <a:spcPct val="150000"/>
              </a:lnSpc>
              <a:buFont typeface="Arial" panose="020B0604020202020204" pitchFamily="34" charset="0"/>
              <a:buChar char="•"/>
            </a:pPr>
            <a:r>
              <a:rPr lang="en-US" sz="2400" b="0" i="0" u="none" dirty="0">
                <a:solidFill>
                  <a:srgbClr val="666666"/>
                </a:solidFill>
                <a:effectLst/>
                <a:latin typeface="Times New Roman" panose="02020603050405020304" pitchFamily="18" charset="0"/>
                <a:cs typeface="Times New Roman" panose="02020603050405020304" pitchFamily="18" charset="0"/>
              </a:rPr>
              <a:t>Allow very little movement when transporting.</a:t>
            </a:r>
          </a:p>
          <a:p>
            <a:endParaRPr lang="en-IN" sz="2400" u="none"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0707" y="2209800"/>
            <a:ext cx="4762500" cy="2667000"/>
          </a:xfrm>
          <a:prstGeom prst="rect">
            <a:avLst/>
          </a:prstGeom>
        </p:spPr>
      </p:pic>
    </p:spTree>
    <p:extLst>
      <p:ext uri="{BB962C8B-B14F-4D97-AF65-F5344CB8AC3E}">
        <p14:creationId xmlns:p14="http://schemas.microsoft.com/office/powerpoint/2010/main" val="18750635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0519-8A74-4216-A53B-A2F373D2F755}"/>
              </a:ext>
            </a:extLst>
          </p:cNvPr>
          <p:cNvSpPr>
            <a:spLocks noGrp="1"/>
          </p:cNvSpPr>
          <p:nvPr>
            <p:ph type="title"/>
          </p:nvPr>
        </p:nvSpPr>
        <p:spPr>
          <a:xfrm>
            <a:off x="533400" y="80866"/>
            <a:ext cx="8683348" cy="861774"/>
          </a:xfrm>
        </p:spPr>
        <p:txBody>
          <a:bodyPr/>
          <a:lstStyle/>
          <a:p>
            <a:r>
              <a:rPr lang="en-US" sz="2800" b="0" i="0" dirty="0">
                <a:solidFill>
                  <a:srgbClr val="FF0000"/>
                </a:solidFill>
                <a:effectLst/>
                <a:latin typeface="Times New Roman" panose="02020603050405020304" pitchFamily="18" charset="0"/>
                <a:cs typeface="Times New Roman" panose="02020603050405020304" pitchFamily="18" charset="0"/>
              </a:rPr>
              <a:t>General Gas Welding Safety Tips</a:t>
            </a:r>
            <a:br>
              <a:rPr lang="en-US" sz="2800" b="0" i="0" dirty="0">
                <a:solidFill>
                  <a:srgbClr val="FF0000"/>
                </a:solidFill>
                <a:effectLst/>
                <a:latin typeface="Times New Roman" panose="02020603050405020304" pitchFamily="18" charset="0"/>
                <a:cs typeface="Times New Roman" panose="02020603050405020304" pitchFamily="18" charset="0"/>
              </a:rPr>
            </a:b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499D06-B3C1-4269-B86C-2F3939FA5EF4}"/>
              </a:ext>
            </a:extLst>
          </p:cNvPr>
          <p:cNvSpPr>
            <a:spLocks noGrp="1"/>
          </p:cNvSpPr>
          <p:nvPr>
            <p:ph sz="quarter" idx="4294967295"/>
          </p:nvPr>
        </p:nvSpPr>
        <p:spPr>
          <a:xfrm>
            <a:off x="272143" y="685800"/>
            <a:ext cx="8083785" cy="6019800"/>
          </a:xfrm>
        </p:spPr>
        <p:txBody>
          <a:bodyPr>
            <a:normAutofit fontScale="85000" lnSpcReduction="20000"/>
          </a:bodyPr>
          <a:lstStyle/>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Inspect equipment for leaks at all connections using approved leak-test solution.</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Inspect hoses for leaks and worn places.</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Replace bad hoses.</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Protect hoses and cylinders from sparks, flames, and hot metal.</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Use a flint lighter to ignite the flame.</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Stand to the side (away from the regulators) when opening cylinder valves.</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Open cylinder valves very slowly to keep sudden high pressures from exploding the regulators.</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Only open the acetylene cylinder valve ¼-¾ turn; leave wrench in place so the cylinder can be quickly closed in an emergency.</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Open and light acetylene first, then open and adjust oxygen to a neutral flame.</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Follow the manufacturer's recommendations for shutting off the torch. If the guidelines are not readily available, the commonly accepted practice is to close the oxygen valve first.</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When finished, close cylinder valves, bleed the lines to take pressure off regulators, neatly coil hoses, and replace equipment.</a:t>
            </a:r>
          </a:p>
          <a:p>
            <a:pPr algn="just" fontAlgn="base">
              <a:lnSpc>
                <a:spcPct val="160000"/>
              </a:lnSpc>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Have a fire extinguisher easily accessible at the welding site.</a:t>
            </a:r>
          </a:p>
          <a:p>
            <a:pPr>
              <a:lnSpc>
                <a:spcPct val="160000"/>
              </a:lnSpc>
            </a:pPr>
            <a:endParaRPr lang="en-IN" sz="2000" u="none"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8585" y="1981200"/>
            <a:ext cx="3803415" cy="1981200"/>
          </a:xfrm>
          <a:prstGeom prst="rect">
            <a:avLst/>
          </a:prstGeom>
        </p:spPr>
      </p:pic>
    </p:spTree>
    <p:extLst>
      <p:ext uri="{BB962C8B-B14F-4D97-AF65-F5344CB8AC3E}">
        <p14:creationId xmlns:p14="http://schemas.microsoft.com/office/powerpoint/2010/main" val="22010168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CF391-45AF-4CCF-B0E9-1C60C35EEA43}"/>
              </a:ext>
            </a:extLst>
          </p:cNvPr>
          <p:cNvSpPr>
            <a:spLocks noGrp="1"/>
          </p:cNvSpPr>
          <p:nvPr>
            <p:ph type="title"/>
          </p:nvPr>
        </p:nvSpPr>
        <p:spPr>
          <a:xfrm>
            <a:off x="1047445" y="229376"/>
            <a:ext cx="8683348" cy="984885"/>
          </a:xfrm>
        </p:spPr>
        <p:txBody>
          <a:bodyPr/>
          <a:lstStyle/>
          <a:p>
            <a:r>
              <a:rPr lang="en-IN" sz="3200" b="0" i="0" dirty="0">
                <a:solidFill>
                  <a:srgbClr val="FF0000"/>
                </a:solidFill>
                <a:effectLst/>
                <a:latin typeface="Times New Roman" panose="02020603050405020304" pitchFamily="18" charset="0"/>
                <a:cs typeface="Times New Roman" panose="02020603050405020304" pitchFamily="18" charset="0"/>
              </a:rPr>
              <a:t>Personal Protective Equipment</a:t>
            </a:r>
            <a:br>
              <a:rPr lang="en-IN" sz="3200" b="0" i="0" dirty="0">
                <a:solidFill>
                  <a:srgbClr val="FF0000"/>
                </a:solidFill>
                <a:effectLst/>
                <a:latin typeface="Times New Roman" panose="02020603050405020304" pitchFamily="18" charset="0"/>
                <a:cs typeface="Times New Roman" panose="02020603050405020304" pitchFamily="18" charset="0"/>
              </a:rPr>
            </a:b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88144F-45A1-41AB-8237-94A61B482C3B}"/>
              </a:ext>
            </a:extLst>
          </p:cNvPr>
          <p:cNvSpPr>
            <a:spLocks noGrp="1"/>
          </p:cNvSpPr>
          <p:nvPr>
            <p:ph sz="quarter" idx="4294967295"/>
          </p:nvPr>
        </p:nvSpPr>
        <p:spPr>
          <a:xfrm>
            <a:off x="533400" y="990600"/>
            <a:ext cx="7924800" cy="5029357"/>
          </a:xfrm>
        </p:spPr>
        <p:txBody>
          <a:bodyPr>
            <a:normAutofit/>
          </a:bodyPr>
          <a:lstStyle/>
          <a:p>
            <a:pPr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Infrared radiation is a cause of retinal burning and cataracts. Protect your eyes with safety glasses.</a:t>
            </a:r>
          </a:p>
          <a:p>
            <a:pPr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Protect your body from welding spatter and optical radiation hazards with protective clothing. Such as:</a:t>
            </a:r>
          </a:p>
          <a:p>
            <a:pPr marL="742950" lvl="1" indent="-285750" algn="l" fontAlgn="base">
              <a:buFont typeface="Arial" panose="020B0604020202020204" pitchFamily="34" charset="0"/>
              <a:buChar char="•"/>
            </a:pPr>
            <a:r>
              <a:rPr lang="en-US" sz="2000" b="0" i="0" dirty="0">
                <a:solidFill>
                  <a:srgbClr val="666666"/>
                </a:solidFill>
                <a:effectLst/>
                <a:latin typeface="Times New Roman" panose="02020603050405020304" pitchFamily="18" charset="0"/>
                <a:cs typeface="Times New Roman" panose="02020603050405020304" pitchFamily="18" charset="0"/>
              </a:rPr>
              <a:t>Woolen or heavy cotton clothing</a:t>
            </a:r>
          </a:p>
          <a:p>
            <a:pPr marL="742950" lvl="1" indent="-285750" algn="l" fontAlgn="base">
              <a:buFont typeface="Arial" panose="020B0604020202020204" pitchFamily="34" charset="0"/>
              <a:buChar char="•"/>
            </a:pPr>
            <a:r>
              <a:rPr lang="en-US" sz="2000" b="0" i="0" dirty="0">
                <a:solidFill>
                  <a:srgbClr val="666666"/>
                </a:solidFill>
                <a:effectLst/>
                <a:latin typeface="Times New Roman" panose="02020603050405020304" pitchFamily="18" charset="0"/>
                <a:cs typeface="Times New Roman" panose="02020603050405020304" pitchFamily="18" charset="0"/>
              </a:rPr>
              <a:t>Flame-proof apron</a:t>
            </a:r>
          </a:p>
          <a:p>
            <a:pPr marL="742950" lvl="1" indent="-285750" algn="l" fontAlgn="base">
              <a:buFont typeface="Arial" panose="020B0604020202020204" pitchFamily="34" charset="0"/>
              <a:buChar char="•"/>
            </a:pPr>
            <a:r>
              <a:rPr lang="en-US" sz="2000" b="0" i="0" dirty="0">
                <a:solidFill>
                  <a:srgbClr val="666666"/>
                </a:solidFill>
                <a:effectLst/>
                <a:latin typeface="Times New Roman" panose="02020603050405020304" pitchFamily="18" charset="0"/>
                <a:cs typeface="Times New Roman" panose="02020603050405020304" pitchFamily="18" charset="0"/>
              </a:rPr>
              <a:t>Welding gloves</a:t>
            </a:r>
          </a:p>
          <a:p>
            <a:pPr marL="742950" lvl="1" indent="-285750" algn="l" fontAlgn="base">
              <a:buFont typeface="Arial" panose="020B0604020202020204" pitchFamily="34" charset="0"/>
              <a:buChar char="•"/>
            </a:pPr>
            <a:r>
              <a:rPr lang="en-US" sz="2000" b="0" i="0" dirty="0">
                <a:solidFill>
                  <a:srgbClr val="666666"/>
                </a:solidFill>
                <a:effectLst/>
                <a:latin typeface="Times New Roman" panose="02020603050405020304" pitchFamily="18" charset="0"/>
                <a:cs typeface="Times New Roman" panose="02020603050405020304" pitchFamily="18" charset="0"/>
              </a:rPr>
              <a:t>Properly fitted clothing that is not frayed or worn</a:t>
            </a:r>
          </a:p>
          <a:p>
            <a:pPr marL="742950" lvl="1" indent="-285750" algn="l" fontAlgn="base">
              <a:buFont typeface="Arial" panose="020B0604020202020204" pitchFamily="34" charset="0"/>
              <a:buChar char="•"/>
            </a:pPr>
            <a:r>
              <a:rPr lang="en-US" sz="2000" b="0" i="0" dirty="0">
                <a:solidFill>
                  <a:srgbClr val="666666"/>
                </a:solidFill>
                <a:effectLst/>
                <a:latin typeface="Times New Roman" panose="02020603050405020304" pitchFamily="18" charset="0"/>
                <a:cs typeface="Times New Roman" panose="02020603050405020304" pitchFamily="18" charset="0"/>
              </a:rPr>
              <a:t>Shirts should have long sleeves</a:t>
            </a:r>
          </a:p>
          <a:p>
            <a:pPr marL="742950" lvl="1" indent="-285750" algn="l" fontAlgn="base">
              <a:buFont typeface="Arial" panose="020B0604020202020204" pitchFamily="34" charset="0"/>
              <a:buChar char="•"/>
            </a:pPr>
            <a:r>
              <a:rPr lang="en-US" sz="2000" b="0" i="0" dirty="0">
                <a:solidFill>
                  <a:srgbClr val="666666"/>
                </a:solidFill>
                <a:effectLst/>
                <a:latin typeface="Times New Roman" panose="02020603050405020304" pitchFamily="18" charset="0"/>
                <a:cs typeface="Times New Roman" panose="02020603050405020304" pitchFamily="18" charset="0"/>
              </a:rPr>
              <a:t>Pants should be straight legged and covering shoes when arc welding </a:t>
            </a:r>
          </a:p>
          <a:p>
            <a:pPr marL="742950" lvl="1" indent="-285750" algn="l" fontAlgn="base">
              <a:buFont typeface="Arial" panose="020B0604020202020204" pitchFamily="34" charset="0"/>
              <a:buChar char="•"/>
            </a:pPr>
            <a:r>
              <a:rPr lang="en-US" sz="2000" b="0" i="0" dirty="0">
                <a:solidFill>
                  <a:srgbClr val="666666"/>
                </a:solidFill>
                <a:effectLst/>
                <a:latin typeface="Times New Roman" panose="02020603050405020304" pitchFamily="18" charset="0"/>
                <a:cs typeface="Times New Roman" panose="02020603050405020304" pitchFamily="18" charset="0"/>
              </a:rPr>
              <a:t>Fire-resistant welder’s cap or shoulder covers are needed for overhead work</a:t>
            </a:r>
          </a:p>
          <a:p>
            <a:pPr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Check protective clothing equipment before each use to make sure it is in good condition.</a:t>
            </a:r>
          </a:p>
          <a:p>
            <a:pPr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Keep clothes free of grease and oil.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0825" y="1185232"/>
            <a:ext cx="3248025" cy="4591050"/>
          </a:xfrm>
          <a:prstGeom prst="rect">
            <a:avLst/>
          </a:prstGeom>
        </p:spPr>
      </p:pic>
    </p:spTree>
    <p:extLst>
      <p:ext uri="{BB962C8B-B14F-4D97-AF65-F5344CB8AC3E}">
        <p14:creationId xmlns:p14="http://schemas.microsoft.com/office/powerpoint/2010/main" val="27965418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CF391-45AF-4CCF-B0E9-1C60C35EEA43}"/>
              </a:ext>
            </a:extLst>
          </p:cNvPr>
          <p:cNvSpPr>
            <a:spLocks noGrp="1"/>
          </p:cNvSpPr>
          <p:nvPr>
            <p:ph type="title"/>
          </p:nvPr>
        </p:nvSpPr>
        <p:spPr>
          <a:xfrm>
            <a:off x="689428" y="224972"/>
            <a:ext cx="6965874" cy="861774"/>
          </a:xfrm>
        </p:spPr>
        <p:txBody>
          <a:bodyPr/>
          <a:lstStyle/>
          <a:p>
            <a:r>
              <a:rPr lang="en-IN" sz="2800" b="1" i="0" dirty="0">
                <a:solidFill>
                  <a:srgbClr val="474747"/>
                </a:solidFill>
                <a:effectLst/>
                <a:latin typeface="Times New Roman" panose="02020603050405020304" pitchFamily="18" charset="0"/>
                <a:cs typeface="Times New Roman" panose="02020603050405020304" pitchFamily="18" charset="0"/>
              </a:rPr>
              <a:t>Proper Ventilation</a:t>
            </a:r>
            <a:br>
              <a:rPr lang="en-IN" sz="2800" b="1" i="0" dirty="0">
                <a:solidFill>
                  <a:srgbClr val="474747"/>
                </a:solidFill>
                <a:effectLst/>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88144F-45A1-41AB-8237-94A61B482C3B}"/>
              </a:ext>
            </a:extLst>
          </p:cNvPr>
          <p:cNvSpPr>
            <a:spLocks noGrp="1"/>
          </p:cNvSpPr>
          <p:nvPr>
            <p:ph sz="quarter" idx="4294967295"/>
          </p:nvPr>
        </p:nvSpPr>
        <p:spPr>
          <a:xfrm>
            <a:off x="400465" y="1057717"/>
            <a:ext cx="7543800" cy="4924425"/>
          </a:xfrm>
        </p:spPr>
        <p:txBody>
          <a:bodyPr/>
          <a:lstStyle/>
          <a:p>
            <a:r>
              <a:rPr lang="en-US" sz="2000" b="0" i="0" u="none" dirty="0">
                <a:solidFill>
                  <a:srgbClr val="666666"/>
                </a:solidFill>
                <a:effectLst/>
                <a:latin typeface="Times New Roman" panose="02020603050405020304" pitchFamily="18" charset="0"/>
                <a:cs typeface="Times New Roman" panose="02020603050405020304" pitchFamily="18" charset="0"/>
              </a:rPr>
              <a:t>Be sure there is adequate ventilation available when welding in confined areas or where there are barriers to air movement. Natural drafts, fans, and positioning of the head can help keep fumes away from the welder’s face.</a:t>
            </a:r>
          </a:p>
          <a:p>
            <a:pPr algn="l" fontAlgn="base"/>
            <a:r>
              <a:rPr lang="en-US" sz="2000" b="1" i="0" u="none" cap="all" dirty="0">
                <a:solidFill>
                  <a:srgbClr val="000000"/>
                </a:solidFill>
                <a:effectLst/>
                <a:latin typeface="Times New Roman" panose="02020603050405020304" pitchFamily="18" charset="0"/>
                <a:cs typeface="Times New Roman" panose="02020603050405020304" pitchFamily="18" charset="0"/>
              </a:rPr>
              <a:t>VENTILATION IS SUFFICIENT IF**: </a:t>
            </a:r>
          </a:p>
          <a:p>
            <a:pPr marL="625475" indent="-182563"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The room or welding area contains at least 10,000 cubic feet for each welder.</a:t>
            </a:r>
          </a:p>
          <a:p>
            <a:pPr marL="625475" indent="-182563"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The ceiling height is not less than 16 feet.</a:t>
            </a:r>
          </a:p>
          <a:p>
            <a:pPr marL="625475" indent="-182563"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Cross ventilation is not blocked by partitions, equipment, or other structural barriers.</a:t>
            </a:r>
          </a:p>
          <a:p>
            <a:pPr marL="625475" indent="-182563" algn="l" fontAlgn="base">
              <a:buFont typeface="Arial" panose="020B0604020202020204" pitchFamily="34" charset="0"/>
              <a:buChar char="•"/>
            </a:pPr>
            <a:r>
              <a:rPr lang="en-US" sz="2000" b="0" i="0" u="none" dirty="0">
                <a:solidFill>
                  <a:srgbClr val="666666"/>
                </a:solidFill>
                <a:effectLst/>
                <a:latin typeface="Times New Roman" panose="02020603050405020304" pitchFamily="18" charset="0"/>
                <a:cs typeface="Times New Roman" panose="02020603050405020304" pitchFamily="18" charset="0"/>
              </a:rPr>
              <a:t>Welding is not done in a confined space.</a:t>
            </a:r>
          </a:p>
          <a:p>
            <a:pPr algn="l" fontAlgn="base"/>
            <a:r>
              <a:rPr lang="en-US" sz="2000" b="0" i="0" u="none" dirty="0">
                <a:solidFill>
                  <a:srgbClr val="666666"/>
                </a:solidFill>
                <a:effectLst/>
                <a:latin typeface="Times New Roman" panose="02020603050405020304" pitchFamily="18" charset="0"/>
                <a:cs typeface="Times New Roman" panose="02020603050405020304" pitchFamily="18" charset="0"/>
              </a:rPr>
              <a:t>**If these space requirements are not met then the area needs to be equipped with mechanical ventilating equipment that exhausts at least 2000 cfm of air for each welder, except where local exhaust hoods or booths, or air-line respirators are used.</a:t>
            </a:r>
          </a:p>
          <a:p>
            <a:endParaRPr lang="en-IN" sz="2000" u="none"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4265" y="2176904"/>
            <a:ext cx="3952970" cy="2776096"/>
          </a:xfrm>
          <a:prstGeom prst="rect">
            <a:avLst/>
          </a:prstGeom>
        </p:spPr>
      </p:pic>
    </p:spTree>
    <p:extLst>
      <p:ext uri="{BB962C8B-B14F-4D97-AF65-F5344CB8AC3E}">
        <p14:creationId xmlns:p14="http://schemas.microsoft.com/office/powerpoint/2010/main" val="26472547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3F692-386F-4518-95BA-E79F5B5FFD4C}"/>
              </a:ext>
            </a:extLst>
          </p:cNvPr>
          <p:cNvSpPr>
            <a:spLocks noGrp="1"/>
          </p:cNvSpPr>
          <p:nvPr>
            <p:ph type="title"/>
          </p:nvPr>
        </p:nvSpPr>
        <p:spPr>
          <a:xfrm>
            <a:off x="3124200" y="2286000"/>
            <a:ext cx="8683348" cy="738664"/>
          </a:xfrm>
        </p:spPr>
        <p:txBody>
          <a:bodyPr/>
          <a:lstStyle/>
          <a:p>
            <a:r>
              <a:rPr lang="en-US" dirty="0">
                <a:solidFill>
                  <a:srgbClr val="FF0000"/>
                </a:solidFill>
                <a:latin typeface="Times New Roman" panose="02020603050405020304" pitchFamily="18" charset="0"/>
                <a:cs typeface="Times New Roman" panose="02020603050405020304" pitchFamily="18" charset="0"/>
              </a:rPr>
              <a:t>Safety in Arc Welding</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3276600"/>
            <a:ext cx="3581400" cy="2686050"/>
          </a:xfrm>
          <a:prstGeom prst="rect">
            <a:avLst/>
          </a:prstGeom>
        </p:spPr>
      </p:pic>
    </p:spTree>
    <p:extLst>
      <p:ext uri="{BB962C8B-B14F-4D97-AF65-F5344CB8AC3E}">
        <p14:creationId xmlns:p14="http://schemas.microsoft.com/office/powerpoint/2010/main" val="30117368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7A753152-B1A6-4AB3-9438-C6C41522C309}"/>
              </a:ext>
            </a:extLst>
          </p:cNvPr>
          <p:cNvSpPr>
            <a:spLocks noGrp="1"/>
          </p:cNvSpPr>
          <p:nvPr>
            <p:ph type="sldNum" sz="quarter" idx="4294967295"/>
          </p:nvPr>
        </p:nvSpPr>
        <p:spPr>
          <a:xfrm>
            <a:off x="8778240" y="6377940"/>
            <a:ext cx="2804160"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E1BB3F80-1E42-4E3A-B450-C95F1FA48EC5}"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61</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301058" name="Rectangle 2">
            <a:extLst>
              <a:ext uri="{FF2B5EF4-FFF2-40B4-BE49-F238E27FC236}">
                <a16:creationId xmlns:a16="http://schemas.microsoft.com/office/drawing/2014/main" id="{D08DC82E-1E49-4D8B-8969-1D08B94F5A2B}"/>
              </a:ext>
            </a:extLst>
          </p:cNvPr>
          <p:cNvSpPr>
            <a:spLocks noGrp="1" noChangeArrowheads="1"/>
          </p:cNvSpPr>
          <p:nvPr>
            <p:ph type="title"/>
          </p:nvPr>
        </p:nvSpPr>
        <p:spPr>
          <a:xfrm>
            <a:off x="911225" y="397478"/>
            <a:ext cx="9622790" cy="738664"/>
          </a:xfrm>
        </p:spPr>
        <p:txBody>
          <a:bodyPr/>
          <a:lstStyle/>
          <a:p>
            <a:pPr eaLnBrk="1" hangingPunct="1">
              <a:defRPr/>
            </a:pPr>
            <a:r>
              <a:rPr lang="en-US">
                <a:latin typeface="Times New Roman" panose="02020603050405020304" pitchFamily="18" charset="0"/>
                <a:cs typeface="Times New Roman" panose="02020603050405020304" pitchFamily="18" charset="0"/>
              </a:rPr>
              <a:t>What is Arc Welding?</a:t>
            </a:r>
          </a:p>
        </p:txBody>
      </p:sp>
      <p:sp>
        <p:nvSpPr>
          <p:cNvPr id="11268" name="Rectangle 3">
            <a:extLst>
              <a:ext uri="{FF2B5EF4-FFF2-40B4-BE49-F238E27FC236}">
                <a16:creationId xmlns:a16="http://schemas.microsoft.com/office/drawing/2014/main" id="{084276FF-1CB1-4A89-9033-47D4562E7BC1}"/>
              </a:ext>
            </a:extLst>
          </p:cNvPr>
          <p:cNvSpPr>
            <a:spLocks noGrp="1" noChangeArrowheads="1"/>
          </p:cNvSpPr>
          <p:nvPr>
            <p:ph type="body" idx="1"/>
          </p:nvPr>
        </p:nvSpPr>
        <p:spPr>
          <a:xfrm>
            <a:off x="792501" y="1726869"/>
            <a:ext cx="10444480" cy="1169551"/>
          </a:xfrm>
        </p:spPr>
        <p:txBody>
          <a:bodyPr/>
          <a:lstStyle/>
          <a:p>
            <a:pPr eaLnBrk="1" hangingPunct="1"/>
            <a:r>
              <a:rPr lang="en-US" altLang="en-US" sz="2800">
                <a:latin typeface="Times New Roman" panose="02020603050405020304" pitchFamily="18" charset="0"/>
                <a:cs typeface="Times New Roman" panose="02020603050405020304" pitchFamily="18" charset="0"/>
              </a:rPr>
              <a:t>Arc welding is most commonly used to join two pieces of metal</a:t>
            </a:r>
            <a:r>
              <a:rPr lang="en-US" altLang="en-US">
                <a:latin typeface="Times New Roman" panose="02020603050405020304" pitchFamily="18" charset="0"/>
                <a:cs typeface="Times New Roman" panose="02020603050405020304" pitchFamily="18" charset="0"/>
              </a:rPr>
              <a:t> </a:t>
            </a:r>
          </a:p>
          <a:p>
            <a:pPr lvl="1" eaLnBrk="1" hangingPunct="1"/>
            <a:r>
              <a:rPr lang="en-US" altLang="en-US" sz="2400">
                <a:latin typeface="Times New Roman" panose="02020603050405020304" pitchFamily="18" charset="0"/>
                <a:cs typeface="Times New Roman" panose="02020603050405020304" pitchFamily="18" charset="0"/>
              </a:rPr>
              <a:t>The welder creates an electric arc that melts the base metals and filler metal (consumable) together so that they all fuse into one solid piece of metal</a:t>
            </a:r>
          </a:p>
        </p:txBody>
      </p:sp>
      <p:pic>
        <p:nvPicPr>
          <p:cNvPr id="301060" name="Picture 4" descr="34788P">
            <a:extLst>
              <a:ext uri="{FF2B5EF4-FFF2-40B4-BE49-F238E27FC236}">
                <a16:creationId xmlns:a16="http://schemas.microsoft.com/office/drawing/2014/main" id="{599A35DF-B1C3-426E-A7B3-FC880F470376}"/>
              </a:ext>
            </a:extLst>
          </p:cNvPr>
          <p:cNvPicPr>
            <a:picLocks noChangeAspect="1" noChangeArrowheads="1"/>
          </p:cNvPicPr>
          <p:nvPr/>
        </p:nvPicPr>
        <p:blipFill>
          <a:blip r:embed="rId3"/>
          <a:srcRect/>
          <a:stretch>
            <a:fillRect/>
          </a:stretch>
        </p:blipFill>
        <p:spPr bwMode="auto">
          <a:xfrm>
            <a:off x="2406650" y="4003676"/>
            <a:ext cx="1982788" cy="1387475"/>
          </a:xfrm>
          <a:prstGeom prst="rect">
            <a:avLst/>
          </a:prstGeom>
          <a:noFill/>
          <a:effectLst>
            <a:outerShdw dist="99190" dir="3011666" algn="ctr" rotWithShape="0">
              <a:srgbClr val="808080"/>
            </a:outerShdw>
          </a:effectLst>
        </p:spPr>
      </p:pic>
      <p:pic>
        <p:nvPicPr>
          <p:cNvPr id="301061" name="Picture 5" descr="34790P">
            <a:extLst>
              <a:ext uri="{FF2B5EF4-FFF2-40B4-BE49-F238E27FC236}">
                <a16:creationId xmlns:a16="http://schemas.microsoft.com/office/drawing/2014/main" id="{EEA9AD7B-26A7-4400-9C8F-7240DB0B669B}"/>
              </a:ext>
            </a:extLst>
          </p:cNvPr>
          <p:cNvPicPr>
            <a:picLocks noChangeAspect="1" noChangeArrowheads="1"/>
          </p:cNvPicPr>
          <p:nvPr/>
        </p:nvPicPr>
        <p:blipFill>
          <a:blip r:embed="rId4"/>
          <a:srcRect/>
          <a:stretch>
            <a:fillRect/>
          </a:stretch>
        </p:blipFill>
        <p:spPr bwMode="auto">
          <a:xfrm>
            <a:off x="5210175" y="3990976"/>
            <a:ext cx="2027238" cy="1419225"/>
          </a:xfrm>
          <a:prstGeom prst="rect">
            <a:avLst/>
          </a:prstGeom>
          <a:noFill/>
          <a:effectLst>
            <a:outerShdw dist="89803" dir="2700000" algn="ctr" rotWithShape="0">
              <a:srgbClr val="808080"/>
            </a:outerShdw>
          </a:effectLst>
        </p:spPr>
      </p:pic>
      <p:pic>
        <p:nvPicPr>
          <p:cNvPr id="301062" name="Picture 6" descr="34791P">
            <a:extLst>
              <a:ext uri="{FF2B5EF4-FFF2-40B4-BE49-F238E27FC236}">
                <a16:creationId xmlns:a16="http://schemas.microsoft.com/office/drawing/2014/main" id="{CF6FA621-3580-42DA-9168-CDFF74092745}"/>
              </a:ext>
            </a:extLst>
          </p:cNvPr>
          <p:cNvPicPr>
            <a:picLocks noChangeAspect="1" noChangeArrowheads="1"/>
          </p:cNvPicPr>
          <p:nvPr/>
        </p:nvPicPr>
        <p:blipFill>
          <a:blip r:embed="rId5"/>
          <a:srcRect/>
          <a:stretch>
            <a:fillRect/>
          </a:stretch>
        </p:blipFill>
        <p:spPr bwMode="auto">
          <a:xfrm>
            <a:off x="8083551" y="4022726"/>
            <a:ext cx="1992313" cy="1395413"/>
          </a:xfrm>
          <a:prstGeom prst="rect">
            <a:avLst/>
          </a:prstGeom>
          <a:noFill/>
          <a:effectLst>
            <a:outerShdw dist="99190" dir="3011666" algn="ctr" rotWithShape="0">
              <a:srgbClr val="808080"/>
            </a:outerShdw>
          </a:effectLst>
        </p:spPr>
      </p:pic>
      <p:sp>
        <p:nvSpPr>
          <p:cNvPr id="11272" name="Text Box 10">
            <a:extLst>
              <a:ext uri="{FF2B5EF4-FFF2-40B4-BE49-F238E27FC236}">
                <a16:creationId xmlns:a16="http://schemas.microsoft.com/office/drawing/2014/main" id="{1FDCA13C-0FD4-4873-B5D1-0A973067A184}"/>
              </a:ext>
            </a:extLst>
          </p:cNvPr>
          <p:cNvSpPr txBox="1">
            <a:spLocks noChangeArrowheads="1"/>
          </p:cNvSpPr>
          <p:nvPr/>
        </p:nvSpPr>
        <p:spPr bwMode="auto">
          <a:xfrm>
            <a:off x="2438401" y="5580063"/>
            <a:ext cx="20177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Steel Pipe – Tack Welded</a:t>
            </a:r>
          </a:p>
        </p:txBody>
      </p:sp>
      <p:sp>
        <p:nvSpPr>
          <p:cNvPr id="11273" name="Text Box 11">
            <a:extLst>
              <a:ext uri="{FF2B5EF4-FFF2-40B4-BE49-F238E27FC236}">
                <a16:creationId xmlns:a16="http://schemas.microsoft.com/office/drawing/2014/main" id="{DF747468-094D-43DD-82C2-FE21736055A6}"/>
              </a:ext>
            </a:extLst>
          </p:cNvPr>
          <p:cNvSpPr txBox="1">
            <a:spLocks noChangeArrowheads="1"/>
          </p:cNvSpPr>
          <p:nvPr/>
        </p:nvSpPr>
        <p:spPr bwMode="auto">
          <a:xfrm>
            <a:off x="5302250" y="5607050"/>
            <a:ext cx="19637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Root Pass or “Stringer Bead” </a:t>
            </a:r>
          </a:p>
        </p:txBody>
      </p:sp>
      <p:sp>
        <p:nvSpPr>
          <p:cNvPr id="11274" name="Text Box 12">
            <a:extLst>
              <a:ext uri="{FF2B5EF4-FFF2-40B4-BE49-F238E27FC236}">
                <a16:creationId xmlns:a16="http://schemas.microsoft.com/office/drawing/2014/main" id="{AD44E81A-A050-4C0E-A23B-D52AAF48A930}"/>
              </a:ext>
            </a:extLst>
          </p:cNvPr>
          <p:cNvSpPr txBox="1">
            <a:spLocks noChangeArrowheads="1"/>
          </p:cNvSpPr>
          <p:nvPr/>
        </p:nvSpPr>
        <p:spPr bwMode="auto">
          <a:xfrm>
            <a:off x="8153401" y="5527675"/>
            <a:ext cx="203041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Final weld after several beads are made</a:t>
            </a:r>
          </a:p>
        </p:txBody>
      </p:sp>
    </p:spTree>
    <p:extLst>
      <p:ext uri="{BB962C8B-B14F-4D97-AF65-F5344CB8AC3E}">
        <p14:creationId xmlns:p14="http://schemas.microsoft.com/office/powerpoint/2010/main" val="9359760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FED1C328-81DF-4BE3-AA12-7F28207898C4}"/>
              </a:ext>
            </a:extLst>
          </p:cNvPr>
          <p:cNvSpPr>
            <a:spLocks noGrp="1"/>
          </p:cNvSpPr>
          <p:nvPr>
            <p:ph type="sldNum" sz="quarter" idx="10"/>
          </p:nvPr>
        </p:nvSpPr>
        <p:spPr>
          <a:xfrm>
            <a:off x="8778240" y="6377940"/>
            <a:ext cx="2804160"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F01110DE-44C9-428E-8B37-633A0D20F550}"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62</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38919" name="Rectangle 7">
            <a:extLst>
              <a:ext uri="{FF2B5EF4-FFF2-40B4-BE49-F238E27FC236}">
                <a16:creationId xmlns:a16="http://schemas.microsoft.com/office/drawing/2014/main" id="{515E58AE-F0AC-4976-8270-3C2F9301280E}"/>
              </a:ext>
            </a:extLst>
          </p:cNvPr>
          <p:cNvSpPr>
            <a:spLocks noGrp="1" noChangeArrowheads="1"/>
          </p:cNvSpPr>
          <p:nvPr>
            <p:ph type="title"/>
          </p:nvPr>
        </p:nvSpPr>
        <p:spPr>
          <a:xfrm>
            <a:off x="2855384" y="221357"/>
            <a:ext cx="7355416" cy="738664"/>
          </a:xfrm>
        </p:spPr>
        <p:txBody>
          <a:bodyPr/>
          <a:lstStyle/>
          <a:p>
            <a:pPr eaLnBrk="1" hangingPunct="1">
              <a:defRPr/>
            </a:pPr>
            <a:r>
              <a:rPr lang="en-US" dirty="0">
                <a:solidFill>
                  <a:srgbClr val="FF0000"/>
                </a:solidFill>
                <a:latin typeface="Times New Roman" panose="02020603050405020304" pitchFamily="18" charset="0"/>
                <a:cs typeface="Times New Roman" panose="02020603050405020304" pitchFamily="18" charset="0"/>
              </a:rPr>
              <a:t>Arc Welding Safety</a:t>
            </a:r>
          </a:p>
        </p:txBody>
      </p:sp>
      <p:sp>
        <p:nvSpPr>
          <p:cNvPr id="27652" name="Rectangle 8">
            <a:extLst>
              <a:ext uri="{FF2B5EF4-FFF2-40B4-BE49-F238E27FC236}">
                <a16:creationId xmlns:a16="http://schemas.microsoft.com/office/drawing/2014/main" id="{CBFA1B49-C364-4019-8B45-3DD0C44FCC82}"/>
              </a:ext>
            </a:extLst>
          </p:cNvPr>
          <p:cNvSpPr>
            <a:spLocks noGrp="1" noChangeArrowheads="1"/>
          </p:cNvSpPr>
          <p:nvPr>
            <p:ph type="body" sz="half" idx="1"/>
          </p:nvPr>
        </p:nvSpPr>
        <p:spPr>
          <a:xfrm>
            <a:off x="742951" y="1330325"/>
            <a:ext cx="5317067" cy="2523768"/>
          </a:xfrm>
        </p:spPr>
        <p:txBody>
          <a:bodyPr/>
          <a:lstStyle/>
          <a:p>
            <a:pPr eaLnBrk="1" hangingPunct="1"/>
            <a:r>
              <a:rPr lang="en-US" altLang="en-US" sz="2800" dirty="0">
                <a:latin typeface="Times New Roman" panose="02020603050405020304" pitchFamily="18" charset="0"/>
                <a:cs typeface="Times New Roman" panose="02020603050405020304" pitchFamily="18" charset="0"/>
              </a:rPr>
              <a:t>Protect yourself and others from potential hazards including:</a:t>
            </a:r>
          </a:p>
          <a:p>
            <a:pPr lvl="1" eaLnBrk="1" hangingPunct="1"/>
            <a:r>
              <a:rPr lang="en-US" altLang="en-US" dirty="0">
                <a:latin typeface="Times New Roman" panose="02020603050405020304" pitchFamily="18" charset="0"/>
                <a:cs typeface="Times New Roman" panose="02020603050405020304" pitchFamily="18" charset="0"/>
              </a:rPr>
              <a:t>Fumes and Gases</a:t>
            </a:r>
          </a:p>
          <a:p>
            <a:pPr lvl="1" eaLnBrk="1" hangingPunct="1"/>
            <a:r>
              <a:rPr lang="en-US" altLang="en-US" dirty="0">
                <a:latin typeface="Times New Roman" panose="02020603050405020304" pitchFamily="18" charset="0"/>
                <a:cs typeface="Times New Roman" panose="02020603050405020304" pitchFamily="18" charset="0"/>
              </a:rPr>
              <a:t>Electric Shock</a:t>
            </a:r>
          </a:p>
          <a:p>
            <a:pPr lvl="1" eaLnBrk="1" hangingPunct="1"/>
            <a:r>
              <a:rPr lang="en-US" altLang="en-US" dirty="0">
                <a:latin typeface="Times New Roman" panose="02020603050405020304" pitchFamily="18" charset="0"/>
                <a:cs typeface="Times New Roman" panose="02020603050405020304" pitchFamily="18" charset="0"/>
              </a:rPr>
              <a:t>Arc Rays</a:t>
            </a:r>
          </a:p>
          <a:p>
            <a:pPr lvl="1" eaLnBrk="1" hangingPunct="1"/>
            <a:r>
              <a:rPr lang="en-US" altLang="en-US" dirty="0">
                <a:latin typeface="Times New Roman" panose="02020603050405020304" pitchFamily="18" charset="0"/>
                <a:cs typeface="Times New Roman" panose="02020603050405020304" pitchFamily="18" charset="0"/>
              </a:rPr>
              <a:t>Fire and Explosion Hazards </a:t>
            </a:r>
          </a:p>
          <a:p>
            <a:pPr lvl="1" eaLnBrk="1" hangingPunct="1"/>
            <a:r>
              <a:rPr lang="en-US" altLang="en-US" dirty="0">
                <a:latin typeface="Times New Roman" panose="02020603050405020304" pitchFamily="18" charset="0"/>
                <a:cs typeface="Times New Roman" panose="02020603050405020304" pitchFamily="18" charset="0"/>
              </a:rPr>
              <a:t>Noise</a:t>
            </a:r>
          </a:p>
          <a:p>
            <a:pPr lvl="1" eaLnBrk="1" hangingPunct="1"/>
            <a:r>
              <a:rPr lang="en-US" altLang="en-US" dirty="0">
                <a:latin typeface="Times New Roman" panose="02020603050405020304" pitchFamily="18" charset="0"/>
                <a:cs typeface="Times New Roman" panose="02020603050405020304" pitchFamily="18" charset="0"/>
              </a:rPr>
              <a:t>Hot objects</a:t>
            </a:r>
          </a:p>
        </p:txBody>
      </p:sp>
      <p:sp>
        <p:nvSpPr>
          <p:cNvPr id="38916" name="Rectangle 4">
            <a:extLst>
              <a:ext uri="{FF2B5EF4-FFF2-40B4-BE49-F238E27FC236}">
                <a16:creationId xmlns:a16="http://schemas.microsoft.com/office/drawing/2014/main" id="{092689A4-2F13-45B0-9957-B22B1620E4EE}"/>
              </a:ext>
            </a:extLst>
          </p:cNvPr>
          <p:cNvSpPr>
            <a:spLocks noChangeArrowheads="1"/>
          </p:cNvSpPr>
          <p:nvPr/>
        </p:nvSpPr>
        <p:spPr bwMode="auto">
          <a:xfrm>
            <a:off x="1981200" y="304801"/>
            <a:ext cx="8229600" cy="868363"/>
          </a:xfrm>
          <a:prstGeom prst="rect">
            <a:avLst/>
          </a:prstGeom>
          <a:noFill/>
          <a:ln w="9525">
            <a:noFill/>
            <a:miter lim="800000"/>
            <a:headEnd/>
            <a:tailEnd/>
          </a:ln>
          <a:effectLst>
            <a:outerShdw dist="45791" dir="3378596" algn="ctr" rotWithShape="0">
              <a:srgbClr val="000000"/>
            </a:outerShdw>
          </a:effectLst>
        </p:spPr>
        <p:txBody>
          <a:bodyPr anchor="ctr"/>
          <a:lstStyle/>
          <a:p>
            <a:pPr fontAlgn="base">
              <a:spcBef>
                <a:spcPct val="0"/>
              </a:spcBef>
              <a:spcAft>
                <a:spcPct val="0"/>
              </a:spcAft>
              <a:defRPr/>
            </a:pPr>
            <a:endParaRPr lang="en-US" sz="2800" b="1">
              <a:solidFill>
                <a:srgbClr val="FFFFFF"/>
              </a:solidFill>
              <a:latin typeface="Times New Roman" panose="02020603050405020304" pitchFamily="18" charset="0"/>
              <a:cs typeface="Times New Roman" panose="02020603050405020304" pitchFamily="18" charset="0"/>
            </a:endParaRPr>
          </a:p>
        </p:txBody>
      </p:sp>
      <p:pic>
        <p:nvPicPr>
          <p:cNvPr id="38925" name="Picture 13" descr="Auto Darkening Helmet">
            <a:extLst>
              <a:ext uri="{FF2B5EF4-FFF2-40B4-BE49-F238E27FC236}">
                <a16:creationId xmlns:a16="http://schemas.microsoft.com/office/drawing/2014/main" id="{DBE3A05F-47A5-467A-BDA6-343B7932348D}"/>
              </a:ext>
            </a:extLst>
          </p:cNvPr>
          <p:cNvPicPr>
            <a:picLocks noChangeAspect="1" noChangeArrowheads="1"/>
          </p:cNvPicPr>
          <p:nvPr/>
        </p:nvPicPr>
        <p:blipFill>
          <a:blip r:embed="rId3"/>
          <a:srcRect/>
          <a:stretch>
            <a:fillRect/>
          </a:stretch>
        </p:blipFill>
        <p:spPr bwMode="auto">
          <a:xfrm>
            <a:off x="4975226" y="4119563"/>
            <a:ext cx="1736725" cy="2273300"/>
          </a:xfrm>
          <a:prstGeom prst="rect">
            <a:avLst/>
          </a:prstGeom>
          <a:noFill/>
          <a:effectLst>
            <a:outerShdw dist="107763" dir="2700000" algn="ctr" rotWithShape="0">
              <a:srgbClr val="808080">
                <a:alpha val="50000"/>
              </a:srgbClr>
            </a:outerShdw>
          </a:effectLst>
        </p:spPr>
      </p:pic>
      <p:pic>
        <p:nvPicPr>
          <p:cNvPr id="38927" name="Picture 15" descr="21">
            <a:extLst>
              <a:ext uri="{FF2B5EF4-FFF2-40B4-BE49-F238E27FC236}">
                <a16:creationId xmlns:a16="http://schemas.microsoft.com/office/drawing/2014/main" id="{6723DC86-E064-4FD4-8FC9-E308E0A327BF}"/>
              </a:ext>
            </a:extLst>
          </p:cNvPr>
          <p:cNvPicPr>
            <a:picLocks noGrp="1" noChangeAspect="1" noChangeArrowheads="1"/>
          </p:cNvPicPr>
          <p:nvPr>
            <p:ph sz="quarter" idx="3"/>
          </p:nvPr>
        </p:nvPicPr>
        <p:blipFill>
          <a:blip r:embed="rId4"/>
          <a:srcRect/>
          <a:stretch>
            <a:fillRect/>
          </a:stretch>
        </p:blipFill>
        <p:spPr>
          <a:xfrm>
            <a:off x="7505700" y="4872038"/>
            <a:ext cx="1843088" cy="1433512"/>
          </a:xfrm>
          <a:effectLst>
            <a:outerShdw dist="107763" dir="2700000" algn="ctr" rotWithShape="0">
              <a:srgbClr val="808080">
                <a:alpha val="50000"/>
              </a:srgbClr>
            </a:outerShdw>
          </a:effectLst>
        </p:spPr>
      </p:pic>
      <p:sp>
        <p:nvSpPr>
          <p:cNvPr id="27656" name="AutoShape 19" descr="00001311">
            <a:extLst>
              <a:ext uri="{FF2B5EF4-FFF2-40B4-BE49-F238E27FC236}">
                <a16:creationId xmlns:a16="http://schemas.microsoft.com/office/drawing/2014/main" id="{B0B4467E-FE61-454F-A234-FD5DCE8932E3}"/>
              </a:ext>
            </a:extLst>
          </p:cNvPr>
          <p:cNvSpPr>
            <a:spLocks noChangeAspect="1" noChangeArrowheads="1"/>
          </p:cNvSpPr>
          <p:nvPr/>
        </p:nvSpPr>
        <p:spPr bwMode="auto">
          <a:xfrm>
            <a:off x="1679575" y="460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endParaRPr lang="en-US" altLang="en-US">
              <a:solidFill>
                <a:srgbClr val="000000"/>
              </a:solidFill>
              <a:latin typeface="Times New Roman" panose="02020603050405020304" pitchFamily="18" charset="0"/>
              <a:cs typeface="Times New Roman" panose="02020603050405020304" pitchFamily="18" charset="0"/>
            </a:endParaRPr>
          </a:p>
        </p:txBody>
      </p:sp>
      <p:sp>
        <p:nvSpPr>
          <p:cNvPr id="27657" name="AutoShape 21" descr="00001311">
            <a:extLst>
              <a:ext uri="{FF2B5EF4-FFF2-40B4-BE49-F238E27FC236}">
                <a16:creationId xmlns:a16="http://schemas.microsoft.com/office/drawing/2014/main" id="{FA0BEC0E-6B59-44E3-AD8E-D0CEB4116150}"/>
              </a:ext>
            </a:extLst>
          </p:cNvPr>
          <p:cNvSpPr>
            <a:spLocks noChangeAspect="1" noChangeArrowheads="1"/>
          </p:cNvSpPr>
          <p:nvPr/>
        </p:nvSpPr>
        <p:spPr bwMode="auto">
          <a:xfrm>
            <a:off x="5943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endParaRPr lang="en-US" altLang="en-US">
              <a:solidFill>
                <a:srgbClr val="000000"/>
              </a:solidFill>
              <a:latin typeface="Times New Roman" panose="02020603050405020304" pitchFamily="18" charset="0"/>
              <a:cs typeface="Times New Roman" panose="02020603050405020304" pitchFamily="18" charset="0"/>
            </a:endParaRPr>
          </a:p>
        </p:txBody>
      </p:sp>
      <p:pic>
        <p:nvPicPr>
          <p:cNvPr id="38934" name="Picture 22" descr="untitled">
            <a:extLst>
              <a:ext uri="{FF2B5EF4-FFF2-40B4-BE49-F238E27FC236}">
                <a16:creationId xmlns:a16="http://schemas.microsoft.com/office/drawing/2014/main" id="{3FCBFA50-D068-4C6E-A193-4FD367B48494}"/>
              </a:ext>
            </a:extLst>
          </p:cNvPr>
          <p:cNvPicPr>
            <a:picLocks noGrp="1" noChangeAspect="1" noChangeArrowheads="1"/>
          </p:cNvPicPr>
          <p:nvPr>
            <p:ph sz="quarter" idx="2"/>
          </p:nvPr>
        </p:nvPicPr>
        <p:blipFill>
          <a:blip r:embed="rId5"/>
          <a:srcRect/>
          <a:stretch>
            <a:fillRect/>
          </a:stretch>
        </p:blipFill>
        <p:spPr>
          <a:xfrm>
            <a:off x="6805613" y="1462088"/>
            <a:ext cx="3262312" cy="3294062"/>
          </a:xfrm>
          <a:effectLst>
            <a:outerShdw dist="107763" dir="2700000" algn="ctr" rotWithShape="0">
              <a:srgbClr val="808080">
                <a:alpha val="50000"/>
              </a:srgbClr>
            </a:outerShdw>
          </a:effectLst>
        </p:spPr>
      </p:pic>
    </p:spTree>
    <p:extLst>
      <p:ext uri="{BB962C8B-B14F-4D97-AF65-F5344CB8AC3E}">
        <p14:creationId xmlns:p14="http://schemas.microsoft.com/office/powerpoint/2010/main" val="762273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935F3F52-5BE1-4687-B2E2-A5D8F10E53B2}"/>
              </a:ext>
            </a:extLst>
          </p:cNvPr>
          <p:cNvSpPr>
            <a:spLocks noGrp="1"/>
          </p:cNvSpPr>
          <p:nvPr>
            <p:ph type="sldNum" sz="quarter" idx="4294967295"/>
          </p:nvPr>
        </p:nvSpPr>
        <p:spPr>
          <a:xfrm>
            <a:off x="8778240" y="6377940"/>
            <a:ext cx="2804160"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4E180D4E-C700-4D3B-BD59-F3CAD47A311B}"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63</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141314" name="Rectangle 2">
            <a:extLst>
              <a:ext uri="{FF2B5EF4-FFF2-40B4-BE49-F238E27FC236}">
                <a16:creationId xmlns:a16="http://schemas.microsoft.com/office/drawing/2014/main" id="{DAA18A58-A695-45C6-AFD7-387E503ABE84}"/>
              </a:ext>
            </a:extLst>
          </p:cNvPr>
          <p:cNvSpPr>
            <a:spLocks noGrp="1" noChangeArrowheads="1"/>
          </p:cNvSpPr>
          <p:nvPr>
            <p:ph type="title"/>
          </p:nvPr>
        </p:nvSpPr>
        <p:spPr>
          <a:xfrm>
            <a:off x="911225" y="397478"/>
            <a:ext cx="9622790" cy="738664"/>
          </a:xfrm>
        </p:spPr>
        <p:txBody>
          <a:bodyPr/>
          <a:lstStyle/>
          <a:p>
            <a:pPr eaLnBrk="1" hangingPunct="1">
              <a:defRPr/>
            </a:pPr>
            <a:r>
              <a:rPr lang="en-US">
                <a:latin typeface="Times New Roman" panose="02020603050405020304" pitchFamily="18" charset="0"/>
                <a:cs typeface="Times New Roman" panose="02020603050405020304" pitchFamily="18" charset="0"/>
              </a:rPr>
              <a:t>Fumes and Gases</a:t>
            </a:r>
          </a:p>
        </p:txBody>
      </p:sp>
      <p:sp>
        <p:nvSpPr>
          <p:cNvPr id="28676" name="Rectangle 3">
            <a:extLst>
              <a:ext uri="{FF2B5EF4-FFF2-40B4-BE49-F238E27FC236}">
                <a16:creationId xmlns:a16="http://schemas.microsoft.com/office/drawing/2014/main" id="{6CC44630-CBA5-4FA6-B811-D8748FEE72A4}"/>
              </a:ext>
            </a:extLst>
          </p:cNvPr>
          <p:cNvSpPr>
            <a:spLocks noGrp="1" noChangeArrowheads="1"/>
          </p:cNvSpPr>
          <p:nvPr>
            <p:ph type="body" sz="half" idx="4294967295"/>
          </p:nvPr>
        </p:nvSpPr>
        <p:spPr>
          <a:xfrm>
            <a:off x="5638800" y="1537895"/>
            <a:ext cx="6248400" cy="4836319"/>
          </a:xfrm>
        </p:spPr>
        <p:txBody>
          <a:bodyPr/>
          <a:lstStyle/>
          <a:p>
            <a:pPr algn="just" eaLnBrk="1" hangingPunct="1"/>
            <a:r>
              <a:rPr lang="en-US" altLang="en-US" sz="2400" u="none" dirty="0">
                <a:latin typeface="Times New Roman" panose="02020603050405020304" pitchFamily="18" charset="0"/>
                <a:cs typeface="Times New Roman" panose="02020603050405020304" pitchFamily="18" charset="0"/>
              </a:rPr>
              <a:t>Fumes and gases can be hazardous to your health</a:t>
            </a:r>
          </a:p>
          <a:p>
            <a:pPr algn="just" eaLnBrk="1" hangingPunct="1"/>
            <a:r>
              <a:rPr lang="en-US" altLang="en-US" sz="2400" u="none" dirty="0">
                <a:latin typeface="Times New Roman" panose="02020603050405020304" pitchFamily="18" charset="0"/>
                <a:cs typeface="Times New Roman" panose="02020603050405020304" pitchFamily="18" charset="0"/>
              </a:rPr>
              <a:t>Keep your head out of the fumes</a:t>
            </a:r>
          </a:p>
          <a:p>
            <a:pPr algn="just" eaLnBrk="1" hangingPunct="1"/>
            <a:r>
              <a:rPr lang="en-US" altLang="en-US" sz="2400" u="none" dirty="0">
                <a:latin typeface="Times New Roman" panose="02020603050405020304" pitchFamily="18" charset="0"/>
                <a:cs typeface="Times New Roman" panose="02020603050405020304" pitchFamily="18" charset="0"/>
              </a:rPr>
              <a:t>Use enough ventilation, exhaust at the arc, or both, to keep fumes and gases from your breathing zone and the general area</a:t>
            </a:r>
          </a:p>
          <a:p>
            <a:pPr algn="just" eaLnBrk="1" hangingPunct="1"/>
            <a:r>
              <a:rPr lang="en-US" altLang="en-US" sz="2400" u="none" dirty="0">
                <a:latin typeface="Times New Roman" panose="02020603050405020304" pitchFamily="18" charset="0"/>
                <a:cs typeface="Times New Roman" panose="02020603050405020304" pitchFamily="18" charset="0"/>
              </a:rPr>
              <a:t>See product labeling and MSDS for ventilation and respirator requirements</a:t>
            </a:r>
          </a:p>
        </p:txBody>
      </p:sp>
      <p:pic>
        <p:nvPicPr>
          <p:cNvPr id="141318" name="Picture 6">
            <a:extLst>
              <a:ext uri="{FF2B5EF4-FFF2-40B4-BE49-F238E27FC236}">
                <a16:creationId xmlns:a16="http://schemas.microsoft.com/office/drawing/2014/main" id="{BDD9081F-9E8B-4EAA-B937-464AF18AEB1D}"/>
              </a:ext>
            </a:extLst>
          </p:cNvPr>
          <p:cNvPicPr>
            <a:picLocks noChangeAspect="1" noChangeArrowheads="1"/>
          </p:cNvPicPr>
          <p:nvPr/>
        </p:nvPicPr>
        <p:blipFill>
          <a:blip r:embed="rId3"/>
          <a:srcRect/>
          <a:stretch>
            <a:fillRect/>
          </a:stretch>
        </p:blipFill>
        <p:spPr bwMode="auto">
          <a:xfrm>
            <a:off x="1219200" y="1537895"/>
            <a:ext cx="3979278" cy="3415105"/>
          </a:xfrm>
          <a:prstGeom prst="rect">
            <a:avLst/>
          </a:prstGeom>
          <a:noFill/>
          <a:ln w="9525">
            <a:solidFill>
              <a:schemeClr val="tx1"/>
            </a:solidFill>
            <a:miter lim="800000"/>
            <a:headEnd/>
            <a:tailEnd/>
          </a:ln>
          <a:effectLst>
            <a:outerShdw dist="35921" dir="2700000" algn="ctr" rotWithShape="0">
              <a:schemeClr val="bg2"/>
            </a:outerShdw>
          </a:effectLst>
        </p:spPr>
      </p:pic>
    </p:spTree>
    <p:extLst>
      <p:ext uri="{BB962C8B-B14F-4D97-AF65-F5344CB8AC3E}">
        <p14:creationId xmlns:p14="http://schemas.microsoft.com/office/powerpoint/2010/main" val="3339877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E54F4183-E081-4363-B5E8-4BDA1518C35A}"/>
              </a:ext>
            </a:extLst>
          </p:cNvPr>
          <p:cNvSpPr>
            <a:spLocks noGrp="1"/>
          </p:cNvSpPr>
          <p:nvPr>
            <p:ph type="sldNum" sz="quarter" idx="10"/>
          </p:nvPr>
        </p:nvSpPr>
        <p:spPr>
          <a:xfrm>
            <a:off x="8778240" y="6377940"/>
            <a:ext cx="2804160"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E7C6F72F-CC58-458A-B1C0-572DDA1C0171}"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64</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137218" name="Rectangle 2">
            <a:extLst>
              <a:ext uri="{FF2B5EF4-FFF2-40B4-BE49-F238E27FC236}">
                <a16:creationId xmlns:a16="http://schemas.microsoft.com/office/drawing/2014/main" id="{81B67CEB-80E5-47E5-88D8-BF633B82D481}"/>
              </a:ext>
            </a:extLst>
          </p:cNvPr>
          <p:cNvSpPr>
            <a:spLocks noGrp="1" noChangeArrowheads="1"/>
          </p:cNvSpPr>
          <p:nvPr>
            <p:ph type="title"/>
          </p:nvPr>
        </p:nvSpPr>
        <p:spPr>
          <a:xfrm>
            <a:off x="4226984" y="65088"/>
            <a:ext cx="7355416" cy="738664"/>
          </a:xfrm>
        </p:spPr>
        <p:txBody>
          <a:bodyPr/>
          <a:lstStyle/>
          <a:p>
            <a:pPr eaLnBrk="1" hangingPunct="1">
              <a:defRPr/>
            </a:pPr>
            <a:r>
              <a:rPr lang="en-US">
                <a:latin typeface="Times New Roman" panose="02020603050405020304" pitchFamily="18" charset="0"/>
                <a:cs typeface="Times New Roman" panose="02020603050405020304" pitchFamily="18" charset="0"/>
              </a:rPr>
              <a:t>Electric Shock</a:t>
            </a:r>
          </a:p>
        </p:txBody>
      </p:sp>
      <p:sp>
        <p:nvSpPr>
          <p:cNvPr id="29700" name="Rectangle 3">
            <a:extLst>
              <a:ext uri="{FF2B5EF4-FFF2-40B4-BE49-F238E27FC236}">
                <a16:creationId xmlns:a16="http://schemas.microsoft.com/office/drawing/2014/main" id="{81A94CA5-51C6-4F94-BACB-62B2776D8039}"/>
              </a:ext>
            </a:extLst>
          </p:cNvPr>
          <p:cNvSpPr>
            <a:spLocks noGrp="1" noChangeArrowheads="1"/>
          </p:cNvSpPr>
          <p:nvPr>
            <p:ph type="body" sz="half" idx="1"/>
          </p:nvPr>
        </p:nvSpPr>
        <p:spPr>
          <a:xfrm>
            <a:off x="638400" y="1782763"/>
            <a:ext cx="5597300" cy="3102388"/>
          </a:xfrm>
        </p:spPr>
        <p:txBody>
          <a:bodyPr/>
          <a:lstStyle/>
          <a:p>
            <a:pPr eaLnBrk="1" hangingPunct="1">
              <a:lnSpc>
                <a:spcPct val="90000"/>
              </a:lnSpc>
            </a:pPr>
            <a:r>
              <a:rPr lang="en-US" altLang="en-US" sz="2400" u="none" dirty="0">
                <a:latin typeface="Times New Roman" panose="02020603050405020304" pitchFamily="18" charset="0"/>
                <a:cs typeface="Times New Roman" panose="02020603050405020304" pitchFamily="18" charset="0"/>
              </a:rPr>
              <a:t>Electric shock can kill </a:t>
            </a:r>
          </a:p>
          <a:p>
            <a:pPr eaLnBrk="1" hangingPunct="1">
              <a:lnSpc>
                <a:spcPct val="90000"/>
              </a:lnSpc>
            </a:pPr>
            <a:r>
              <a:rPr lang="en-US" altLang="en-US" sz="2400" u="none" dirty="0">
                <a:latin typeface="Times New Roman" panose="02020603050405020304" pitchFamily="18" charset="0"/>
                <a:cs typeface="Times New Roman" panose="02020603050405020304" pitchFamily="18" charset="0"/>
              </a:rPr>
              <a:t>Do not touch live electrical parts</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Primary Voltage –230, 460 volt input power</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Secondary Voltage – 6 to 100 volts for welding</a:t>
            </a:r>
          </a:p>
          <a:p>
            <a:pPr eaLnBrk="1" hangingPunct="1">
              <a:lnSpc>
                <a:spcPct val="90000"/>
              </a:lnSpc>
            </a:pPr>
            <a:r>
              <a:rPr lang="en-US" altLang="en-US" sz="2400" u="none" dirty="0">
                <a:latin typeface="Times New Roman" panose="02020603050405020304" pitchFamily="18" charset="0"/>
                <a:cs typeface="Times New Roman" panose="02020603050405020304" pitchFamily="18" charset="0"/>
              </a:rPr>
              <a:t>Insulate yourself from work and ground</a:t>
            </a:r>
          </a:p>
          <a:p>
            <a:pPr eaLnBrk="1" hangingPunct="1">
              <a:lnSpc>
                <a:spcPct val="90000"/>
              </a:lnSpc>
            </a:pPr>
            <a:r>
              <a:rPr lang="en-US" altLang="en-US" sz="2400" u="none" dirty="0">
                <a:latin typeface="Times New Roman" panose="02020603050405020304" pitchFamily="18" charset="0"/>
                <a:cs typeface="Times New Roman" panose="02020603050405020304" pitchFamily="18" charset="0"/>
              </a:rPr>
              <a:t>Follow all warnings on welding equipment</a:t>
            </a:r>
          </a:p>
        </p:txBody>
      </p:sp>
      <p:sp>
        <p:nvSpPr>
          <p:cNvPr id="29701" name="Rectangle 5">
            <a:extLst>
              <a:ext uri="{FF2B5EF4-FFF2-40B4-BE49-F238E27FC236}">
                <a16:creationId xmlns:a16="http://schemas.microsoft.com/office/drawing/2014/main" id="{8DCC3FB9-9716-4DCA-8940-93A18DDE79C2}"/>
              </a:ext>
            </a:extLst>
          </p:cNvPr>
          <p:cNvSpPr>
            <a:spLocks noChangeArrowheads="1"/>
          </p:cNvSpPr>
          <p:nvPr/>
        </p:nvSpPr>
        <p:spPr bwMode="auto">
          <a:xfrm>
            <a:off x="6591300" y="1408113"/>
            <a:ext cx="4343400" cy="473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20000"/>
              </a:spcBef>
              <a:spcAft>
                <a:spcPct val="0"/>
              </a:spcAft>
              <a:buClr>
                <a:srgbClr val="DB003C"/>
              </a:buClr>
              <a:buFontTx/>
              <a:buChar char="•"/>
            </a:pPr>
            <a:endParaRPr lang="en-US" altLang="en-US" sz="2000">
              <a:solidFill>
                <a:srgbClr val="000000"/>
              </a:solidFill>
              <a:latin typeface="Times New Roman" panose="02020603050405020304" pitchFamily="18" charset="0"/>
              <a:cs typeface="Times New Roman" panose="02020603050405020304" pitchFamily="18" charset="0"/>
            </a:endParaRPr>
          </a:p>
        </p:txBody>
      </p:sp>
      <p:pic>
        <p:nvPicPr>
          <p:cNvPr id="137229" name="Picture 13">
            <a:extLst>
              <a:ext uri="{FF2B5EF4-FFF2-40B4-BE49-F238E27FC236}">
                <a16:creationId xmlns:a16="http://schemas.microsoft.com/office/drawing/2014/main" id="{C01C3782-6C0A-4990-9E03-4F5031326F02}"/>
              </a:ext>
            </a:extLst>
          </p:cNvPr>
          <p:cNvPicPr>
            <a:picLocks noGrp="1" noChangeAspect="1" noChangeArrowheads="1"/>
          </p:cNvPicPr>
          <p:nvPr>
            <p:ph sz="half" idx="2"/>
          </p:nvPr>
        </p:nvPicPr>
        <p:blipFill>
          <a:blip r:embed="rId3"/>
          <a:srcRect/>
          <a:stretch>
            <a:fillRect/>
          </a:stretch>
        </p:blipFill>
        <p:spPr>
          <a:xfrm>
            <a:off x="6756400" y="1782763"/>
            <a:ext cx="3657600" cy="2881312"/>
          </a:xfrm>
          <a:ln>
            <a:solidFill>
              <a:schemeClr val="tx1"/>
            </a:solidFill>
          </a:ln>
          <a:effectLst>
            <a:outerShdw dist="35921" dir="2700000" algn="ctr" rotWithShape="0">
              <a:schemeClr val="bg2"/>
            </a:outerShdw>
          </a:effectLst>
        </p:spPr>
      </p:pic>
      <p:sp>
        <p:nvSpPr>
          <p:cNvPr id="137230" name="Text Box 14">
            <a:extLst>
              <a:ext uri="{FF2B5EF4-FFF2-40B4-BE49-F238E27FC236}">
                <a16:creationId xmlns:a16="http://schemas.microsoft.com/office/drawing/2014/main" id="{505411FE-13CD-406F-BD45-844C8ACB3D7E}"/>
              </a:ext>
            </a:extLst>
          </p:cNvPr>
          <p:cNvSpPr txBox="1">
            <a:spLocks noChangeArrowheads="1"/>
          </p:cNvSpPr>
          <p:nvPr/>
        </p:nvSpPr>
        <p:spPr bwMode="auto">
          <a:xfrm>
            <a:off x="7443789" y="4865688"/>
            <a:ext cx="2524125" cy="925512"/>
          </a:xfrm>
          <a:prstGeom prst="rect">
            <a:avLst/>
          </a:prstGeom>
          <a:noFill/>
          <a:ln w="9525">
            <a:solidFill>
              <a:schemeClr val="tx1"/>
            </a:solidFill>
            <a:miter lim="800000"/>
            <a:headEnd/>
            <a:tailEnd/>
          </a:ln>
          <a:effectLst/>
        </p:spPr>
        <p:txBody>
          <a:bodyPr>
            <a:spAutoFit/>
          </a:bodyPr>
          <a:lstStyle/>
          <a:p>
            <a:pPr algn="ctr" fontAlgn="base">
              <a:spcBef>
                <a:spcPct val="50000"/>
              </a:spcBef>
              <a:spcAft>
                <a:spcPct val="0"/>
              </a:spcAft>
              <a:defRPr/>
            </a:pPr>
            <a:r>
              <a:rPr lang="en-US">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Do not make repairs yourself, alert your instructor immediately!</a:t>
            </a:r>
          </a:p>
        </p:txBody>
      </p:sp>
    </p:spTree>
    <p:extLst>
      <p:ext uri="{BB962C8B-B14F-4D97-AF65-F5344CB8AC3E}">
        <p14:creationId xmlns:p14="http://schemas.microsoft.com/office/powerpoint/2010/main" val="28747760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04209D85-A167-4806-91F1-C44F29DD58C9}"/>
              </a:ext>
            </a:extLst>
          </p:cNvPr>
          <p:cNvSpPr>
            <a:spLocks noGrp="1"/>
          </p:cNvSpPr>
          <p:nvPr>
            <p:ph type="sldNum" sz="quarter" idx="4294967295"/>
          </p:nvPr>
        </p:nvSpPr>
        <p:spPr>
          <a:xfrm>
            <a:off x="8778240" y="6377940"/>
            <a:ext cx="2804160"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0272E17E-6719-4BD5-943C-D9A614E9C1E7}"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65</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149506" name="Rectangle 2">
            <a:extLst>
              <a:ext uri="{FF2B5EF4-FFF2-40B4-BE49-F238E27FC236}">
                <a16:creationId xmlns:a16="http://schemas.microsoft.com/office/drawing/2014/main" id="{096CE6E6-7B2F-45F5-9360-5C82DD844FAC}"/>
              </a:ext>
            </a:extLst>
          </p:cNvPr>
          <p:cNvSpPr>
            <a:spLocks noGrp="1" noChangeArrowheads="1"/>
          </p:cNvSpPr>
          <p:nvPr>
            <p:ph type="title"/>
          </p:nvPr>
        </p:nvSpPr>
        <p:spPr>
          <a:xfrm>
            <a:off x="911225" y="397478"/>
            <a:ext cx="9622790" cy="738664"/>
          </a:xfrm>
        </p:spPr>
        <p:txBody>
          <a:bodyPr/>
          <a:lstStyle/>
          <a:p>
            <a:pPr eaLnBrk="1" hangingPunct="1">
              <a:defRPr/>
            </a:pPr>
            <a:r>
              <a:rPr lang="en-US">
                <a:latin typeface="Times New Roman" panose="02020603050405020304" pitchFamily="18" charset="0"/>
                <a:cs typeface="Times New Roman" panose="02020603050405020304" pitchFamily="18" charset="0"/>
              </a:rPr>
              <a:t>Arc Rays</a:t>
            </a:r>
          </a:p>
        </p:txBody>
      </p:sp>
      <p:sp>
        <p:nvSpPr>
          <p:cNvPr id="30724" name="Rectangle 3">
            <a:extLst>
              <a:ext uri="{FF2B5EF4-FFF2-40B4-BE49-F238E27FC236}">
                <a16:creationId xmlns:a16="http://schemas.microsoft.com/office/drawing/2014/main" id="{3BD45C91-CB2F-40A2-8F6A-5A22BC62A43C}"/>
              </a:ext>
            </a:extLst>
          </p:cNvPr>
          <p:cNvSpPr>
            <a:spLocks noGrp="1" noChangeArrowheads="1"/>
          </p:cNvSpPr>
          <p:nvPr>
            <p:ph type="body" sz="half" idx="4294967295"/>
          </p:nvPr>
        </p:nvSpPr>
        <p:spPr>
          <a:xfrm>
            <a:off x="457200" y="2505670"/>
            <a:ext cx="5964239" cy="1846659"/>
          </a:xfrm>
        </p:spPr>
        <p:txBody>
          <a:bodyPr/>
          <a:lstStyle/>
          <a:p>
            <a:pPr marL="342900" indent="-342900" eaLnBrk="1" hangingPunct="1">
              <a:buFont typeface="Arial" panose="020B0604020202020204" pitchFamily="34" charset="0"/>
              <a:buChar char="•"/>
            </a:pPr>
            <a:r>
              <a:rPr lang="en-US" altLang="en-US" sz="2400" i="1" u="none" dirty="0">
                <a:latin typeface="Times New Roman" panose="02020603050405020304" pitchFamily="18" charset="0"/>
                <a:cs typeface="Times New Roman" panose="02020603050405020304" pitchFamily="18" charset="0"/>
              </a:rPr>
              <a:t>Arc rays can injure eyes and burn skin</a:t>
            </a:r>
          </a:p>
          <a:p>
            <a:pPr marL="342900" indent="-342900" eaLnBrk="1" hangingPunct="1">
              <a:buFont typeface="Arial" panose="020B0604020202020204" pitchFamily="34" charset="0"/>
              <a:buChar char="•"/>
            </a:pPr>
            <a:r>
              <a:rPr lang="en-US" altLang="en-US" sz="2400" i="1" u="none" dirty="0">
                <a:latin typeface="Times New Roman" panose="02020603050405020304" pitchFamily="18" charset="0"/>
                <a:cs typeface="Times New Roman" panose="02020603050405020304" pitchFamily="18" charset="0"/>
              </a:rPr>
              <a:t>The welding arc is brighter than the sun</a:t>
            </a:r>
          </a:p>
          <a:p>
            <a:pPr marL="342900" indent="-342900" eaLnBrk="1" hangingPunct="1">
              <a:buFont typeface="Arial" panose="020B0604020202020204" pitchFamily="34" charset="0"/>
              <a:buChar char="•"/>
            </a:pPr>
            <a:r>
              <a:rPr lang="en-US" altLang="en-US" sz="2400" i="1" u="none" dirty="0">
                <a:latin typeface="Times New Roman" panose="02020603050405020304" pitchFamily="18" charset="0"/>
                <a:cs typeface="Times New Roman" panose="02020603050405020304" pitchFamily="18" charset="0"/>
              </a:rPr>
              <a:t>Precaution must be taken to protect your eyes and skin from UV radiation</a:t>
            </a:r>
          </a:p>
          <a:p>
            <a:pPr marL="342900" indent="-342900" eaLnBrk="1" hangingPunct="1">
              <a:buFont typeface="Arial" panose="020B0604020202020204" pitchFamily="34" charset="0"/>
              <a:buChar char="•"/>
            </a:pPr>
            <a:r>
              <a:rPr lang="en-US" altLang="en-US" sz="2400" i="1" u="none" dirty="0">
                <a:latin typeface="Times New Roman" panose="02020603050405020304" pitchFamily="18" charset="0"/>
                <a:cs typeface="Times New Roman" panose="02020603050405020304" pitchFamily="18" charset="0"/>
              </a:rPr>
              <a:t>Wear correct eye and body protection</a:t>
            </a:r>
          </a:p>
        </p:txBody>
      </p:sp>
      <p:pic>
        <p:nvPicPr>
          <p:cNvPr id="149516" name="Picture 12">
            <a:extLst>
              <a:ext uri="{FF2B5EF4-FFF2-40B4-BE49-F238E27FC236}">
                <a16:creationId xmlns:a16="http://schemas.microsoft.com/office/drawing/2014/main" id="{C448AB8D-C725-4D5A-9593-3EFB10FE8396}"/>
              </a:ext>
            </a:extLst>
          </p:cNvPr>
          <p:cNvPicPr>
            <a:picLocks noChangeAspect="1" noChangeArrowheads="1"/>
          </p:cNvPicPr>
          <p:nvPr/>
        </p:nvPicPr>
        <p:blipFill>
          <a:blip r:embed="rId3"/>
          <a:srcRect/>
          <a:stretch>
            <a:fillRect/>
          </a:stretch>
        </p:blipFill>
        <p:spPr bwMode="auto">
          <a:xfrm>
            <a:off x="6648451" y="2203450"/>
            <a:ext cx="3611563" cy="2451100"/>
          </a:xfrm>
          <a:prstGeom prst="rect">
            <a:avLst/>
          </a:prstGeom>
          <a:noFill/>
          <a:ln w="9525">
            <a:solidFill>
              <a:schemeClr val="tx1"/>
            </a:solidFill>
            <a:miter lim="800000"/>
            <a:headEnd/>
            <a:tailEnd/>
          </a:ln>
          <a:effectLst>
            <a:outerShdw dist="35921" dir="2700000" algn="ctr" rotWithShape="0">
              <a:schemeClr val="bg2"/>
            </a:outerShdw>
          </a:effectLst>
        </p:spPr>
      </p:pic>
    </p:spTree>
    <p:extLst>
      <p:ext uri="{BB962C8B-B14F-4D97-AF65-F5344CB8AC3E}">
        <p14:creationId xmlns:p14="http://schemas.microsoft.com/office/powerpoint/2010/main" val="39141727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4A4DD9FC-BA07-4CF6-9C75-522D46DD9832}"/>
              </a:ext>
            </a:extLst>
          </p:cNvPr>
          <p:cNvSpPr>
            <a:spLocks noGrp="1"/>
          </p:cNvSpPr>
          <p:nvPr>
            <p:ph type="sldNum" sz="quarter" idx="4294967295"/>
          </p:nvPr>
        </p:nvSpPr>
        <p:spPr>
          <a:xfrm>
            <a:off x="8948450" y="6377940"/>
            <a:ext cx="2633949"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80B79FC6-6B60-444B-B8E2-846D054B60F8}"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66</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145410" name="Rectangle 2">
            <a:extLst>
              <a:ext uri="{FF2B5EF4-FFF2-40B4-BE49-F238E27FC236}">
                <a16:creationId xmlns:a16="http://schemas.microsoft.com/office/drawing/2014/main" id="{F3B91F10-E06E-4F59-AAE4-8911ECA0E2F3}"/>
              </a:ext>
            </a:extLst>
          </p:cNvPr>
          <p:cNvSpPr>
            <a:spLocks noGrp="1" noChangeArrowheads="1"/>
          </p:cNvSpPr>
          <p:nvPr>
            <p:ph type="title"/>
          </p:nvPr>
        </p:nvSpPr>
        <p:spPr>
          <a:xfrm>
            <a:off x="1495323" y="397478"/>
            <a:ext cx="9038692" cy="738664"/>
          </a:xfrm>
        </p:spPr>
        <p:txBody>
          <a:bodyPr/>
          <a:lstStyle/>
          <a:p>
            <a:pPr eaLnBrk="1" hangingPunct="1">
              <a:defRPr/>
            </a:pPr>
            <a:r>
              <a:rPr lang="en-US">
                <a:latin typeface="Times New Roman" panose="02020603050405020304" pitchFamily="18" charset="0"/>
                <a:cs typeface="Times New Roman" panose="02020603050405020304" pitchFamily="18" charset="0"/>
              </a:rPr>
              <a:t>Fire and Explosion Hazards</a:t>
            </a:r>
          </a:p>
        </p:txBody>
      </p:sp>
      <p:sp>
        <p:nvSpPr>
          <p:cNvPr id="31748" name="Rectangle 3">
            <a:extLst>
              <a:ext uri="{FF2B5EF4-FFF2-40B4-BE49-F238E27FC236}">
                <a16:creationId xmlns:a16="http://schemas.microsoft.com/office/drawing/2014/main" id="{55070D92-DC99-4EBC-B25E-F8ECF7AAC515}"/>
              </a:ext>
            </a:extLst>
          </p:cNvPr>
          <p:cNvSpPr>
            <a:spLocks noGrp="1" noChangeArrowheads="1"/>
          </p:cNvSpPr>
          <p:nvPr>
            <p:ph type="body" sz="half" idx="4294967295"/>
          </p:nvPr>
        </p:nvSpPr>
        <p:spPr>
          <a:xfrm>
            <a:off x="533400" y="1970769"/>
            <a:ext cx="6253162" cy="4062651"/>
          </a:xfrm>
        </p:spPr>
        <p:txBody>
          <a:bodyPr/>
          <a:lstStyle/>
          <a:p>
            <a:pPr eaLnBrk="1" hangingPunct="1"/>
            <a:r>
              <a:rPr lang="en-US" altLang="en-US" sz="2400" u="none" dirty="0">
                <a:latin typeface="Times New Roman" panose="02020603050405020304" pitchFamily="18" charset="0"/>
                <a:cs typeface="Times New Roman" panose="02020603050405020304" pitchFamily="18" charset="0"/>
              </a:rPr>
              <a:t>Welding sparks can cause fires and explosions</a:t>
            </a:r>
          </a:p>
          <a:p>
            <a:pPr eaLnBrk="1" hangingPunct="1"/>
            <a:r>
              <a:rPr lang="en-US" altLang="en-US" sz="2400" u="none" dirty="0">
                <a:latin typeface="Times New Roman" panose="02020603050405020304" pitchFamily="18" charset="0"/>
                <a:cs typeface="Times New Roman" panose="02020603050405020304" pitchFamily="18" charset="0"/>
              </a:rPr>
              <a:t>Sparks and spatter from the  welding arc can spray up to 35 feet from your work</a:t>
            </a:r>
          </a:p>
          <a:p>
            <a:pPr eaLnBrk="1" hangingPunct="1"/>
            <a:r>
              <a:rPr lang="en-US" altLang="en-US" sz="2400" u="none" dirty="0">
                <a:latin typeface="Times New Roman" panose="02020603050405020304" pitchFamily="18" charset="0"/>
                <a:cs typeface="Times New Roman" panose="02020603050405020304" pitchFamily="18" charset="0"/>
              </a:rPr>
              <a:t>Flammable materials should be removed from the welding area or shielded from sparks and spatter</a:t>
            </a:r>
          </a:p>
          <a:p>
            <a:pPr eaLnBrk="1" hangingPunct="1"/>
            <a:r>
              <a:rPr lang="en-US" altLang="en-US" sz="2400" u="none" dirty="0">
                <a:latin typeface="Times New Roman" panose="02020603050405020304" pitchFamily="18" charset="0"/>
                <a:cs typeface="Times New Roman" panose="02020603050405020304" pitchFamily="18" charset="0"/>
              </a:rPr>
              <a:t>Have a fire extinguisher ready</a:t>
            </a:r>
          </a:p>
          <a:p>
            <a:pPr eaLnBrk="1" hangingPunct="1"/>
            <a:r>
              <a:rPr lang="en-US" altLang="en-US" sz="2400" u="none" dirty="0">
                <a:latin typeface="Times New Roman" panose="02020603050405020304" pitchFamily="18" charset="0"/>
                <a:cs typeface="Times New Roman" panose="02020603050405020304" pitchFamily="18" charset="0"/>
              </a:rPr>
              <a:t>Inspect area for fires 30 minutes after welding</a:t>
            </a:r>
          </a:p>
        </p:txBody>
      </p:sp>
      <p:pic>
        <p:nvPicPr>
          <p:cNvPr id="145414" name="Picture 6">
            <a:extLst>
              <a:ext uri="{FF2B5EF4-FFF2-40B4-BE49-F238E27FC236}">
                <a16:creationId xmlns:a16="http://schemas.microsoft.com/office/drawing/2014/main" id="{49A90265-31EF-47CF-BF99-8A4F3A44FDF8}"/>
              </a:ext>
            </a:extLst>
          </p:cNvPr>
          <p:cNvPicPr>
            <a:picLocks noChangeAspect="1" noChangeArrowheads="1"/>
          </p:cNvPicPr>
          <p:nvPr/>
        </p:nvPicPr>
        <p:blipFill>
          <a:blip r:embed="rId3"/>
          <a:srcRect/>
          <a:stretch>
            <a:fillRect/>
          </a:stretch>
        </p:blipFill>
        <p:spPr bwMode="auto">
          <a:xfrm>
            <a:off x="7012504" y="1978026"/>
            <a:ext cx="3250684" cy="3281363"/>
          </a:xfrm>
          <a:prstGeom prst="rect">
            <a:avLst/>
          </a:prstGeom>
          <a:noFill/>
          <a:ln w="9525">
            <a:solidFill>
              <a:schemeClr val="tx1"/>
            </a:solidFill>
            <a:miter lim="800000"/>
            <a:headEnd/>
            <a:tailEnd/>
          </a:ln>
          <a:effectLst>
            <a:outerShdw dist="35921" dir="2700000" algn="ctr" rotWithShape="0">
              <a:schemeClr val="bg2"/>
            </a:outerShdw>
          </a:effectLst>
        </p:spPr>
      </p:pic>
    </p:spTree>
    <p:extLst>
      <p:ext uri="{BB962C8B-B14F-4D97-AF65-F5344CB8AC3E}">
        <p14:creationId xmlns:p14="http://schemas.microsoft.com/office/powerpoint/2010/main" val="13766694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9C5DB5EE-DC02-403B-AB2A-876F421E47F3}"/>
              </a:ext>
            </a:extLst>
          </p:cNvPr>
          <p:cNvSpPr>
            <a:spLocks noGrp="1"/>
          </p:cNvSpPr>
          <p:nvPr>
            <p:ph type="sldNum" sz="quarter" idx="4294967295"/>
          </p:nvPr>
        </p:nvSpPr>
        <p:spPr>
          <a:xfrm>
            <a:off x="8778240" y="6377940"/>
            <a:ext cx="2804160"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F857F029-E7B4-49D4-AA79-49EF1ACEB090}"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67</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107522" name="Rectangle 2">
            <a:extLst>
              <a:ext uri="{FF2B5EF4-FFF2-40B4-BE49-F238E27FC236}">
                <a16:creationId xmlns:a16="http://schemas.microsoft.com/office/drawing/2014/main" id="{34FB45FC-9630-42B6-84C2-A28B853EA4BD}"/>
              </a:ext>
            </a:extLst>
          </p:cNvPr>
          <p:cNvSpPr>
            <a:spLocks noGrp="1" noChangeArrowheads="1"/>
          </p:cNvSpPr>
          <p:nvPr>
            <p:ph type="title"/>
          </p:nvPr>
        </p:nvSpPr>
        <p:spPr>
          <a:xfrm>
            <a:off x="911225" y="619966"/>
            <a:ext cx="9622790" cy="738664"/>
          </a:xfrm>
          <a:effectLst>
            <a:outerShdw dist="45791" dir="3378596" algn="ctr" rotWithShape="0">
              <a:srgbClr val="000000"/>
            </a:outerShdw>
          </a:effectLst>
        </p:spPr>
        <p:txBody>
          <a:bodyPr anchor="ctr"/>
          <a:lstStyle/>
          <a:p>
            <a:pPr eaLnBrk="1" hangingPunct="1">
              <a:defRPr/>
            </a:pPr>
            <a:r>
              <a:rPr lang="en-US">
                <a:latin typeface="Times New Roman" panose="02020603050405020304" pitchFamily="18" charset="0"/>
                <a:cs typeface="Times New Roman" panose="02020603050405020304" pitchFamily="18" charset="0"/>
              </a:rPr>
              <a:t>Noise</a:t>
            </a:r>
          </a:p>
        </p:txBody>
      </p:sp>
      <p:sp>
        <p:nvSpPr>
          <p:cNvPr id="32772" name="Rectangle 3">
            <a:extLst>
              <a:ext uri="{FF2B5EF4-FFF2-40B4-BE49-F238E27FC236}">
                <a16:creationId xmlns:a16="http://schemas.microsoft.com/office/drawing/2014/main" id="{2D7EE98A-FDAE-4D9E-94C0-2E7506104BB8}"/>
              </a:ext>
            </a:extLst>
          </p:cNvPr>
          <p:cNvSpPr>
            <a:spLocks noGrp="1" noChangeArrowheads="1"/>
          </p:cNvSpPr>
          <p:nvPr>
            <p:ph type="body" idx="1"/>
          </p:nvPr>
        </p:nvSpPr>
        <p:spPr>
          <a:xfrm>
            <a:off x="911225" y="1784431"/>
            <a:ext cx="8415337" cy="2492990"/>
          </a:xfrm>
        </p:spPr>
        <p:txBody>
          <a:bodyPr/>
          <a:lstStyle/>
          <a:p>
            <a:pPr eaLnBrk="1" hangingPunct="1"/>
            <a:endParaRPr lang="en-US" altLang="en-US" sz="2400" u="none" dirty="0">
              <a:latin typeface="Times New Roman" panose="02020603050405020304" pitchFamily="18" charset="0"/>
              <a:cs typeface="Times New Roman" panose="02020603050405020304" pitchFamily="18" charset="0"/>
            </a:endParaRPr>
          </a:p>
          <a:p>
            <a:pPr eaLnBrk="1" hangingPunct="1"/>
            <a:r>
              <a:rPr lang="en-US" altLang="en-US" sz="2400" u="none" dirty="0">
                <a:latin typeface="Times New Roman" panose="02020603050405020304" pitchFamily="18" charset="0"/>
                <a:cs typeface="Times New Roman" panose="02020603050405020304" pitchFamily="18" charset="0"/>
              </a:rPr>
              <a:t>Loud noises can damage your hearing</a:t>
            </a:r>
          </a:p>
          <a:p>
            <a:pPr eaLnBrk="1" hangingPunct="1"/>
            <a:r>
              <a:rPr lang="en-US" altLang="en-US" sz="2400" u="none" dirty="0">
                <a:latin typeface="Times New Roman" panose="02020603050405020304" pitchFamily="18" charset="0"/>
                <a:cs typeface="Times New Roman" panose="02020603050405020304" pitchFamily="18" charset="0"/>
              </a:rPr>
              <a:t>Keep loud noises at a safe level by using proper hearing protection such as:</a:t>
            </a:r>
          </a:p>
          <a:p>
            <a:pPr lvl="1" eaLnBrk="1" hangingPunct="1"/>
            <a:r>
              <a:rPr lang="en-US" altLang="en-US" sz="2000" dirty="0">
                <a:latin typeface="Times New Roman" panose="02020603050405020304" pitchFamily="18" charset="0"/>
                <a:cs typeface="Times New Roman" panose="02020603050405020304" pitchFamily="18" charset="0"/>
              </a:rPr>
              <a:t>Ear plugs </a:t>
            </a:r>
          </a:p>
          <a:p>
            <a:pPr lvl="1" eaLnBrk="1" hangingPunct="1"/>
            <a:r>
              <a:rPr lang="en-US" altLang="en-US" sz="2000" dirty="0">
                <a:latin typeface="Times New Roman" panose="02020603050405020304" pitchFamily="18" charset="0"/>
                <a:cs typeface="Times New Roman" panose="02020603050405020304" pitchFamily="18" charset="0"/>
              </a:rPr>
              <a:t>Ear muffs </a:t>
            </a:r>
          </a:p>
          <a:p>
            <a:pPr eaLnBrk="1" hangingPunct="1"/>
            <a:endParaRPr lang="en-US" altLang="en-US" sz="2400" i="1" u="none" dirty="0">
              <a:latin typeface="Times New Roman" panose="02020603050405020304" pitchFamily="18" charset="0"/>
              <a:cs typeface="Times New Roman" panose="02020603050405020304" pitchFamily="18" charset="0"/>
            </a:endParaRPr>
          </a:p>
        </p:txBody>
      </p:sp>
      <p:sp>
        <p:nvSpPr>
          <p:cNvPr id="107525" name="Rectangle 5">
            <a:extLst>
              <a:ext uri="{FF2B5EF4-FFF2-40B4-BE49-F238E27FC236}">
                <a16:creationId xmlns:a16="http://schemas.microsoft.com/office/drawing/2014/main" id="{F67A7D0C-DE86-4065-A497-1F49D32C6D1E}"/>
              </a:ext>
            </a:extLst>
          </p:cNvPr>
          <p:cNvSpPr>
            <a:spLocks noChangeArrowheads="1"/>
          </p:cNvSpPr>
          <p:nvPr/>
        </p:nvSpPr>
        <p:spPr bwMode="auto">
          <a:xfrm>
            <a:off x="1981200" y="304801"/>
            <a:ext cx="8229600" cy="868363"/>
          </a:xfrm>
          <a:prstGeom prst="rect">
            <a:avLst/>
          </a:prstGeom>
          <a:noFill/>
          <a:ln w="9525">
            <a:noFill/>
            <a:miter lim="800000"/>
            <a:headEnd/>
            <a:tailEnd/>
          </a:ln>
          <a:effectLst>
            <a:outerShdw dist="45791" dir="3378596" algn="ctr" rotWithShape="0">
              <a:srgbClr val="000000"/>
            </a:outerShdw>
          </a:effectLst>
        </p:spPr>
        <p:txBody>
          <a:bodyPr anchor="ctr"/>
          <a:lstStyle/>
          <a:p>
            <a:pPr fontAlgn="base">
              <a:spcBef>
                <a:spcPct val="0"/>
              </a:spcBef>
              <a:spcAft>
                <a:spcPct val="0"/>
              </a:spcAft>
              <a:defRPr/>
            </a:pPr>
            <a:endParaRPr lang="en-US" sz="2800" b="1">
              <a:solidFill>
                <a:srgbClr val="FFFFFF"/>
              </a:solidFill>
              <a:latin typeface="Times New Roman" panose="02020603050405020304" pitchFamily="18" charset="0"/>
              <a:cs typeface="Times New Roman" panose="02020603050405020304" pitchFamily="18" charset="0"/>
            </a:endParaRPr>
          </a:p>
        </p:txBody>
      </p:sp>
      <p:pic>
        <p:nvPicPr>
          <p:cNvPr id="107526" name="Picture 6" descr="sa50w">
            <a:extLst>
              <a:ext uri="{FF2B5EF4-FFF2-40B4-BE49-F238E27FC236}">
                <a16:creationId xmlns:a16="http://schemas.microsoft.com/office/drawing/2014/main" id="{A57740D1-514A-47BF-B244-C27ABFE725D1}"/>
              </a:ext>
            </a:extLst>
          </p:cNvPr>
          <p:cNvPicPr>
            <a:picLocks noChangeAspect="1" noChangeArrowheads="1"/>
          </p:cNvPicPr>
          <p:nvPr/>
        </p:nvPicPr>
        <p:blipFill>
          <a:blip r:embed="rId3"/>
          <a:srcRect/>
          <a:stretch>
            <a:fillRect/>
          </a:stretch>
        </p:blipFill>
        <p:spPr bwMode="auto">
          <a:xfrm>
            <a:off x="6423026" y="4046538"/>
            <a:ext cx="1782763" cy="2057400"/>
          </a:xfrm>
          <a:prstGeom prst="rect">
            <a:avLst/>
          </a:prstGeom>
          <a:noFill/>
          <a:effectLst>
            <a:outerShdw dist="107763" dir="2700000" algn="ctr" rotWithShape="0">
              <a:srgbClr val="808080">
                <a:alpha val="50000"/>
              </a:srgbClr>
            </a:outerShdw>
          </a:effectLst>
        </p:spPr>
      </p:pic>
      <p:pic>
        <p:nvPicPr>
          <p:cNvPr id="107527" name="Picture 7" descr="plug04">
            <a:extLst>
              <a:ext uri="{FF2B5EF4-FFF2-40B4-BE49-F238E27FC236}">
                <a16:creationId xmlns:a16="http://schemas.microsoft.com/office/drawing/2014/main" id="{75963CC9-75C9-4783-B501-6C1C3AA7AD28}"/>
              </a:ext>
            </a:extLst>
          </p:cNvPr>
          <p:cNvPicPr>
            <a:picLocks noChangeAspect="1" noChangeArrowheads="1"/>
          </p:cNvPicPr>
          <p:nvPr/>
        </p:nvPicPr>
        <p:blipFill>
          <a:blip r:embed="rId4"/>
          <a:srcRect/>
          <a:stretch>
            <a:fillRect/>
          </a:stretch>
        </p:blipFill>
        <p:spPr bwMode="auto">
          <a:xfrm>
            <a:off x="4073526" y="4627563"/>
            <a:ext cx="1558925" cy="1085850"/>
          </a:xfrm>
          <a:prstGeom prst="rect">
            <a:avLst/>
          </a:prstGeom>
          <a:noFill/>
          <a:ln w="9525">
            <a:solidFill>
              <a:schemeClr val="tx1"/>
            </a:solidFill>
            <a:miter lim="800000"/>
            <a:headEnd/>
            <a:tailEnd/>
          </a:ln>
          <a:effectLst>
            <a:outerShdw dist="107763" dir="2700000" algn="ctr" rotWithShape="0">
              <a:srgbClr val="808080">
                <a:alpha val="50000"/>
              </a:srgbClr>
            </a:outerShdw>
          </a:effectLst>
        </p:spPr>
      </p:pic>
    </p:spTree>
    <p:extLst>
      <p:ext uri="{BB962C8B-B14F-4D97-AF65-F5344CB8AC3E}">
        <p14:creationId xmlns:p14="http://schemas.microsoft.com/office/powerpoint/2010/main" val="28247283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4">
            <a:extLst>
              <a:ext uri="{FF2B5EF4-FFF2-40B4-BE49-F238E27FC236}">
                <a16:creationId xmlns:a16="http://schemas.microsoft.com/office/drawing/2014/main" id="{2B1B39E3-E17E-42F0-9123-DF972667052F}"/>
              </a:ext>
            </a:extLst>
          </p:cNvPr>
          <p:cNvSpPr>
            <a:spLocks noGrp="1"/>
          </p:cNvSpPr>
          <p:nvPr>
            <p:ph type="sldNum" sz="quarter" idx="10"/>
          </p:nvPr>
        </p:nvSpPr>
        <p:spPr>
          <a:xfrm>
            <a:off x="8778240" y="6377940"/>
            <a:ext cx="2804160" cy="2769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fld id="{F87A4FB8-506C-490D-A28E-D61B38ED1E15}" type="slidenum">
              <a:rPr lang="en-US" altLang="en-US">
                <a:solidFill>
                  <a:srgbClr val="FFFFFF"/>
                </a:solidFill>
                <a:latin typeface="Times New Roman" panose="02020603050405020304" pitchFamily="18" charset="0"/>
                <a:cs typeface="Times New Roman" panose="02020603050405020304" pitchFamily="18" charset="0"/>
              </a:rPr>
              <a:pPr eaLnBrk="1" fontAlgn="base" hangingPunct="1">
                <a:spcBef>
                  <a:spcPct val="0"/>
                </a:spcBef>
                <a:spcAft>
                  <a:spcPct val="0"/>
                </a:spcAft>
              </a:pPr>
              <a:t>68</a:t>
            </a:fld>
            <a:endParaRPr lang="en-US" altLang="en-US">
              <a:solidFill>
                <a:srgbClr val="FFFFFF"/>
              </a:solidFill>
              <a:latin typeface="Times New Roman" panose="02020603050405020304" pitchFamily="18" charset="0"/>
              <a:cs typeface="Times New Roman" panose="02020603050405020304" pitchFamily="18" charset="0"/>
            </a:endParaRPr>
          </a:p>
        </p:txBody>
      </p:sp>
      <p:sp>
        <p:nvSpPr>
          <p:cNvPr id="308226" name="Rectangle 2">
            <a:extLst>
              <a:ext uri="{FF2B5EF4-FFF2-40B4-BE49-F238E27FC236}">
                <a16:creationId xmlns:a16="http://schemas.microsoft.com/office/drawing/2014/main" id="{09A8C622-352C-4D90-B3D5-130FCCF95536}"/>
              </a:ext>
            </a:extLst>
          </p:cNvPr>
          <p:cNvSpPr>
            <a:spLocks noGrp="1" noChangeArrowheads="1"/>
          </p:cNvSpPr>
          <p:nvPr>
            <p:ph type="title"/>
          </p:nvPr>
        </p:nvSpPr>
        <p:spPr>
          <a:xfrm>
            <a:off x="3200400" y="331264"/>
            <a:ext cx="7355416" cy="738664"/>
          </a:xfrm>
        </p:spPr>
        <p:txBody>
          <a:bodyPr/>
          <a:lstStyle/>
          <a:p>
            <a:pPr eaLnBrk="1" hangingPunct="1">
              <a:defRPr/>
            </a:pPr>
            <a:r>
              <a:rPr lang="en-US" dirty="0">
                <a:latin typeface="Times New Roman" panose="02020603050405020304" pitchFamily="18" charset="0"/>
                <a:cs typeface="Times New Roman" panose="02020603050405020304" pitchFamily="18" charset="0"/>
              </a:rPr>
              <a:t>Protective Clothing</a:t>
            </a:r>
          </a:p>
        </p:txBody>
      </p:sp>
      <p:sp>
        <p:nvSpPr>
          <p:cNvPr id="1029" name="Rectangle 3">
            <a:extLst>
              <a:ext uri="{FF2B5EF4-FFF2-40B4-BE49-F238E27FC236}">
                <a16:creationId xmlns:a16="http://schemas.microsoft.com/office/drawing/2014/main" id="{0EADC5DB-8B55-4055-94D2-23746CA4B5E0}"/>
              </a:ext>
            </a:extLst>
          </p:cNvPr>
          <p:cNvSpPr>
            <a:spLocks noGrp="1" noChangeArrowheads="1"/>
          </p:cNvSpPr>
          <p:nvPr>
            <p:ph type="body" sz="half" idx="1"/>
          </p:nvPr>
        </p:nvSpPr>
        <p:spPr>
          <a:xfrm>
            <a:off x="1341967" y="1744186"/>
            <a:ext cx="6562725" cy="3693319"/>
          </a:xfrm>
        </p:spPr>
        <p:txBody>
          <a:bodyPr/>
          <a:lstStyle/>
          <a:p>
            <a:pPr eaLnBrk="1" hangingPunct="1">
              <a:buFontTx/>
              <a:buNone/>
            </a:pPr>
            <a:r>
              <a:rPr lang="en-US" altLang="en-US" dirty="0">
                <a:latin typeface="Times New Roman" panose="02020603050405020304" pitchFamily="18" charset="0"/>
                <a:cs typeface="Times New Roman" panose="02020603050405020304" pitchFamily="18" charset="0"/>
              </a:rPr>
              <a:t>Welders must wear protective clothing for </a:t>
            </a:r>
          </a:p>
          <a:p>
            <a:pPr lvl="1" eaLnBrk="1" hangingPunct="1"/>
            <a:r>
              <a:rPr lang="en-US" altLang="en-US" sz="1800" dirty="0">
                <a:latin typeface="Times New Roman" panose="02020603050405020304" pitchFamily="18" charset="0"/>
                <a:cs typeface="Times New Roman" panose="02020603050405020304" pitchFamily="18" charset="0"/>
              </a:rPr>
              <a:t>Protection from sparks, spatter and UV radiation</a:t>
            </a:r>
          </a:p>
          <a:p>
            <a:pPr lvl="1" eaLnBrk="1" hangingPunct="1"/>
            <a:r>
              <a:rPr lang="en-US" altLang="en-US" sz="1800" dirty="0">
                <a:latin typeface="Times New Roman" panose="02020603050405020304" pitchFamily="18" charset="0"/>
                <a:cs typeface="Times New Roman" panose="02020603050405020304" pitchFamily="18" charset="0"/>
              </a:rPr>
              <a:t>Insulation from electric shock</a:t>
            </a:r>
          </a:p>
          <a:p>
            <a:pPr lvl="1" eaLnBrk="1" hangingPunct="1"/>
            <a:endParaRPr lang="en-US" altLang="en-US" sz="1800"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Protective clothing includes …</a:t>
            </a:r>
          </a:p>
          <a:p>
            <a:pPr lvl="1" eaLnBrk="1" hangingPunct="1"/>
            <a:r>
              <a:rPr lang="en-US" altLang="en-US" sz="1800" dirty="0">
                <a:latin typeface="Times New Roman" panose="02020603050405020304" pitchFamily="18" charset="0"/>
                <a:cs typeface="Times New Roman" panose="02020603050405020304" pitchFamily="18" charset="0"/>
              </a:rPr>
              <a:t>Fire-proof clothing without rolled sleeves, cuffs or frays</a:t>
            </a:r>
          </a:p>
          <a:p>
            <a:pPr lvl="1" eaLnBrk="1" hangingPunct="1"/>
            <a:r>
              <a:rPr lang="en-US" altLang="en-US" sz="1800" dirty="0">
                <a:latin typeface="Times New Roman" panose="02020603050405020304" pitchFamily="18" charset="0"/>
                <a:cs typeface="Times New Roman" panose="02020603050405020304" pitchFamily="18" charset="0"/>
              </a:rPr>
              <a:t>Work boots</a:t>
            </a:r>
          </a:p>
          <a:p>
            <a:pPr lvl="1" eaLnBrk="1" hangingPunct="1"/>
            <a:r>
              <a:rPr lang="en-US" altLang="en-US" sz="1800" dirty="0">
                <a:latin typeface="Times New Roman" panose="02020603050405020304" pitchFamily="18" charset="0"/>
                <a:cs typeface="Times New Roman" panose="02020603050405020304" pitchFamily="18" charset="0"/>
              </a:rPr>
              <a:t>Welding gloves, jackets, bibs, and fire-proof pants</a:t>
            </a:r>
          </a:p>
          <a:p>
            <a:pPr lvl="1" eaLnBrk="1" hangingPunct="1"/>
            <a:r>
              <a:rPr lang="en-US" altLang="en-US" sz="1800" dirty="0">
                <a:latin typeface="Times New Roman" panose="02020603050405020304" pitchFamily="18" charset="0"/>
                <a:cs typeface="Times New Roman" panose="02020603050405020304" pitchFamily="18" charset="0"/>
              </a:rPr>
              <a:t>Welding cap, helmet and safety glasses</a:t>
            </a:r>
          </a:p>
          <a:p>
            <a:pPr lvl="1" eaLnBrk="1" hangingPunct="1"/>
            <a:r>
              <a:rPr lang="en-US" altLang="en-US" sz="1800" dirty="0">
                <a:latin typeface="Times New Roman" panose="02020603050405020304" pitchFamily="18" charset="0"/>
                <a:cs typeface="Times New Roman" panose="02020603050405020304" pitchFamily="18" charset="0"/>
              </a:rPr>
              <a:t>Ear protection – ear plugs and muffs</a:t>
            </a:r>
          </a:p>
        </p:txBody>
      </p:sp>
      <p:graphicFrame>
        <p:nvGraphicFramePr>
          <p:cNvPr id="1026" name="Object 18">
            <a:extLst>
              <a:ext uri="{FF2B5EF4-FFF2-40B4-BE49-F238E27FC236}">
                <a16:creationId xmlns:a16="http://schemas.microsoft.com/office/drawing/2014/main" id="{89583FD2-2392-4734-9A9F-37A8ED1C4F8A}"/>
              </a:ext>
            </a:extLst>
          </p:cNvPr>
          <p:cNvGraphicFramePr>
            <a:graphicFrameLocks noGrp="1" noChangeAspect="1"/>
          </p:cNvGraphicFramePr>
          <p:nvPr>
            <p:ph sz="half" idx="2"/>
            <p:extLst>
              <p:ext uri="{D42A27DB-BD31-4B8C-83A1-F6EECF244321}">
                <p14:modId xmlns:p14="http://schemas.microsoft.com/office/powerpoint/2010/main" val="2438262329"/>
              </p:ext>
            </p:extLst>
          </p:nvPr>
        </p:nvGraphicFramePr>
        <p:xfrm>
          <a:off x="8991600" y="1347787"/>
          <a:ext cx="2098675" cy="4795837"/>
        </p:xfrm>
        <a:graphic>
          <a:graphicData uri="http://schemas.openxmlformats.org/presentationml/2006/ole">
            <mc:AlternateContent xmlns:mc="http://schemas.openxmlformats.org/markup-compatibility/2006">
              <mc:Choice xmlns:v="urn:schemas-microsoft-com:vml" Requires="v">
                <p:oleObj name="Photo Editor Photo" r:id="rId3" imgW="6226080" imgH="14227773" progId="MSPhotoEd.3">
                  <p:embed/>
                </p:oleObj>
              </mc:Choice>
              <mc:Fallback>
                <p:oleObj name="Photo Editor Photo" r:id="rId3" imgW="6226080" imgH="14227773" progId="MSPhotoEd.3">
                  <p:embed/>
                  <p:pic>
                    <p:nvPicPr>
                      <p:cNvPr id="1026" name="Object 18">
                        <a:extLst>
                          <a:ext uri="{FF2B5EF4-FFF2-40B4-BE49-F238E27FC236}">
                            <a16:creationId xmlns:a16="http://schemas.microsoft.com/office/drawing/2014/main" id="{89583FD2-2392-4734-9A9F-37A8ED1C4F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1600" y="1347787"/>
                        <a:ext cx="2098675" cy="4795837"/>
                      </a:xfrm>
                      <a:prstGeom prst="rect">
                        <a:avLst/>
                      </a:prstGeom>
                      <a:noFill/>
                      <a:ln w="12700">
                        <a:solidFill>
                          <a:schemeClr val="tx1"/>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spTree>
    <p:extLst>
      <p:ext uri="{BB962C8B-B14F-4D97-AF65-F5344CB8AC3E}">
        <p14:creationId xmlns:p14="http://schemas.microsoft.com/office/powerpoint/2010/main" val="42492103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0400" y="152400"/>
            <a:ext cx="7315199" cy="628377"/>
          </a:xfrm>
          <a:prstGeom prst="rect">
            <a:avLst/>
          </a:prstGeom>
        </p:spPr>
        <p:txBody>
          <a:bodyPr vert="horz" wrap="square" lIns="0" tIns="12700" rIns="0" bIns="0" rtlCol="0">
            <a:spAutoFit/>
          </a:bodyPr>
          <a:lstStyle/>
          <a:p>
            <a:pPr marL="12700">
              <a:lnSpc>
                <a:spcPct val="100000"/>
              </a:lnSpc>
              <a:spcBef>
                <a:spcPts val="100"/>
              </a:spcBef>
            </a:pPr>
            <a:r>
              <a:rPr lang="en-US" sz="4000" b="1" dirty="0">
                <a:solidFill>
                  <a:srgbClr val="FF0000"/>
                </a:solidFill>
                <a:latin typeface="Times New Roman" panose="02020603050405020304" pitchFamily="18" charset="0"/>
                <a:cs typeface="Times New Roman" panose="02020603050405020304" pitchFamily="18" charset="0"/>
              </a:rPr>
              <a:t>MATERIAL</a:t>
            </a:r>
            <a:r>
              <a:rPr lang="en-US" sz="4000" b="1" spc="-200" dirty="0">
                <a:solidFill>
                  <a:srgbClr val="FF0000"/>
                </a:solidFill>
                <a:latin typeface="Times New Roman" panose="02020603050405020304" pitchFamily="18" charset="0"/>
                <a:cs typeface="Times New Roman" panose="02020603050405020304" pitchFamily="18" charset="0"/>
              </a:rPr>
              <a:t> </a:t>
            </a:r>
            <a:r>
              <a:rPr lang="en-US" sz="4000" b="1" spc="-10" dirty="0">
                <a:solidFill>
                  <a:srgbClr val="FF0000"/>
                </a:solidFill>
                <a:latin typeface="Times New Roman" panose="02020603050405020304" pitchFamily="18" charset="0"/>
                <a:cs typeface="Times New Roman" panose="02020603050405020304" pitchFamily="18" charset="0"/>
              </a:rPr>
              <a:t>HANDLING</a:t>
            </a:r>
            <a:endParaRPr lang="en-US" sz="4000"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53892" y="1014268"/>
            <a:ext cx="11539220" cy="5184775"/>
          </a:xfrm>
          <a:prstGeom prst="rect">
            <a:avLst/>
          </a:prstGeom>
        </p:spPr>
        <p:txBody>
          <a:bodyPr vert="horz" wrap="square" lIns="0" tIns="60960" rIns="0" bIns="0" rtlCol="0">
            <a:spAutoFit/>
          </a:bodyPr>
          <a:lstStyle/>
          <a:p>
            <a:pPr marL="186690" marR="33655" indent="-174625" algn="just">
              <a:lnSpc>
                <a:spcPts val="3020"/>
              </a:lnSpc>
              <a:spcBef>
                <a:spcPts val="480"/>
              </a:spcBef>
              <a:buFont typeface="Arial MT"/>
              <a:buChar char="•"/>
              <a:tabLst>
                <a:tab pos="187960" algn="l"/>
              </a:tabLst>
            </a:pPr>
            <a:r>
              <a:rPr sz="2400" dirty="0">
                <a:solidFill>
                  <a:srgbClr val="5B9BD4"/>
                </a:solidFill>
                <a:latin typeface="Times New Roman" panose="02020603050405020304" pitchFamily="18" charset="0"/>
                <a:cs typeface="Times New Roman" panose="02020603050405020304" pitchFamily="18" charset="0"/>
              </a:rPr>
              <a:t>Material</a:t>
            </a:r>
            <a:r>
              <a:rPr sz="2400" spc="229"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handling</a:t>
            </a:r>
            <a:r>
              <a:rPr sz="2400" spc="-4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is</a:t>
            </a:r>
            <a:r>
              <a:rPr sz="2400" spc="229"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the</a:t>
            </a:r>
            <a:r>
              <a:rPr sz="2400" spc="23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movement,</a:t>
            </a:r>
            <a:r>
              <a:rPr sz="2400" spc="229"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protection,</a:t>
            </a:r>
            <a:r>
              <a:rPr sz="2400" spc="23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storage</a:t>
            </a:r>
            <a:r>
              <a:rPr sz="2400" spc="229"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and</a:t>
            </a:r>
            <a:r>
              <a:rPr sz="2400" spc="229"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control</a:t>
            </a:r>
            <a:r>
              <a:rPr sz="2400" spc="235" dirty="0">
                <a:solidFill>
                  <a:srgbClr val="5B9BD4"/>
                </a:solidFill>
                <a:latin typeface="Times New Roman" panose="02020603050405020304" pitchFamily="18" charset="0"/>
                <a:cs typeface="Times New Roman" panose="02020603050405020304" pitchFamily="18" charset="0"/>
              </a:rPr>
              <a:t>  </a:t>
            </a:r>
            <a:r>
              <a:rPr sz="2400" spc="-25" dirty="0">
                <a:solidFill>
                  <a:srgbClr val="5B9BD4"/>
                </a:solidFill>
                <a:latin typeface="Times New Roman" panose="02020603050405020304" pitchFamily="18" charset="0"/>
                <a:cs typeface="Times New Roman" panose="02020603050405020304" pitchFamily="18" charset="0"/>
              </a:rPr>
              <a:t>of 	</a:t>
            </a:r>
            <a:r>
              <a:rPr sz="2400" dirty="0">
                <a:solidFill>
                  <a:srgbClr val="5B9BD4"/>
                </a:solidFill>
                <a:latin typeface="Times New Roman" panose="02020603050405020304" pitchFamily="18" charset="0"/>
                <a:cs typeface="Times New Roman" panose="02020603050405020304" pitchFamily="18" charset="0"/>
              </a:rPr>
              <a:t>materials</a:t>
            </a:r>
            <a:r>
              <a:rPr sz="2400" spc="2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and</a:t>
            </a:r>
            <a:r>
              <a:rPr sz="2400" spc="2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products</a:t>
            </a:r>
            <a:r>
              <a:rPr sz="2400" spc="2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throughout</a:t>
            </a:r>
            <a:r>
              <a:rPr sz="2400" spc="2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manufacturing,</a:t>
            </a:r>
            <a:r>
              <a:rPr sz="2400" spc="2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warehousing,</a:t>
            </a:r>
            <a:r>
              <a:rPr sz="2400" spc="25"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distribution, 	consumption</a:t>
            </a:r>
            <a:r>
              <a:rPr sz="2400" spc="-7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and</a:t>
            </a:r>
            <a:r>
              <a:rPr sz="2400" spc="-70"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disposal.</a:t>
            </a:r>
            <a:endParaRPr sz="2400" dirty="0">
              <a:latin typeface="Times New Roman" panose="02020603050405020304" pitchFamily="18" charset="0"/>
              <a:cs typeface="Times New Roman" panose="02020603050405020304" pitchFamily="18" charset="0"/>
            </a:endParaRPr>
          </a:p>
          <a:p>
            <a:pPr marL="186690" marR="23495" indent="-174625" algn="just">
              <a:lnSpc>
                <a:spcPts val="3020"/>
              </a:lnSpc>
              <a:spcBef>
                <a:spcPts val="1015"/>
              </a:spcBef>
              <a:buFont typeface="Arial MT"/>
              <a:buChar char="•"/>
              <a:tabLst>
                <a:tab pos="187960" algn="l"/>
              </a:tabLst>
            </a:pPr>
            <a:r>
              <a:rPr sz="2400" dirty="0">
                <a:latin typeface="Times New Roman" panose="02020603050405020304" pitchFamily="18" charset="0"/>
                <a:cs typeface="Times New Roman" panose="02020603050405020304" pitchFamily="18" charset="0"/>
              </a:rPr>
              <a:t>They</a:t>
            </a:r>
            <a:r>
              <a:rPr sz="2400" spc="6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incorporate</a:t>
            </a:r>
            <a:r>
              <a:rPr sz="2400" spc="6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6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wide</a:t>
            </a:r>
            <a:r>
              <a:rPr sz="2400" spc="6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range</a:t>
            </a:r>
            <a:r>
              <a:rPr sz="2400" spc="6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manual,</a:t>
            </a:r>
            <a:r>
              <a:rPr sz="2400" spc="6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semi-automated, 	</a:t>
            </a:r>
            <a:r>
              <a:rPr sz="2400" dirty="0">
                <a:latin typeface="Times New Roman" panose="02020603050405020304" pitchFamily="18" charset="0"/>
                <a:cs typeface="Times New Roman" panose="02020603050405020304" pitchFamily="18" charset="0"/>
              </a:rPr>
              <a:t>and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automated</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equipment</a:t>
            </a:r>
            <a:r>
              <a:rPr sz="2400" spc="50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systems</a:t>
            </a:r>
            <a:r>
              <a:rPr sz="2400" spc="50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5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support</a:t>
            </a:r>
            <a:r>
              <a:rPr sz="2400" spc="50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logistics</a:t>
            </a:r>
            <a:r>
              <a:rPr sz="2400" spc="5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09"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make 	</a:t>
            </a:r>
            <a:r>
              <a:rPr sz="2400" dirty="0">
                <a:latin typeface="Times New Roman" panose="02020603050405020304" pitchFamily="18" charset="0"/>
                <a:cs typeface="Times New Roman" panose="02020603050405020304" pitchFamily="18" charset="0"/>
              </a:rPr>
              <a:t>the</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supply</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chain</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work.</a:t>
            </a:r>
            <a:endParaRPr sz="2400" dirty="0">
              <a:latin typeface="Times New Roman" panose="02020603050405020304" pitchFamily="18" charset="0"/>
              <a:cs typeface="Times New Roman" panose="02020603050405020304" pitchFamily="18" charset="0"/>
            </a:endParaRPr>
          </a:p>
          <a:p>
            <a:pPr marL="186690" marR="5080" indent="-174625" algn="just">
              <a:lnSpc>
                <a:spcPts val="3020"/>
              </a:lnSpc>
              <a:spcBef>
                <a:spcPts val="1010"/>
              </a:spcBef>
              <a:buFont typeface="Arial MT"/>
              <a:buChar char="•"/>
              <a:tabLst>
                <a:tab pos="187960" algn="l"/>
              </a:tabLst>
            </a:pPr>
            <a:r>
              <a:rPr sz="2400" dirty="0">
                <a:latin typeface="Times New Roman" panose="02020603050405020304" pitchFamily="18" charset="0"/>
                <a:cs typeface="Times New Roman" panose="02020603050405020304" pitchFamily="18" charset="0"/>
              </a:rPr>
              <a:t>Material</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handling</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involves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movements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mechanically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manually</a:t>
            </a:r>
            <a:r>
              <a:rPr sz="2400" spc="-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in 	</a:t>
            </a:r>
            <a:r>
              <a:rPr sz="2400" spc="-10" dirty="0">
                <a:latin typeface="Times New Roman" panose="02020603050405020304" pitchFamily="18" charset="0"/>
                <a:cs typeface="Times New Roman" panose="02020603050405020304" pitchFamily="18" charset="0"/>
              </a:rPr>
              <a:t>batches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one</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one</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within</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plant.</a:t>
            </a:r>
            <a:endParaRPr sz="2400" dirty="0">
              <a:latin typeface="Times New Roman" panose="02020603050405020304" pitchFamily="18" charset="0"/>
              <a:cs typeface="Times New Roman" panose="02020603050405020304" pitchFamily="18" charset="0"/>
            </a:endParaRPr>
          </a:p>
          <a:p>
            <a:pPr marL="187325" indent="-174625" algn="just">
              <a:lnSpc>
                <a:spcPct val="100000"/>
              </a:lnSpc>
              <a:spcBef>
                <a:spcPts val="625"/>
              </a:spcBef>
              <a:buFont typeface="Arial MT"/>
              <a:buChar char="•"/>
              <a:tabLst>
                <a:tab pos="187325" algn="l"/>
              </a:tabLst>
            </a:pPr>
            <a:r>
              <a:rPr sz="2400" dirty="0">
                <a:latin typeface="Times New Roman" panose="02020603050405020304" pitchFamily="18" charset="0"/>
                <a:cs typeface="Times New Roman" panose="02020603050405020304" pitchFamily="18" charset="0"/>
              </a:rPr>
              <a:t>Movement</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may</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5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horizontal,</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vertical</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combination</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two.</a:t>
            </a:r>
            <a:endParaRPr sz="2400" dirty="0">
              <a:latin typeface="Times New Roman" panose="02020603050405020304" pitchFamily="18" charset="0"/>
              <a:cs typeface="Times New Roman" panose="02020603050405020304" pitchFamily="18" charset="0"/>
            </a:endParaRPr>
          </a:p>
          <a:p>
            <a:pPr marL="186690" marR="43180" indent="-174625" algn="just">
              <a:lnSpc>
                <a:spcPts val="3020"/>
              </a:lnSpc>
              <a:spcBef>
                <a:spcPts val="1050"/>
              </a:spcBef>
              <a:buFont typeface="Arial MT"/>
              <a:buChar char="•"/>
              <a:tabLst>
                <a:tab pos="187960" algn="l"/>
              </a:tabLst>
            </a:pPr>
            <a:r>
              <a:rPr sz="2400" dirty="0">
                <a:latin typeface="Times New Roman" panose="02020603050405020304" pitchFamily="18" charset="0"/>
                <a:cs typeface="Times New Roman" panose="02020603050405020304" pitchFamily="18" charset="0"/>
              </a:rPr>
              <a:t>Design</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operation</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43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sz="2400" spc="43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efficient</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production</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plant</a:t>
            </a:r>
            <a:r>
              <a:rPr sz="2400" spc="4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requires</a:t>
            </a:r>
            <a:r>
              <a:rPr sz="2400" spc="4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43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good</a:t>
            </a:r>
            <a:r>
              <a:rPr sz="2400" spc="43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and 	</a:t>
            </a:r>
            <a:r>
              <a:rPr sz="2400" dirty="0">
                <a:latin typeface="Times New Roman" panose="02020603050405020304" pitchFamily="18" charset="0"/>
                <a:cs typeface="Times New Roman" panose="02020603050405020304" pitchFamily="18" charset="0"/>
              </a:rPr>
              <a:t>effective</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handling</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system</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moving</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materials</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from</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one</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stage</a:t>
            </a:r>
            <a:r>
              <a:rPr sz="2400" spc="-2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of 	</a:t>
            </a:r>
            <a:r>
              <a:rPr sz="2400" spc="-10" dirty="0">
                <a:latin typeface="Times New Roman" panose="02020603050405020304" pitchFamily="18" charset="0"/>
                <a:cs typeface="Times New Roman" panose="02020603050405020304" pitchFamily="18" charset="0"/>
              </a:rPr>
              <a:t>production</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another.</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9752" y="222599"/>
            <a:ext cx="4018915" cy="320601"/>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5B9BD4"/>
                </a:solidFill>
                <a:latin typeface="Times New Roman" panose="02020603050405020304" pitchFamily="18" charset="0"/>
                <a:cs typeface="Times New Roman" panose="02020603050405020304" pitchFamily="18" charset="0"/>
              </a:rPr>
              <a:t>Safety</a:t>
            </a:r>
            <a:r>
              <a:rPr sz="2000" b="1" spc="-85" dirty="0">
                <a:solidFill>
                  <a:srgbClr val="5B9BD4"/>
                </a:solidFill>
                <a:latin typeface="Times New Roman" panose="02020603050405020304" pitchFamily="18" charset="0"/>
                <a:cs typeface="Times New Roman" panose="02020603050405020304" pitchFamily="18" charset="0"/>
              </a:rPr>
              <a:t> </a:t>
            </a:r>
            <a:r>
              <a:rPr sz="2000" b="1" dirty="0">
                <a:solidFill>
                  <a:srgbClr val="5B9BD4"/>
                </a:solidFill>
                <a:latin typeface="Times New Roman" panose="02020603050405020304" pitchFamily="18" charset="0"/>
                <a:cs typeface="Times New Roman" panose="02020603050405020304" pitchFamily="18" charset="0"/>
              </a:rPr>
              <a:t>in</a:t>
            </a:r>
            <a:r>
              <a:rPr sz="2000" b="1" spc="-80" dirty="0">
                <a:solidFill>
                  <a:srgbClr val="5B9BD4"/>
                </a:solidFill>
                <a:latin typeface="Times New Roman" panose="02020603050405020304" pitchFamily="18" charset="0"/>
                <a:cs typeface="Times New Roman" panose="02020603050405020304" pitchFamily="18" charset="0"/>
              </a:rPr>
              <a:t> </a:t>
            </a:r>
            <a:r>
              <a:rPr sz="2000" b="1" dirty="0">
                <a:solidFill>
                  <a:srgbClr val="5B9BD4"/>
                </a:solidFill>
                <a:latin typeface="Times New Roman" panose="02020603050405020304" pitchFamily="18" charset="0"/>
                <a:cs typeface="Times New Roman" panose="02020603050405020304" pitchFamily="18" charset="0"/>
              </a:rPr>
              <a:t>Material</a:t>
            </a:r>
            <a:r>
              <a:rPr sz="2000" b="1" spc="-80" dirty="0">
                <a:solidFill>
                  <a:srgbClr val="5B9BD4"/>
                </a:solidFill>
                <a:latin typeface="Times New Roman" panose="02020603050405020304" pitchFamily="18" charset="0"/>
                <a:cs typeface="Times New Roman" panose="02020603050405020304" pitchFamily="18" charset="0"/>
              </a:rPr>
              <a:t> </a:t>
            </a:r>
            <a:r>
              <a:rPr sz="2000" b="1" spc="-10" dirty="0">
                <a:solidFill>
                  <a:srgbClr val="5B9BD4"/>
                </a:solidFill>
                <a:latin typeface="Times New Roman" panose="02020603050405020304" pitchFamily="18" charset="0"/>
                <a:cs typeface="Times New Roman" panose="02020603050405020304" pitchFamily="18" charset="0"/>
              </a:rPr>
              <a:t>Handling:</a:t>
            </a:r>
            <a:endParaRPr sz="2000">
              <a:latin typeface="Times New Roman" panose="02020603050405020304" pitchFamily="18" charset="0"/>
              <a:cs typeface="Times New Roman" panose="02020603050405020304" pitchFamily="18" charset="0"/>
            </a:endParaRPr>
          </a:p>
        </p:txBody>
      </p:sp>
      <p:sp>
        <p:nvSpPr>
          <p:cNvPr id="3" name="object 3"/>
          <p:cNvSpPr txBox="1"/>
          <p:nvPr/>
        </p:nvSpPr>
        <p:spPr>
          <a:xfrm>
            <a:off x="509752" y="588359"/>
            <a:ext cx="11050270" cy="3857466"/>
          </a:xfrm>
          <a:prstGeom prst="rect">
            <a:avLst/>
          </a:prstGeom>
        </p:spPr>
        <p:txBody>
          <a:bodyPr vert="horz" wrap="square" lIns="0" tIns="12700" rIns="0" bIns="0" rtlCol="0">
            <a:spAutoFit/>
          </a:bodyPr>
          <a:lstStyle/>
          <a:p>
            <a:pPr marL="12700" marR="5080">
              <a:lnSpc>
                <a:spcPct val="150000"/>
              </a:lnSpc>
              <a:spcBef>
                <a:spcPts val="100"/>
              </a:spcBef>
            </a:pPr>
            <a:r>
              <a:rPr sz="2000" dirty="0">
                <a:latin typeface="Times New Roman" panose="02020603050405020304" pitchFamily="18" charset="0"/>
                <a:cs typeface="Times New Roman" panose="02020603050405020304" pitchFamily="18" charset="0"/>
              </a:rPr>
              <a:t>The</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National</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Safety</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Council</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suggests</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employers</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relay</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following</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information</a:t>
            </a:r>
            <a:r>
              <a:rPr sz="2000" spc="-8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 </a:t>
            </a:r>
            <a:r>
              <a:rPr sz="2000" dirty="0">
                <a:latin typeface="Times New Roman" panose="02020603050405020304" pitchFamily="18" charset="0"/>
                <a:cs typeface="Times New Roman" panose="02020603050405020304" pitchFamily="18" charset="0"/>
              </a:rPr>
              <a:t>employees</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help</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reduce</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workplace</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incidents</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handling</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9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moving materials:</a:t>
            </a:r>
            <a:endParaRPr sz="2000">
              <a:latin typeface="Times New Roman" panose="02020603050405020304" pitchFamily="18" charset="0"/>
              <a:cs typeface="Times New Roman" panose="02020603050405020304" pitchFamily="18" charset="0"/>
            </a:endParaRPr>
          </a:p>
          <a:p>
            <a:pPr marL="240029" indent="-174625">
              <a:lnSpc>
                <a:spcPct val="100000"/>
              </a:lnSpc>
              <a:spcBef>
                <a:spcPts val="1960"/>
              </a:spcBef>
              <a:buFont typeface="Arial MT"/>
              <a:buChar char="•"/>
              <a:tabLst>
                <a:tab pos="240029" algn="l"/>
              </a:tabLst>
            </a:pPr>
            <a:r>
              <a:rPr sz="2400" dirty="0">
                <a:latin typeface="Times New Roman" panose="02020603050405020304" pitchFamily="18" charset="0"/>
                <a:cs typeface="Times New Roman" panose="02020603050405020304" pitchFamily="18" charset="0"/>
              </a:rPr>
              <a:t>Avoid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lifting</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from</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floor</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while</a:t>
            </a:r>
            <a:r>
              <a:rPr sz="2400" spc="-5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seated.</a:t>
            </a:r>
            <a:endParaRPr sz="2400">
              <a:latin typeface="Times New Roman" panose="02020603050405020304" pitchFamily="18" charset="0"/>
              <a:cs typeface="Times New Roman" panose="02020603050405020304" pitchFamily="18" charset="0"/>
            </a:endParaRPr>
          </a:p>
          <a:p>
            <a:pPr marL="240029" indent="-174625">
              <a:lnSpc>
                <a:spcPct val="100000"/>
              </a:lnSpc>
              <a:spcBef>
                <a:spcPts val="665"/>
              </a:spcBef>
              <a:buFont typeface="Arial MT"/>
              <a:buChar char="•"/>
              <a:tabLst>
                <a:tab pos="240029" algn="l"/>
              </a:tabLst>
            </a:pPr>
            <a:r>
              <a:rPr sz="2400" spc="-10" dirty="0">
                <a:latin typeface="Times New Roman" panose="02020603050405020304" pitchFamily="18" charset="0"/>
                <a:cs typeface="Times New Roman" panose="02020603050405020304" pitchFamily="18" charset="0"/>
              </a:rPr>
              <a:t>Make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available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handling</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aids.</a:t>
            </a:r>
            <a:endParaRPr sz="2400">
              <a:latin typeface="Times New Roman" panose="02020603050405020304" pitchFamily="18" charset="0"/>
              <a:cs typeface="Times New Roman" panose="02020603050405020304" pitchFamily="18" charset="0"/>
            </a:endParaRPr>
          </a:p>
          <a:p>
            <a:pPr marL="240029" indent="-174625">
              <a:lnSpc>
                <a:spcPct val="100000"/>
              </a:lnSpc>
              <a:spcBef>
                <a:spcPts val="665"/>
              </a:spcBef>
              <a:buFont typeface="Arial MT"/>
              <a:buChar char="•"/>
              <a:tabLst>
                <a:tab pos="240029" algn="l"/>
              </a:tabLst>
            </a:pPr>
            <a:r>
              <a:rPr sz="2400" spc="-10" dirty="0">
                <a:latin typeface="Times New Roman" panose="02020603050405020304" pitchFamily="18" charset="0"/>
                <a:cs typeface="Times New Roman" panose="02020603050405020304" pitchFamily="18" charset="0"/>
              </a:rPr>
              <a:t>Refrain</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from</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using</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sudden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jerky</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movements.</a:t>
            </a:r>
            <a:endParaRPr sz="2400">
              <a:latin typeface="Times New Roman" panose="02020603050405020304" pitchFamily="18" charset="0"/>
              <a:cs typeface="Times New Roman" panose="02020603050405020304" pitchFamily="18" charset="0"/>
            </a:endParaRPr>
          </a:p>
          <a:p>
            <a:pPr marL="240029" indent="-174625">
              <a:lnSpc>
                <a:spcPct val="100000"/>
              </a:lnSpc>
              <a:spcBef>
                <a:spcPts val="665"/>
              </a:spcBef>
              <a:buFont typeface="Arial MT"/>
              <a:buChar char="•"/>
              <a:tabLst>
                <a:tab pos="240029" algn="l"/>
              </a:tabLst>
            </a:pPr>
            <a:r>
              <a:rPr sz="2400" dirty="0">
                <a:latin typeface="Times New Roman" panose="02020603050405020304" pitchFamily="18" charset="0"/>
                <a:cs typeface="Times New Roman" panose="02020603050405020304" pitchFamily="18" charset="0"/>
              </a:rPr>
              <a:t>Never</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lift</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load</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over</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obstacle.</a:t>
            </a:r>
            <a:endParaRPr sz="2400">
              <a:latin typeface="Times New Roman" panose="02020603050405020304" pitchFamily="18" charset="0"/>
              <a:cs typeface="Times New Roman" panose="02020603050405020304" pitchFamily="18" charset="0"/>
            </a:endParaRPr>
          </a:p>
          <a:p>
            <a:pPr marL="240029" indent="-174625">
              <a:lnSpc>
                <a:spcPct val="100000"/>
              </a:lnSpc>
              <a:spcBef>
                <a:spcPts val="665"/>
              </a:spcBef>
              <a:buFont typeface="Arial MT"/>
              <a:buChar char="•"/>
              <a:tabLst>
                <a:tab pos="240029" algn="l"/>
              </a:tabLst>
            </a:pPr>
            <a:r>
              <a:rPr sz="2400" spc="-10" dirty="0">
                <a:latin typeface="Times New Roman" panose="02020603050405020304" pitchFamily="18" charset="0"/>
                <a:cs typeface="Times New Roman" panose="02020603050405020304" pitchFamily="18" charset="0"/>
              </a:rPr>
              <a:t>Perform</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lifts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adequate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footing,</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space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lighting.</a:t>
            </a:r>
            <a:endParaRPr sz="2400">
              <a:latin typeface="Times New Roman" panose="02020603050405020304" pitchFamily="18" charset="0"/>
              <a:cs typeface="Times New Roman" panose="02020603050405020304" pitchFamily="18" charset="0"/>
            </a:endParaRPr>
          </a:p>
          <a:p>
            <a:pPr marL="240029" indent="-174625">
              <a:lnSpc>
                <a:spcPct val="100000"/>
              </a:lnSpc>
              <a:spcBef>
                <a:spcPts val="660"/>
              </a:spcBef>
              <a:buFont typeface="Arial MT"/>
              <a:buChar char="•"/>
              <a:tabLst>
                <a:tab pos="240029" algn="l"/>
              </a:tabLst>
            </a:pPr>
            <a:r>
              <a:rPr sz="2400" dirty="0">
                <a:latin typeface="Times New Roman" panose="02020603050405020304" pitchFamily="18" charset="0"/>
                <a:cs typeface="Times New Roman" panose="02020603050405020304" pitchFamily="18" charset="0"/>
              </a:rPr>
              <a:t>Modify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objects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redesign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jobs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make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moving</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easier.</a:t>
            </a:r>
            <a:endParaRPr sz="240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8976921" y="2253443"/>
            <a:ext cx="3090550" cy="201508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8609" y="547803"/>
            <a:ext cx="11156950" cy="3816429"/>
          </a:xfrm>
          <a:prstGeom prst="rect">
            <a:avLst/>
          </a:prstGeom>
        </p:spPr>
        <p:txBody>
          <a:bodyPr vert="horz" wrap="square" lIns="0" tIns="96520" rIns="0" bIns="0" rtlCol="0">
            <a:spAutoFit/>
          </a:bodyPr>
          <a:lstStyle/>
          <a:p>
            <a:pPr marL="187325" indent="-174625">
              <a:lnSpc>
                <a:spcPct val="100000"/>
              </a:lnSpc>
              <a:spcBef>
                <a:spcPts val="760"/>
              </a:spcBef>
              <a:buFont typeface="Arial MT"/>
              <a:buChar char="•"/>
              <a:tabLst>
                <a:tab pos="187325" algn="l"/>
              </a:tabLst>
            </a:pPr>
            <a:r>
              <a:rPr sz="2000" dirty="0">
                <a:latin typeface="Times New Roman" panose="02020603050405020304" pitchFamily="18" charset="0"/>
                <a:cs typeface="Times New Roman" panose="02020603050405020304" pitchFamily="18" charset="0"/>
              </a:rPr>
              <a:t>Seek</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assistance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45" dirty="0">
                <a:latin typeface="Times New Roman" panose="02020603050405020304" pitchFamily="18" charset="0"/>
                <a:cs typeface="Times New Roman" panose="02020603050405020304" pitchFamily="18" charset="0"/>
              </a:rPr>
              <a:t> </a:t>
            </a:r>
            <a:r>
              <a:rPr sz="2000" spc="-30" dirty="0">
                <a:latin typeface="Times New Roman" panose="02020603050405020304" pitchFamily="18" charset="0"/>
                <a:cs typeface="Times New Roman" panose="02020603050405020304" pitchFamily="18" charset="0"/>
              </a:rPr>
              <a:t>co-</a:t>
            </a:r>
            <a:r>
              <a:rPr sz="2000" spc="-10" dirty="0">
                <a:latin typeface="Times New Roman" panose="02020603050405020304" pitchFamily="18" charset="0"/>
                <a:cs typeface="Times New Roman" panose="02020603050405020304" pitchFamily="18" charset="0"/>
              </a:rPr>
              <a:t>workers.</a:t>
            </a:r>
            <a:endParaRPr sz="2000" dirty="0">
              <a:latin typeface="Times New Roman" panose="02020603050405020304" pitchFamily="18" charset="0"/>
              <a:cs typeface="Times New Roman" panose="02020603050405020304" pitchFamily="18" charset="0"/>
            </a:endParaRPr>
          </a:p>
          <a:p>
            <a:pPr marL="186690" marR="401955" indent="-174625">
              <a:lnSpc>
                <a:spcPts val="3020"/>
              </a:lnSpc>
              <a:spcBef>
                <a:spcPts val="1050"/>
              </a:spcBef>
              <a:buFont typeface="Arial MT"/>
              <a:buChar char="•"/>
              <a:tabLst>
                <a:tab pos="187960" algn="l"/>
              </a:tabLst>
            </a:pPr>
            <a:r>
              <a:rPr sz="2000" dirty="0">
                <a:latin typeface="Times New Roman" panose="02020603050405020304" pitchFamily="18" charset="0"/>
                <a:cs typeface="Times New Roman" panose="02020603050405020304" pitchFamily="18" charset="0"/>
              </a:rPr>
              <a:t>Use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correct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grip</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objects;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lifts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shoulder</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high</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5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full 	</a:t>
            </a:r>
            <a:r>
              <a:rPr sz="2000" dirty="0">
                <a:latin typeface="Times New Roman" panose="02020603050405020304" pitchFamily="18" charset="0"/>
                <a:cs typeface="Times New Roman" panose="02020603050405020304" pitchFamily="18" charset="0"/>
              </a:rPr>
              <a:t>grasp</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hands</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625"/>
              </a:spcBef>
              <a:buFont typeface="Arial MT"/>
              <a:buChar char="•"/>
              <a:tabLst>
                <a:tab pos="187325" algn="l"/>
              </a:tabLst>
            </a:pPr>
            <a:r>
              <a:rPr sz="2000" dirty="0">
                <a:latin typeface="Times New Roman" panose="02020603050405020304" pitchFamily="18" charset="0"/>
                <a:cs typeface="Times New Roman" panose="02020603050405020304" pitchFamily="18" charset="0"/>
              </a:rPr>
              <a:t>Begin</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lifts</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close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body.</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665"/>
              </a:spcBef>
              <a:buFont typeface="Arial MT"/>
              <a:buChar char="•"/>
              <a:tabLst>
                <a:tab pos="187325" algn="l"/>
              </a:tabLst>
            </a:pPr>
            <a:r>
              <a:rPr sz="2000" dirty="0">
                <a:latin typeface="Times New Roman" panose="02020603050405020304" pitchFamily="18" charset="0"/>
                <a:cs typeface="Times New Roman" panose="02020603050405020304" pitchFamily="18" charset="0"/>
              </a:rPr>
              <a:t>Use</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containers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made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lighter</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materials.</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660"/>
              </a:spcBef>
              <a:buFont typeface="Arial MT"/>
              <a:buChar char="•"/>
              <a:tabLst>
                <a:tab pos="187325" algn="l"/>
              </a:tabLst>
            </a:pPr>
            <a:r>
              <a:rPr sz="2000" dirty="0">
                <a:latin typeface="Times New Roman" panose="02020603050405020304" pitchFamily="18" charset="0"/>
                <a:cs typeface="Times New Roman" panose="02020603050405020304" pitchFamily="18" charset="0"/>
              </a:rPr>
              <a:t>Reduce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load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sizes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possible.</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665"/>
              </a:spcBef>
              <a:buFont typeface="Arial MT"/>
              <a:buChar char="•"/>
              <a:tabLst>
                <a:tab pos="187325" algn="l"/>
              </a:tabLst>
            </a:pPr>
            <a:r>
              <a:rPr sz="2000" dirty="0">
                <a:latin typeface="Times New Roman" panose="02020603050405020304" pitchFamily="18" charset="0"/>
                <a:cs typeface="Times New Roman" panose="02020603050405020304" pitchFamily="18" charset="0"/>
              </a:rPr>
              <a:t>Do</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twist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bend</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while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lifting</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objects.</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665"/>
              </a:spcBef>
              <a:buFont typeface="Arial MT"/>
              <a:buChar char="•"/>
              <a:tabLst>
                <a:tab pos="187325" algn="l"/>
              </a:tabLst>
            </a:pPr>
            <a:r>
              <a:rPr sz="2000" dirty="0">
                <a:latin typeface="Times New Roman" panose="02020603050405020304" pitchFamily="18" charset="0"/>
                <a:cs typeface="Times New Roman" panose="02020603050405020304" pitchFamily="18" charset="0"/>
              </a:rPr>
              <a:t>Ensure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repetitive,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heavy</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bulky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lifts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performed.</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665"/>
              </a:spcBef>
              <a:buFont typeface="Arial MT"/>
              <a:buChar char="•"/>
              <a:tabLst>
                <a:tab pos="187325" algn="l"/>
              </a:tabLst>
            </a:pPr>
            <a:r>
              <a:rPr sz="2000" dirty="0">
                <a:latin typeface="Times New Roman" panose="02020603050405020304" pitchFamily="18" charset="0"/>
                <a:cs typeface="Times New Roman" panose="02020603050405020304" pitchFamily="18" charset="0"/>
              </a:rPr>
              <a:t>Use</a:t>
            </a:r>
            <a:r>
              <a:rPr sz="2000" spc="-6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conveyors,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slides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chutes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eliminate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pushing</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pulling.</a:t>
            </a:r>
            <a:endParaRPr sz="2000" dirty="0">
              <a:latin typeface="Times New Roman" panose="02020603050405020304" pitchFamily="18" charset="0"/>
              <a:cs typeface="Times New Roman" panose="02020603050405020304" pitchFamily="18" charset="0"/>
            </a:endParaRPr>
          </a:p>
          <a:p>
            <a:pPr marL="186690" marR="5080" indent="-174625">
              <a:lnSpc>
                <a:spcPts val="3020"/>
              </a:lnSpc>
              <a:spcBef>
                <a:spcPts val="1045"/>
              </a:spcBef>
              <a:buFont typeface="Arial MT"/>
              <a:buChar char="•"/>
              <a:tabLst>
                <a:tab pos="187960" algn="l"/>
                <a:tab pos="1661795" algn="l"/>
                <a:tab pos="2800350" algn="l"/>
                <a:tab pos="3608070" algn="l"/>
                <a:tab pos="4291330" algn="l"/>
                <a:tab pos="4855845" algn="l"/>
                <a:tab pos="6152515" algn="l"/>
                <a:tab pos="7224395" algn="l"/>
                <a:tab pos="7846059" algn="l"/>
                <a:tab pos="8496935" algn="l"/>
                <a:tab pos="9179560" algn="l"/>
                <a:tab pos="10009505" algn="l"/>
                <a:tab pos="10417175" algn="l"/>
              </a:tabLst>
            </a:pPr>
            <a:r>
              <a:rPr sz="2000" spc="-10" dirty="0">
                <a:latin typeface="Times New Roman" panose="02020603050405020304" pitchFamily="18" charset="0"/>
                <a:cs typeface="Times New Roman" panose="02020603050405020304" pitchFamily="18" charset="0"/>
              </a:rPr>
              <a:t>Regularly</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stretch</a:t>
            </a:r>
            <a:r>
              <a:rPr lang="en-US"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back</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and</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leg</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muscles</a:t>
            </a:r>
            <a:r>
              <a:rPr lang="en-US"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during</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day</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and</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keep</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in</a:t>
            </a:r>
            <a:r>
              <a:rPr lang="en-US"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good </a:t>
            </a:r>
            <a:r>
              <a:rPr lang="en-US"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physical</a:t>
            </a:r>
            <a:r>
              <a:rPr sz="2000" spc="-114"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shape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2810" y="128167"/>
            <a:ext cx="9897190" cy="566822"/>
          </a:xfrm>
          <a:prstGeom prst="rect">
            <a:avLst/>
          </a:prstGeom>
        </p:spPr>
        <p:txBody>
          <a:bodyPr vert="horz" wrap="square" lIns="0" tIns="12700" rIns="0" bIns="0" rtlCol="0">
            <a:spAutoFit/>
          </a:bodyPr>
          <a:lstStyle/>
          <a:p>
            <a:pPr marL="12700">
              <a:lnSpc>
                <a:spcPct val="100000"/>
              </a:lnSpc>
              <a:spcBef>
                <a:spcPts val="100"/>
              </a:spcBef>
            </a:pPr>
            <a:r>
              <a:rPr sz="3600" b="1" dirty="0">
                <a:latin typeface="Times New Roman" panose="02020603050405020304" pitchFamily="18" charset="0"/>
                <a:cs typeface="Times New Roman" panose="02020603050405020304" pitchFamily="18" charset="0"/>
              </a:rPr>
              <a:t>Types</a:t>
            </a:r>
            <a:r>
              <a:rPr sz="3600" b="1" spc="-105" dirty="0">
                <a:latin typeface="Times New Roman" panose="02020603050405020304" pitchFamily="18" charset="0"/>
                <a:cs typeface="Times New Roman" panose="02020603050405020304" pitchFamily="18" charset="0"/>
              </a:rPr>
              <a:t> </a:t>
            </a:r>
            <a:r>
              <a:rPr sz="3600" b="1" dirty="0">
                <a:latin typeface="Times New Roman" panose="02020603050405020304" pitchFamily="18" charset="0"/>
                <a:cs typeface="Times New Roman" panose="02020603050405020304" pitchFamily="18" charset="0"/>
              </a:rPr>
              <a:t>of</a:t>
            </a:r>
            <a:r>
              <a:rPr sz="3600" b="1" spc="-100" dirty="0">
                <a:latin typeface="Times New Roman" panose="02020603050405020304" pitchFamily="18" charset="0"/>
                <a:cs typeface="Times New Roman" panose="02020603050405020304" pitchFamily="18" charset="0"/>
              </a:rPr>
              <a:t> </a:t>
            </a:r>
            <a:r>
              <a:rPr sz="3600" b="1" dirty="0">
                <a:latin typeface="Times New Roman" panose="02020603050405020304" pitchFamily="18" charset="0"/>
                <a:cs typeface="Times New Roman" panose="02020603050405020304" pitchFamily="18" charset="0"/>
              </a:rPr>
              <a:t>Material</a:t>
            </a:r>
            <a:r>
              <a:rPr sz="3600" b="1" spc="-100" dirty="0">
                <a:latin typeface="Times New Roman" panose="02020603050405020304" pitchFamily="18" charset="0"/>
                <a:cs typeface="Times New Roman" panose="02020603050405020304" pitchFamily="18" charset="0"/>
              </a:rPr>
              <a:t> </a:t>
            </a:r>
            <a:r>
              <a:rPr sz="3600" b="1" dirty="0">
                <a:latin typeface="Times New Roman" panose="02020603050405020304" pitchFamily="18" charset="0"/>
                <a:cs typeface="Times New Roman" panose="02020603050405020304" pitchFamily="18" charset="0"/>
              </a:rPr>
              <a:t>Handling</a:t>
            </a:r>
            <a:r>
              <a:rPr sz="3600" b="1" spc="-105" dirty="0">
                <a:latin typeface="Times New Roman" panose="02020603050405020304" pitchFamily="18" charset="0"/>
                <a:cs typeface="Times New Roman" panose="02020603050405020304" pitchFamily="18" charset="0"/>
              </a:rPr>
              <a:t> </a:t>
            </a:r>
            <a:r>
              <a:rPr sz="3600" b="1" spc="-10" dirty="0">
                <a:latin typeface="Times New Roman" panose="02020603050405020304" pitchFamily="18" charset="0"/>
                <a:cs typeface="Times New Roman" panose="02020603050405020304" pitchFamily="18" charset="0"/>
              </a:rPr>
              <a:t>Equipments</a:t>
            </a:r>
            <a:endParaRPr sz="36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24062" y="929941"/>
            <a:ext cx="11449050" cy="3970318"/>
          </a:xfrm>
          <a:prstGeom prst="rect">
            <a:avLst/>
          </a:prstGeom>
        </p:spPr>
        <p:txBody>
          <a:bodyPr vert="horz" wrap="square" lIns="0" tIns="96520" rIns="0" bIns="0" rtlCol="0">
            <a:spAutoFit/>
          </a:bodyPr>
          <a:lstStyle/>
          <a:p>
            <a:pPr marL="48260">
              <a:lnSpc>
                <a:spcPct val="100000"/>
              </a:lnSpc>
              <a:spcBef>
                <a:spcPts val="760"/>
              </a:spcBef>
            </a:pPr>
            <a:r>
              <a:rPr sz="2400" i="1" dirty="0">
                <a:latin typeface="Times New Roman" panose="02020603050405020304" pitchFamily="18" charset="0"/>
                <a:cs typeface="Times New Roman" panose="02020603050405020304" pitchFamily="18" charset="0"/>
              </a:rPr>
              <a:t>What</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is</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Industrial</a:t>
            </a:r>
            <a:r>
              <a:rPr sz="2400" i="1" spc="-55"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Material</a:t>
            </a:r>
            <a:r>
              <a:rPr sz="2400" i="1" spc="-5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Handling</a:t>
            </a:r>
            <a:r>
              <a:rPr sz="2400" i="1" spc="-55"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Equipment?</a:t>
            </a:r>
            <a:endParaRPr sz="2400" dirty="0">
              <a:latin typeface="Times New Roman" panose="02020603050405020304" pitchFamily="18" charset="0"/>
              <a:cs typeface="Times New Roman" panose="02020603050405020304" pitchFamily="18" charset="0"/>
            </a:endParaRPr>
          </a:p>
          <a:p>
            <a:pPr marL="275590" marR="5080" indent="-174625">
              <a:lnSpc>
                <a:spcPts val="3020"/>
              </a:lnSpc>
              <a:spcBef>
                <a:spcPts val="1050"/>
              </a:spcBef>
              <a:buFont typeface="Arial MT"/>
              <a:buChar char="•"/>
              <a:tabLst>
                <a:tab pos="276860" algn="l"/>
              </a:tabLst>
            </a:pPr>
            <a:r>
              <a:rPr sz="2400" dirty="0">
                <a:solidFill>
                  <a:srgbClr val="5B9BD4"/>
                </a:solidFill>
                <a:latin typeface="Times New Roman" panose="02020603050405020304" pitchFamily="18" charset="0"/>
                <a:cs typeface="Times New Roman" panose="02020603050405020304" pitchFamily="18" charset="0"/>
              </a:rPr>
              <a:t>Industrial</a:t>
            </a:r>
            <a:r>
              <a:rPr sz="2400" spc="-8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material</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handling</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equipment</a:t>
            </a:r>
            <a:r>
              <a:rPr sz="2400" spc="-75"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encompasses</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diverse</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range</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of</a:t>
            </a:r>
            <a:r>
              <a:rPr sz="2400" spc="-75"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tools, 	</a:t>
            </a:r>
            <a:r>
              <a:rPr sz="2400" dirty="0">
                <a:solidFill>
                  <a:srgbClr val="5B9BD4"/>
                </a:solidFill>
                <a:latin typeface="Times New Roman" panose="02020603050405020304" pitchFamily="18" charset="0"/>
                <a:cs typeface="Times New Roman" panose="02020603050405020304" pitchFamily="18" charset="0"/>
              </a:rPr>
              <a:t>vehicles,</a:t>
            </a:r>
            <a:r>
              <a:rPr sz="2400" spc="-75"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storage</a:t>
            </a:r>
            <a:r>
              <a:rPr sz="2400" spc="-7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units,</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appliances</a:t>
            </a:r>
            <a:r>
              <a:rPr sz="2400" spc="-7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and</a:t>
            </a:r>
            <a:r>
              <a:rPr sz="2400" spc="-7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accessories</a:t>
            </a:r>
            <a:r>
              <a:rPr sz="2400" spc="-7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involved</a:t>
            </a:r>
            <a:r>
              <a:rPr sz="2400" spc="-7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in</a:t>
            </a:r>
            <a:r>
              <a:rPr sz="2400" spc="-75"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transporting, </a:t>
            </a:r>
            <a:r>
              <a:rPr sz="2400" dirty="0">
                <a:solidFill>
                  <a:srgbClr val="5B9BD4"/>
                </a:solidFill>
                <a:latin typeface="Times New Roman" panose="02020603050405020304" pitchFamily="18" charset="0"/>
                <a:cs typeface="Times New Roman" panose="02020603050405020304" pitchFamily="18" charset="0"/>
              </a:rPr>
              <a:t>storing,</a:t>
            </a:r>
            <a:r>
              <a:rPr sz="2400" spc="-90"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controlling,</a:t>
            </a:r>
            <a:r>
              <a:rPr sz="2400" spc="-9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enumerating</a:t>
            </a:r>
            <a:r>
              <a:rPr sz="2400" spc="-9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and</a:t>
            </a:r>
            <a:r>
              <a:rPr sz="2400" spc="-9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protecting</a:t>
            </a:r>
            <a:r>
              <a:rPr sz="2400" spc="-85"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products</a:t>
            </a:r>
            <a:r>
              <a:rPr sz="2400" spc="-9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at</a:t>
            </a:r>
            <a:r>
              <a:rPr sz="2400" spc="-9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any</a:t>
            </a:r>
            <a:r>
              <a:rPr sz="2400" spc="-9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stage</a:t>
            </a:r>
            <a:r>
              <a:rPr sz="2400" spc="-90" dirty="0">
                <a:solidFill>
                  <a:srgbClr val="5B9BD4"/>
                </a:solidFill>
                <a:latin typeface="Times New Roman" panose="02020603050405020304" pitchFamily="18" charset="0"/>
                <a:cs typeface="Times New Roman" panose="02020603050405020304" pitchFamily="18" charset="0"/>
              </a:rPr>
              <a:t> </a:t>
            </a:r>
            <a:r>
              <a:rPr sz="2400" spc="-25" dirty="0">
                <a:solidFill>
                  <a:srgbClr val="5B9BD4"/>
                </a:solidFill>
                <a:latin typeface="Times New Roman" panose="02020603050405020304" pitchFamily="18" charset="0"/>
                <a:cs typeface="Times New Roman" panose="02020603050405020304" pitchFamily="18" charset="0"/>
              </a:rPr>
              <a:t>of </a:t>
            </a:r>
            <a:r>
              <a:rPr sz="2400" spc="-10" dirty="0">
                <a:solidFill>
                  <a:srgbClr val="5B9BD4"/>
                </a:solidFill>
                <a:latin typeface="Times New Roman" panose="02020603050405020304" pitchFamily="18" charset="0"/>
                <a:cs typeface="Times New Roman" panose="02020603050405020304" pitchFamily="18" charset="0"/>
              </a:rPr>
              <a:t>manufacturing,</a:t>
            </a:r>
            <a:r>
              <a:rPr sz="2400" spc="-65"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distribution</a:t>
            </a:r>
            <a:r>
              <a:rPr sz="2400" spc="-60"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consumption</a:t>
            </a:r>
            <a:r>
              <a:rPr sz="2400" spc="-60" dirty="0">
                <a:solidFill>
                  <a:srgbClr val="5B9BD4"/>
                </a:solidFill>
                <a:latin typeface="Times New Roman" panose="02020603050405020304" pitchFamily="18" charset="0"/>
                <a:cs typeface="Times New Roman" panose="02020603050405020304" pitchFamily="18" charset="0"/>
              </a:rPr>
              <a:t> </a:t>
            </a:r>
            <a:r>
              <a:rPr sz="2400" dirty="0">
                <a:solidFill>
                  <a:srgbClr val="5B9BD4"/>
                </a:solidFill>
                <a:latin typeface="Times New Roman" panose="02020603050405020304" pitchFamily="18" charset="0"/>
                <a:cs typeface="Times New Roman" panose="02020603050405020304" pitchFamily="18" charset="0"/>
              </a:rPr>
              <a:t>or</a:t>
            </a:r>
            <a:r>
              <a:rPr sz="2400" spc="-60" dirty="0">
                <a:solidFill>
                  <a:srgbClr val="5B9BD4"/>
                </a:solidFill>
                <a:latin typeface="Times New Roman" panose="02020603050405020304" pitchFamily="18" charset="0"/>
                <a:cs typeface="Times New Roman" panose="02020603050405020304" pitchFamily="18" charset="0"/>
              </a:rPr>
              <a:t> </a:t>
            </a:r>
            <a:r>
              <a:rPr sz="2400" spc="-10" dirty="0">
                <a:solidFill>
                  <a:srgbClr val="5B9BD4"/>
                </a:solidFill>
                <a:latin typeface="Times New Roman" panose="02020603050405020304" pitchFamily="18" charset="0"/>
                <a:cs typeface="Times New Roman" panose="02020603050405020304" pitchFamily="18" charset="0"/>
              </a:rPr>
              <a:t>disposal.</a:t>
            </a:r>
            <a:endParaRPr sz="2400" dirty="0">
              <a:latin typeface="Times New Roman" panose="02020603050405020304" pitchFamily="18" charset="0"/>
              <a:cs typeface="Times New Roman" panose="02020603050405020304" pitchFamily="18" charset="0"/>
            </a:endParaRPr>
          </a:p>
          <a:p>
            <a:pPr marL="275590" indent="-174625">
              <a:lnSpc>
                <a:spcPct val="100000"/>
              </a:lnSpc>
              <a:spcBef>
                <a:spcPts val="630"/>
              </a:spcBef>
              <a:buFont typeface="Arial MT"/>
              <a:buChar char="•"/>
              <a:tabLst>
                <a:tab pos="275590" algn="l"/>
              </a:tabLst>
            </a:pPr>
            <a:r>
              <a:rPr sz="2400" dirty="0">
                <a:latin typeface="Times New Roman" panose="02020603050405020304" pitchFamily="18" charset="0"/>
                <a:cs typeface="Times New Roman" panose="02020603050405020304" pitchFamily="18" charset="0"/>
              </a:rPr>
              <a:t>The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three</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main</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categories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handling</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equipment</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include</a:t>
            </a:r>
            <a:endParaRPr sz="2400" dirty="0">
              <a:latin typeface="Times New Roman" panose="02020603050405020304" pitchFamily="18" charset="0"/>
              <a:cs typeface="Times New Roman" panose="02020603050405020304" pitchFamily="18" charset="0"/>
            </a:endParaRPr>
          </a:p>
          <a:p>
            <a:pPr marL="275590" indent="-274320">
              <a:lnSpc>
                <a:spcPct val="100000"/>
              </a:lnSpc>
              <a:spcBef>
                <a:spcPts val="665"/>
              </a:spcBef>
              <a:buSzPct val="85714"/>
              <a:buFont typeface="Segoe UI Symbol"/>
              <a:buChar char="□"/>
              <a:tabLst>
                <a:tab pos="275590" algn="l"/>
              </a:tabLst>
            </a:pPr>
            <a:r>
              <a:rPr sz="2400" b="1" spc="-20" dirty="0">
                <a:latin typeface="Times New Roman" panose="02020603050405020304" pitchFamily="18" charset="0"/>
                <a:cs typeface="Times New Roman" panose="02020603050405020304" pitchFamily="18" charset="0"/>
              </a:rPr>
              <a:t>Transportation</a:t>
            </a:r>
            <a:r>
              <a:rPr sz="2400" b="1" spc="-6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equipment</a:t>
            </a:r>
            <a:r>
              <a:rPr sz="2400" b="1" spc="-5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and</a:t>
            </a:r>
            <a:r>
              <a:rPr sz="2400" b="1" spc="-6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applications</a:t>
            </a:r>
            <a:endParaRPr sz="2400" dirty="0">
              <a:latin typeface="Times New Roman" panose="02020603050405020304" pitchFamily="18" charset="0"/>
              <a:cs typeface="Times New Roman" panose="02020603050405020304" pitchFamily="18" charset="0"/>
            </a:endParaRPr>
          </a:p>
          <a:p>
            <a:pPr marL="275590" indent="-274320">
              <a:lnSpc>
                <a:spcPct val="100000"/>
              </a:lnSpc>
              <a:spcBef>
                <a:spcPts val="665"/>
              </a:spcBef>
              <a:buSzPct val="85714"/>
              <a:buFont typeface="Segoe UI Symbol"/>
              <a:buChar char="□"/>
              <a:tabLst>
                <a:tab pos="275590" algn="l"/>
              </a:tabLst>
            </a:pPr>
            <a:r>
              <a:rPr sz="2400" b="1" dirty="0">
                <a:latin typeface="Times New Roman" panose="02020603050405020304" pitchFamily="18" charset="0"/>
                <a:cs typeface="Times New Roman" panose="02020603050405020304" pitchFamily="18" charset="0"/>
              </a:rPr>
              <a:t>Positioning</a:t>
            </a:r>
            <a:r>
              <a:rPr sz="2400" b="1" spc="-10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applications</a:t>
            </a:r>
            <a:endParaRPr sz="2400" dirty="0">
              <a:latin typeface="Times New Roman" panose="02020603050405020304" pitchFamily="18" charset="0"/>
              <a:cs typeface="Times New Roman" panose="02020603050405020304" pitchFamily="18" charset="0"/>
            </a:endParaRPr>
          </a:p>
          <a:p>
            <a:pPr marL="275590" indent="-274320">
              <a:lnSpc>
                <a:spcPct val="100000"/>
              </a:lnSpc>
              <a:spcBef>
                <a:spcPts val="665"/>
              </a:spcBef>
              <a:buSzPct val="85714"/>
              <a:buFont typeface="Segoe UI Symbol"/>
              <a:buChar char="□"/>
              <a:tabLst>
                <a:tab pos="275590" algn="l"/>
              </a:tabLst>
            </a:pPr>
            <a:r>
              <a:rPr sz="2400" b="1" spc="-10" dirty="0">
                <a:latin typeface="Times New Roman" panose="02020603050405020304" pitchFamily="18" charset="0"/>
                <a:cs typeface="Times New Roman" panose="02020603050405020304" pitchFamily="18" charset="0"/>
              </a:rPr>
              <a:t>Storage</a:t>
            </a:r>
            <a:r>
              <a:rPr sz="2400" b="1" spc="-14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equipment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267136"/>
            <a:ext cx="10426857" cy="689932"/>
          </a:xfrm>
          <a:prstGeom prst="rect">
            <a:avLst/>
          </a:prstGeom>
        </p:spPr>
        <p:txBody>
          <a:bodyPr vert="horz" wrap="square" lIns="0" tIns="12700" rIns="0" bIns="0" rtlCol="0">
            <a:spAutoFit/>
          </a:bodyPr>
          <a:lstStyle/>
          <a:p>
            <a:pPr marL="12700">
              <a:lnSpc>
                <a:spcPct val="100000"/>
              </a:lnSpc>
              <a:spcBef>
                <a:spcPts val="100"/>
              </a:spcBef>
            </a:pPr>
            <a:r>
              <a:rPr sz="4400" b="1" dirty="0">
                <a:latin typeface="Times New Roman" panose="02020603050405020304" pitchFamily="18" charset="0"/>
                <a:cs typeface="Times New Roman" panose="02020603050405020304" pitchFamily="18" charset="0"/>
              </a:rPr>
              <a:t>Types</a:t>
            </a:r>
            <a:r>
              <a:rPr sz="4400" b="1" spc="-105" dirty="0">
                <a:latin typeface="Times New Roman" panose="02020603050405020304" pitchFamily="18" charset="0"/>
                <a:cs typeface="Times New Roman" panose="02020603050405020304" pitchFamily="18" charset="0"/>
              </a:rPr>
              <a:t> </a:t>
            </a:r>
            <a:r>
              <a:rPr sz="4400" b="1" dirty="0">
                <a:latin typeface="Times New Roman" panose="02020603050405020304" pitchFamily="18" charset="0"/>
                <a:cs typeface="Times New Roman" panose="02020603050405020304" pitchFamily="18" charset="0"/>
              </a:rPr>
              <a:t>of</a:t>
            </a:r>
            <a:r>
              <a:rPr sz="4400" b="1" spc="-100" dirty="0">
                <a:latin typeface="Times New Roman" panose="02020603050405020304" pitchFamily="18" charset="0"/>
                <a:cs typeface="Times New Roman" panose="02020603050405020304" pitchFamily="18" charset="0"/>
              </a:rPr>
              <a:t> </a:t>
            </a:r>
            <a:r>
              <a:rPr sz="4400" b="1" dirty="0">
                <a:latin typeface="Times New Roman" panose="02020603050405020304" pitchFamily="18" charset="0"/>
                <a:cs typeface="Times New Roman" panose="02020603050405020304" pitchFamily="18" charset="0"/>
              </a:rPr>
              <a:t>Material</a:t>
            </a:r>
            <a:r>
              <a:rPr sz="4400" b="1" spc="-100" dirty="0">
                <a:latin typeface="Times New Roman" panose="02020603050405020304" pitchFamily="18" charset="0"/>
                <a:cs typeface="Times New Roman" panose="02020603050405020304" pitchFamily="18" charset="0"/>
              </a:rPr>
              <a:t> </a:t>
            </a:r>
            <a:r>
              <a:rPr sz="4400" b="1" dirty="0">
                <a:latin typeface="Times New Roman" panose="02020603050405020304" pitchFamily="18" charset="0"/>
                <a:cs typeface="Times New Roman" panose="02020603050405020304" pitchFamily="18" charset="0"/>
              </a:rPr>
              <a:t>Handling</a:t>
            </a:r>
            <a:r>
              <a:rPr sz="4400" b="1" spc="-105" dirty="0">
                <a:latin typeface="Times New Roman" panose="02020603050405020304" pitchFamily="18" charset="0"/>
                <a:cs typeface="Times New Roman" panose="02020603050405020304" pitchFamily="18" charset="0"/>
              </a:rPr>
              <a:t> </a:t>
            </a:r>
            <a:r>
              <a:rPr sz="4400" b="1" spc="-10" dirty="0">
                <a:latin typeface="Times New Roman" panose="02020603050405020304" pitchFamily="18" charset="0"/>
                <a:cs typeface="Times New Roman" panose="02020603050405020304" pitchFamily="18" charset="0"/>
              </a:rPr>
              <a:t>Equipments</a:t>
            </a:r>
            <a:endParaRPr sz="44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2074460" y="1825624"/>
            <a:ext cx="8215952" cy="4779890"/>
          </a:xfrm>
          <a:prstGeom prst="rect">
            <a:avLst/>
          </a:prstGeom>
        </p:spPr>
      </p:pic>
      <p:sp>
        <p:nvSpPr>
          <p:cNvPr id="4" name="object 4"/>
          <p:cNvSpPr txBox="1"/>
          <p:nvPr/>
        </p:nvSpPr>
        <p:spPr>
          <a:xfrm>
            <a:off x="1868710" y="1116200"/>
            <a:ext cx="7986395" cy="391160"/>
          </a:xfrm>
          <a:prstGeom prst="rect">
            <a:avLst/>
          </a:prstGeom>
        </p:spPr>
        <p:txBody>
          <a:bodyPr vert="horz" wrap="square" lIns="0" tIns="12700" rIns="0" bIns="0" rtlCol="0">
            <a:spAutoFit/>
          </a:bodyPr>
          <a:lstStyle/>
          <a:p>
            <a:pPr marL="12700">
              <a:lnSpc>
                <a:spcPct val="100000"/>
              </a:lnSpc>
              <a:spcBef>
                <a:spcPts val="100"/>
              </a:spcBef>
              <a:tabLst>
                <a:tab pos="605790" algn="l"/>
                <a:tab pos="2726690" algn="l"/>
                <a:tab pos="4638675" algn="l"/>
              </a:tabLst>
            </a:pPr>
            <a:r>
              <a:rPr sz="2400" spc="-25" dirty="0">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Transporting</a:t>
            </a:r>
            <a:r>
              <a:rPr sz="2400" dirty="0">
                <a:latin typeface="Times New Roman" panose="02020603050405020304" pitchFamily="18" charset="0"/>
                <a:cs typeface="Times New Roman" panose="02020603050405020304" pitchFamily="18" charset="0"/>
              </a:rPr>
              <a:t>	2.</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Storage</a:t>
            </a:r>
            <a:r>
              <a:rPr sz="2400" dirty="0">
                <a:latin typeface="Times New Roman" panose="02020603050405020304" pitchFamily="18" charset="0"/>
                <a:cs typeface="Times New Roman" panose="02020603050405020304" pitchFamily="18" charset="0"/>
              </a:rPr>
              <a:t>	3.</a:t>
            </a:r>
            <a:r>
              <a:rPr sz="2400" spc="-4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Positioning</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equipment</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8713" y="234665"/>
            <a:ext cx="9622790" cy="659155"/>
          </a:xfrm>
          <a:prstGeom prst="rect">
            <a:avLst/>
          </a:prstGeom>
        </p:spPr>
        <p:txBody>
          <a:bodyPr vert="horz" wrap="square" lIns="0" tIns="287020" rIns="0" bIns="0" rtlCol="0">
            <a:spAutoFit/>
          </a:bodyPr>
          <a:lstStyle/>
          <a:p>
            <a:pPr marL="12700">
              <a:lnSpc>
                <a:spcPct val="100000"/>
              </a:lnSpc>
              <a:spcBef>
                <a:spcPts val="100"/>
              </a:spcBef>
            </a:pPr>
            <a:r>
              <a:rPr lang="en-US" sz="2400" b="1" dirty="0">
                <a:latin typeface="Times New Roman" panose="02020603050405020304" pitchFamily="18" charset="0"/>
                <a:cs typeface="Times New Roman" panose="02020603050405020304" pitchFamily="18" charset="0"/>
              </a:rPr>
              <a:t>TYPES</a:t>
            </a:r>
            <a:r>
              <a:rPr lang="en-US" sz="2400" b="1" spc="-12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OF</a:t>
            </a:r>
            <a:r>
              <a:rPr lang="en-US" sz="2400" b="1" spc="-114"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MATERIAL</a:t>
            </a:r>
            <a:r>
              <a:rPr lang="en-US" sz="2400" b="1" spc="-12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HANDLING</a:t>
            </a:r>
            <a:r>
              <a:rPr lang="en-US" sz="2400" b="1" spc="-114" dirty="0">
                <a:latin typeface="Times New Roman" panose="02020603050405020304" pitchFamily="18" charset="0"/>
                <a:cs typeface="Times New Roman" panose="02020603050405020304" pitchFamily="18" charset="0"/>
              </a:rPr>
              <a:t> </a:t>
            </a:r>
            <a:r>
              <a:rPr lang="en-US" sz="2400" b="1" spc="-10" dirty="0">
                <a:latin typeface="Times New Roman" panose="02020603050405020304" pitchFamily="18" charset="0"/>
                <a:cs typeface="Times New Roman" panose="02020603050405020304" pitchFamily="18" charset="0"/>
              </a:rPr>
              <a:t>EQUIPMENT</a:t>
            </a:r>
            <a:endParaRPr lang="en-US" sz="2400" b="1"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body" idx="1"/>
          </p:nvPr>
        </p:nvSpPr>
        <p:spPr>
          <a:xfrm>
            <a:off x="304800" y="1236097"/>
            <a:ext cx="8229600" cy="4027898"/>
          </a:xfrm>
          <a:prstGeom prst="rect">
            <a:avLst/>
          </a:prstGeom>
        </p:spPr>
        <p:txBody>
          <a:bodyPr vert="horz" wrap="square" lIns="0" tIns="53975" rIns="0" bIns="0" rtlCol="0">
            <a:spAutoFit/>
          </a:bodyPr>
          <a:lstStyle/>
          <a:p>
            <a:pPr marL="645160" indent="-632460" algn="just">
              <a:lnSpc>
                <a:spcPct val="100000"/>
              </a:lnSpc>
              <a:spcBef>
                <a:spcPts val="425"/>
              </a:spcBef>
              <a:buFont typeface="Arial MT"/>
              <a:buAutoNum type="arabicPeriod"/>
              <a:tabLst>
                <a:tab pos="645160" algn="l"/>
              </a:tabLst>
            </a:pPr>
            <a:r>
              <a:rPr sz="2400" u="none" spc="-10" dirty="0">
                <a:solidFill>
                  <a:srgbClr val="FF0000"/>
                </a:solidFill>
                <a:latin typeface="Times New Roman" panose="02020603050405020304" pitchFamily="18" charset="0"/>
                <a:cs typeface="Times New Roman" panose="02020603050405020304" pitchFamily="18" charset="0"/>
              </a:rPr>
              <a:t>Transporting</a:t>
            </a:r>
            <a:endParaRPr sz="2400" dirty="0">
              <a:latin typeface="Times New Roman" panose="02020603050405020304" pitchFamily="18" charset="0"/>
              <a:cs typeface="Times New Roman" panose="02020603050405020304" pitchFamily="18" charset="0"/>
            </a:endParaRPr>
          </a:p>
          <a:p>
            <a:pPr marL="358140" marR="25400" lvl="1" indent="-174625" algn="just">
              <a:lnSpc>
                <a:spcPts val="2690"/>
              </a:lnSpc>
              <a:spcBef>
                <a:spcPts val="980"/>
              </a:spcBef>
              <a:buFont typeface="Arial MT"/>
              <a:buChar char="•"/>
              <a:tabLst>
                <a:tab pos="359410" algn="l"/>
                <a:tab pos="1327785" algn="l"/>
                <a:tab pos="2713355" algn="l"/>
                <a:tab pos="3574415" algn="l"/>
                <a:tab pos="4716145" algn="l"/>
                <a:tab pos="5699760" algn="l"/>
                <a:tab pos="6395720" algn="l"/>
                <a:tab pos="7961630" algn="l"/>
              </a:tabLst>
            </a:pPr>
            <a:r>
              <a:rPr sz="2400" spc="-10" dirty="0">
                <a:latin typeface="Times New Roman" panose="02020603050405020304" pitchFamily="18" charset="0"/>
                <a:cs typeface="Times New Roman" panose="02020603050405020304" pitchFamily="18" charset="0"/>
              </a:rPr>
              <a:t>Saves</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workers</a:t>
            </a:r>
            <a:r>
              <a:rPr sz="240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from</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having</a:t>
            </a:r>
            <a:r>
              <a:rPr sz="2400" dirty="0">
                <a:latin typeface="Times New Roman" panose="02020603050405020304" pitchFamily="18" charset="0"/>
                <a:cs typeface="Times New Roman" panose="02020603050405020304" pitchFamily="18" charset="0"/>
              </a:rPr>
              <a:t>	to</a:t>
            </a:r>
            <a:r>
              <a:rPr sz="2400" spc="32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lift</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transport</a:t>
            </a:r>
            <a:r>
              <a:rPr sz="2400" dirty="0">
                <a:latin typeface="Times New Roman" panose="02020603050405020304" pitchFamily="18" charset="0"/>
                <a:cs typeface="Times New Roman" panose="02020603050405020304" pitchFamily="18" charset="0"/>
              </a:rPr>
              <a:t>	heavy</a:t>
            </a:r>
            <a:r>
              <a:rPr sz="2400" spc="27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materials 	</a:t>
            </a:r>
            <a:r>
              <a:rPr sz="2400" dirty="0">
                <a:latin typeface="Times New Roman" panose="02020603050405020304" pitchFamily="18" charset="0"/>
                <a:cs typeface="Times New Roman" panose="02020603050405020304" pitchFamily="18" charset="0"/>
              </a:rPr>
              <a:t>which</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time-</a:t>
            </a:r>
            <a:r>
              <a:rPr sz="2400" dirty="0">
                <a:latin typeface="Times New Roman" panose="02020603050405020304" pitchFamily="18" charset="0"/>
                <a:cs typeface="Times New Roman" panose="02020603050405020304" pitchFamily="18" charset="0"/>
              </a:rPr>
              <a:t>consuming,</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potentially</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dangerous</a:t>
            </a:r>
            <a:endParaRPr sz="2400" dirty="0">
              <a:latin typeface="Times New Roman" panose="02020603050405020304" pitchFamily="18" charset="0"/>
              <a:cs typeface="Times New Roman" panose="02020603050405020304" pitchFamily="18" charset="0"/>
            </a:endParaRPr>
          </a:p>
          <a:p>
            <a:pPr marL="130810" algn="just">
              <a:lnSpc>
                <a:spcPct val="100000"/>
              </a:lnSpc>
              <a:spcBef>
                <a:spcPts val="345"/>
              </a:spcBef>
            </a:pPr>
            <a:r>
              <a:rPr sz="2400" u="none" spc="-10" dirty="0">
                <a:solidFill>
                  <a:srgbClr val="000000"/>
                </a:solidFill>
                <a:latin typeface="Times New Roman" panose="02020603050405020304" pitchFamily="18" charset="0"/>
                <a:cs typeface="Times New Roman" panose="02020603050405020304" pitchFamily="18" charset="0"/>
              </a:rPr>
              <a:t>Types</a:t>
            </a:r>
            <a:r>
              <a:rPr sz="2400" u="none" spc="-10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of</a:t>
            </a:r>
            <a:r>
              <a:rPr sz="2400" u="none" spc="-9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transporting</a:t>
            </a:r>
            <a:r>
              <a:rPr sz="2400" u="none" spc="-95"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equipment:</a:t>
            </a:r>
            <a:endParaRPr sz="2400" dirty="0">
              <a:latin typeface="Times New Roman" panose="02020603050405020304" pitchFamily="18" charset="0"/>
              <a:cs typeface="Times New Roman" panose="02020603050405020304" pitchFamily="18" charset="0"/>
            </a:endParaRPr>
          </a:p>
          <a:p>
            <a:pPr marL="382270" marR="44450" indent="-342900" algn="just">
              <a:lnSpc>
                <a:spcPct val="80000"/>
              </a:lnSpc>
              <a:spcBef>
                <a:spcPts val="1000"/>
              </a:spcBef>
              <a:buFont typeface="Arial" panose="020B0604020202020204" pitchFamily="34" charset="0"/>
              <a:buChar char="•"/>
              <a:tabLst>
                <a:tab pos="359410" algn="l"/>
              </a:tabLst>
            </a:pPr>
            <a:r>
              <a:rPr sz="2400" u="none" spc="-10" dirty="0">
                <a:solidFill>
                  <a:srgbClr val="0070C0"/>
                </a:solidFill>
                <a:latin typeface="Times New Roman" panose="02020603050405020304" pitchFamily="18" charset="0"/>
                <a:cs typeface="Times New Roman" panose="02020603050405020304" pitchFamily="18" charset="0"/>
              </a:rPr>
              <a:t>Conveyors:</a:t>
            </a:r>
            <a:r>
              <a:rPr sz="2400" u="none" spc="145" dirty="0">
                <a:solidFill>
                  <a:srgbClr val="0070C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used</a:t>
            </a:r>
            <a:r>
              <a:rPr sz="2400" u="none" spc="14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when</a:t>
            </a:r>
            <a:r>
              <a:rPr sz="2400" u="none" spc="14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the</a:t>
            </a:r>
            <a:r>
              <a:rPr sz="2400" u="none" spc="14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material</a:t>
            </a:r>
            <a:r>
              <a:rPr sz="2400" u="none" spc="14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is</a:t>
            </a:r>
            <a:r>
              <a:rPr sz="2400" u="none" spc="13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frequently</a:t>
            </a:r>
            <a:r>
              <a:rPr sz="2400" u="none" spc="14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moved</a:t>
            </a:r>
            <a:r>
              <a:rPr sz="2400" u="none" spc="14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between </a:t>
            </a:r>
            <a:r>
              <a:rPr sz="2400" u="none" dirty="0">
                <a:solidFill>
                  <a:srgbClr val="000000"/>
                </a:solidFill>
                <a:latin typeface="Times New Roman" panose="02020603050405020304" pitchFamily="18" charset="0"/>
                <a:cs typeface="Times New Roman" panose="02020603050405020304" pitchFamily="18" charset="0"/>
              </a:rPr>
              <a:t>specific</a:t>
            </a:r>
            <a:r>
              <a:rPr sz="2400" u="none" spc="-8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points</a:t>
            </a:r>
            <a:r>
              <a:rPr sz="2400" u="none" spc="-75"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over</a:t>
            </a:r>
            <a:r>
              <a:rPr sz="2400" u="none" spc="-7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a</a:t>
            </a:r>
            <a:r>
              <a:rPr sz="2400" u="none" spc="-8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fixed</a:t>
            </a:r>
            <a:r>
              <a:rPr sz="2400" u="none" spc="-75" dirty="0">
                <a:solidFill>
                  <a:srgbClr val="000000"/>
                </a:solidFill>
                <a:latin typeface="Times New Roman" panose="02020603050405020304" pitchFamily="18" charset="0"/>
                <a:cs typeface="Times New Roman" panose="02020603050405020304" pitchFamily="18" charset="0"/>
              </a:rPr>
              <a:t> </a:t>
            </a:r>
            <a:r>
              <a:rPr sz="2400" u="none" spc="-20" dirty="0">
                <a:solidFill>
                  <a:srgbClr val="000000"/>
                </a:solidFill>
                <a:latin typeface="Times New Roman" panose="02020603050405020304" pitchFamily="18" charset="0"/>
                <a:cs typeface="Times New Roman" panose="02020603050405020304" pitchFamily="18" charset="0"/>
              </a:rPr>
              <a:t>pathway</a:t>
            </a:r>
            <a:r>
              <a:rPr sz="2400" u="none" spc="-8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with</a:t>
            </a:r>
            <a:r>
              <a:rPr sz="2400" u="none" spc="-75"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sufficient</a:t>
            </a:r>
            <a:r>
              <a:rPr sz="2400" u="none" spc="-7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flow</a:t>
            </a:r>
            <a:r>
              <a:rPr sz="2400" u="none" spc="-8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volume.</a:t>
            </a:r>
            <a:endParaRPr sz="2400" dirty="0">
              <a:latin typeface="Times New Roman" panose="02020603050405020304" pitchFamily="18" charset="0"/>
              <a:cs typeface="Times New Roman" panose="02020603050405020304" pitchFamily="18" charset="0"/>
            </a:endParaRPr>
          </a:p>
          <a:p>
            <a:pPr marL="382270" marR="34925" indent="-342900" algn="just">
              <a:lnSpc>
                <a:spcPct val="80000"/>
              </a:lnSpc>
              <a:spcBef>
                <a:spcPts val="1000"/>
              </a:spcBef>
              <a:buFont typeface="Arial" panose="020B0604020202020204" pitchFamily="34" charset="0"/>
              <a:buChar char="•"/>
              <a:tabLst>
                <a:tab pos="359410" algn="l"/>
                <a:tab pos="1626235" algn="l"/>
                <a:tab pos="2478405" algn="l"/>
                <a:tab pos="2917825" algn="l"/>
                <a:tab pos="4490085" algn="l"/>
                <a:tab pos="6050280" algn="l"/>
                <a:tab pos="6859905" algn="l"/>
                <a:tab pos="8561705" algn="l"/>
                <a:tab pos="9263380" algn="l"/>
              </a:tabLst>
            </a:pPr>
            <a:r>
              <a:rPr sz="2400" u="none" spc="-10" dirty="0">
                <a:solidFill>
                  <a:srgbClr val="0070C0"/>
                </a:solidFill>
                <a:latin typeface="Times New Roman" panose="02020603050405020304" pitchFamily="18" charset="0"/>
                <a:cs typeface="Times New Roman" panose="02020603050405020304" pitchFamily="18" charset="0"/>
              </a:rPr>
              <a:t>Cranes:</a:t>
            </a:r>
            <a:r>
              <a:rPr lang="en-US" sz="2400" u="none" spc="-10" dirty="0">
                <a:solidFill>
                  <a:srgbClr val="0070C0"/>
                </a:solidFill>
                <a:latin typeface="Times New Roman" panose="02020603050405020304" pitchFamily="18" charset="0"/>
                <a:cs typeface="Times New Roman" panose="02020603050405020304" pitchFamily="18" charset="0"/>
              </a:rPr>
              <a:t> </a:t>
            </a:r>
            <a:r>
              <a:rPr sz="2400" u="none" spc="-20" dirty="0">
                <a:solidFill>
                  <a:srgbClr val="000000"/>
                </a:solidFill>
                <a:latin typeface="Times New Roman" panose="02020603050405020304" pitchFamily="18" charset="0"/>
                <a:cs typeface="Times New Roman" panose="02020603050405020304" pitchFamily="18" charset="0"/>
              </a:rPr>
              <a:t>used</a:t>
            </a:r>
            <a:r>
              <a:rPr lang="en-US" sz="2400" u="none" spc="-20" dirty="0">
                <a:solidFill>
                  <a:srgbClr val="000000"/>
                </a:solidFill>
                <a:latin typeface="Times New Roman" panose="02020603050405020304" pitchFamily="18" charset="0"/>
                <a:cs typeface="Times New Roman" panose="02020603050405020304" pitchFamily="18" charset="0"/>
              </a:rPr>
              <a:t> </a:t>
            </a:r>
            <a:r>
              <a:rPr sz="2400" u="none" spc="-25" dirty="0">
                <a:solidFill>
                  <a:srgbClr val="000000"/>
                </a:solidFill>
                <a:latin typeface="Times New Roman" panose="02020603050405020304" pitchFamily="18" charset="0"/>
                <a:cs typeface="Times New Roman" panose="02020603050405020304" pitchFamily="18" charset="0"/>
              </a:rPr>
              <a:t>to</a:t>
            </a:r>
            <a:r>
              <a:rPr sz="2400" u="none"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transport</a:t>
            </a:r>
            <a:r>
              <a:rPr lang="en-US" sz="2400" u="none" spc="-1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materials</a:t>
            </a:r>
            <a:r>
              <a:rPr lang="en-US" sz="2400" u="none" spc="-10" dirty="0">
                <a:solidFill>
                  <a:srgbClr val="000000"/>
                </a:solidFill>
                <a:latin typeface="Times New Roman" panose="02020603050405020304" pitchFamily="18" charset="0"/>
                <a:cs typeface="Times New Roman" panose="02020603050405020304" pitchFamily="18" charset="0"/>
              </a:rPr>
              <a:t> </a:t>
            </a:r>
            <a:r>
              <a:rPr sz="2400" u="none" spc="-20" dirty="0">
                <a:solidFill>
                  <a:srgbClr val="000000"/>
                </a:solidFill>
                <a:latin typeface="Times New Roman" panose="02020603050405020304" pitchFamily="18" charset="0"/>
                <a:cs typeface="Times New Roman" panose="02020603050405020304" pitchFamily="18" charset="0"/>
              </a:rPr>
              <a:t>over</a:t>
            </a:r>
            <a:r>
              <a:rPr lang="en-US" sz="2400" u="none" spc="-2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horizontal</a:t>
            </a:r>
            <a:r>
              <a:rPr lang="en-US" sz="2400" u="none" spc="-10" dirty="0">
                <a:solidFill>
                  <a:srgbClr val="000000"/>
                </a:solidFill>
                <a:latin typeface="Times New Roman" panose="02020603050405020304" pitchFamily="18" charset="0"/>
                <a:cs typeface="Times New Roman" panose="02020603050405020304" pitchFamily="18" charset="0"/>
              </a:rPr>
              <a:t> </a:t>
            </a:r>
            <a:r>
              <a:rPr sz="2400" u="none" spc="-25" dirty="0">
                <a:solidFill>
                  <a:srgbClr val="000000"/>
                </a:solidFill>
                <a:latin typeface="Times New Roman" panose="02020603050405020304" pitchFamily="18" charset="0"/>
                <a:cs typeface="Times New Roman" panose="02020603050405020304" pitchFamily="18" charset="0"/>
              </a:rPr>
              <a:t>and</a:t>
            </a:r>
            <a:r>
              <a:rPr lang="en-US" sz="2400" u="none" spc="-25" dirty="0">
                <a:solidFill>
                  <a:srgbClr val="000000"/>
                </a:solidFill>
                <a:latin typeface="Times New Roman" panose="02020603050405020304" pitchFamily="18" charset="0"/>
                <a:cs typeface="Times New Roman" panose="02020603050405020304" pitchFamily="18" charset="0"/>
              </a:rPr>
              <a:t> </a:t>
            </a:r>
            <a:r>
              <a:rPr sz="2400" u="none" spc="-20" dirty="0">
                <a:solidFill>
                  <a:srgbClr val="000000"/>
                </a:solidFill>
                <a:latin typeface="Times New Roman" panose="02020603050405020304" pitchFamily="18" charset="0"/>
                <a:cs typeface="Times New Roman" panose="02020603050405020304" pitchFamily="18" charset="0"/>
              </a:rPr>
              <a:t>vertical</a:t>
            </a:r>
            <a:r>
              <a:rPr lang="en-US" sz="2400" u="none" spc="-2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paths. They</a:t>
            </a:r>
            <a:r>
              <a:rPr sz="2400" u="none" spc="-7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can</a:t>
            </a:r>
            <a:r>
              <a:rPr sz="2400" u="none" spc="-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handle</a:t>
            </a:r>
            <a:r>
              <a:rPr sz="2400" u="none" spc="-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a</a:t>
            </a:r>
            <a:r>
              <a:rPr sz="2400" u="none" spc="-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variety of</a:t>
            </a:r>
            <a:r>
              <a:rPr sz="2400" u="none" spc="-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shapes</a:t>
            </a:r>
            <a:r>
              <a:rPr sz="2400" u="none" spc="-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and</a:t>
            </a:r>
            <a:r>
              <a:rPr sz="2400" u="none" spc="-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weights. It</a:t>
            </a:r>
            <a:r>
              <a:rPr sz="2400" u="none" spc="-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increases</a:t>
            </a:r>
            <a:r>
              <a:rPr sz="2400" u="none" spc="-5"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productivity </a:t>
            </a:r>
            <a:r>
              <a:rPr sz="2400" u="none" dirty="0">
                <a:solidFill>
                  <a:srgbClr val="000000"/>
                </a:solidFill>
                <a:latin typeface="Times New Roman" panose="02020603050405020304" pitchFamily="18" charset="0"/>
                <a:cs typeface="Times New Roman" panose="02020603050405020304" pitchFamily="18" charset="0"/>
              </a:rPr>
              <a:t>and</a:t>
            </a:r>
            <a:r>
              <a:rPr sz="2400" u="none" spc="-5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makes</a:t>
            </a:r>
            <a:r>
              <a:rPr sz="2400" u="none" spc="-4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the</a:t>
            </a:r>
            <a:r>
              <a:rPr sz="2400" u="none" spc="-5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best</a:t>
            </a:r>
            <a:r>
              <a:rPr sz="2400" u="none" spc="-4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use</a:t>
            </a:r>
            <a:r>
              <a:rPr sz="2400" u="none" spc="-50"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of</a:t>
            </a:r>
            <a:r>
              <a:rPr sz="2400" u="none" spc="-45" dirty="0">
                <a:solidFill>
                  <a:srgbClr val="000000"/>
                </a:solidFill>
                <a:latin typeface="Times New Roman" panose="02020603050405020304" pitchFamily="18" charset="0"/>
                <a:cs typeface="Times New Roman" panose="02020603050405020304" pitchFamily="18" charset="0"/>
              </a:rPr>
              <a:t> </a:t>
            </a:r>
            <a:r>
              <a:rPr sz="2400" u="none" dirty="0">
                <a:solidFill>
                  <a:srgbClr val="000000"/>
                </a:solidFill>
                <a:latin typeface="Times New Roman" panose="02020603050405020304" pitchFamily="18" charset="0"/>
                <a:cs typeface="Times New Roman" panose="02020603050405020304" pitchFamily="18" charset="0"/>
              </a:rPr>
              <a:t>floor</a:t>
            </a:r>
            <a:r>
              <a:rPr sz="2400" u="none" spc="-50" dirty="0">
                <a:solidFill>
                  <a:srgbClr val="000000"/>
                </a:solidFill>
                <a:latin typeface="Times New Roman" panose="02020603050405020304" pitchFamily="18" charset="0"/>
                <a:cs typeface="Times New Roman" panose="02020603050405020304" pitchFamily="18" charset="0"/>
              </a:rPr>
              <a:t> </a:t>
            </a:r>
            <a:r>
              <a:rPr sz="2400" u="none" spc="-10" dirty="0">
                <a:solidFill>
                  <a:srgbClr val="000000"/>
                </a:solidFill>
                <a:latin typeface="Times New Roman" panose="02020603050405020304" pitchFamily="18" charset="0"/>
                <a:cs typeface="Times New Roman" panose="02020603050405020304" pitchFamily="18" charset="0"/>
              </a:rPr>
              <a:t>space</a:t>
            </a:r>
            <a:endParaRPr lang="en-US" sz="2400" u="none" spc="-10" dirty="0">
              <a:solidFill>
                <a:srgbClr val="0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1600" y="457200"/>
            <a:ext cx="2840684" cy="2840684"/>
          </a:xfrm>
          <a:prstGeom prst="rect">
            <a:avLst/>
          </a:prstGeom>
        </p:spPr>
      </p:pic>
      <p:pic>
        <p:nvPicPr>
          <p:cNvPr id="5" name="Picture 4"/>
          <p:cNvPicPr>
            <a:picLocks noChangeAspect="1"/>
          </p:cNvPicPr>
          <p:nvPr/>
        </p:nvPicPr>
        <p:blipFill>
          <a:blip r:embed="rId3"/>
          <a:stretch>
            <a:fillRect/>
          </a:stretch>
        </p:blipFill>
        <p:spPr>
          <a:xfrm>
            <a:off x="8829955" y="3429000"/>
            <a:ext cx="3119595" cy="3429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56256" y="2221372"/>
            <a:ext cx="7517604" cy="1700466"/>
          </a:xfrm>
          <a:prstGeom prst="rect">
            <a:avLst/>
          </a:prstGeom>
        </p:spPr>
        <p:txBody>
          <a:bodyPr vert="horz" wrap="square" lIns="0" tIns="96520" rIns="0" bIns="0" rtlCol="0">
            <a:spAutoFit/>
          </a:bodyPr>
          <a:lstStyle/>
          <a:p>
            <a:pPr marL="143510">
              <a:lnSpc>
                <a:spcPct val="100000"/>
              </a:lnSpc>
              <a:spcBef>
                <a:spcPts val="665"/>
              </a:spcBef>
            </a:pPr>
            <a:r>
              <a:rPr sz="2000" dirty="0">
                <a:solidFill>
                  <a:srgbClr val="FF0000"/>
                </a:solidFill>
                <a:latin typeface="Times New Roman" panose="02020603050405020304" pitchFamily="18" charset="0"/>
                <a:cs typeface="Times New Roman" panose="02020603050405020304" pitchFamily="18" charset="0"/>
              </a:rPr>
              <a:t>Manual</a:t>
            </a:r>
            <a:r>
              <a:rPr sz="2000" spc="-80" dirty="0">
                <a:solidFill>
                  <a:srgbClr val="FF0000"/>
                </a:solidFill>
                <a:latin typeface="Times New Roman" panose="02020603050405020304" pitchFamily="18" charset="0"/>
                <a:cs typeface="Times New Roman" panose="02020603050405020304" pitchFamily="18" charset="0"/>
              </a:rPr>
              <a:t> </a:t>
            </a:r>
            <a:r>
              <a:rPr sz="2000" dirty="0">
                <a:solidFill>
                  <a:srgbClr val="FF0000"/>
                </a:solidFill>
                <a:latin typeface="Times New Roman" panose="02020603050405020304" pitchFamily="18" charset="0"/>
                <a:cs typeface="Times New Roman" panose="02020603050405020304" pitchFamily="18" charset="0"/>
              </a:rPr>
              <a:t>Handling</a:t>
            </a:r>
            <a:r>
              <a:rPr sz="2000" spc="-80" dirty="0">
                <a:solidFill>
                  <a:srgbClr val="FF0000"/>
                </a:solidFill>
                <a:latin typeface="Times New Roman" panose="02020603050405020304" pitchFamily="18" charset="0"/>
                <a:cs typeface="Times New Roman" panose="02020603050405020304" pitchFamily="18" charset="0"/>
              </a:rPr>
              <a:t> </a:t>
            </a:r>
            <a:r>
              <a:rPr sz="2000" spc="-10" dirty="0">
                <a:solidFill>
                  <a:srgbClr val="FF0000"/>
                </a:solidFill>
                <a:latin typeface="Times New Roman" panose="02020603050405020304" pitchFamily="18" charset="0"/>
                <a:cs typeface="Times New Roman" panose="02020603050405020304" pitchFamily="18" charset="0"/>
              </a:rPr>
              <a:t>Equipment:</a:t>
            </a:r>
            <a:endParaRPr sz="2000" dirty="0">
              <a:solidFill>
                <a:srgbClr val="FF0000"/>
              </a:solidFill>
              <a:latin typeface="Times New Roman" panose="02020603050405020304" pitchFamily="18" charset="0"/>
              <a:cs typeface="Times New Roman" panose="02020603050405020304" pitchFamily="18" charset="0"/>
            </a:endParaRPr>
          </a:p>
          <a:p>
            <a:pPr marL="370205" marR="5080" lvl="1" indent="-358140">
              <a:lnSpc>
                <a:spcPts val="3020"/>
              </a:lnSpc>
              <a:spcBef>
                <a:spcPts val="1050"/>
              </a:spcBef>
              <a:buFont typeface="Segoe UI Symbol"/>
              <a:buChar char="❖"/>
              <a:tabLst>
                <a:tab pos="372110" algn="l"/>
              </a:tabLst>
            </a:pPr>
            <a:r>
              <a:rPr sz="2000" dirty="0">
                <a:solidFill>
                  <a:srgbClr val="525252"/>
                </a:solidFill>
                <a:latin typeface="Times New Roman" panose="02020603050405020304" pitchFamily="18" charset="0"/>
                <a:cs typeface="Times New Roman" panose="02020603050405020304" pitchFamily="18" charset="0"/>
              </a:rPr>
              <a:t>Used</a:t>
            </a:r>
            <a:r>
              <a:rPr sz="2000" spc="-55"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to</a:t>
            </a:r>
            <a:r>
              <a:rPr sz="2000" spc="-5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move</a:t>
            </a:r>
            <a:r>
              <a:rPr sz="2000" spc="-5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smaller</a:t>
            </a:r>
            <a:r>
              <a:rPr sz="2000" spc="-5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pieces</a:t>
            </a:r>
            <a:r>
              <a:rPr sz="2000" spc="-5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of</a:t>
            </a:r>
            <a:r>
              <a:rPr sz="2000" spc="-5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equipment</a:t>
            </a:r>
            <a:r>
              <a:rPr sz="2000" spc="-55"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where</a:t>
            </a:r>
            <a:r>
              <a:rPr sz="2000" spc="-5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larger</a:t>
            </a:r>
            <a:r>
              <a:rPr sz="2000" spc="-5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tools</a:t>
            </a:r>
            <a:r>
              <a:rPr sz="2000" spc="-50" dirty="0">
                <a:solidFill>
                  <a:srgbClr val="525252"/>
                </a:solidFill>
                <a:latin typeface="Times New Roman" panose="02020603050405020304" pitchFamily="18" charset="0"/>
                <a:cs typeface="Times New Roman" panose="02020603050405020304" pitchFamily="18" charset="0"/>
              </a:rPr>
              <a:t> </a:t>
            </a:r>
            <a:r>
              <a:rPr sz="2000" spc="-10" dirty="0">
                <a:solidFill>
                  <a:srgbClr val="525252"/>
                </a:solidFill>
                <a:latin typeface="Times New Roman" panose="02020603050405020304" pitchFamily="18" charset="0"/>
                <a:cs typeface="Times New Roman" panose="02020603050405020304" pitchFamily="18" charset="0"/>
              </a:rPr>
              <a:t>would</a:t>
            </a:r>
            <a:r>
              <a:rPr lang="en-US" sz="2000" spc="-10" dirty="0">
                <a:solidFill>
                  <a:srgbClr val="525252"/>
                </a:solidFill>
                <a:latin typeface="Times New Roman" panose="02020603050405020304" pitchFamily="18" charset="0"/>
                <a:cs typeface="Times New Roman" panose="02020603050405020304" pitchFamily="18" charset="0"/>
              </a:rPr>
              <a:t> </a:t>
            </a:r>
            <a:r>
              <a:rPr sz="2000" spc="-10" dirty="0">
                <a:solidFill>
                  <a:srgbClr val="525252"/>
                </a:solidFill>
                <a:latin typeface="Times New Roman" panose="02020603050405020304" pitchFamily="18" charset="0"/>
                <a:cs typeface="Times New Roman" panose="02020603050405020304" pitchFamily="18" charset="0"/>
              </a:rPr>
              <a:t>struggle</a:t>
            </a:r>
            <a:endParaRPr sz="2000" dirty="0">
              <a:latin typeface="Times New Roman" panose="02020603050405020304" pitchFamily="18" charset="0"/>
              <a:cs typeface="Times New Roman" panose="02020603050405020304" pitchFamily="18" charset="0"/>
            </a:endParaRPr>
          </a:p>
          <a:p>
            <a:pPr marL="370840" lvl="1" indent="-358140">
              <a:lnSpc>
                <a:spcPct val="100000"/>
              </a:lnSpc>
              <a:spcBef>
                <a:spcPts val="625"/>
              </a:spcBef>
              <a:buFont typeface="Segoe UI Symbol"/>
              <a:buChar char="❖"/>
              <a:tabLst>
                <a:tab pos="370840" algn="l"/>
              </a:tabLst>
            </a:pPr>
            <a:r>
              <a:rPr sz="2000" dirty="0">
                <a:solidFill>
                  <a:srgbClr val="525252"/>
                </a:solidFill>
                <a:latin typeface="Times New Roman" panose="02020603050405020304" pitchFamily="18" charset="0"/>
                <a:cs typeface="Times New Roman" panose="02020603050405020304" pitchFamily="18" charset="0"/>
              </a:rPr>
              <a:t>They</a:t>
            </a:r>
            <a:r>
              <a:rPr sz="2000" spc="-80"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include</a:t>
            </a:r>
            <a:r>
              <a:rPr sz="2000" spc="-75"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pallet</a:t>
            </a:r>
            <a:r>
              <a:rPr sz="2000" spc="-75"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trucks,</a:t>
            </a:r>
            <a:r>
              <a:rPr sz="2000" spc="-75"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trolleys,</a:t>
            </a:r>
            <a:r>
              <a:rPr sz="2000" spc="-75"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and</a:t>
            </a:r>
            <a:r>
              <a:rPr sz="2000" spc="-75" dirty="0">
                <a:solidFill>
                  <a:srgbClr val="525252"/>
                </a:solidFill>
                <a:latin typeface="Times New Roman" panose="02020603050405020304" pitchFamily="18" charset="0"/>
                <a:cs typeface="Times New Roman" panose="02020603050405020304" pitchFamily="18" charset="0"/>
              </a:rPr>
              <a:t> </a:t>
            </a:r>
            <a:r>
              <a:rPr sz="2000" dirty="0">
                <a:solidFill>
                  <a:srgbClr val="525252"/>
                </a:solidFill>
                <a:latin typeface="Times New Roman" panose="02020603050405020304" pitchFamily="18" charset="0"/>
                <a:cs typeface="Times New Roman" panose="02020603050405020304" pitchFamily="18" charset="0"/>
              </a:rPr>
              <a:t>sack</a:t>
            </a:r>
            <a:r>
              <a:rPr sz="2000" spc="-75" dirty="0">
                <a:solidFill>
                  <a:srgbClr val="525252"/>
                </a:solidFill>
                <a:latin typeface="Times New Roman" panose="02020603050405020304" pitchFamily="18" charset="0"/>
                <a:cs typeface="Times New Roman" panose="02020603050405020304" pitchFamily="18" charset="0"/>
              </a:rPr>
              <a:t> </a:t>
            </a:r>
            <a:r>
              <a:rPr sz="2000" spc="-10" dirty="0">
                <a:solidFill>
                  <a:srgbClr val="525252"/>
                </a:solidFill>
                <a:latin typeface="Times New Roman" panose="02020603050405020304" pitchFamily="18" charset="0"/>
                <a:cs typeface="Times New Roman" panose="02020603050405020304" pitchFamily="18" charset="0"/>
              </a:rPr>
              <a:t>trucks</a:t>
            </a: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305886" y="4038600"/>
            <a:ext cx="3701944" cy="2477068"/>
          </a:xfrm>
          <a:prstGeom prst="rect">
            <a:avLst/>
          </a:prstGeom>
        </p:spPr>
      </p:pic>
      <p:pic>
        <p:nvPicPr>
          <p:cNvPr id="5" name="object 5"/>
          <p:cNvPicPr/>
          <p:nvPr/>
        </p:nvPicPr>
        <p:blipFill>
          <a:blip r:embed="rId3" cstate="print"/>
          <a:stretch>
            <a:fillRect/>
          </a:stretch>
        </p:blipFill>
        <p:spPr>
          <a:xfrm>
            <a:off x="4285341" y="4309723"/>
            <a:ext cx="2198839" cy="2111853"/>
          </a:xfrm>
          <a:prstGeom prst="rect">
            <a:avLst/>
          </a:prstGeom>
        </p:spPr>
      </p:pic>
      <p:pic>
        <p:nvPicPr>
          <p:cNvPr id="6" name="object 6"/>
          <p:cNvPicPr/>
          <p:nvPr/>
        </p:nvPicPr>
        <p:blipFill>
          <a:blip r:embed="rId4" cstate="print"/>
          <a:stretch>
            <a:fillRect/>
          </a:stretch>
        </p:blipFill>
        <p:spPr>
          <a:xfrm>
            <a:off x="6672758" y="3697381"/>
            <a:ext cx="2602204" cy="3159506"/>
          </a:xfrm>
          <a:prstGeom prst="rect">
            <a:avLst/>
          </a:prstGeom>
        </p:spPr>
      </p:pic>
      <p:sp>
        <p:nvSpPr>
          <p:cNvPr id="8" name="Rectangle 7"/>
          <p:cNvSpPr/>
          <p:nvPr/>
        </p:nvSpPr>
        <p:spPr>
          <a:xfrm>
            <a:off x="243260" y="363984"/>
            <a:ext cx="7529140" cy="1631216"/>
          </a:xfrm>
          <a:prstGeom prst="rect">
            <a:avLst/>
          </a:prstGeom>
        </p:spPr>
        <p:txBody>
          <a:bodyPr wrap="square">
            <a:spAutoFit/>
          </a:bodyPr>
          <a:lstStyle/>
          <a:p>
            <a:pPr marL="438150" marR="5080" indent="-342900" algn="just">
              <a:lnSpc>
                <a:spcPts val="3020"/>
              </a:lnSpc>
              <a:spcBef>
                <a:spcPts val="1050"/>
              </a:spcBef>
              <a:buFont typeface="Arial" panose="020B0604020202020204" pitchFamily="34" charset="0"/>
              <a:buChar char="•"/>
            </a:pPr>
            <a:r>
              <a:rPr lang="en-US" sz="2000" u="none" spc="-10" dirty="0">
                <a:solidFill>
                  <a:srgbClr val="0070C0"/>
                </a:solidFill>
                <a:latin typeface="Times New Roman" panose="02020603050405020304" pitchFamily="18" charset="0"/>
                <a:cs typeface="Times New Roman" panose="02020603050405020304" pitchFamily="18" charset="0"/>
              </a:rPr>
              <a:t>Industrial trucks: </a:t>
            </a:r>
            <a:r>
              <a:rPr lang="en-US" sz="2000" u="none" dirty="0">
                <a:solidFill>
                  <a:srgbClr val="000000"/>
                </a:solidFill>
                <a:latin typeface="Times New Roman" panose="02020603050405020304" pitchFamily="18" charset="0"/>
                <a:cs typeface="Times New Roman" panose="02020603050405020304" pitchFamily="18" charset="0"/>
              </a:rPr>
              <a:t>used to move materials over variable paths. Includes small hand operated trucks, pallet jacks, and various kinds of forklifts. Trucks can also be manual or powered lift and operation can either be walk or ride.</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2400" y="0"/>
            <a:ext cx="4419600" cy="5076511"/>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83026" y="0"/>
            <a:ext cx="8860974" cy="4739759"/>
          </a:xfrm>
          <a:prstGeom prst="rect">
            <a:avLst/>
          </a:prstGeom>
        </p:spPr>
        <p:txBody>
          <a:bodyPr vert="horz" wrap="square" lIns="0" tIns="96520" rIns="0" bIns="0" rtlCol="0">
            <a:spAutoFit/>
          </a:bodyPr>
          <a:lstStyle/>
          <a:p>
            <a:pPr marL="388620" indent="-349250">
              <a:spcBef>
                <a:spcPts val="760"/>
              </a:spcBef>
              <a:buAutoNum type="arabicPeriod" startAt="2"/>
              <a:tabLst>
                <a:tab pos="388620" algn="l"/>
              </a:tabLst>
            </a:pPr>
            <a:r>
              <a:rPr sz="2000" spc="-10" dirty="0">
                <a:solidFill>
                  <a:srgbClr val="FF0000"/>
                </a:solidFill>
                <a:latin typeface="Times New Roman" panose="02020603050405020304" pitchFamily="18" charset="0"/>
                <a:cs typeface="Times New Roman" panose="02020603050405020304" pitchFamily="18" charset="0"/>
              </a:rPr>
              <a:t>Storage</a:t>
            </a:r>
            <a:endParaRPr sz="2000" dirty="0">
              <a:latin typeface="Times New Roman" panose="02020603050405020304" pitchFamily="18" charset="0"/>
              <a:cs typeface="Times New Roman" panose="02020603050405020304" pitchFamily="18" charset="0"/>
            </a:endParaRPr>
          </a:p>
          <a:p>
            <a:pPr marL="186690" marR="6985" lvl="1" indent="-174625">
              <a:spcBef>
                <a:spcPts val="1050"/>
              </a:spcBef>
              <a:buFont typeface="Arial MT"/>
              <a:buChar char="•"/>
              <a:tabLst>
                <a:tab pos="187960" algn="l"/>
                <a:tab pos="1750695" algn="l"/>
                <a:tab pos="3816985" algn="l"/>
                <a:tab pos="4486275" algn="l"/>
                <a:tab pos="5622925" algn="l"/>
                <a:tab pos="6346825" algn="l"/>
                <a:tab pos="7538720" algn="l"/>
                <a:tab pos="9384665" algn="l"/>
                <a:tab pos="10099675" algn="l"/>
              </a:tabLst>
            </a:pPr>
            <a:r>
              <a:rPr sz="2000" spc="-10" dirty="0">
                <a:latin typeface="Times New Roman" panose="02020603050405020304" pitchFamily="18" charset="0"/>
                <a:cs typeface="Times New Roman" panose="02020603050405020304" pitchFamily="18" charset="0"/>
              </a:rPr>
              <a:t>Storage</a:t>
            </a:r>
            <a:r>
              <a:rPr lang="en-US" sz="2000" spc="-1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equipment</a:t>
            </a:r>
            <a:r>
              <a:rPr lang="en-US" sz="2000" spc="-1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is</a:t>
            </a:r>
            <a:r>
              <a:rPr lang="en-US" sz="2000" spc="-2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used</a:t>
            </a:r>
            <a:r>
              <a:rPr lang="en-US"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a:t>
            </a:r>
            <a:r>
              <a:rPr lang="en-US"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store</a:t>
            </a:r>
            <a:r>
              <a:rPr lang="en-US" sz="2000" spc="-1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materials</a:t>
            </a:r>
            <a:r>
              <a:rPr lang="en-US" sz="2000" spc="-1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in</a:t>
            </a:r>
            <a:r>
              <a:rPr lang="en-US" sz="2000" spc="-2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a:t>
            </a:r>
            <a:r>
              <a:rPr lang="en-US" sz="2000" spc="-5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factory/warehouse</a:t>
            </a:r>
            <a:r>
              <a:rPr sz="2000" spc="-9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before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they</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transported</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elsewhere.</a:t>
            </a:r>
            <a:endParaRPr sz="2000" dirty="0">
              <a:latin typeface="Times New Roman" panose="02020603050405020304" pitchFamily="18" charset="0"/>
              <a:cs typeface="Times New Roman" panose="02020603050405020304" pitchFamily="18" charset="0"/>
            </a:endParaRPr>
          </a:p>
          <a:p>
            <a:pPr marL="187325" lvl="1" indent="-174625">
              <a:spcBef>
                <a:spcPts val="625"/>
              </a:spcBef>
              <a:buFont typeface="Arial MT"/>
              <a:buChar char="•"/>
              <a:tabLst>
                <a:tab pos="187325" algn="l"/>
              </a:tabLst>
            </a:pPr>
            <a:r>
              <a:rPr sz="2000" dirty="0">
                <a:latin typeface="Times New Roman" panose="02020603050405020304" pitchFamily="18" charset="0"/>
                <a:cs typeface="Times New Roman" panose="02020603050405020304" pitchFamily="18" charset="0"/>
              </a:rPr>
              <a:t>They</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could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stored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small</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period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time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long</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term.</a:t>
            </a:r>
            <a:endParaRPr sz="2000" dirty="0">
              <a:latin typeface="Times New Roman" panose="02020603050405020304" pitchFamily="18" charset="0"/>
              <a:cs typeface="Times New Roman" panose="02020603050405020304" pitchFamily="18" charset="0"/>
            </a:endParaRPr>
          </a:p>
          <a:p>
            <a:pPr marL="186690" marR="5080" lvl="1" indent="-174625">
              <a:spcBef>
                <a:spcPts val="1045"/>
              </a:spcBef>
              <a:buFont typeface="Arial MT"/>
              <a:buChar char="•"/>
              <a:tabLst>
                <a:tab pos="187960" algn="l"/>
              </a:tabLst>
            </a:pPr>
            <a:r>
              <a:rPr sz="2000" dirty="0">
                <a:latin typeface="Times New Roman" panose="02020603050405020304" pitchFamily="18" charset="0"/>
                <a:cs typeface="Times New Roman" panose="02020603050405020304" pitchFamily="18" charset="0"/>
              </a:rPr>
              <a:t>These</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types</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equipment</a:t>
            </a:r>
            <a:r>
              <a:rPr sz="2000" spc="1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aim</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make</a:t>
            </a:r>
            <a:r>
              <a:rPr sz="2000" spc="1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material</a:t>
            </a:r>
            <a:r>
              <a:rPr sz="2000" spc="1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easily</a:t>
            </a:r>
            <a:r>
              <a:rPr sz="2000" spc="1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accessible, </a:t>
            </a:r>
            <a:r>
              <a:rPr sz="2000" dirty="0">
                <a:latin typeface="Times New Roman" panose="02020603050405020304" pitchFamily="18" charset="0"/>
                <a:cs typeface="Times New Roman" panose="02020603050405020304" pitchFamily="18" charset="0"/>
              </a:rPr>
              <a:t>and</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maximize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space.</a:t>
            </a:r>
            <a:endParaRPr sz="2000" dirty="0">
              <a:latin typeface="Times New Roman" panose="02020603050405020304" pitchFamily="18" charset="0"/>
              <a:cs typeface="Times New Roman" panose="02020603050405020304" pitchFamily="18" charset="0"/>
            </a:endParaRPr>
          </a:p>
          <a:p>
            <a:pPr marL="186690" marR="4399915" lvl="1" indent="-174625">
              <a:spcBef>
                <a:spcPts val="70"/>
              </a:spcBef>
              <a:buFont typeface="Arial MT"/>
              <a:buChar char="•"/>
              <a:tabLst>
                <a:tab pos="193675" algn="l"/>
              </a:tabLst>
            </a:pPr>
            <a:r>
              <a:rPr sz="2000" dirty="0">
                <a:latin typeface="Times New Roman" panose="02020603050405020304" pitchFamily="18" charset="0"/>
                <a:cs typeface="Times New Roman" panose="02020603050405020304" pitchFamily="18" charset="0"/>
              </a:rPr>
              <a:t>Materials can be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stacked at different</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heights to make the most out of space</a:t>
            </a:r>
            <a:endParaRPr lang="en-US" sz="2000" dirty="0">
              <a:latin typeface="Times New Roman" panose="02020603050405020304" pitchFamily="18" charset="0"/>
              <a:cs typeface="Times New Roman" panose="02020603050405020304" pitchFamily="18" charset="0"/>
            </a:endParaRPr>
          </a:p>
          <a:p>
            <a:pPr marL="186690" marR="63500" lvl="1" indent="-174625">
              <a:spcBef>
                <a:spcPts val="1050"/>
              </a:spcBef>
              <a:buFont typeface="Arial MT"/>
              <a:buChar char="•"/>
              <a:tabLst>
                <a:tab pos="187960" algn="l"/>
                <a:tab pos="1765935" algn="l"/>
                <a:tab pos="2527300" algn="l"/>
                <a:tab pos="4536440" algn="l"/>
                <a:tab pos="5812155" algn="l"/>
                <a:tab pos="6713220" algn="l"/>
                <a:tab pos="7659370" algn="l"/>
                <a:tab pos="8148320" algn="l"/>
                <a:tab pos="9523095" algn="l"/>
              </a:tabLst>
            </a:pPr>
            <a:r>
              <a:rPr lang="en-US" sz="2000" spc="-10" dirty="0">
                <a:latin typeface="Times New Roman" panose="02020603050405020304" pitchFamily="18" charset="0"/>
                <a:cs typeface="Times New Roman" panose="02020603050405020304" pitchFamily="18" charset="0"/>
              </a:rPr>
              <a:t>Factories </a:t>
            </a:r>
            <a:r>
              <a:rPr lang="en-US" sz="2000" spc="-25" dirty="0">
                <a:latin typeface="Times New Roman" panose="02020603050405020304" pitchFamily="18" charset="0"/>
                <a:cs typeface="Times New Roman" panose="02020603050405020304" pitchFamily="18" charset="0"/>
              </a:rPr>
              <a:t>and </a:t>
            </a:r>
            <a:r>
              <a:rPr lang="en-US" sz="2000" spc="-10" dirty="0">
                <a:latin typeface="Times New Roman" panose="02020603050405020304" pitchFamily="18" charset="0"/>
                <a:cs typeface="Times New Roman" panose="02020603050405020304" pitchFamily="18" charset="0"/>
              </a:rPr>
              <a:t>warehouses usually </a:t>
            </a:r>
            <a:r>
              <a:rPr lang="en-US" sz="2000" spc="-20" dirty="0">
                <a:latin typeface="Times New Roman" panose="02020603050405020304" pitchFamily="18" charset="0"/>
                <a:cs typeface="Times New Roman" panose="02020603050405020304" pitchFamily="18" charset="0"/>
              </a:rPr>
              <a:t>have rows </a:t>
            </a:r>
            <a:r>
              <a:rPr lang="en-US" sz="2000" spc="-25" dirty="0">
                <a:latin typeface="Times New Roman" panose="02020603050405020304" pitchFamily="18" charset="0"/>
                <a:cs typeface="Times New Roman" panose="02020603050405020304" pitchFamily="18" charset="0"/>
              </a:rPr>
              <a:t>of </a:t>
            </a:r>
            <a:r>
              <a:rPr lang="en-US" sz="2000" spc="-10" dirty="0">
                <a:latin typeface="Times New Roman" panose="02020603050405020304" pitchFamily="18" charset="0"/>
                <a:cs typeface="Times New Roman" panose="02020603050405020304" pitchFamily="18" charset="0"/>
              </a:rPr>
              <a:t>shelves, </a:t>
            </a:r>
            <a:r>
              <a:rPr lang="en-US" sz="2000" spc="-20" dirty="0">
                <a:latin typeface="Times New Roman" panose="02020603050405020304" pitchFamily="18" charset="0"/>
                <a:cs typeface="Times New Roman" panose="02020603050405020304" pitchFamily="18" charset="0"/>
              </a:rPr>
              <a:t>each </a:t>
            </a:r>
            <a:r>
              <a:rPr lang="en-US" sz="2000" dirty="0">
                <a:latin typeface="Times New Roman" panose="02020603050405020304" pitchFamily="18" charset="0"/>
                <a:cs typeface="Times New Roman" panose="02020603050405020304" pitchFamily="18" charset="0"/>
              </a:rPr>
              <a:t>packed</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different</a:t>
            </a:r>
            <a:r>
              <a:rPr lang="en-US" sz="2000" spc="-8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materials.</a:t>
            </a:r>
            <a:endParaRPr lang="en-US" sz="2000" dirty="0">
              <a:latin typeface="Times New Roman" panose="02020603050405020304" pitchFamily="18" charset="0"/>
              <a:cs typeface="Times New Roman" panose="02020603050405020304" pitchFamily="18" charset="0"/>
            </a:endParaRPr>
          </a:p>
          <a:p>
            <a:pPr marL="186690" marR="5080" lvl="1" indent="-174625">
              <a:spcBef>
                <a:spcPts val="1010"/>
              </a:spcBef>
              <a:buFont typeface="Arial MT"/>
              <a:buChar char="•"/>
              <a:tabLst>
                <a:tab pos="187960" algn="l"/>
                <a:tab pos="1561465" algn="l"/>
                <a:tab pos="3125470" algn="l"/>
                <a:tab pos="5001895" algn="l"/>
                <a:tab pos="6499225" algn="l"/>
                <a:tab pos="7585709" algn="l"/>
                <a:tab pos="9018270" algn="l"/>
              </a:tabLst>
            </a:pPr>
            <a:r>
              <a:rPr lang="en-US" sz="2000" spc="-10" dirty="0">
                <a:latin typeface="Times New Roman" panose="02020603050405020304" pitchFamily="18" charset="0"/>
                <a:cs typeface="Times New Roman" panose="02020603050405020304" pitchFamily="18" charset="0"/>
              </a:rPr>
              <a:t>Storage handling equipment includes pallet racking, stacking </a:t>
            </a:r>
            <a:r>
              <a:rPr lang="en-US" sz="2000" dirty="0">
                <a:latin typeface="Times New Roman" panose="02020603050405020304" pitchFamily="18" charset="0"/>
                <a:cs typeface="Times New Roman" panose="02020603050405020304" pitchFamily="18" charset="0"/>
              </a:rPr>
              <a:t>frames,</a:t>
            </a:r>
            <a:r>
              <a:rPr lang="en-US" sz="2000" spc="-7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shelving</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mezzanine</a:t>
            </a:r>
            <a:r>
              <a:rPr lang="en-US" sz="2000" spc="-7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flooring.</a:t>
            </a:r>
            <a:endParaRPr lang="en-US" sz="2000" dirty="0">
              <a:latin typeface="Times New Roman" panose="02020603050405020304" pitchFamily="18" charset="0"/>
              <a:cs typeface="Times New Roman" panose="02020603050405020304" pitchFamily="18" charset="0"/>
            </a:endParaRPr>
          </a:p>
          <a:p>
            <a:pPr marL="186690" marR="4399915" lvl="1" indent="-174625">
              <a:spcBef>
                <a:spcPts val="70"/>
              </a:spcBef>
              <a:buFont typeface="Arial MT"/>
              <a:buChar char="•"/>
              <a:tabLst>
                <a:tab pos="193675" algn="l"/>
              </a:tabLst>
            </a:pP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9144000" y="304800"/>
            <a:ext cx="2677887" cy="3048000"/>
          </a:xfrm>
          <a:prstGeom prst="rect">
            <a:avLst/>
          </a:prstGeom>
        </p:spPr>
      </p:pic>
      <p:pic>
        <p:nvPicPr>
          <p:cNvPr id="6" name="object 4"/>
          <p:cNvPicPr/>
          <p:nvPr/>
        </p:nvPicPr>
        <p:blipFill>
          <a:blip r:embed="rId3" cstate="print"/>
          <a:stretch>
            <a:fillRect/>
          </a:stretch>
        </p:blipFill>
        <p:spPr>
          <a:xfrm>
            <a:off x="5029200" y="4542971"/>
            <a:ext cx="3276600" cy="2136856"/>
          </a:xfrm>
          <a:prstGeom prst="rect">
            <a:avLst/>
          </a:prstGeom>
        </p:spPr>
      </p:pic>
      <p:pic>
        <p:nvPicPr>
          <p:cNvPr id="7" name="object 5"/>
          <p:cNvPicPr/>
          <p:nvPr/>
        </p:nvPicPr>
        <p:blipFill>
          <a:blip r:embed="rId4" cstate="print"/>
          <a:stretch>
            <a:fillRect/>
          </a:stretch>
        </p:blipFill>
        <p:spPr>
          <a:xfrm>
            <a:off x="9307287" y="3831771"/>
            <a:ext cx="2514600" cy="282265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199245" y="285170"/>
            <a:ext cx="6938414" cy="6165599"/>
          </a:xfrm>
          <a:prstGeom prst="rect">
            <a:avLst/>
          </a:prstGeom>
        </p:spPr>
        <p:txBody>
          <a:bodyPr vert="horz" wrap="square" lIns="0" tIns="96520" rIns="0" bIns="0" rtlCol="0">
            <a:spAutoFit/>
          </a:bodyPr>
          <a:lstStyle/>
          <a:p>
            <a:pPr marL="210820">
              <a:lnSpc>
                <a:spcPct val="100000"/>
              </a:lnSpc>
              <a:spcBef>
                <a:spcPts val="760"/>
              </a:spcBef>
            </a:pPr>
            <a:r>
              <a:rPr lang="en-US" sz="2000" u="none" dirty="0">
                <a:solidFill>
                  <a:srgbClr val="FF0000"/>
                </a:solidFill>
                <a:latin typeface="Times New Roman" panose="02020603050405020304" pitchFamily="18" charset="0"/>
                <a:cs typeface="Times New Roman" panose="02020603050405020304" pitchFamily="18" charset="0"/>
              </a:rPr>
              <a:t>3</a:t>
            </a:r>
            <a:r>
              <a:rPr sz="2000" u="none" dirty="0">
                <a:solidFill>
                  <a:srgbClr val="FF0000"/>
                </a:solidFill>
                <a:latin typeface="Times New Roman" panose="02020603050405020304" pitchFamily="18" charset="0"/>
                <a:cs typeface="Times New Roman" panose="02020603050405020304" pitchFamily="18" charset="0"/>
              </a:rPr>
              <a:t>.</a:t>
            </a:r>
            <a:r>
              <a:rPr sz="2000" u="none" spc="-80" dirty="0">
                <a:solidFill>
                  <a:srgbClr val="FF0000"/>
                </a:solidFill>
                <a:latin typeface="Times New Roman" panose="02020603050405020304" pitchFamily="18" charset="0"/>
                <a:cs typeface="Times New Roman" panose="02020603050405020304" pitchFamily="18" charset="0"/>
              </a:rPr>
              <a:t> </a:t>
            </a:r>
            <a:r>
              <a:rPr sz="2000" u="none" dirty="0">
                <a:solidFill>
                  <a:srgbClr val="FF0000"/>
                </a:solidFill>
                <a:latin typeface="Times New Roman" panose="02020603050405020304" pitchFamily="18" charset="0"/>
                <a:cs typeface="Times New Roman" panose="02020603050405020304" pitchFamily="18" charset="0"/>
              </a:rPr>
              <a:t>Positioning</a:t>
            </a:r>
            <a:r>
              <a:rPr sz="2000" u="none" spc="-80" dirty="0">
                <a:solidFill>
                  <a:srgbClr val="FF0000"/>
                </a:solidFill>
                <a:latin typeface="Times New Roman" panose="02020603050405020304" pitchFamily="18" charset="0"/>
                <a:cs typeface="Times New Roman" panose="02020603050405020304" pitchFamily="18" charset="0"/>
              </a:rPr>
              <a:t> </a:t>
            </a:r>
            <a:r>
              <a:rPr sz="2000" u="none" spc="-10" dirty="0">
                <a:solidFill>
                  <a:srgbClr val="FF0000"/>
                </a:solidFill>
                <a:latin typeface="Times New Roman" panose="02020603050405020304" pitchFamily="18" charset="0"/>
                <a:cs typeface="Times New Roman" panose="02020603050405020304" pitchFamily="18" charset="0"/>
              </a:rPr>
              <a:t>equipment</a:t>
            </a:r>
            <a:endParaRPr sz="2000" dirty="0">
              <a:latin typeface="Times New Roman" panose="02020603050405020304" pitchFamily="18" charset="0"/>
              <a:cs typeface="Times New Roman" panose="02020603050405020304" pitchFamily="18" charset="0"/>
            </a:endParaRPr>
          </a:p>
          <a:p>
            <a:pPr marL="358140" marR="28575" indent="-274320">
              <a:lnSpc>
                <a:spcPts val="3020"/>
              </a:lnSpc>
              <a:spcBef>
                <a:spcPts val="1050"/>
              </a:spcBef>
              <a:buSzPct val="85714"/>
              <a:buFont typeface="Segoe UI Symbol"/>
              <a:buChar char="□"/>
              <a:tabLst>
                <a:tab pos="360045" algn="l"/>
              </a:tabLst>
            </a:pPr>
            <a:r>
              <a:rPr sz="2000" u="none" dirty="0">
                <a:solidFill>
                  <a:srgbClr val="000000"/>
                </a:solidFill>
                <a:latin typeface="Times New Roman" panose="02020603050405020304" pitchFamily="18" charset="0"/>
                <a:cs typeface="Times New Roman" panose="02020603050405020304" pitchFamily="18" charset="0"/>
              </a:rPr>
              <a:t>Used</a:t>
            </a:r>
            <a:r>
              <a:rPr sz="2000" u="none" spc="21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to</a:t>
            </a:r>
            <a:r>
              <a:rPr sz="2000" u="none" spc="21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handle</a:t>
            </a:r>
            <a:r>
              <a:rPr sz="2000" u="none" spc="21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materials</a:t>
            </a:r>
            <a:r>
              <a:rPr sz="2000" u="none" spc="21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at</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a:t>
            </a:r>
            <a:r>
              <a:rPr sz="2000" u="none" spc="22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specific</a:t>
            </a:r>
            <a:r>
              <a:rPr sz="2000" u="none" spc="21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location</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and</a:t>
            </a:r>
            <a:r>
              <a:rPr sz="2000" u="none" spc="21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move</a:t>
            </a:r>
            <a:r>
              <a:rPr sz="2000" u="none" spc="21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into</a:t>
            </a:r>
            <a:r>
              <a:rPr sz="2000" u="none" spc="220" dirty="0">
                <a:solidFill>
                  <a:srgbClr val="000000"/>
                </a:solidFill>
                <a:latin typeface="Times New Roman" panose="02020603050405020304" pitchFamily="18" charset="0"/>
                <a:cs typeface="Times New Roman" panose="02020603050405020304" pitchFamily="18" charset="0"/>
              </a:rPr>
              <a:t> </a:t>
            </a:r>
            <a:r>
              <a:rPr sz="2000" u="none" spc="-25" dirty="0">
                <a:solidFill>
                  <a:srgbClr val="000000"/>
                </a:solidFill>
                <a:latin typeface="Times New Roman" panose="02020603050405020304" pitchFamily="18" charset="0"/>
                <a:cs typeface="Times New Roman" panose="02020603050405020304" pitchFamily="18" charset="0"/>
              </a:rPr>
              <a:t>the </a:t>
            </a:r>
            <a:r>
              <a:rPr sz="2000" u="none" spc="-10" dirty="0">
                <a:solidFill>
                  <a:srgbClr val="000000"/>
                </a:solidFill>
                <a:latin typeface="Times New Roman" panose="02020603050405020304" pitchFamily="18" charset="0"/>
                <a:cs typeface="Times New Roman" panose="02020603050405020304" pitchFamily="18" charset="0"/>
              </a:rPr>
              <a:t>correct</a:t>
            </a:r>
            <a:r>
              <a:rPr sz="2000" u="none" spc="-9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position</a:t>
            </a:r>
            <a:r>
              <a:rPr sz="2000" u="none" spc="-9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for</a:t>
            </a:r>
            <a:r>
              <a:rPr sz="2000" u="none" spc="-90"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subsequent</a:t>
            </a:r>
            <a:r>
              <a:rPr sz="2000" u="none" spc="-8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handling,</a:t>
            </a:r>
            <a:r>
              <a:rPr sz="2000" u="none" spc="-90"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transporting</a:t>
            </a:r>
            <a:r>
              <a:rPr sz="2000" u="none" spc="-9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or</a:t>
            </a:r>
            <a:r>
              <a:rPr sz="2000" u="none" spc="-85"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storage</a:t>
            </a:r>
            <a:endParaRPr sz="2000" dirty="0">
              <a:latin typeface="Times New Roman" panose="02020603050405020304" pitchFamily="18" charset="0"/>
              <a:cs typeface="Times New Roman" panose="02020603050405020304" pitchFamily="18" charset="0"/>
            </a:endParaRPr>
          </a:p>
          <a:p>
            <a:pPr marL="358140" marR="5080" indent="-274320">
              <a:lnSpc>
                <a:spcPts val="3020"/>
              </a:lnSpc>
              <a:spcBef>
                <a:spcPts val="1010"/>
              </a:spcBef>
              <a:buSzPct val="85714"/>
              <a:buFont typeface="Segoe UI Symbol"/>
              <a:buChar char="□"/>
              <a:tabLst>
                <a:tab pos="360045" algn="l"/>
              </a:tabLst>
            </a:pPr>
            <a:r>
              <a:rPr sz="2000" u="none" dirty="0">
                <a:solidFill>
                  <a:srgbClr val="000000"/>
                </a:solidFill>
                <a:latin typeface="Times New Roman" panose="02020603050405020304" pitchFamily="18" charset="0"/>
                <a:cs typeface="Times New Roman" panose="02020603050405020304" pitchFamily="18" charset="0"/>
              </a:rPr>
              <a:t>Includes</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material</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lifts,</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electric</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chain</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hoists,</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glass</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suction</a:t>
            </a:r>
            <a:r>
              <a:rPr sz="2000" u="none" spc="22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lift,</a:t>
            </a:r>
            <a:r>
              <a:rPr sz="2000" u="none" spc="220" dirty="0">
                <a:solidFill>
                  <a:srgbClr val="000000"/>
                </a:solidFill>
                <a:latin typeface="Times New Roman" panose="02020603050405020304" pitchFamily="18" charset="0"/>
                <a:cs typeface="Times New Roman" panose="02020603050405020304" pitchFamily="18" charset="0"/>
              </a:rPr>
              <a:t> </a:t>
            </a:r>
            <a:r>
              <a:rPr sz="2000" u="none" spc="-25" dirty="0">
                <a:solidFill>
                  <a:srgbClr val="000000"/>
                </a:solidFill>
                <a:latin typeface="Times New Roman" panose="02020603050405020304" pitchFamily="18" charset="0"/>
                <a:cs typeface="Times New Roman" panose="02020603050405020304" pitchFamily="18" charset="0"/>
              </a:rPr>
              <a:t>and </a:t>
            </a:r>
            <a:r>
              <a:rPr sz="2000" u="none" dirty="0">
                <a:solidFill>
                  <a:srgbClr val="000000"/>
                </a:solidFill>
                <a:latin typeface="Times New Roman" panose="02020603050405020304" pitchFamily="18" charset="0"/>
                <a:cs typeface="Times New Roman" panose="02020603050405020304" pitchFamily="18" charset="0"/>
              </a:rPr>
              <a:t>barrow</a:t>
            </a:r>
            <a:r>
              <a:rPr sz="2000" u="none" spc="-150"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chains.</a:t>
            </a:r>
            <a:endParaRPr lang="en-US" sz="2000" u="none" spc="-10" dirty="0">
              <a:solidFill>
                <a:srgbClr val="000000"/>
              </a:solidFill>
              <a:latin typeface="Times New Roman" panose="02020603050405020304" pitchFamily="18" charset="0"/>
              <a:cs typeface="Times New Roman" panose="02020603050405020304" pitchFamily="18" charset="0"/>
            </a:endParaRPr>
          </a:p>
          <a:p>
            <a:pPr marL="275590" marR="7620" indent="-274320" algn="just">
              <a:lnSpc>
                <a:spcPts val="3020"/>
              </a:lnSpc>
              <a:spcBef>
                <a:spcPts val="1050"/>
              </a:spcBef>
              <a:buSzPct val="85714"/>
              <a:buFont typeface="Segoe UI Symbol"/>
              <a:buChar char="□"/>
              <a:tabLst>
                <a:tab pos="276860" algn="l"/>
              </a:tabLst>
            </a:pPr>
            <a:r>
              <a:rPr lang="en-US" sz="2000" u="none" dirty="0">
                <a:solidFill>
                  <a:srgbClr val="000000"/>
                </a:solidFill>
                <a:latin typeface="Times New Roman" panose="02020603050405020304" pitchFamily="18" charset="0"/>
                <a:cs typeface="Times New Roman" panose="02020603050405020304" pitchFamily="18" charset="0"/>
              </a:rPr>
              <a:t>This  enhances  productivity  as  the  machine  can  handle  large 	volumes of material, rather than relying on an employee to move 	everything into position by hand.</a:t>
            </a:r>
          </a:p>
          <a:p>
            <a:pPr marL="275590" marR="5715" indent="-274320" algn="just">
              <a:lnSpc>
                <a:spcPts val="3020"/>
              </a:lnSpc>
              <a:spcBef>
                <a:spcPts val="1010"/>
              </a:spcBef>
              <a:buSzPct val="85714"/>
              <a:buFont typeface="Segoe UI Symbol"/>
              <a:buChar char="□"/>
              <a:tabLst>
                <a:tab pos="276860" algn="l"/>
              </a:tabLst>
            </a:pPr>
            <a:r>
              <a:rPr lang="en-US" sz="2000" u="none" dirty="0">
                <a:solidFill>
                  <a:srgbClr val="000000"/>
                </a:solidFill>
                <a:latin typeface="Times New Roman" panose="02020603050405020304" pitchFamily="18" charset="0"/>
                <a:cs typeface="Times New Roman" panose="02020603050405020304" pitchFamily="18" charset="0"/>
              </a:rPr>
              <a:t>This reduces the chance of damage to materials due to human error or lack of attention.</a:t>
            </a:r>
          </a:p>
          <a:p>
            <a:pPr marL="275590" marR="5080" indent="-274320" algn="just">
              <a:lnSpc>
                <a:spcPts val="3020"/>
              </a:lnSpc>
              <a:spcBef>
                <a:spcPts val="1010"/>
              </a:spcBef>
              <a:buSzPct val="85714"/>
              <a:buFont typeface="Segoe UI Symbol"/>
              <a:buChar char="□"/>
              <a:tabLst>
                <a:tab pos="276860" algn="l"/>
              </a:tabLst>
            </a:pPr>
            <a:r>
              <a:rPr lang="en-US" sz="2000" u="none" dirty="0">
                <a:solidFill>
                  <a:srgbClr val="000000"/>
                </a:solidFill>
                <a:latin typeface="Times New Roman" panose="02020603050405020304" pitchFamily="18" charset="0"/>
                <a:cs typeface="Times New Roman" panose="02020603050405020304" pitchFamily="18" charset="0"/>
              </a:rPr>
              <a:t>Help to reduce fatigue and hazards when handling materials which are heavy and awkward to maneuver.</a:t>
            </a:r>
          </a:p>
          <a:p>
            <a:pPr marL="358140" marR="5080" indent="-274320">
              <a:lnSpc>
                <a:spcPts val="3020"/>
              </a:lnSpc>
              <a:spcBef>
                <a:spcPts val="1010"/>
              </a:spcBef>
              <a:buSzPct val="85714"/>
              <a:buFont typeface="Segoe UI Symbol"/>
              <a:buChar char="□"/>
              <a:tabLst>
                <a:tab pos="360045" algn="l"/>
              </a:tabLst>
            </a:pPr>
            <a:endParaRPr sz="2000" u="none" dirty="0">
              <a:solidFill>
                <a:srgbClr val="000000"/>
              </a:solidFill>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7279206" y="3367970"/>
            <a:ext cx="2626793" cy="2797629"/>
          </a:xfrm>
          <a:prstGeom prst="rect">
            <a:avLst/>
          </a:prstGeom>
        </p:spPr>
      </p:pic>
      <p:pic>
        <p:nvPicPr>
          <p:cNvPr id="5" name="object 5"/>
          <p:cNvPicPr/>
          <p:nvPr/>
        </p:nvPicPr>
        <p:blipFill>
          <a:blip r:embed="rId3" cstate="print"/>
          <a:stretch>
            <a:fillRect/>
          </a:stretch>
        </p:blipFill>
        <p:spPr>
          <a:xfrm>
            <a:off x="9982200" y="3505200"/>
            <a:ext cx="2209800" cy="2209800"/>
          </a:xfrm>
          <a:prstGeom prst="rect">
            <a:avLst/>
          </a:prstGeom>
        </p:spPr>
      </p:pic>
      <p:pic>
        <p:nvPicPr>
          <p:cNvPr id="6" name="object 6"/>
          <p:cNvPicPr/>
          <p:nvPr/>
        </p:nvPicPr>
        <p:blipFill>
          <a:blip r:embed="rId4" cstate="print"/>
          <a:stretch>
            <a:fillRect/>
          </a:stretch>
        </p:blipFill>
        <p:spPr>
          <a:xfrm>
            <a:off x="7661330" y="485107"/>
            <a:ext cx="2647436" cy="2577407"/>
          </a:xfrm>
          <a:prstGeom prst="rect">
            <a:avLst/>
          </a:prstGeom>
        </p:spPr>
      </p:pic>
      <p:pic>
        <p:nvPicPr>
          <p:cNvPr id="7" name="object 7"/>
          <p:cNvPicPr/>
          <p:nvPr/>
        </p:nvPicPr>
        <p:blipFill>
          <a:blip r:embed="rId5" cstate="print"/>
          <a:stretch>
            <a:fillRect/>
          </a:stretch>
        </p:blipFill>
        <p:spPr>
          <a:xfrm>
            <a:off x="10414027" y="381955"/>
            <a:ext cx="1600932" cy="266604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152400"/>
            <a:ext cx="10213975" cy="628377"/>
          </a:xfrm>
          <a:prstGeom prst="rect">
            <a:avLst/>
          </a:prstGeom>
        </p:spPr>
        <p:txBody>
          <a:bodyPr vert="horz" wrap="square" lIns="0" tIns="12700" rIns="0" bIns="0" rtlCol="0">
            <a:spAutoFit/>
          </a:bodyPr>
          <a:lstStyle/>
          <a:p>
            <a:pPr marL="12700" algn="ctr">
              <a:lnSpc>
                <a:spcPct val="100000"/>
              </a:lnSpc>
              <a:spcBef>
                <a:spcPts val="100"/>
              </a:spcBef>
            </a:pPr>
            <a:r>
              <a:rPr lang="en-US" sz="4000" dirty="0">
                <a:solidFill>
                  <a:srgbClr val="FF0000"/>
                </a:solidFill>
                <a:latin typeface="Times New Roman" panose="02020603050405020304" pitchFamily="18" charset="0"/>
                <a:cs typeface="Times New Roman" panose="02020603050405020304" pitchFamily="18" charset="0"/>
              </a:rPr>
              <a:t>MANUAL</a:t>
            </a:r>
            <a:r>
              <a:rPr lang="en-US" sz="4000" spc="-160" dirty="0">
                <a:solidFill>
                  <a:srgbClr val="FF0000"/>
                </a:solidFill>
                <a:latin typeface="Times New Roman" panose="02020603050405020304" pitchFamily="18" charset="0"/>
                <a:cs typeface="Times New Roman" panose="02020603050405020304" pitchFamily="18" charset="0"/>
              </a:rPr>
              <a:t> </a:t>
            </a:r>
            <a:r>
              <a:rPr lang="en-US" sz="4000" dirty="0">
                <a:solidFill>
                  <a:srgbClr val="FF0000"/>
                </a:solidFill>
                <a:latin typeface="Times New Roman" panose="02020603050405020304" pitchFamily="18" charset="0"/>
                <a:cs typeface="Times New Roman" panose="02020603050405020304" pitchFamily="18" charset="0"/>
              </a:rPr>
              <a:t>MATERIAL</a:t>
            </a:r>
            <a:r>
              <a:rPr lang="en-US" sz="4000" spc="-160" dirty="0">
                <a:solidFill>
                  <a:srgbClr val="FF0000"/>
                </a:solidFill>
                <a:latin typeface="Times New Roman" panose="02020603050405020304" pitchFamily="18" charset="0"/>
                <a:cs typeface="Times New Roman" panose="02020603050405020304" pitchFamily="18" charset="0"/>
              </a:rPr>
              <a:t> </a:t>
            </a:r>
            <a:r>
              <a:rPr lang="en-US" sz="4000" spc="-10" dirty="0">
                <a:solidFill>
                  <a:srgbClr val="FF0000"/>
                </a:solidFill>
                <a:latin typeface="Times New Roman" panose="02020603050405020304" pitchFamily="18" charset="0"/>
                <a:cs typeface="Times New Roman" panose="02020603050405020304" pitchFamily="18" charset="0"/>
              </a:rPr>
              <a:t>HANDLING(MMH)</a:t>
            </a:r>
          </a:p>
        </p:txBody>
      </p:sp>
      <p:sp>
        <p:nvSpPr>
          <p:cNvPr id="3" name="object 3"/>
          <p:cNvSpPr txBox="1"/>
          <p:nvPr/>
        </p:nvSpPr>
        <p:spPr>
          <a:xfrm>
            <a:off x="304800" y="914400"/>
            <a:ext cx="8610600" cy="1987724"/>
          </a:xfrm>
          <a:prstGeom prst="rect">
            <a:avLst/>
          </a:prstGeom>
        </p:spPr>
        <p:txBody>
          <a:bodyPr vert="horz" wrap="square" lIns="0" tIns="12700" rIns="0" bIns="0" rtlCol="0">
            <a:spAutoFit/>
          </a:bodyPr>
          <a:lstStyle/>
          <a:p>
            <a:pPr marL="186690" marR="5080" indent="-174625" algn="just">
              <a:lnSpc>
                <a:spcPct val="150000"/>
              </a:lnSpc>
              <a:spcBef>
                <a:spcPts val="100"/>
              </a:spcBef>
              <a:buFont typeface="Arial MT"/>
              <a:buChar char="•"/>
              <a:tabLst>
                <a:tab pos="187960" algn="l"/>
              </a:tabLst>
            </a:pPr>
            <a:r>
              <a:rPr sz="2000" dirty="0">
                <a:latin typeface="Times New Roman" panose="02020603050405020304" pitchFamily="18" charset="0"/>
                <a:cs typeface="Times New Roman" panose="02020603050405020304" pitchFamily="18" charset="0"/>
              </a:rPr>
              <a:t>It</a:t>
            </a:r>
            <a:r>
              <a:rPr sz="2000" spc="5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means</a:t>
            </a:r>
            <a:r>
              <a:rPr sz="2000" spc="5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manually</a:t>
            </a:r>
            <a:r>
              <a:rPr sz="2000" spc="5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moving</a:t>
            </a:r>
            <a:r>
              <a:rPr sz="2000" spc="5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5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handling</a:t>
            </a:r>
            <a:r>
              <a:rPr sz="2000" spc="5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things</a:t>
            </a:r>
            <a:r>
              <a:rPr sz="2000" spc="53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by </a:t>
            </a:r>
            <a:r>
              <a:rPr sz="2000" i="1" dirty="0">
                <a:latin typeface="Times New Roman" panose="02020603050405020304" pitchFamily="18" charset="0"/>
                <a:cs typeface="Times New Roman" panose="02020603050405020304" pitchFamily="18" charset="0"/>
              </a:rPr>
              <a:t>lifting,</a:t>
            </a:r>
            <a:r>
              <a:rPr sz="2000" i="1" spc="24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lowering</a:t>
            </a:r>
            <a:r>
              <a:rPr sz="2000" i="1" spc="24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pushing,</a:t>
            </a:r>
            <a:r>
              <a:rPr sz="2000" i="1" spc="24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pulling,</a:t>
            </a:r>
            <a:r>
              <a:rPr sz="2000" i="1" spc="24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carrying,</a:t>
            </a:r>
            <a:r>
              <a:rPr sz="2000" i="1" spc="245"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holding</a:t>
            </a:r>
            <a:r>
              <a:rPr lang="en-US" sz="2000" i="1" spc="-1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or</a:t>
            </a:r>
            <a:r>
              <a:rPr sz="2000" i="1" spc="-35"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restraining.</a:t>
            </a:r>
            <a:endParaRPr sz="2000" dirty="0">
              <a:latin typeface="Times New Roman" panose="02020603050405020304" pitchFamily="18" charset="0"/>
              <a:cs typeface="Times New Roman" panose="02020603050405020304" pitchFamily="18" charset="0"/>
            </a:endParaRPr>
          </a:p>
          <a:p>
            <a:pPr marL="186690" marR="9525" indent="-174625" algn="just">
              <a:lnSpc>
                <a:spcPct val="150000"/>
              </a:lnSpc>
              <a:spcBef>
                <a:spcPts val="1000"/>
              </a:spcBef>
              <a:buFont typeface="Arial MT"/>
              <a:buChar char="•"/>
              <a:tabLst>
                <a:tab pos="187960" algn="l"/>
              </a:tabLst>
            </a:pPr>
            <a:r>
              <a:rPr sz="2000" dirty="0">
                <a:latin typeface="Times New Roman" panose="02020603050405020304" pitchFamily="18" charset="0"/>
                <a:cs typeface="Times New Roman" panose="02020603050405020304" pitchFamily="18" charset="0"/>
              </a:rPr>
              <a:t>MMH</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also</a:t>
            </a:r>
            <a:r>
              <a:rPr sz="2000" spc="5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most</a:t>
            </a:r>
            <a:r>
              <a:rPr sz="2000" spc="5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common</a:t>
            </a:r>
            <a:r>
              <a:rPr sz="2000" spc="5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cause</a:t>
            </a:r>
            <a:r>
              <a:rPr lang="en-US"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of </a:t>
            </a:r>
            <a:r>
              <a:rPr sz="2000" dirty="0">
                <a:latin typeface="Times New Roman" panose="02020603050405020304" pitchFamily="18" charset="0"/>
                <a:cs typeface="Times New Roman" panose="02020603050405020304" pitchFamily="18" charset="0"/>
              </a:rPr>
              <a:t>occupational</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fatigue,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low</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back</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pain</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lower</a:t>
            </a:r>
            <a:r>
              <a:rPr sz="2000" spc="-3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back </a:t>
            </a:r>
            <a:r>
              <a:rPr sz="2000" spc="-10" dirty="0">
                <a:latin typeface="Times New Roman" panose="02020603050405020304" pitchFamily="18" charset="0"/>
                <a:cs typeface="Times New Roman" panose="02020603050405020304" pitchFamily="18" charset="0"/>
              </a:rPr>
              <a:t>injuries.</a:t>
            </a: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9062657" y="918029"/>
            <a:ext cx="3100314" cy="2583676"/>
          </a:xfrm>
          <a:prstGeom prst="rect">
            <a:avLst/>
          </a:prstGeom>
        </p:spPr>
      </p:pic>
      <p:sp>
        <p:nvSpPr>
          <p:cNvPr id="5" name="object 3"/>
          <p:cNvSpPr txBox="1"/>
          <p:nvPr/>
        </p:nvSpPr>
        <p:spPr>
          <a:xfrm>
            <a:off x="304800" y="3035747"/>
            <a:ext cx="8305800" cy="1372171"/>
          </a:xfrm>
          <a:prstGeom prst="rect">
            <a:avLst/>
          </a:prstGeom>
        </p:spPr>
        <p:txBody>
          <a:bodyPr vert="horz" wrap="square" lIns="0" tIns="12700" rIns="0" bIns="0" rtlCol="0">
            <a:spAutoFit/>
          </a:bodyPr>
          <a:lstStyle/>
          <a:p>
            <a:pPr marL="12700">
              <a:lnSpc>
                <a:spcPct val="100000"/>
              </a:lnSpc>
              <a:spcBef>
                <a:spcPts val="100"/>
              </a:spcBef>
            </a:pP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Potential</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MMH</a:t>
            </a:r>
            <a:r>
              <a:rPr sz="2000" u="heavy" spc="-9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Hazards</a:t>
            </a:r>
            <a:r>
              <a:rPr sz="2000" u="heavy" spc="-9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for</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workers:</a:t>
            </a:r>
            <a:endParaRPr sz="2000" dirty="0">
              <a:latin typeface="Times New Roman" panose="02020603050405020304" pitchFamily="18" charset="0"/>
              <a:cs typeface="Times New Roman" panose="02020603050405020304" pitchFamily="18" charset="0"/>
            </a:endParaRPr>
          </a:p>
          <a:p>
            <a:pPr marL="240029" marR="5080" indent="-174625">
              <a:lnSpc>
                <a:spcPct val="150000"/>
              </a:lnSpc>
              <a:spcBef>
                <a:spcPts val="1000"/>
              </a:spcBef>
              <a:buFont typeface="Arial MT"/>
              <a:buChar char="•"/>
              <a:tabLst>
                <a:tab pos="241300" algn="l"/>
              </a:tabLst>
            </a:pPr>
            <a:r>
              <a:rPr sz="2000" dirty="0">
                <a:latin typeface="Times New Roman" panose="02020603050405020304" pitchFamily="18" charset="0"/>
                <a:cs typeface="Times New Roman" panose="02020603050405020304" pitchFamily="18" charset="0"/>
              </a:rPr>
              <a:t>Strains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sprains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lifting</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loads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improperly</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carrying</a:t>
            </a:r>
            <a:r>
              <a:rPr lang="en-US"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loads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either</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too</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large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too</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heavy</a:t>
            </a:r>
            <a:endParaRPr sz="2000" dirty="0">
              <a:latin typeface="Times New Roman" panose="02020603050405020304" pitchFamily="18" charset="0"/>
              <a:cs typeface="Times New Roman" panose="02020603050405020304" pitchFamily="18" charset="0"/>
            </a:endParaRPr>
          </a:p>
        </p:txBody>
      </p:sp>
      <p:pic>
        <p:nvPicPr>
          <p:cNvPr id="6" name="object 4"/>
          <p:cNvPicPr/>
          <p:nvPr/>
        </p:nvPicPr>
        <p:blipFill>
          <a:blip r:embed="rId3" cstate="print"/>
          <a:stretch>
            <a:fillRect/>
          </a:stretch>
        </p:blipFill>
        <p:spPr>
          <a:xfrm>
            <a:off x="4346055" y="4147870"/>
            <a:ext cx="7115579" cy="272464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4648200" y="2590800"/>
            <a:ext cx="6941871" cy="3873661"/>
          </a:xfrm>
          <a:prstGeom prst="rect">
            <a:avLst/>
          </a:prstGeom>
        </p:spPr>
      </p:pic>
      <p:sp>
        <p:nvSpPr>
          <p:cNvPr id="6" name="object 3"/>
          <p:cNvSpPr txBox="1"/>
          <p:nvPr/>
        </p:nvSpPr>
        <p:spPr>
          <a:xfrm>
            <a:off x="275771" y="93425"/>
            <a:ext cx="11513871" cy="2300630"/>
          </a:xfrm>
          <a:prstGeom prst="rect">
            <a:avLst/>
          </a:prstGeom>
        </p:spPr>
        <p:txBody>
          <a:bodyPr vert="horz" wrap="square" lIns="0" tIns="12700" rIns="0" bIns="0" rtlCol="0">
            <a:spAutoFit/>
          </a:bodyPr>
          <a:lstStyle/>
          <a:p>
            <a:pPr marL="12700">
              <a:lnSpc>
                <a:spcPct val="100000"/>
              </a:lnSpc>
              <a:spcBef>
                <a:spcPts val="100"/>
              </a:spcBef>
            </a:pPr>
            <a:r>
              <a:rPr sz="24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Potential</a:t>
            </a:r>
            <a:r>
              <a:rPr sz="24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400" u="heavy" dirty="0">
                <a:solidFill>
                  <a:srgbClr val="FF0000"/>
                </a:solidFill>
                <a:uFill>
                  <a:solidFill>
                    <a:srgbClr val="FF0000"/>
                  </a:solidFill>
                </a:uFill>
                <a:latin typeface="Times New Roman" panose="02020603050405020304" pitchFamily="18" charset="0"/>
                <a:cs typeface="Times New Roman" panose="02020603050405020304" pitchFamily="18" charset="0"/>
              </a:rPr>
              <a:t>MMH</a:t>
            </a:r>
            <a:r>
              <a:rPr sz="2400" u="heavy" spc="-9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400" u="heavy" dirty="0">
                <a:solidFill>
                  <a:srgbClr val="FF0000"/>
                </a:solidFill>
                <a:uFill>
                  <a:solidFill>
                    <a:srgbClr val="FF0000"/>
                  </a:solidFill>
                </a:uFill>
                <a:latin typeface="Times New Roman" panose="02020603050405020304" pitchFamily="18" charset="0"/>
                <a:cs typeface="Times New Roman" panose="02020603050405020304" pitchFamily="18" charset="0"/>
              </a:rPr>
              <a:t>Hazards</a:t>
            </a:r>
            <a:r>
              <a:rPr sz="2400" u="heavy" spc="-9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400" u="heavy" dirty="0">
                <a:solidFill>
                  <a:srgbClr val="FF0000"/>
                </a:solidFill>
                <a:uFill>
                  <a:solidFill>
                    <a:srgbClr val="FF0000"/>
                  </a:solidFill>
                </a:uFill>
                <a:latin typeface="Times New Roman" panose="02020603050405020304" pitchFamily="18" charset="0"/>
                <a:cs typeface="Times New Roman" panose="02020603050405020304" pitchFamily="18" charset="0"/>
              </a:rPr>
              <a:t>for</a:t>
            </a:r>
            <a:r>
              <a:rPr sz="24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4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workers(cont..):</a:t>
            </a:r>
            <a:endParaRPr sz="2400" dirty="0">
              <a:latin typeface="Times New Roman" panose="02020603050405020304" pitchFamily="18" charset="0"/>
              <a:cs typeface="Times New Roman" panose="02020603050405020304" pitchFamily="18" charset="0"/>
            </a:endParaRPr>
          </a:p>
          <a:p>
            <a:pPr marL="240029" marR="5080" indent="-174625">
              <a:lnSpc>
                <a:spcPct val="150000"/>
              </a:lnSpc>
              <a:spcBef>
                <a:spcPts val="1000"/>
              </a:spcBef>
              <a:buFont typeface="Arial MT"/>
              <a:buChar char="•"/>
              <a:tabLst>
                <a:tab pos="241300" algn="l"/>
              </a:tabLst>
            </a:pPr>
            <a:r>
              <a:rPr sz="2400" spc="-10" dirty="0">
                <a:latin typeface="Times New Roman" panose="02020603050405020304" pitchFamily="18" charset="0"/>
                <a:cs typeface="Times New Roman" panose="02020603050405020304" pitchFamily="18" charset="0"/>
              </a:rPr>
              <a:t>Fractures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bruises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caused</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being</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struck</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being </a:t>
            </a:r>
            <a:r>
              <a:rPr sz="2400" dirty="0">
                <a:latin typeface="Times New Roman" panose="02020603050405020304" pitchFamily="18" charset="0"/>
                <a:cs typeface="Times New Roman" panose="02020603050405020304" pitchFamily="18" charset="0"/>
              </a:rPr>
              <a:t>caught</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pinch</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points</a:t>
            </a:r>
            <a:endParaRPr sz="2400" dirty="0">
              <a:latin typeface="Times New Roman" panose="02020603050405020304" pitchFamily="18" charset="0"/>
              <a:cs typeface="Times New Roman" panose="02020603050405020304" pitchFamily="18" charset="0"/>
            </a:endParaRPr>
          </a:p>
          <a:p>
            <a:pPr marL="240029" marR="1473835" indent="-174625">
              <a:lnSpc>
                <a:spcPct val="150000"/>
              </a:lnSpc>
              <a:spcBef>
                <a:spcPts val="1000"/>
              </a:spcBef>
              <a:buFont typeface="Arial MT"/>
              <a:buChar char="•"/>
              <a:tabLst>
                <a:tab pos="241300" algn="l"/>
              </a:tabLst>
            </a:pPr>
            <a:r>
              <a:rPr sz="2400" dirty="0">
                <a:latin typeface="Times New Roman" panose="02020603050405020304" pitchFamily="18" charset="0"/>
                <a:cs typeface="Times New Roman" panose="02020603050405020304" pitchFamily="18" charset="0"/>
              </a:rPr>
              <a:t>Cuts</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bruises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caused</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falling</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materials</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have</a:t>
            </a:r>
            <a:r>
              <a:rPr sz="2400" spc="-7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been </a:t>
            </a:r>
            <a:r>
              <a:rPr sz="2400" dirty="0">
                <a:latin typeface="Times New Roman" panose="02020603050405020304" pitchFamily="18" charset="0"/>
                <a:cs typeface="Times New Roman" panose="02020603050405020304" pitchFamily="18" charset="0"/>
              </a:rPr>
              <a:t>improperly</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stored</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incorrectly</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cutting.</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28600" y="0"/>
            <a:ext cx="9835515" cy="2282676"/>
          </a:xfrm>
          <a:prstGeom prst="rect">
            <a:avLst/>
          </a:prstGeom>
        </p:spPr>
        <p:txBody>
          <a:bodyPr vert="horz" wrap="square" lIns="0" tIns="12700" rIns="0" bIns="0" rtlCol="0">
            <a:spAutoFit/>
          </a:bodyPr>
          <a:lstStyle/>
          <a:p>
            <a:pPr marL="12700">
              <a:lnSpc>
                <a:spcPct val="100000"/>
              </a:lnSpc>
              <a:spcBef>
                <a:spcPts val="100"/>
              </a:spcBef>
            </a:pP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Precautions</a:t>
            </a:r>
            <a:r>
              <a:rPr sz="2000" u="heavy" spc="-8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to</a:t>
            </a:r>
            <a:r>
              <a:rPr sz="2000" u="heavy" spc="-8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be</a:t>
            </a:r>
            <a:r>
              <a:rPr sz="2000" u="heavy" spc="-8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taken</a:t>
            </a:r>
            <a:r>
              <a:rPr sz="2000" u="heavy" spc="-8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during</a:t>
            </a:r>
            <a:r>
              <a:rPr sz="2000" u="heavy" spc="-8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20" dirty="0">
                <a:solidFill>
                  <a:srgbClr val="FF0000"/>
                </a:solidFill>
                <a:uFill>
                  <a:solidFill>
                    <a:srgbClr val="FF0000"/>
                  </a:solidFill>
                </a:uFill>
                <a:latin typeface="Times New Roman" panose="02020603050405020304" pitchFamily="18" charset="0"/>
                <a:cs typeface="Times New Roman" panose="02020603050405020304" pitchFamily="18" charset="0"/>
              </a:rPr>
              <a:t>MMH:</a:t>
            </a:r>
            <a:endParaRPr sz="2000" dirty="0">
              <a:latin typeface="Times New Roman" panose="02020603050405020304" pitchFamily="18" charset="0"/>
              <a:cs typeface="Times New Roman" panose="02020603050405020304" pitchFamily="18" charset="0"/>
            </a:endParaRPr>
          </a:p>
          <a:p>
            <a:pPr marL="408304" indent="-342900">
              <a:lnSpc>
                <a:spcPct val="100000"/>
              </a:lnSpc>
              <a:spcBef>
                <a:spcPts val="2680"/>
              </a:spcBef>
              <a:buFont typeface="Wingdings" panose="05000000000000000000" pitchFamily="2" charset="2"/>
              <a:buChar char="ü"/>
              <a:tabLst>
                <a:tab pos="240029" algn="l"/>
              </a:tabLst>
            </a:pPr>
            <a:r>
              <a:rPr sz="2000" spc="-25" dirty="0">
                <a:latin typeface="Times New Roman" panose="02020603050405020304" pitchFamily="18" charset="0"/>
                <a:cs typeface="Times New Roman" panose="02020603050405020304" pitchFamily="18" charset="0"/>
              </a:rPr>
              <a:t>Workers</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attach</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handles</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holders</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loads.</a:t>
            </a:r>
            <a:endParaRPr sz="2000" dirty="0">
              <a:latin typeface="Times New Roman" panose="02020603050405020304" pitchFamily="18" charset="0"/>
              <a:cs typeface="Times New Roman" panose="02020603050405020304" pitchFamily="18" charset="0"/>
            </a:endParaRPr>
          </a:p>
          <a:p>
            <a:pPr marL="408304" indent="-342900">
              <a:lnSpc>
                <a:spcPct val="100000"/>
              </a:lnSpc>
              <a:spcBef>
                <a:spcPts val="2680"/>
              </a:spcBef>
              <a:buFont typeface="Wingdings" panose="05000000000000000000" pitchFamily="2" charset="2"/>
              <a:buChar char="ü"/>
              <a:tabLst>
                <a:tab pos="240029" algn="l"/>
              </a:tabLst>
            </a:pPr>
            <a:r>
              <a:rPr sz="2000" dirty="0">
                <a:latin typeface="Times New Roman" panose="02020603050405020304" pitchFamily="18" charset="0"/>
                <a:cs typeface="Times New Roman" panose="02020603050405020304" pitchFamily="18" charset="0"/>
              </a:rPr>
              <a:t>Should</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always</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wear</a:t>
            </a:r>
            <a:r>
              <a:rPr sz="2000" spc="-9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appropriate</a:t>
            </a:r>
            <a:r>
              <a:rPr sz="2000" spc="-9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PPE</a:t>
            </a:r>
            <a:endParaRPr lang="en-US" sz="2000" spc="-25" dirty="0">
              <a:latin typeface="Times New Roman" panose="02020603050405020304" pitchFamily="18" charset="0"/>
              <a:cs typeface="Times New Roman" panose="02020603050405020304" pitchFamily="18" charset="0"/>
            </a:endParaRPr>
          </a:p>
          <a:p>
            <a:pPr marL="408304" indent="-342900">
              <a:lnSpc>
                <a:spcPct val="100000"/>
              </a:lnSpc>
              <a:spcBef>
                <a:spcPts val="2680"/>
              </a:spcBef>
              <a:buFont typeface="Wingdings" panose="05000000000000000000" pitchFamily="2" charset="2"/>
              <a:buChar char="ü"/>
              <a:tabLst>
                <a:tab pos="240029" algn="l"/>
              </a:tabLst>
            </a:pPr>
            <a:r>
              <a:rPr sz="2000" dirty="0">
                <a:latin typeface="Times New Roman" panose="02020603050405020304" pitchFamily="18" charset="0"/>
                <a:cs typeface="Times New Roman" panose="02020603050405020304" pitchFamily="18" charset="0"/>
              </a:rPr>
              <a:t>use</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proper</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lifting</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techniques</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prevent</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injury</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oversize</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loads.</a:t>
            </a:r>
            <a:endParaRPr sz="2000" dirty="0">
              <a:latin typeface="Times New Roman" panose="02020603050405020304" pitchFamily="18" charset="0"/>
              <a:cs typeface="Times New Roman" panose="02020603050405020304" pitchFamily="18" charset="0"/>
            </a:endParaRPr>
          </a:p>
        </p:txBody>
      </p:sp>
      <p:sp>
        <p:nvSpPr>
          <p:cNvPr id="5" name="object 3"/>
          <p:cNvSpPr txBox="1"/>
          <p:nvPr/>
        </p:nvSpPr>
        <p:spPr>
          <a:xfrm>
            <a:off x="1723118" y="2563318"/>
            <a:ext cx="10210800" cy="2085186"/>
          </a:xfrm>
          <a:prstGeom prst="rect">
            <a:avLst/>
          </a:prstGeom>
        </p:spPr>
        <p:txBody>
          <a:bodyPr vert="horz" wrap="square" lIns="0" tIns="12700" rIns="0" bIns="0" rtlCol="0">
            <a:spAutoFit/>
          </a:bodyPr>
          <a:lstStyle/>
          <a:p>
            <a:pPr marL="393065" indent="-174625">
              <a:lnSpc>
                <a:spcPct val="100000"/>
              </a:lnSpc>
              <a:spcBef>
                <a:spcPts val="2345"/>
              </a:spcBef>
              <a:buFont typeface="Arial MT"/>
              <a:buChar char="•"/>
              <a:tabLst>
                <a:tab pos="393065" algn="l"/>
              </a:tabLst>
            </a:pPr>
            <a:r>
              <a:rPr sz="2000" i="1" spc="-25" dirty="0">
                <a:latin typeface="Times New Roman" panose="02020603050405020304" pitchFamily="18" charset="0"/>
                <a:cs typeface="Times New Roman" panose="02020603050405020304" pitchFamily="18" charset="0"/>
              </a:rPr>
              <a:t>Workers</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should</a:t>
            </a:r>
            <a:r>
              <a:rPr sz="2000" i="1" spc="-5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seek</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help</a:t>
            </a:r>
            <a:r>
              <a:rPr sz="2000" i="1" spc="-5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during</a:t>
            </a:r>
            <a:r>
              <a:rPr sz="2000" i="1" spc="-5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the</a:t>
            </a:r>
            <a:r>
              <a:rPr sz="2000" i="1" spc="-50"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following:</a:t>
            </a:r>
            <a:endParaRPr sz="2000" i="1" dirty="0">
              <a:latin typeface="Times New Roman" panose="02020603050405020304" pitchFamily="18" charset="0"/>
              <a:cs typeface="Times New Roman" panose="02020603050405020304" pitchFamily="18" charset="0"/>
            </a:endParaRPr>
          </a:p>
          <a:p>
            <a:pPr marL="393700" marR="5080" indent="-381635">
              <a:lnSpc>
                <a:spcPct val="140000"/>
              </a:lnSpc>
              <a:spcBef>
                <a:spcPts val="994"/>
              </a:spcBef>
            </a:pPr>
            <a:r>
              <a:rPr sz="2000" spc="355" dirty="0">
                <a:latin typeface="Times New Roman" panose="02020603050405020304" pitchFamily="18" charset="0"/>
                <a:cs typeface="Times New Roman" panose="02020603050405020304" pitchFamily="18" charset="0"/>
              </a:rPr>
              <a:t>✔</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load</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bulky</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employees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cannot</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properly</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grasp</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5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lift </a:t>
            </a:r>
            <a:r>
              <a:rPr sz="2000" spc="-25" dirty="0">
                <a:latin typeface="Times New Roman" panose="02020603050405020304" pitchFamily="18" charset="0"/>
                <a:cs typeface="Times New Roman" panose="02020603050405020304" pitchFamily="18" charset="0"/>
              </a:rPr>
              <a:t>it;</a:t>
            </a:r>
            <a:endParaRPr sz="2000" dirty="0">
              <a:latin typeface="Times New Roman" panose="02020603050405020304" pitchFamily="18" charset="0"/>
              <a:cs typeface="Times New Roman" panose="02020603050405020304" pitchFamily="18" charset="0"/>
            </a:endParaRPr>
          </a:p>
          <a:p>
            <a:pPr marL="12700">
              <a:lnSpc>
                <a:spcPct val="100000"/>
              </a:lnSpc>
              <a:spcBef>
                <a:spcPts val="2345"/>
              </a:spcBef>
            </a:pPr>
            <a:r>
              <a:rPr sz="2000" spc="355" dirty="0">
                <a:latin typeface="Times New Roman" panose="02020603050405020304" pitchFamily="18" charset="0"/>
                <a:cs typeface="Times New Roman" panose="02020603050405020304" pitchFamily="18" charset="0"/>
              </a:rPr>
              <a:t>✔</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employees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cannot</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around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over</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load;</a:t>
            </a:r>
            <a:endParaRPr sz="2000" dirty="0">
              <a:latin typeface="Times New Roman" panose="02020603050405020304" pitchFamily="18" charset="0"/>
              <a:cs typeface="Times New Roman" panose="02020603050405020304" pitchFamily="18" charset="0"/>
            </a:endParaRPr>
          </a:p>
          <a:p>
            <a:pPr marL="12700">
              <a:lnSpc>
                <a:spcPct val="100000"/>
              </a:lnSpc>
              <a:spcBef>
                <a:spcPts val="2345"/>
              </a:spcBef>
            </a:pPr>
            <a:r>
              <a:rPr sz="2000" spc="355" dirty="0">
                <a:latin typeface="Times New Roman" panose="02020603050405020304" pitchFamily="18" charset="0"/>
                <a:cs typeface="Times New Roman" panose="02020603050405020304" pitchFamily="18" charset="0"/>
              </a:rPr>
              <a:t>✔</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When</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employees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cannot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safely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handle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6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load.</a:t>
            </a:r>
            <a:endParaRPr sz="2000" dirty="0">
              <a:latin typeface="Times New Roman" panose="02020603050405020304" pitchFamily="18" charset="0"/>
              <a:cs typeface="Times New Roman" panose="02020603050405020304" pitchFamily="18" charset="0"/>
            </a:endParaRPr>
          </a:p>
        </p:txBody>
      </p:sp>
      <p:sp>
        <p:nvSpPr>
          <p:cNvPr id="6" name="object 3"/>
          <p:cNvSpPr txBox="1"/>
          <p:nvPr/>
        </p:nvSpPr>
        <p:spPr>
          <a:xfrm>
            <a:off x="1828800" y="4965432"/>
            <a:ext cx="10479405" cy="1731243"/>
          </a:xfrm>
          <a:prstGeom prst="rect">
            <a:avLst/>
          </a:prstGeom>
        </p:spPr>
        <p:txBody>
          <a:bodyPr vert="horz" wrap="square" lIns="0" tIns="12700" rIns="0" bIns="0" rtlCol="0">
            <a:spAutoFit/>
          </a:bodyPr>
          <a:lstStyle/>
          <a:p>
            <a:pPr marL="165100">
              <a:spcBef>
                <a:spcPts val="2345"/>
              </a:spcBef>
            </a:pPr>
            <a:r>
              <a:rPr sz="2000" i="1" dirty="0">
                <a:latin typeface="Times New Roman" panose="02020603050405020304" pitchFamily="18" charset="0"/>
                <a:cs typeface="Times New Roman" panose="02020603050405020304" pitchFamily="18" charset="0"/>
              </a:rPr>
              <a:t>Using</a:t>
            </a:r>
            <a:r>
              <a:rPr sz="2000" i="1" spc="-7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the</a:t>
            </a:r>
            <a:r>
              <a:rPr sz="2000" i="1" spc="-7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following</a:t>
            </a:r>
            <a:r>
              <a:rPr sz="2000" i="1" spc="-6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PPE</a:t>
            </a:r>
            <a:r>
              <a:rPr sz="2000" i="1" spc="-70"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prevents</a:t>
            </a:r>
            <a:r>
              <a:rPr sz="2000" i="1" spc="-65"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needless</a:t>
            </a:r>
            <a:r>
              <a:rPr sz="2000" i="1" spc="-70" dirty="0">
                <a:latin typeface="Times New Roman" panose="02020603050405020304" pitchFamily="18" charset="0"/>
                <a:cs typeface="Times New Roman" panose="02020603050405020304" pitchFamily="18" charset="0"/>
              </a:rPr>
              <a:t> </a:t>
            </a:r>
            <a:r>
              <a:rPr sz="2000" i="1" spc="-10" dirty="0">
                <a:latin typeface="Times New Roman" panose="02020603050405020304" pitchFamily="18" charset="0"/>
                <a:cs typeface="Times New Roman" panose="02020603050405020304" pitchFamily="18" charset="0"/>
              </a:rPr>
              <a:t>injuries:</a:t>
            </a:r>
            <a:endParaRPr sz="2000" i="1" dirty="0">
              <a:latin typeface="Times New Roman" panose="02020603050405020304" pitchFamily="18" charset="0"/>
              <a:cs typeface="Times New Roman" panose="02020603050405020304" pitchFamily="18" charset="0"/>
            </a:endParaRPr>
          </a:p>
          <a:p>
            <a:pPr marL="393700" marR="5080" indent="-381635">
              <a:spcBef>
                <a:spcPts val="2455"/>
              </a:spcBef>
              <a:tabLst>
                <a:tab pos="2056764" algn="l"/>
              </a:tabLst>
            </a:pPr>
            <a:r>
              <a:rPr sz="2000" spc="355" dirty="0">
                <a:latin typeface="Times New Roman" panose="02020603050405020304" pitchFamily="18" charset="0"/>
                <a:cs typeface="Times New Roman" panose="02020603050405020304" pitchFamily="18" charset="0"/>
              </a:rPr>
              <a:t>✔</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a:t>
            </a:r>
            <a:r>
              <a:rPr sz="2000" spc="2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and</a:t>
            </a:r>
            <a:r>
              <a:rPr lang="en-US"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forearm</a:t>
            </a:r>
            <a:r>
              <a:rPr sz="2000" spc="2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protection</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such</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2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gloves</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2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load</a:t>
            </a:r>
            <a:r>
              <a:rPr sz="2000" spc="2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sharp</a:t>
            </a:r>
            <a:r>
              <a:rPr sz="2000" spc="229"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or </a:t>
            </a:r>
            <a:r>
              <a:rPr sz="2000" dirty="0">
                <a:latin typeface="Times New Roman" panose="02020603050405020304" pitchFamily="18" charset="0"/>
                <a:cs typeface="Times New Roman" panose="02020603050405020304" pitchFamily="18" charset="0"/>
              </a:rPr>
              <a:t>rough</a:t>
            </a:r>
            <a:r>
              <a:rPr sz="2000" spc="-13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edges</a:t>
            </a:r>
            <a:endParaRPr sz="2000" dirty="0">
              <a:latin typeface="Times New Roman" panose="02020603050405020304" pitchFamily="18" charset="0"/>
              <a:cs typeface="Times New Roman" panose="02020603050405020304" pitchFamily="18" charset="0"/>
            </a:endParaRPr>
          </a:p>
          <a:p>
            <a:pPr marL="12700">
              <a:spcBef>
                <a:spcPts val="625"/>
              </a:spcBef>
            </a:pPr>
            <a:r>
              <a:rPr sz="2000" spc="160" dirty="0">
                <a:latin typeface="Times New Roman" panose="02020603050405020304" pitchFamily="18" charset="0"/>
                <a:cs typeface="Times New Roman" panose="02020603050405020304" pitchFamily="18" charset="0"/>
              </a:rPr>
              <a:t>✔Eye</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protection</a:t>
            </a:r>
            <a:endParaRPr sz="2000" dirty="0">
              <a:latin typeface="Times New Roman" panose="02020603050405020304" pitchFamily="18" charset="0"/>
              <a:cs typeface="Times New Roman" panose="02020603050405020304" pitchFamily="18" charset="0"/>
            </a:endParaRPr>
          </a:p>
          <a:p>
            <a:pPr marL="12700">
              <a:spcBef>
                <a:spcPts val="665"/>
              </a:spcBef>
            </a:pPr>
            <a:r>
              <a:rPr sz="2000" spc="355" dirty="0">
                <a:latin typeface="Times New Roman" panose="02020603050405020304" pitchFamily="18" charset="0"/>
                <a:cs typeface="Times New Roman" panose="02020603050405020304" pitchFamily="18" charset="0"/>
              </a:rPr>
              <a:t>✔</a:t>
            </a:r>
            <a:r>
              <a:rPr sz="2000" spc="-3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Steel</a:t>
            </a:r>
            <a:r>
              <a:rPr sz="2000" spc="-1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toed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safety</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shoes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boots</a:t>
            </a:r>
            <a:endParaRPr sz="2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9296400" y="232608"/>
            <a:ext cx="2314575" cy="1781175"/>
          </a:xfrm>
          <a:prstGeom prst="rect">
            <a:avLst/>
          </a:prstGeom>
        </p:spPr>
      </p:pic>
      <p:pic>
        <p:nvPicPr>
          <p:cNvPr id="8" name="Picture 7"/>
          <p:cNvPicPr>
            <a:picLocks noChangeAspect="1"/>
          </p:cNvPicPr>
          <p:nvPr/>
        </p:nvPicPr>
        <p:blipFill>
          <a:blip r:embed="rId3"/>
          <a:stretch>
            <a:fillRect/>
          </a:stretch>
        </p:blipFill>
        <p:spPr>
          <a:xfrm>
            <a:off x="9525000" y="2246390"/>
            <a:ext cx="2390775" cy="401002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28600" y="114059"/>
            <a:ext cx="7620000" cy="5360442"/>
          </a:xfrm>
          <a:prstGeom prst="rect">
            <a:avLst/>
          </a:prstGeom>
        </p:spPr>
        <p:txBody>
          <a:bodyPr vert="horz" wrap="square" lIns="0" tIns="12700" rIns="0" bIns="0" rtlCol="0">
            <a:spAutoFit/>
          </a:bodyPr>
          <a:lstStyle/>
          <a:p>
            <a:pPr marL="12700">
              <a:lnSpc>
                <a:spcPct val="100000"/>
              </a:lnSpc>
              <a:spcBef>
                <a:spcPts val="100"/>
              </a:spcBef>
            </a:pP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Steps</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for</a:t>
            </a:r>
            <a:r>
              <a:rPr sz="2000" u="heavy" spc="-9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manual</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lifting:</a:t>
            </a:r>
            <a:endParaRPr sz="2000" dirty="0">
              <a:latin typeface="Times New Roman" panose="02020603050405020304" pitchFamily="18" charset="0"/>
              <a:cs typeface="Times New Roman" panose="02020603050405020304" pitchFamily="18" charset="0"/>
            </a:endParaRPr>
          </a:p>
          <a:p>
            <a:pPr marL="240029" indent="-174625">
              <a:spcBef>
                <a:spcPts val="2680"/>
              </a:spcBef>
              <a:buFont typeface="Arial MT"/>
              <a:buChar char="•"/>
              <a:tabLst>
                <a:tab pos="240029" algn="l"/>
              </a:tabLst>
            </a:pPr>
            <a:r>
              <a:rPr sz="2000" dirty="0">
                <a:latin typeface="Times New Roman" panose="02020603050405020304" pitchFamily="18" charset="0"/>
                <a:cs typeface="Times New Roman" panose="02020603050405020304" pitchFamily="18" charset="0"/>
              </a:rPr>
              <a:t>Keep</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feet</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apart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give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balanced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stable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base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lifting</a:t>
            </a:r>
            <a:endParaRPr sz="2000" dirty="0">
              <a:latin typeface="Times New Roman" panose="02020603050405020304" pitchFamily="18" charset="0"/>
              <a:cs typeface="Times New Roman" panose="02020603050405020304" pitchFamily="18" charset="0"/>
            </a:endParaRPr>
          </a:p>
          <a:p>
            <a:pPr marL="240029" indent="-174625">
              <a:spcBef>
                <a:spcPts val="2680"/>
              </a:spcBef>
              <a:buFont typeface="Arial MT"/>
              <a:buChar char="•"/>
              <a:tabLst>
                <a:tab pos="240029" algn="l"/>
              </a:tabLst>
            </a:pPr>
            <a:r>
              <a:rPr sz="2000" dirty="0">
                <a:latin typeface="Times New Roman" panose="02020603050405020304" pitchFamily="18" charset="0"/>
                <a:cs typeface="Times New Roman" panose="02020603050405020304" pitchFamily="18" charset="0"/>
              </a:rPr>
              <a:t>Bend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knees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near</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waist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possible</a:t>
            </a:r>
            <a:endParaRPr sz="2000" dirty="0">
              <a:latin typeface="Times New Roman" panose="02020603050405020304" pitchFamily="18" charset="0"/>
              <a:cs typeface="Times New Roman" panose="02020603050405020304" pitchFamily="18" charset="0"/>
            </a:endParaRPr>
          </a:p>
          <a:p>
            <a:pPr marL="240029" marR="5080" indent="-174625">
              <a:spcBef>
                <a:spcPts val="1000"/>
              </a:spcBef>
              <a:buFont typeface="Arial MT"/>
              <a:buChar char="•"/>
              <a:tabLst>
                <a:tab pos="241300" algn="l"/>
                <a:tab pos="1151890" algn="l"/>
                <a:tab pos="1826260" algn="l"/>
                <a:tab pos="2687320" algn="l"/>
                <a:tab pos="4060190" algn="l"/>
                <a:tab pos="4857750" algn="l"/>
                <a:tab pos="6483985" algn="l"/>
                <a:tab pos="7291705" algn="l"/>
                <a:tab pos="8128000" algn="l"/>
                <a:tab pos="8623300" algn="l"/>
                <a:tab pos="9297670" algn="l"/>
                <a:tab pos="10116185" algn="l"/>
              </a:tabLst>
            </a:pPr>
            <a:r>
              <a:rPr sz="2000" spc="-20" dirty="0">
                <a:latin typeface="Times New Roman" panose="02020603050405020304" pitchFamily="18" charset="0"/>
                <a:cs typeface="Times New Roman" panose="02020603050405020304" pitchFamily="18" charset="0"/>
              </a:rPr>
              <a:t>Keep</a:t>
            </a:r>
            <a:r>
              <a:rPr lang="en-US"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a:t>
            </a:r>
            <a:r>
              <a:rPr lang="en-US" sz="2000" spc="-2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back</a:t>
            </a:r>
            <a:r>
              <a:rPr lang="en-US"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straight,</a:t>
            </a:r>
            <a:r>
              <a:rPr lang="en-US" sz="2000" spc="-1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chin</a:t>
            </a:r>
            <a:r>
              <a:rPr lang="en-US" sz="2000" spc="-20" dirty="0">
                <a:latin typeface="Times New Roman" panose="02020603050405020304" pitchFamily="18" charset="0"/>
                <a:cs typeface="Times New Roman" panose="02020603050405020304" pitchFamily="18" charset="0"/>
              </a:rPr>
              <a:t> </a:t>
            </a:r>
            <a:r>
              <a:rPr sz="2000" spc="-40" dirty="0" err="1">
                <a:latin typeface="Times New Roman" panose="02020603050405020304" pitchFamily="18" charset="0"/>
                <a:cs typeface="Times New Roman" panose="02020603050405020304" pitchFamily="18" charset="0"/>
              </a:rPr>
              <a:t>ucked</a:t>
            </a:r>
            <a:r>
              <a:rPr sz="2000" spc="-40" dirty="0">
                <a:latin typeface="Times New Roman" panose="02020603050405020304" pitchFamily="18" charset="0"/>
                <a:cs typeface="Times New Roman" panose="02020603050405020304" pitchFamily="18" charset="0"/>
              </a:rPr>
              <a:t>-</a:t>
            </a:r>
            <a:r>
              <a:rPr sz="2000" spc="-25" dirty="0">
                <a:latin typeface="Times New Roman" panose="02020603050405020304" pitchFamily="18" charset="0"/>
                <a:cs typeface="Times New Roman" panose="02020603050405020304" pitchFamily="18" charset="0"/>
              </a:rPr>
              <a:t>in,</a:t>
            </a:r>
            <a:r>
              <a:rPr lang="en-US" sz="2000" spc="-2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lean</a:t>
            </a:r>
            <a:r>
              <a:rPr lang="en-US" sz="2000" spc="-2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over</a:t>
            </a:r>
            <a:r>
              <a:rPr lang="en-US"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to</a:t>
            </a:r>
            <a:r>
              <a:rPr lang="en-US" sz="2000" spc="-2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a:t>
            </a:r>
            <a:r>
              <a:rPr lang="en-US" sz="2000" spc="-2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load</a:t>
            </a:r>
            <a:r>
              <a:rPr lang="en-US"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if </a:t>
            </a:r>
            <a:r>
              <a:rPr lang="en-US"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necessary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(Shoulders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same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direction</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hips)</a:t>
            </a:r>
            <a:endParaRPr lang="en-US" sz="2000" spc="-10" dirty="0">
              <a:latin typeface="Times New Roman" panose="02020603050405020304" pitchFamily="18" charset="0"/>
              <a:cs typeface="Times New Roman" panose="02020603050405020304" pitchFamily="18" charset="0"/>
            </a:endParaRPr>
          </a:p>
          <a:p>
            <a:pPr marL="240029" marR="5080" indent="-174625">
              <a:spcBef>
                <a:spcPts val="1000"/>
              </a:spcBef>
              <a:buFont typeface="Arial MT"/>
              <a:buChar char="•"/>
              <a:tabLst>
                <a:tab pos="241300" algn="l"/>
                <a:tab pos="812800" algn="l"/>
                <a:tab pos="1250950" algn="l"/>
                <a:tab pos="2076450" algn="l"/>
                <a:tab pos="2694305" algn="l"/>
                <a:tab pos="3546475" algn="l"/>
                <a:tab pos="4591050" algn="l"/>
                <a:tab pos="5208270" algn="l"/>
                <a:tab pos="6732905" algn="l"/>
                <a:tab pos="7928609" algn="l"/>
                <a:tab pos="8409305" algn="l"/>
              </a:tabLst>
            </a:pPr>
            <a:r>
              <a:rPr lang="en-US" sz="2000" spc="-25" dirty="0">
                <a:latin typeface="Times New Roman" panose="02020603050405020304" pitchFamily="18" charset="0"/>
                <a:cs typeface="Times New Roman" panose="02020603050405020304" pitchFamily="18" charset="0"/>
              </a:rPr>
              <a:t>Try to </a:t>
            </a:r>
            <a:r>
              <a:rPr lang="en-US" sz="2000" spc="-20" dirty="0">
                <a:latin typeface="Times New Roman" panose="02020603050405020304" pitchFamily="18" charset="0"/>
                <a:cs typeface="Times New Roman" panose="02020603050405020304" pitchFamily="18" charset="0"/>
              </a:rPr>
              <a:t>keep </a:t>
            </a:r>
            <a:r>
              <a:rPr lang="en-US" sz="2000" spc="-25" dirty="0">
                <a:latin typeface="Times New Roman" panose="02020603050405020304" pitchFamily="18" charset="0"/>
                <a:cs typeface="Times New Roman" panose="02020603050405020304" pitchFamily="18" charset="0"/>
              </a:rPr>
              <a:t>the </a:t>
            </a:r>
            <a:r>
              <a:rPr lang="en-US" sz="2000" spc="-20" dirty="0">
                <a:latin typeface="Times New Roman" panose="02020603050405020304" pitchFamily="18" charset="0"/>
                <a:cs typeface="Times New Roman" panose="02020603050405020304" pitchFamily="18" charset="0"/>
              </a:rPr>
              <a:t>arms </a:t>
            </a:r>
            <a:r>
              <a:rPr lang="en-US" sz="2000" spc="-10" dirty="0">
                <a:latin typeface="Times New Roman" panose="02020603050405020304" pitchFamily="18" charset="0"/>
                <a:cs typeface="Times New Roman" panose="02020603050405020304" pitchFamily="18" charset="0"/>
              </a:rPr>
              <a:t>within </a:t>
            </a:r>
            <a:r>
              <a:rPr lang="en-US" sz="2000" spc="-25" dirty="0">
                <a:latin typeface="Times New Roman" panose="02020603050405020304" pitchFamily="18" charset="0"/>
                <a:cs typeface="Times New Roman" panose="02020603050405020304" pitchFamily="18" charset="0"/>
              </a:rPr>
              <a:t>the </a:t>
            </a:r>
            <a:r>
              <a:rPr lang="en-US" sz="2000" spc="-10" dirty="0">
                <a:latin typeface="Times New Roman" panose="02020603050405020304" pitchFamily="18" charset="0"/>
                <a:cs typeface="Times New Roman" panose="02020603050405020304" pitchFamily="18" charset="0"/>
              </a:rPr>
              <a:t>boundary formed </a:t>
            </a:r>
            <a:r>
              <a:rPr lang="en-US" sz="2000" spc="-25" dirty="0">
                <a:latin typeface="Times New Roman" panose="02020603050405020304" pitchFamily="18" charset="0"/>
                <a:cs typeface="Times New Roman" panose="02020603050405020304" pitchFamily="18" charset="0"/>
              </a:rPr>
              <a:t>by the  </a:t>
            </a:r>
            <a:r>
              <a:rPr lang="en-US" sz="2000" spc="-20" dirty="0">
                <a:latin typeface="Times New Roman" panose="02020603050405020304" pitchFamily="18" charset="0"/>
                <a:cs typeface="Times New Roman" panose="02020603050405020304" pitchFamily="18" charset="0"/>
              </a:rPr>
              <a:t>legs</a:t>
            </a:r>
            <a:endParaRPr lang="en-US" sz="2000" dirty="0">
              <a:latin typeface="Times New Roman" panose="02020603050405020304" pitchFamily="18" charset="0"/>
              <a:cs typeface="Times New Roman" panose="02020603050405020304" pitchFamily="18" charset="0"/>
            </a:endParaRPr>
          </a:p>
          <a:p>
            <a:pPr marL="240029" indent="-174625">
              <a:spcBef>
                <a:spcPts val="2680"/>
              </a:spcBef>
              <a:buFont typeface="Arial MT"/>
              <a:buChar char="•"/>
              <a:tabLst>
                <a:tab pos="240029" algn="l"/>
              </a:tabLst>
            </a:pPr>
            <a:r>
              <a:rPr lang="en-US" sz="2000" dirty="0">
                <a:latin typeface="Times New Roman" panose="02020603050405020304" pitchFamily="18" charset="0"/>
                <a:cs typeface="Times New Roman" panose="02020603050405020304" pitchFamily="18" charset="0"/>
              </a:rPr>
              <a:t>Carry</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out</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lifting</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smoothly</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without</a:t>
            </a:r>
            <a:r>
              <a:rPr lang="en-US" sz="2000" spc="-35"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jerk</a:t>
            </a:r>
            <a:endParaRPr lang="en-US" sz="2000" dirty="0">
              <a:latin typeface="Times New Roman" panose="02020603050405020304" pitchFamily="18" charset="0"/>
              <a:cs typeface="Times New Roman" panose="02020603050405020304" pitchFamily="18" charset="0"/>
            </a:endParaRPr>
          </a:p>
          <a:p>
            <a:pPr marL="240029" indent="-174625">
              <a:spcBef>
                <a:spcPts val="2680"/>
              </a:spcBef>
              <a:buFont typeface="Arial MT"/>
              <a:buChar char="•"/>
              <a:tabLst>
                <a:tab pos="240029" algn="l"/>
              </a:tabLst>
            </a:pPr>
            <a:r>
              <a:rPr lang="en-US" sz="2000" dirty="0">
                <a:latin typeface="Times New Roman" panose="02020603050405020304" pitchFamily="18" charset="0"/>
                <a:cs typeface="Times New Roman" panose="02020603050405020304" pitchFamily="18" charset="0"/>
              </a:rPr>
              <a:t>Then</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adjust</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if</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precise</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positioning</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5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necessary </a:t>
            </a:r>
          </a:p>
          <a:p>
            <a:pPr marL="240029" indent="-174625">
              <a:spcBef>
                <a:spcPts val="2680"/>
              </a:spcBef>
              <a:buFont typeface="Arial MT"/>
              <a:buChar char="•"/>
              <a:tabLst>
                <a:tab pos="240029" algn="l"/>
              </a:tabLst>
            </a:pPr>
            <a:r>
              <a:rPr lang="en-US" sz="2000" dirty="0">
                <a:latin typeface="Times New Roman" panose="02020603050405020304" pitchFamily="18" charset="0"/>
                <a:cs typeface="Times New Roman" panose="02020603050405020304" pitchFamily="18" charset="0"/>
              </a:rPr>
              <a:t>Give</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6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command</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gain</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group</a:t>
            </a:r>
            <a:r>
              <a:rPr lang="en-US" sz="2000" spc="-6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efforts</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6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synchronized</a:t>
            </a:r>
            <a:r>
              <a:rPr lang="en-US" sz="2000" spc="-6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Ways</a:t>
            </a:r>
            <a:endParaRPr lang="en-US" sz="2000" dirty="0">
              <a:latin typeface="Times New Roman" panose="02020603050405020304" pitchFamily="18" charset="0"/>
              <a:cs typeface="Times New Roman" panose="02020603050405020304" pitchFamily="18" charset="0"/>
            </a:endParaRPr>
          </a:p>
          <a:p>
            <a:pPr marL="240029" marR="5080" indent="-174625">
              <a:lnSpc>
                <a:spcPct val="150000"/>
              </a:lnSpc>
              <a:spcBef>
                <a:spcPts val="1000"/>
              </a:spcBef>
              <a:buFont typeface="Arial MT"/>
              <a:buChar char="•"/>
              <a:tabLst>
                <a:tab pos="241300" algn="l"/>
                <a:tab pos="1151890" algn="l"/>
                <a:tab pos="1826260" algn="l"/>
                <a:tab pos="2687320" algn="l"/>
                <a:tab pos="4060190" algn="l"/>
                <a:tab pos="4857750" algn="l"/>
                <a:tab pos="6483985" algn="l"/>
                <a:tab pos="7291705" algn="l"/>
                <a:tab pos="8128000" algn="l"/>
                <a:tab pos="8623300" algn="l"/>
                <a:tab pos="9297670" algn="l"/>
                <a:tab pos="10116185" algn="l"/>
              </a:tabLst>
            </a:pPr>
            <a:endParaRPr sz="2000" dirty="0">
              <a:latin typeface="Times New Roman" panose="02020603050405020304" pitchFamily="18" charset="0"/>
              <a:cs typeface="Times New Roman" panose="02020603050405020304" pitchFamily="18" charset="0"/>
            </a:endParaRPr>
          </a:p>
        </p:txBody>
      </p:sp>
      <p:pic>
        <p:nvPicPr>
          <p:cNvPr id="6" name="object 4"/>
          <p:cNvPicPr/>
          <p:nvPr/>
        </p:nvPicPr>
        <p:blipFill>
          <a:blip r:embed="rId2" cstate="print"/>
          <a:stretch>
            <a:fillRect/>
          </a:stretch>
        </p:blipFill>
        <p:spPr>
          <a:xfrm>
            <a:off x="7696200" y="775070"/>
            <a:ext cx="3839652" cy="5244729"/>
          </a:xfrm>
          <a:prstGeom prst="rect">
            <a:avLst/>
          </a:prstGeom>
        </p:spPr>
      </p:pic>
      <p:sp>
        <p:nvSpPr>
          <p:cNvPr id="7" name="object 3"/>
          <p:cNvSpPr txBox="1"/>
          <p:nvPr/>
        </p:nvSpPr>
        <p:spPr>
          <a:xfrm>
            <a:off x="386896" y="4953000"/>
            <a:ext cx="8093075" cy="1628651"/>
          </a:xfrm>
          <a:prstGeom prst="rect">
            <a:avLst/>
          </a:prstGeom>
        </p:spPr>
        <p:txBody>
          <a:bodyPr vert="horz" wrap="square" lIns="0" tIns="12700" rIns="0" bIns="0" rtlCol="0">
            <a:spAutoFit/>
          </a:bodyPr>
          <a:lstStyle/>
          <a:p>
            <a:pPr marL="48260">
              <a:lnSpc>
                <a:spcPct val="100000"/>
              </a:lnSpc>
              <a:spcBef>
                <a:spcPts val="100"/>
              </a:spcBef>
            </a:pP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Additional</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safety</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practices</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in</a:t>
            </a:r>
            <a:r>
              <a:rPr sz="20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manual</a:t>
            </a:r>
            <a:r>
              <a:rPr sz="2000" u="heavy" spc="-9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handling:</a:t>
            </a:r>
            <a:endParaRPr sz="2000" dirty="0">
              <a:latin typeface="Times New Roman" panose="02020603050405020304" pitchFamily="18" charset="0"/>
              <a:cs typeface="Times New Roman" panose="02020603050405020304" pitchFamily="18" charset="0"/>
            </a:endParaRPr>
          </a:p>
          <a:p>
            <a:pPr marL="275590" indent="-274320">
              <a:lnSpc>
                <a:spcPct val="100000"/>
              </a:lnSpc>
              <a:spcBef>
                <a:spcPts val="2680"/>
              </a:spcBef>
              <a:buSzPct val="85714"/>
              <a:buFont typeface="Segoe UI Symbol"/>
              <a:buChar char="□"/>
              <a:tabLst>
                <a:tab pos="275590" algn="l"/>
              </a:tabLst>
            </a:pPr>
            <a:r>
              <a:rPr sz="2000" dirty="0">
                <a:latin typeface="Times New Roman" panose="02020603050405020304" pitchFamily="18" charset="0"/>
                <a:cs typeface="Times New Roman" panose="02020603050405020304" pitchFamily="18" charset="0"/>
              </a:rPr>
              <a:t>Restrict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load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55kg</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per</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Indian</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statute</a:t>
            </a:r>
            <a:endParaRPr sz="2000" dirty="0">
              <a:latin typeface="Times New Roman" panose="02020603050405020304" pitchFamily="18" charset="0"/>
              <a:cs typeface="Times New Roman" panose="02020603050405020304" pitchFamily="18" charset="0"/>
            </a:endParaRPr>
          </a:p>
          <a:p>
            <a:pPr marL="275590" indent="-274320">
              <a:lnSpc>
                <a:spcPct val="100000"/>
              </a:lnSpc>
              <a:spcBef>
                <a:spcPts val="2680"/>
              </a:spcBef>
              <a:buSzPct val="85714"/>
              <a:buFont typeface="Segoe UI Symbol"/>
              <a:buChar char="□"/>
              <a:tabLst>
                <a:tab pos="275590" algn="l"/>
              </a:tabLst>
            </a:pPr>
            <a:r>
              <a:rPr sz="2000" dirty="0">
                <a:latin typeface="Times New Roman" panose="02020603050405020304" pitchFamily="18" charset="0"/>
                <a:cs typeface="Times New Roman" panose="02020603050405020304" pitchFamily="18" charset="0"/>
              </a:rPr>
              <a:t>Ascertain</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intended</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path</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movement</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clear</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BBF5C-5D47-4484-91D3-93AC3BFD13DD}"/>
              </a:ext>
            </a:extLst>
          </p:cNvPr>
          <p:cNvSpPr>
            <a:spLocks noGrp="1"/>
          </p:cNvSpPr>
          <p:nvPr>
            <p:ph type="title"/>
          </p:nvPr>
        </p:nvSpPr>
        <p:spPr>
          <a:xfrm>
            <a:off x="2895600" y="533400"/>
            <a:ext cx="9622790" cy="553998"/>
          </a:xfrm>
        </p:spPr>
        <p:txBody>
          <a:bodyPr/>
          <a:lstStyle/>
          <a:p>
            <a:r>
              <a:rPr lang="en-IN" sz="3600" u="heavy" spc="-10" dirty="0">
                <a:solidFill>
                  <a:srgbClr val="FF0000"/>
                </a:solidFill>
                <a:uFill>
                  <a:solidFill>
                    <a:srgbClr val="FF0000"/>
                  </a:solidFill>
                </a:uFill>
                <a:latin typeface="Times New Roman" panose="02020603050405020304" pitchFamily="18" charset="0"/>
                <a:cs typeface="Times New Roman" panose="02020603050405020304" pitchFamily="18" charset="0"/>
                <a:hlinkClick r:id="rId2"/>
              </a:rPr>
              <a:t>Manual Handling Risk Assessment</a:t>
            </a:r>
            <a:endParaRPr lang="en-IN" sz="3600" u="heavy" spc="-10" dirty="0">
              <a:solidFill>
                <a:srgbClr val="FF0000"/>
              </a:solidFill>
              <a:uFill>
                <a:solidFill>
                  <a:srgbClr val="FF0000"/>
                </a:solidFill>
              </a:u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3C15D1-52A0-46DE-8B28-0332D290B5AB}"/>
              </a:ext>
            </a:extLst>
          </p:cNvPr>
          <p:cNvSpPr>
            <a:spLocks noGrp="1"/>
          </p:cNvSpPr>
          <p:nvPr>
            <p:ph idx="1"/>
          </p:nvPr>
        </p:nvSpPr>
        <p:spPr>
          <a:xfrm>
            <a:off x="609600" y="1447800"/>
            <a:ext cx="11277600" cy="4039870"/>
          </a:xfrm>
        </p:spPr>
        <p:txBody>
          <a:bodyPr>
            <a:noAutofit/>
          </a:bodyPr>
          <a:lstStyle/>
          <a:p>
            <a:pPr algn="just">
              <a:lnSpc>
                <a:spcPct val="150000"/>
              </a:lnSpc>
            </a:pPr>
            <a:r>
              <a:rPr lang="en-US" sz="2000" b="0" i="0" u="none" dirty="0">
                <a:solidFill>
                  <a:srgbClr val="293745"/>
                </a:solidFill>
                <a:effectLst/>
                <a:latin typeface="Times New Roman" panose="02020603050405020304" pitchFamily="18" charset="0"/>
                <a:cs typeface="Times New Roman" panose="02020603050405020304" pitchFamily="18" charset="0"/>
              </a:rPr>
              <a:t>A manual handling risk assessment is used to identify hazards that may cause musculoskeletal injuries to workers when they perform manual handling. </a:t>
            </a:r>
          </a:p>
          <a:p>
            <a:pPr algn="just">
              <a:lnSpc>
                <a:spcPct val="150000"/>
              </a:lnSpc>
            </a:pPr>
            <a:r>
              <a:rPr lang="en-US" sz="2000" b="0" i="0" u="none" dirty="0">
                <a:solidFill>
                  <a:srgbClr val="293745"/>
                </a:solidFill>
                <a:effectLst/>
                <a:latin typeface="Times New Roman" panose="02020603050405020304" pitchFamily="18" charset="0"/>
                <a:cs typeface="Times New Roman" panose="02020603050405020304" pitchFamily="18" charset="0"/>
              </a:rPr>
              <a:t>Similar to a regular risk assessment, a manual handling risk assessment is carried out to identify and evaluate risk factors. </a:t>
            </a:r>
          </a:p>
          <a:p>
            <a:pPr algn="just">
              <a:lnSpc>
                <a:spcPct val="150000"/>
              </a:lnSpc>
            </a:pPr>
            <a:r>
              <a:rPr lang="en-US" sz="2000" b="0" i="0" u="none" dirty="0">
                <a:solidFill>
                  <a:srgbClr val="293745"/>
                </a:solidFill>
                <a:effectLst/>
                <a:latin typeface="Times New Roman" panose="02020603050405020304" pitchFamily="18" charset="0"/>
                <a:cs typeface="Times New Roman" panose="02020603050405020304" pitchFamily="18" charset="0"/>
              </a:rPr>
              <a:t>Specifically activities of lifting, putting down, carrying, moving, and handling objects during work operations. </a:t>
            </a:r>
          </a:p>
          <a:p>
            <a:pPr algn="just">
              <a:lnSpc>
                <a:spcPct val="150000"/>
              </a:lnSpc>
            </a:pPr>
            <a:r>
              <a:rPr lang="en-US" sz="2000" b="0" i="0" u="none" dirty="0">
                <a:solidFill>
                  <a:srgbClr val="293745"/>
                </a:solidFill>
                <a:effectLst/>
                <a:latin typeface="Times New Roman" panose="02020603050405020304" pitchFamily="18" charset="0"/>
                <a:cs typeface="Times New Roman" panose="02020603050405020304" pitchFamily="18" charset="0"/>
              </a:rPr>
              <a:t>It is primarily carried out by health and safety officers. </a:t>
            </a:r>
          </a:p>
          <a:p>
            <a:pPr algn="just">
              <a:lnSpc>
                <a:spcPct val="150000"/>
              </a:lnSpc>
            </a:pPr>
            <a:r>
              <a:rPr lang="en-US" sz="2000" b="0" i="0" u="none" dirty="0">
                <a:solidFill>
                  <a:srgbClr val="293745"/>
                </a:solidFill>
                <a:effectLst/>
                <a:latin typeface="Times New Roman" panose="02020603050405020304" pitchFamily="18" charset="0"/>
                <a:cs typeface="Times New Roman" panose="02020603050405020304" pitchFamily="18" charset="0"/>
              </a:rPr>
              <a:t>Once a manual handling risk assessment is completed, health and safety workers work to develop processes and preventive measures. </a:t>
            </a:r>
          </a:p>
          <a:p>
            <a:pPr algn="just">
              <a:lnSpc>
                <a:spcPct val="150000"/>
              </a:lnSpc>
            </a:pPr>
            <a:r>
              <a:rPr lang="en-US" sz="2000" b="0" i="0" u="none" dirty="0">
                <a:solidFill>
                  <a:srgbClr val="293745"/>
                </a:solidFill>
                <a:effectLst/>
                <a:latin typeface="Times New Roman" panose="02020603050405020304" pitchFamily="18" charset="0"/>
                <a:cs typeface="Times New Roman" panose="02020603050405020304" pitchFamily="18" charset="0"/>
              </a:rPr>
              <a:t>Assessing manual handling risks is crucial to protect workers from musculoskeletal disorders (MSDs), increase job satisfaction, and improve quality of work.</a:t>
            </a:r>
            <a:endParaRPr lang="en-IN" sz="2000" u="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4653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F34C1-CCFE-4B62-9E11-A8680B010868}"/>
              </a:ext>
            </a:extLst>
          </p:cNvPr>
          <p:cNvSpPr>
            <a:spLocks noGrp="1"/>
          </p:cNvSpPr>
          <p:nvPr>
            <p:ph type="title"/>
          </p:nvPr>
        </p:nvSpPr>
        <p:spPr>
          <a:xfrm>
            <a:off x="914400" y="543229"/>
            <a:ext cx="11052175" cy="1183640"/>
          </a:xfrm>
        </p:spPr>
        <p:txBody>
          <a:bodyPr>
            <a:noAutofit/>
          </a:bodyPr>
          <a:lstStyle/>
          <a:p>
            <a:r>
              <a:rPr lang="en-US" sz="3200" b="1" i="0" dirty="0">
                <a:solidFill>
                  <a:srgbClr val="FF0000"/>
                </a:solidFill>
                <a:effectLst/>
                <a:latin typeface="Times New Roman" panose="02020603050405020304" pitchFamily="18" charset="0"/>
                <a:cs typeface="Times New Roman" panose="02020603050405020304" pitchFamily="18" charset="0"/>
              </a:rPr>
              <a:t>How do you carry out a manual handling risk assessment?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ACAECF-7EBD-44D5-B81B-9127A6C46D2E}"/>
              </a:ext>
            </a:extLst>
          </p:cNvPr>
          <p:cNvSpPr>
            <a:spLocks noGrp="1"/>
          </p:cNvSpPr>
          <p:nvPr>
            <p:ph idx="1"/>
          </p:nvPr>
        </p:nvSpPr>
        <p:spPr>
          <a:xfrm>
            <a:off x="685800" y="1295399"/>
            <a:ext cx="10972800" cy="5914635"/>
          </a:xfrm>
        </p:spPr>
        <p:txBody>
          <a:bodyPr>
            <a:noAutofit/>
          </a:bodyPr>
          <a:lstStyle/>
          <a:p>
            <a:pPr algn="just"/>
            <a:r>
              <a:rPr lang="en-US" sz="2000" b="1" i="0" u="none" dirty="0">
                <a:solidFill>
                  <a:srgbClr val="293745"/>
                </a:solidFill>
                <a:effectLst/>
                <a:latin typeface="Times New Roman" panose="02020603050405020304" pitchFamily="18" charset="0"/>
                <a:cs typeface="Times New Roman" panose="02020603050405020304" pitchFamily="18" charset="0"/>
              </a:rPr>
              <a:t>Determine the task</a:t>
            </a:r>
            <a:r>
              <a:rPr lang="en-US" sz="2000" b="0" i="0" u="none" dirty="0">
                <a:solidFill>
                  <a:srgbClr val="293745"/>
                </a:solidFill>
                <a:effectLst/>
                <a:latin typeface="Times New Roman" panose="02020603050405020304" pitchFamily="18" charset="0"/>
                <a:cs typeface="Times New Roman" panose="02020603050405020304" pitchFamily="18" charset="0"/>
              </a:rPr>
              <a:t> – Ask the workers how the task is done. Establish the scope of the manual handling activity and its important stages. This helps pinpoint the exact moment an injury may happen.</a:t>
            </a:r>
          </a:p>
          <a:p>
            <a:pPr algn="just"/>
            <a:endParaRPr lang="en-US" sz="2000" b="0" i="0" u="none" dirty="0">
              <a:solidFill>
                <a:srgbClr val="293745"/>
              </a:solidFill>
              <a:effectLst/>
              <a:latin typeface="Times New Roman" panose="02020603050405020304" pitchFamily="18" charset="0"/>
              <a:cs typeface="Times New Roman" panose="02020603050405020304" pitchFamily="18" charset="0"/>
            </a:endParaRPr>
          </a:p>
          <a:p>
            <a:pPr algn="just"/>
            <a:r>
              <a:rPr lang="en-US" sz="2000" b="1" i="0" u="none" dirty="0">
                <a:solidFill>
                  <a:srgbClr val="293745"/>
                </a:solidFill>
                <a:effectLst/>
                <a:latin typeface="Times New Roman" panose="02020603050405020304" pitchFamily="18" charset="0"/>
                <a:cs typeface="Times New Roman" panose="02020603050405020304" pitchFamily="18" charset="0"/>
              </a:rPr>
              <a:t>Retrieve essential information</a:t>
            </a:r>
            <a:r>
              <a:rPr lang="en-US" sz="2000" b="0" i="0" u="none" dirty="0">
                <a:solidFill>
                  <a:srgbClr val="293745"/>
                </a:solidFill>
                <a:effectLst/>
                <a:latin typeface="Times New Roman" panose="02020603050405020304" pitchFamily="18" charset="0"/>
                <a:cs typeface="Times New Roman" panose="02020603050405020304" pitchFamily="18" charset="0"/>
              </a:rPr>
              <a:t> – This includes technical information such as load factors of TILE. Load factors to consider are the weight, size, and shape. Another essential information is knowing what postures will the worker be in, size of the space, number of manual handling tasks, and the employee’s technical knowledge.</a:t>
            </a:r>
          </a:p>
          <a:p>
            <a:pPr algn="just"/>
            <a:endParaRPr lang="en-US" sz="2000" b="0" i="0" u="none" dirty="0">
              <a:solidFill>
                <a:srgbClr val="293745"/>
              </a:solidFill>
              <a:effectLst/>
              <a:latin typeface="Times New Roman" panose="02020603050405020304" pitchFamily="18" charset="0"/>
              <a:cs typeface="Times New Roman" panose="02020603050405020304" pitchFamily="18" charset="0"/>
            </a:endParaRPr>
          </a:p>
          <a:p>
            <a:pPr algn="just"/>
            <a:r>
              <a:rPr lang="en-US" sz="2000" b="1" i="0" u="none" dirty="0">
                <a:solidFill>
                  <a:srgbClr val="293745"/>
                </a:solidFill>
                <a:effectLst/>
                <a:latin typeface="Times New Roman" panose="02020603050405020304" pitchFamily="18" charset="0"/>
                <a:cs typeface="Times New Roman" panose="02020603050405020304" pitchFamily="18" charset="0"/>
              </a:rPr>
              <a:t>Determine the risk factors </a:t>
            </a:r>
            <a:r>
              <a:rPr lang="en-US" sz="2000" b="0" i="0" u="none" dirty="0">
                <a:solidFill>
                  <a:srgbClr val="293745"/>
                </a:solidFill>
                <a:effectLst/>
                <a:latin typeface="Times New Roman" panose="02020603050405020304" pitchFamily="18" charset="0"/>
                <a:cs typeface="Times New Roman" panose="02020603050405020304" pitchFamily="18" charset="0"/>
              </a:rPr>
              <a:t>– Find out the hazards and risk factors. Every factor needs evidence on why it’s a potential risk for the manual handling activity. </a:t>
            </a:r>
          </a:p>
          <a:p>
            <a:pPr algn="just"/>
            <a:endParaRPr lang="en-US" sz="2000" b="0" i="0" u="none" dirty="0">
              <a:solidFill>
                <a:srgbClr val="293745"/>
              </a:solidFill>
              <a:effectLst/>
              <a:latin typeface="Times New Roman" panose="02020603050405020304" pitchFamily="18" charset="0"/>
              <a:cs typeface="Times New Roman" panose="02020603050405020304" pitchFamily="18" charset="0"/>
            </a:endParaRPr>
          </a:p>
          <a:p>
            <a:pPr algn="just"/>
            <a:r>
              <a:rPr lang="en-US" sz="2000" b="1" u="none" dirty="0">
                <a:solidFill>
                  <a:schemeClr val="tx1"/>
                </a:solidFill>
                <a:latin typeface="Times New Roman" panose="02020603050405020304" pitchFamily="18" charset="0"/>
                <a:cs typeface="Times New Roman" panose="02020603050405020304" pitchFamily="18" charset="0"/>
              </a:rPr>
              <a:t>Identify potential improvements</a:t>
            </a:r>
            <a:r>
              <a:rPr lang="en-US" sz="2000" u="none" dirty="0">
                <a:solidFill>
                  <a:schemeClr val="tx1"/>
                </a:solidFill>
                <a:latin typeface="Times New Roman" panose="02020603050405020304" pitchFamily="18" charset="0"/>
                <a:cs typeface="Times New Roman" panose="02020603050405020304" pitchFamily="18" charset="0"/>
              </a:rPr>
              <a:t> – Consult with the personnel using the objective results of the manual handling risk assessment. These improvements should reduce or prevent injury due to manual handling activity. HSA suggests developing a safe system of work plan and to use equipment when possible.</a:t>
            </a:r>
          </a:p>
          <a:p>
            <a:pPr algn="just"/>
            <a:endParaRPr lang="en-US" sz="2000" b="1" u="none" dirty="0">
              <a:solidFill>
                <a:schemeClr val="tx1"/>
              </a:solidFill>
              <a:latin typeface="Times New Roman" panose="02020603050405020304" pitchFamily="18" charset="0"/>
              <a:cs typeface="Times New Roman" panose="02020603050405020304" pitchFamily="18" charset="0"/>
            </a:endParaRPr>
          </a:p>
          <a:p>
            <a:pPr algn="just"/>
            <a:r>
              <a:rPr lang="en-US" sz="2000" b="1" u="none" dirty="0">
                <a:solidFill>
                  <a:schemeClr val="tx1"/>
                </a:solidFill>
                <a:latin typeface="Times New Roman" panose="02020603050405020304" pitchFamily="18" charset="0"/>
                <a:cs typeface="Times New Roman" panose="02020603050405020304" pitchFamily="18" charset="0"/>
              </a:rPr>
              <a:t>Review the changes</a:t>
            </a:r>
            <a:r>
              <a:rPr lang="en-US" sz="2000" u="none" dirty="0">
                <a:solidFill>
                  <a:schemeClr val="tx1"/>
                </a:solidFill>
                <a:latin typeface="Times New Roman" panose="02020603050405020304" pitchFamily="18" charset="0"/>
                <a:cs typeface="Times New Roman" panose="02020603050405020304" pitchFamily="18" charset="0"/>
              </a:rPr>
              <a:t> – A staff member should do regular inspections to check the effectiveness of the implemented improvements. Risk assessments are a continuous process that should be updated regularly and revised when necessary.</a:t>
            </a:r>
          </a:p>
          <a:p>
            <a:pPr algn="just"/>
            <a:endParaRPr lang="en-US" sz="2000" b="0" i="0" u="none" dirty="0">
              <a:solidFill>
                <a:srgbClr val="29374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53618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8509-994D-4FE7-992D-A549203B98F4}"/>
              </a:ext>
            </a:extLst>
          </p:cNvPr>
          <p:cNvSpPr>
            <a:spLocks noGrp="1"/>
          </p:cNvSpPr>
          <p:nvPr>
            <p:ph type="title"/>
          </p:nvPr>
        </p:nvSpPr>
        <p:spPr>
          <a:xfrm>
            <a:off x="1447800" y="609600"/>
            <a:ext cx="9622790" cy="553998"/>
          </a:xfrm>
        </p:spPr>
        <p:txBody>
          <a:bodyPr/>
          <a:lstStyle/>
          <a:p>
            <a:pPr algn="ctr"/>
            <a:r>
              <a:rPr lang="en-US" sz="3600" b="1" i="0" dirty="0">
                <a:solidFill>
                  <a:srgbClr val="FF0000"/>
                </a:solidFill>
                <a:effectLst/>
                <a:latin typeface="Times New Roman" panose="02020603050405020304" pitchFamily="18" charset="0"/>
                <a:cs typeface="Times New Roman" panose="02020603050405020304" pitchFamily="18" charset="0"/>
              </a:rPr>
              <a:t>4 KEY AREAS OF MANUAL HANDLING</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C4B9E0-F8E6-4D81-999E-6EA71826C03F}"/>
              </a:ext>
            </a:extLst>
          </p:cNvPr>
          <p:cNvSpPr>
            <a:spLocks noGrp="1"/>
          </p:cNvSpPr>
          <p:nvPr>
            <p:ph idx="1"/>
          </p:nvPr>
        </p:nvSpPr>
        <p:spPr>
          <a:xfrm>
            <a:off x="685800" y="1447800"/>
            <a:ext cx="10789899" cy="2585323"/>
          </a:xfrm>
        </p:spPr>
        <p:txBody>
          <a:bodyPr/>
          <a:lstStyle/>
          <a:p>
            <a:pPr algn="just"/>
            <a:r>
              <a:rPr lang="en-US" sz="2400" b="0" i="0" u="none" dirty="0">
                <a:solidFill>
                  <a:srgbClr val="293745"/>
                </a:solidFill>
                <a:effectLst/>
                <a:latin typeface="Times New Roman" panose="02020603050405020304" pitchFamily="18" charset="0"/>
                <a:cs typeface="Times New Roman" panose="02020603050405020304" pitchFamily="18" charset="0"/>
              </a:rPr>
              <a:t>When performing </a:t>
            </a:r>
            <a:r>
              <a:rPr lang="en-US" sz="2400" b="0" i="0" u="none" strike="noStrike" dirty="0">
                <a:solidFill>
                  <a:srgbClr val="4740D4"/>
                </a:solidFill>
                <a:effectLst/>
                <a:latin typeface="Times New Roman" panose="02020603050405020304" pitchFamily="18" charset="0"/>
                <a:cs typeface="Times New Roman" panose="02020603050405020304" pitchFamily="18" charset="0"/>
                <a:hlinkClick r:id="rId2"/>
              </a:rPr>
              <a:t>manual handling </a:t>
            </a:r>
            <a:r>
              <a:rPr lang="en-US" sz="2400" b="0" i="0" u="none" strike="noStrike" dirty="0">
                <a:solidFill>
                  <a:srgbClr val="4740D4"/>
                </a:solidFill>
                <a:effectLst/>
                <a:latin typeface="Times New Roman" panose="02020603050405020304" pitchFamily="18" charset="0"/>
                <a:cs typeface="Times New Roman" panose="02020603050405020304" pitchFamily="18" charset="0"/>
                <a:hlinkClick r:id="rId3"/>
              </a:rPr>
              <a:t>risk assessments</a:t>
            </a:r>
            <a:r>
              <a:rPr lang="en-US" sz="2400" b="0" i="0" u="none" dirty="0">
                <a:solidFill>
                  <a:srgbClr val="293745"/>
                </a:solidFill>
                <a:effectLst/>
                <a:latin typeface="Times New Roman" panose="02020603050405020304" pitchFamily="18" charset="0"/>
                <a:cs typeface="Times New Roman" panose="02020603050405020304" pitchFamily="18" charset="0"/>
              </a:rPr>
              <a:t>, the assessor mainly focuses on the 4 key areas of manual handling which is often referred to as the acronym TILE (Task, Individual, Load, and Environment)</a:t>
            </a:r>
          </a:p>
          <a:p>
            <a:pPr algn="just"/>
            <a:endParaRPr lang="en-US" sz="2400" b="0" i="0" u="none" dirty="0">
              <a:solidFill>
                <a:srgbClr val="293745"/>
              </a:solidFill>
              <a:effectLst/>
              <a:latin typeface="Times New Roman" panose="02020603050405020304" pitchFamily="18" charset="0"/>
              <a:cs typeface="Times New Roman" panose="02020603050405020304" pitchFamily="18" charset="0"/>
            </a:endParaRPr>
          </a:p>
          <a:p>
            <a:pPr algn="just"/>
            <a:r>
              <a:rPr lang="en-US" sz="2400" b="0" i="0" u="none" dirty="0">
                <a:solidFill>
                  <a:srgbClr val="293745"/>
                </a:solidFill>
                <a:effectLst/>
                <a:latin typeface="Times New Roman" panose="02020603050405020304" pitchFamily="18" charset="0"/>
                <a:cs typeface="Times New Roman" panose="02020603050405020304" pitchFamily="18" charset="0"/>
              </a:rPr>
              <a:t>In some safety circles, “other factors” have been identified as another key area for evaluating manual handling risks, turning the assessment method into TILEO (Task, Individual, Load, Environment, and Other factors).</a:t>
            </a:r>
            <a:endParaRPr lang="en-IN" sz="2400" u="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357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3772FF-9566-424C-BCB1-D27E8C2B94C6}"/>
              </a:ext>
            </a:extLst>
          </p:cNvPr>
          <p:cNvPicPr>
            <a:picLocks noChangeAspect="1"/>
          </p:cNvPicPr>
          <p:nvPr/>
        </p:nvPicPr>
        <p:blipFill>
          <a:blip r:embed="rId2"/>
          <a:stretch>
            <a:fillRect/>
          </a:stretch>
        </p:blipFill>
        <p:spPr>
          <a:xfrm>
            <a:off x="14514" y="0"/>
            <a:ext cx="12177486" cy="6895037"/>
          </a:xfrm>
          <a:prstGeom prst="rect">
            <a:avLst/>
          </a:prstGeom>
        </p:spPr>
      </p:pic>
    </p:spTree>
    <p:extLst>
      <p:ext uri="{BB962C8B-B14F-4D97-AF65-F5344CB8AC3E}">
        <p14:creationId xmlns:p14="http://schemas.microsoft.com/office/powerpoint/2010/main" val="13613021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3E4671-2157-4465-B326-975535C725FF}"/>
              </a:ext>
            </a:extLst>
          </p:cNvPr>
          <p:cNvSpPr>
            <a:spLocks noGrp="1"/>
          </p:cNvSpPr>
          <p:nvPr>
            <p:ph idx="1"/>
          </p:nvPr>
        </p:nvSpPr>
        <p:spPr>
          <a:xfrm>
            <a:off x="304800" y="533400"/>
            <a:ext cx="11430000" cy="5626457"/>
          </a:xfrm>
        </p:spPr>
        <p:txBody>
          <a:bodyPr>
            <a:noAutofit/>
          </a:bodyPr>
          <a:lstStyle/>
          <a:p>
            <a:pPr algn="just">
              <a:lnSpc>
                <a:spcPct val="170000"/>
              </a:lnSpc>
              <a:buFont typeface="Arial" panose="020B0604020202020204" pitchFamily="34" charset="0"/>
              <a:buChar char="•"/>
            </a:pPr>
            <a:r>
              <a:rPr lang="en-US" sz="2400" b="1" i="0" u="none" dirty="0">
                <a:solidFill>
                  <a:srgbClr val="293745"/>
                </a:solidFill>
                <a:effectLst/>
                <a:latin typeface="Times New Roman" panose="02020603050405020304" pitchFamily="18" charset="0"/>
                <a:cs typeface="Times New Roman" panose="02020603050405020304" pitchFamily="18" charset="0"/>
              </a:rPr>
              <a:t>Task:</a:t>
            </a:r>
            <a:r>
              <a:rPr lang="en-US" sz="2400" b="0" i="0" u="none" dirty="0">
                <a:solidFill>
                  <a:srgbClr val="293745"/>
                </a:solidFill>
                <a:effectLst/>
                <a:latin typeface="Times New Roman" panose="02020603050405020304" pitchFamily="18" charset="0"/>
                <a:cs typeface="Times New Roman" panose="02020603050405020304" pitchFamily="18" charset="0"/>
              </a:rPr>
              <a:t> Manual handling tasks that are too strenuous, involves long distances, and availability of rest and recovery.</a:t>
            </a:r>
          </a:p>
          <a:p>
            <a:pPr algn="just">
              <a:lnSpc>
                <a:spcPct val="170000"/>
              </a:lnSpc>
              <a:buFont typeface="Arial" panose="020B0604020202020204" pitchFamily="34" charset="0"/>
              <a:buChar char="•"/>
            </a:pPr>
            <a:r>
              <a:rPr lang="en-US" sz="2400" b="1" i="0" u="none" dirty="0">
                <a:solidFill>
                  <a:srgbClr val="293745"/>
                </a:solidFill>
                <a:effectLst/>
                <a:latin typeface="Times New Roman" panose="02020603050405020304" pitchFamily="18" charset="0"/>
                <a:cs typeface="Times New Roman" panose="02020603050405020304" pitchFamily="18" charset="0"/>
              </a:rPr>
              <a:t>Individual: </a:t>
            </a:r>
            <a:r>
              <a:rPr lang="en-US" sz="2400" b="0" i="0" u="none" dirty="0">
                <a:solidFill>
                  <a:srgbClr val="293745"/>
                </a:solidFill>
                <a:effectLst/>
                <a:latin typeface="Times New Roman" panose="02020603050405020304" pitchFamily="18" charset="0"/>
                <a:cs typeface="Times New Roman" panose="02020603050405020304" pitchFamily="18" charset="0"/>
              </a:rPr>
              <a:t>This involves the worker’s capabilities such as no training, lack of experience, unfamiliar with the job, physical capabilities, and prior history of injuries.</a:t>
            </a:r>
          </a:p>
          <a:p>
            <a:pPr algn="just">
              <a:lnSpc>
                <a:spcPct val="170000"/>
              </a:lnSpc>
              <a:buFont typeface="Arial" panose="020B0604020202020204" pitchFamily="34" charset="0"/>
              <a:buChar char="•"/>
            </a:pPr>
            <a:r>
              <a:rPr lang="en-US" sz="2400" b="1" i="0" u="none" dirty="0">
                <a:solidFill>
                  <a:srgbClr val="293745"/>
                </a:solidFill>
                <a:effectLst/>
                <a:latin typeface="Times New Roman" panose="02020603050405020304" pitchFamily="18" charset="0"/>
                <a:cs typeface="Times New Roman" panose="02020603050405020304" pitchFamily="18" charset="0"/>
              </a:rPr>
              <a:t>Load: </a:t>
            </a:r>
            <a:r>
              <a:rPr lang="en-US" sz="2400" b="0" i="0" u="none" dirty="0">
                <a:solidFill>
                  <a:srgbClr val="293745"/>
                </a:solidFill>
                <a:effectLst/>
                <a:latin typeface="Times New Roman" panose="02020603050405020304" pitchFamily="18" charset="0"/>
                <a:cs typeface="Times New Roman" panose="02020603050405020304" pitchFamily="18" charset="0"/>
              </a:rPr>
              <a:t>This risk can be caused by objects that are too heavy, too large, difficult to grasp or reach, obscures the worker’s view, and unbalanced, unstable or if its contents can move.</a:t>
            </a:r>
          </a:p>
          <a:p>
            <a:pPr algn="just">
              <a:lnSpc>
                <a:spcPct val="170000"/>
              </a:lnSpc>
              <a:buFont typeface="Arial" panose="020B0604020202020204" pitchFamily="34" charset="0"/>
              <a:buChar char="•"/>
            </a:pPr>
            <a:r>
              <a:rPr lang="en-US" sz="2400" b="1" i="0" u="none" dirty="0">
                <a:solidFill>
                  <a:srgbClr val="293745"/>
                </a:solidFill>
                <a:effectLst/>
                <a:latin typeface="Times New Roman" panose="02020603050405020304" pitchFamily="18" charset="0"/>
                <a:cs typeface="Times New Roman" panose="02020603050405020304" pitchFamily="18" charset="0"/>
              </a:rPr>
              <a:t>Environment:</a:t>
            </a:r>
            <a:r>
              <a:rPr lang="en-US" sz="2400" b="0" i="0" u="none" dirty="0">
                <a:solidFill>
                  <a:srgbClr val="293745"/>
                </a:solidFill>
                <a:effectLst/>
                <a:latin typeface="Times New Roman" panose="02020603050405020304" pitchFamily="18" charset="0"/>
                <a:cs typeface="Times New Roman" panose="02020603050405020304" pitchFamily="18" charset="0"/>
              </a:rPr>
              <a:t> Hazards because of insufficient work space, uneven or slippery floors, unstable platforms, heat stress, and poor lighting.</a:t>
            </a:r>
          </a:p>
          <a:p>
            <a:pPr algn="just">
              <a:lnSpc>
                <a:spcPct val="170000"/>
              </a:lnSpc>
              <a:buFont typeface="Arial" panose="020B0604020202020204" pitchFamily="34" charset="0"/>
              <a:buChar char="•"/>
            </a:pPr>
            <a:r>
              <a:rPr lang="en-US" sz="2400" b="1" i="0" u="none" dirty="0">
                <a:solidFill>
                  <a:srgbClr val="293745"/>
                </a:solidFill>
                <a:effectLst/>
                <a:latin typeface="Times New Roman" panose="02020603050405020304" pitchFamily="18" charset="0"/>
                <a:cs typeface="Times New Roman" panose="02020603050405020304" pitchFamily="18" charset="0"/>
              </a:rPr>
              <a:t>Other factors:</a:t>
            </a:r>
            <a:r>
              <a:rPr lang="en-US" sz="2400" b="0" i="0" u="none" dirty="0">
                <a:solidFill>
                  <a:srgbClr val="293745"/>
                </a:solidFill>
                <a:effectLst/>
                <a:latin typeface="Times New Roman" panose="02020603050405020304" pitchFamily="18" charset="0"/>
                <a:cs typeface="Times New Roman" panose="02020603050405020304" pitchFamily="18" charset="0"/>
              </a:rPr>
              <a:t> monotonous tasks at a high pace and prolonged work without resting, among others.</a:t>
            </a:r>
          </a:p>
        </p:txBody>
      </p:sp>
    </p:spTree>
    <p:extLst>
      <p:ext uri="{BB962C8B-B14F-4D97-AF65-F5344CB8AC3E}">
        <p14:creationId xmlns:p14="http://schemas.microsoft.com/office/powerpoint/2010/main" val="4354563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63CC5-B917-480D-BAD6-41C2EF15779C}"/>
              </a:ext>
            </a:extLst>
          </p:cNvPr>
          <p:cNvSpPr>
            <a:spLocks noGrp="1"/>
          </p:cNvSpPr>
          <p:nvPr>
            <p:ph type="title"/>
          </p:nvPr>
        </p:nvSpPr>
        <p:spPr>
          <a:xfrm>
            <a:off x="1360805" y="457200"/>
            <a:ext cx="9622790" cy="553998"/>
          </a:xfrm>
        </p:spPr>
        <p:txBody>
          <a:bodyPr/>
          <a:lstStyle/>
          <a:p>
            <a:pPr algn="ctr"/>
            <a:r>
              <a:rPr lang="en-IN" sz="3600" b="0" i="0" dirty="0">
                <a:solidFill>
                  <a:srgbClr val="FF0000"/>
                </a:solidFill>
                <a:effectLst/>
                <a:latin typeface="Trade Gothic"/>
              </a:rPr>
              <a:t>Use Proper Lifting Techniques</a:t>
            </a:r>
            <a:endParaRPr lang="en-IN" sz="3600" dirty="0">
              <a:solidFill>
                <a:srgbClr val="FF0000"/>
              </a:solidFill>
            </a:endParaRPr>
          </a:p>
        </p:txBody>
      </p:sp>
      <p:sp>
        <p:nvSpPr>
          <p:cNvPr id="3" name="Content Placeholder 2">
            <a:extLst>
              <a:ext uri="{FF2B5EF4-FFF2-40B4-BE49-F238E27FC236}">
                <a16:creationId xmlns:a16="http://schemas.microsoft.com/office/drawing/2014/main" id="{102B71C2-BB77-46E9-8A31-CB6C66194612}"/>
              </a:ext>
            </a:extLst>
          </p:cNvPr>
          <p:cNvSpPr>
            <a:spLocks noGrp="1"/>
          </p:cNvSpPr>
          <p:nvPr>
            <p:ph idx="1"/>
          </p:nvPr>
        </p:nvSpPr>
        <p:spPr>
          <a:xfrm>
            <a:off x="533400" y="1011198"/>
            <a:ext cx="8534400" cy="4039870"/>
          </a:xfrm>
        </p:spPr>
        <p:txBody>
          <a:bodyPr>
            <a:noAutofit/>
          </a:bodyPr>
          <a:lstStyle/>
          <a:p>
            <a:pPr algn="l">
              <a:lnSpc>
                <a:spcPct val="160000"/>
              </a:lnSpc>
              <a:buFont typeface="Arial" panose="020B0604020202020204" pitchFamily="34" charset="0"/>
              <a:buChar char="•"/>
            </a:pPr>
            <a:r>
              <a:rPr lang="en-US" sz="2000" b="0" i="0" u="none" dirty="0">
                <a:solidFill>
                  <a:srgbClr val="000000"/>
                </a:solidFill>
                <a:effectLst/>
                <a:latin typeface="Times New Roman" panose="02020603050405020304" pitchFamily="18" charset="0"/>
                <a:cs typeface="Times New Roman" panose="02020603050405020304" pitchFamily="18" charset="0"/>
              </a:rPr>
              <a:t>Avoid lifting heavy items above chest height.</a:t>
            </a:r>
          </a:p>
          <a:p>
            <a:pPr algn="l">
              <a:lnSpc>
                <a:spcPct val="160000"/>
              </a:lnSpc>
              <a:buFont typeface="Arial" panose="020B0604020202020204" pitchFamily="34" charset="0"/>
              <a:buChar char="•"/>
            </a:pPr>
            <a:r>
              <a:rPr lang="en-US" sz="2000" b="0" i="0" u="none" dirty="0">
                <a:solidFill>
                  <a:srgbClr val="000000"/>
                </a:solidFill>
                <a:effectLst/>
                <a:latin typeface="Times New Roman" panose="02020603050405020304" pitchFamily="18" charset="0"/>
                <a:cs typeface="Times New Roman" panose="02020603050405020304" pitchFamily="18" charset="0"/>
              </a:rPr>
              <a:t>Use the “big toe” test to test the weight of the object. If you can push the item with your toe, it is safe to move it alone. If not, ask for help.</a:t>
            </a:r>
          </a:p>
          <a:p>
            <a:pPr algn="l">
              <a:lnSpc>
                <a:spcPct val="160000"/>
              </a:lnSpc>
              <a:buFont typeface="Arial" panose="020B0604020202020204" pitchFamily="34" charset="0"/>
              <a:buChar char="•"/>
            </a:pPr>
            <a:r>
              <a:rPr lang="en-US" sz="2000" b="0" i="0" u="none" dirty="0">
                <a:solidFill>
                  <a:srgbClr val="000000"/>
                </a:solidFill>
                <a:effectLst/>
                <a:latin typeface="Times New Roman" panose="02020603050405020304" pitchFamily="18" charset="0"/>
                <a:cs typeface="Times New Roman" panose="02020603050405020304" pitchFamily="18" charset="0"/>
              </a:rPr>
              <a:t>When picking up a heavy item from the ground, stand close to the load with your feet shoulder-width apart.</a:t>
            </a:r>
          </a:p>
          <a:p>
            <a:pPr algn="l">
              <a:lnSpc>
                <a:spcPct val="160000"/>
              </a:lnSpc>
              <a:buFont typeface="Arial" panose="020B0604020202020204" pitchFamily="34" charset="0"/>
              <a:buChar char="•"/>
            </a:pPr>
            <a:r>
              <a:rPr lang="en-US" sz="2000" b="0" i="0" u="none" dirty="0">
                <a:solidFill>
                  <a:srgbClr val="000000"/>
                </a:solidFill>
                <a:effectLst/>
                <a:latin typeface="Times New Roman" panose="02020603050405020304" pitchFamily="18" charset="0"/>
                <a:cs typeface="Times New Roman" panose="02020603050405020304" pitchFamily="18" charset="0"/>
              </a:rPr>
              <a:t>Squat down, bending at your knees, keeping your back as straight as possible.</a:t>
            </a:r>
          </a:p>
          <a:p>
            <a:pPr algn="l">
              <a:lnSpc>
                <a:spcPct val="160000"/>
              </a:lnSpc>
              <a:buFont typeface="Arial" panose="020B0604020202020204" pitchFamily="34" charset="0"/>
              <a:buChar char="•"/>
            </a:pPr>
            <a:r>
              <a:rPr lang="en-US" sz="2000" b="0" i="0" u="none" dirty="0">
                <a:solidFill>
                  <a:srgbClr val="000000"/>
                </a:solidFill>
                <a:effectLst/>
                <a:latin typeface="Times New Roman" panose="02020603050405020304" pitchFamily="18" charset="0"/>
                <a:cs typeface="Times New Roman" panose="02020603050405020304" pitchFamily="18" charset="0"/>
              </a:rPr>
              <a:t>Make sure you have a firm grasp on the object before lifting. Use handles, if available.</a:t>
            </a:r>
          </a:p>
          <a:p>
            <a:pPr algn="l">
              <a:lnSpc>
                <a:spcPct val="160000"/>
              </a:lnSpc>
              <a:buFont typeface="Arial" panose="020B0604020202020204" pitchFamily="34" charset="0"/>
              <a:buChar char="•"/>
            </a:pPr>
            <a:r>
              <a:rPr lang="en-US" sz="2000" b="0" i="0" u="none" dirty="0">
                <a:solidFill>
                  <a:srgbClr val="000000"/>
                </a:solidFill>
                <a:effectLst/>
                <a:latin typeface="Times New Roman" panose="02020603050405020304" pitchFamily="18" charset="0"/>
                <a:cs typeface="Times New Roman" panose="02020603050405020304" pitchFamily="18" charset="0"/>
              </a:rPr>
              <a:t>If you are lifting with a partner, coordinate lifting time.</a:t>
            </a:r>
          </a:p>
          <a:p>
            <a:pPr algn="l">
              <a:lnSpc>
                <a:spcPct val="160000"/>
              </a:lnSpc>
              <a:buFont typeface="Arial" panose="020B0604020202020204" pitchFamily="34" charset="0"/>
              <a:buChar char="•"/>
            </a:pPr>
            <a:r>
              <a:rPr lang="en-US" sz="2000" b="0" i="0" u="none" dirty="0">
                <a:solidFill>
                  <a:srgbClr val="000000"/>
                </a:solidFill>
                <a:effectLst/>
                <a:latin typeface="Times New Roman" panose="02020603050405020304" pitchFamily="18" charset="0"/>
                <a:cs typeface="Times New Roman" panose="02020603050405020304" pitchFamily="18" charset="0"/>
              </a:rPr>
              <a:t>Once the object is lifted off of the ground, carry it as close to your body as possible to prevent the object from losing its center of gravity and falling to the ground.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3457" y="2097313"/>
            <a:ext cx="3243943" cy="4724401"/>
          </a:xfrm>
          <a:prstGeom prst="rect">
            <a:avLst/>
          </a:prstGeom>
        </p:spPr>
      </p:pic>
    </p:spTree>
    <p:extLst>
      <p:ext uri="{BB962C8B-B14F-4D97-AF65-F5344CB8AC3E}">
        <p14:creationId xmlns:p14="http://schemas.microsoft.com/office/powerpoint/2010/main" val="10694394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3086173"/>
            <a:ext cx="5461000" cy="3543300"/>
          </a:xfrm>
          <a:prstGeom prst="rect">
            <a:avLst/>
          </a:prstGeom>
        </p:spPr>
      </p:pic>
      <p:sp>
        <p:nvSpPr>
          <p:cNvPr id="2" name="Title 1">
            <a:extLst>
              <a:ext uri="{FF2B5EF4-FFF2-40B4-BE49-F238E27FC236}">
                <a16:creationId xmlns:a16="http://schemas.microsoft.com/office/drawing/2014/main" id="{D09CDB57-9B9F-4C03-9DC5-1B71A35E5282}"/>
              </a:ext>
            </a:extLst>
          </p:cNvPr>
          <p:cNvSpPr>
            <a:spLocks noGrp="1"/>
          </p:cNvSpPr>
          <p:nvPr>
            <p:ph type="title"/>
          </p:nvPr>
        </p:nvSpPr>
        <p:spPr>
          <a:xfrm>
            <a:off x="792501" y="609600"/>
            <a:ext cx="9622790" cy="677108"/>
          </a:xfrm>
        </p:spPr>
        <p:txBody>
          <a:bodyPr/>
          <a:lstStyle/>
          <a:p>
            <a:r>
              <a:rPr lang="en-IN" sz="4400" b="0" i="0" dirty="0">
                <a:solidFill>
                  <a:srgbClr val="FF0000"/>
                </a:solidFill>
                <a:effectLst/>
                <a:latin typeface="Trade Gothic"/>
              </a:rPr>
              <a:t>Solutions for Pulling</a:t>
            </a:r>
            <a:endParaRPr lang="en-IN" sz="4400" dirty="0">
              <a:solidFill>
                <a:srgbClr val="FF0000"/>
              </a:solidFill>
            </a:endParaRPr>
          </a:p>
        </p:txBody>
      </p:sp>
      <p:sp>
        <p:nvSpPr>
          <p:cNvPr id="3" name="Content Placeholder 2">
            <a:extLst>
              <a:ext uri="{FF2B5EF4-FFF2-40B4-BE49-F238E27FC236}">
                <a16:creationId xmlns:a16="http://schemas.microsoft.com/office/drawing/2014/main" id="{AE49DE9B-28FE-423F-B1BF-863A376081CF}"/>
              </a:ext>
            </a:extLst>
          </p:cNvPr>
          <p:cNvSpPr>
            <a:spLocks noGrp="1"/>
          </p:cNvSpPr>
          <p:nvPr>
            <p:ph idx="1"/>
          </p:nvPr>
        </p:nvSpPr>
        <p:spPr>
          <a:xfrm>
            <a:off x="781615" y="1600200"/>
            <a:ext cx="10444480" cy="3257623"/>
          </a:xfrm>
        </p:spPr>
        <p:txBody>
          <a:bodyPr/>
          <a:lstStyle/>
          <a:p>
            <a:pPr algn="l">
              <a:lnSpc>
                <a:spcPct val="150000"/>
              </a:lnSpc>
              <a:buFont typeface="Arial" panose="020B0604020202020204" pitchFamily="34" charset="0"/>
              <a:buChar char="•"/>
            </a:pPr>
            <a:r>
              <a:rPr lang="en-US" sz="2400" b="0" i="0" u="none" dirty="0">
                <a:solidFill>
                  <a:srgbClr val="000000"/>
                </a:solidFill>
                <a:effectLst/>
                <a:latin typeface="Times New Roman" panose="02020603050405020304" pitchFamily="18" charset="0"/>
                <a:cs typeface="Times New Roman" panose="02020603050405020304" pitchFamily="18" charset="0"/>
              </a:rPr>
              <a:t>Keep your feet hip-width apart. </a:t>
            </a:r>
          </a:p>
          <a:p>
            <a:pPr algn="l">
              <a:lnSpc>
                <a:spcPct val="150000"/>
              </a:lnSpc>
              <a:buFont typeface="Arial" panose="020B0604020202020204" pitchFamily="34" charset="0"/>
              <a:buChar char="•"/>
            </a:pPr>
            <a:r>
              <a:rPr lang="en-US" sz="2400" b="0" i="0" u="none" dirty="0">
                <a:solidFill>
                  <a:srgbClr val="000000"/>
                </a:solidFill>
                <a:effectLst/>
                <a:latin typeface="Times New Roman" panose="02020603050405020304" pitchFamily="18" charset="0"/>
                <a:cs typeface="Times New Roman" panose="02020603050405020304" pitchFamily="18" charset="0"/>
              </a:rPr>
              <a:t>When bending forward to pull, drop your hips and bend your knees. Concentrate on keeping your core muscles tight to decrease pressure on your back.</a:t>
            </a:r>
          </a:p>
          <a:p>
            <a:pPr algn="l">
              <a:lnSpc>
                <a:spcPct val="150000"/>
              </a:lnSpc>
              <a:buFont typeface="Arial" panose="020B0604020202020204" pitchFamily="34" charset="0"/>
              <a:buChar char="•"/>
            </a:pPr>
            <a:r>
              <a:rPr lang="en-US" sz="2400" b="0" i="0" u="none" dirty="0">
                <a:solidFill>
                  <a:srgbClr val="000000"/>
                </a:solidFill>
                <a:effectLst/>
                <a:latin typeface="Times New Roman" panose="02020603050405020304" pitchFamily="18" charset="0"/>
                <a:cs typeface="Times New Roman" panose="02020603050405020304" pitchFamily="18" charset="0"/>
              </a:rPr>
              <a:t>Always face the object you are pulling. Take small, backward steps once you start to move.</a:t>
            </a:r>
          </a:p>
          <a:p>
            <a:pPr>
              <a:lnSpc>
                <a:spcPct val="150000"/>
              </a:lnSpc>
            </a:pPr>
            <a:endParaRPr lang="en-IN" sz="2400" u="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72838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91202-8DC4-45BC-B83B-D4D4E98386FD}"/>
              </a:ext>
            </a:extLst>
          </p:cNvPr>
          <p:cNvSpPr>
            <a:spLocks noGrp="1"/>
          </p:cNvSpPr>
          <p:nvPr>
            <p:ph type="title"/>
          </p:nvPr>
        </p:nvSpPr>
        <p:spPr>
          <a:xfrm>
            <a:off x="990600" y="533400"/>
            <a:ext cx="9622790" cy="677108"/>
          </a:xfrm>
        </p:spPr>
        <p:txBody>
          <a:bodyPr/>
          <a:lstStyle/>
          <a:p>
            <a:r>
              <a:rPr lang="en-IN" sz="4400" b="0" i="0" dirty="0">
                <a:solidFill>
                  <a:srgbClr val="FF0000"/>
                </a:solidFill>
                <a:effectLst/>
                <a:latin typeface="Trade Gothic"/>
              </a:rPr>
              <a:t>Push Before Pulling</a:t>
            </a:r>
            <a:endParaRPr lang="en-IN" sz="4400" dirty="0">
              <a:solidFill>
                <a:srgbClr val="FF0000"/>
              </a:solidFill>
            </a:endParaRPr>
          </a:p>
        </p:txBody>
      </p:sp>
      <p:sp>
        <p:nvSpPr>
          <p:cNvPr id="3" name="Content Placeholder 2">
            <a:extLst>
              <a:ext uri="{FF2B5EF4-FFF2-40B4-BE49-F238E27FC236}">
                <a16:creationId xmlns:a16="http://schemas.microsoft.com/office/drawing/2014/main" id="{C4BF544D-1E5C-4B5B-AA92-CECF5F5C5EB5}"/>
              </a:ext>
            </a:extLst>
          </p:cNvPr>
          <p:cNvSpPr>
            <a:spLocks noGrp="1"/>
          </p:cNvSpPr>
          <p:nvPr>
            <p:ph idx="1"/>
          </p:nvPr>
        </p:nvSpPr>
        <p:spPr>
          <a:xfrm>
            <a:off x="762000" y="1371600"/>
            <a:ext cx="10444480" cy="3257623"/>
          </a:xfrm>
        </p:spPr>
        <p:txBody>
          <a:bodyPr/>
          <a:lstStyle/>
          <a:p>
            <a:pPr algn="l">
              <a:lnSpc>
                <a:spcPct val="150000"/>
              </a:lnSpc>
              <a:buFont typeface="Arial" panose="020B0604020202020204" pitchFamily="34" charset="0"/>
              <a:buChar char="•"/>
            </a:pPr>
            <a:r>
              <a:rPr lang="en-US" sz="2400" b="0" i="0" u="none" dirty="0">
                <a:solidFill>
                  <a:srgbClr val="000000"/>
                </a:solidFill>
                <a:effectLst/>
                <a:latin typeface="Times New Roman" panose="02020603050405020304" pitchFamily="18" charset="0"/>
                <a:cs typeface="Times New Roman" panose="02020603050405020304" pitchFamily="18" charset="0"/>
              </a:rPr>
              <a:t>It is safer to push rather than pull.</a:t>
            </a:r>
          </a:p>
          <a:p>
            <a:pPr algn="l">
              <a:lnSpc>
                <a:spcPct val="150000"/>
              </a:lnSpc>
              <a:buFont typeface="Arial" panose="020B0604020202020204" pitchFamily="34" charset="0"/>
              <a:buChar char="•"/>
            </a:pPr>
            <a:r>
              <a:rPr lang="en-US" sz="2400" b="0" i="0" u="none" dirty="0">
                <a:solidFill>
                  <a:srgbClr val="000000"/>
                </a:solidFill>
                <a:effectLst/>
                <a:latin typeface="Times New Roman" panose="02020603050405020304" pitchFamily="18" charset="0"/>
                <a:cs typeface="Times New Roman" panose="02020603050405020304" pitchFamily="18" charset="0"/>
              </a:rPr>
              <a:t>Keep your back straight and bend your knees.</a:t>
            </a:r>
          </a:p>
          <a:p>
            <a:pPr algn="l">
              <a:lnSpc>
                <a:spcPct val="150000"/>
              </a:lnSpc>
              <a:buFont typeface="Arial" panose="020B0604020202020204" pitchFamily="34" charset="0"/>
              <a:buChar char="•"/>
            </a:pPr>
            <a:r>
              <a:rPr lang="en-US" sz="2400" b="0" i="0" u="none" dirty="0">
                <a:solidFill>
                  <a:srgbClr val="000000"/>
                </a:solidFill>
                <a:effectLst/>
                <a:latin typeface="Times New Roman" panose="02020603050405020304" pitchFamily="18" charset="0"/>
                <a:cs typeface="Times New Roman" panose="02020603050405020304" pitchFamily="18" charset="0"/>
              </a:rPr>
              <a:t>Do not twist at your hips to push, but rather keep your core tight and use your legs and body weight to move the object.</a:t>
            </a:r>
          </a:p>
          <a:p>
            <a:pPr algn="l">
              <a:lnSpc>
                <a:spcPct val="150000"/>
              </a:lnSpc>
              <a:buFont typeface="Arial" panose="020B0604020202020204" pitchFamily="34" charset="0"/>
              <a:buChar char="•"/>
            </a:pPr>
            <a:r>
              <a:rPr lang="en-US" sz="2400" b="0" i="0" u="none" dirty="0">
                <a:solidFill>
                  <a:srgbClr val="000000"/>
                </a:solidFill>
                <a:effectLst/>
                <a:latin typeface="Times New Roman" panose="02020603050405020304" pitchFamily="18" charset="0"/>
                <a:cs typeface="Times New Roman" panose="02020603050405020304" pitchFamily="18" charset="0"/>
              </a:rPr>
              <a:t>Face the load squarely rather than at the top or bottom of the object.</a:t>
            </a:r>
          </a:p>
          <a:p>
            <a:pPr marL="0" indent="0">
              <a:lnSpc>
                <a:spcPct val="150000"/>
              </a:lnSpc>
              <a:buNone/>
            </a:pPr>
            <a:endParaRPr lang="en-IN" sz="2400" u="none"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77902" y="4419600"/>
            <a:ext cx="3657607" cy="1911100"/>
          </a:xfrm>
          <a:prstGeom prst="rect">
            <a:avLst/>
          </a:prstGeom>
        </p:spPr>
      </p:pic>
    </p:spTree>
    <p:extLst>
      <p:ext uri="{BB962C8B-B14F-4D97-AF65-F5344CB8AC3E}">
        <p14:creationId xmlns:p14="http://schemas.microsoft.com/office/powerpoint/2010/main" val="5101473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28600"/>
            <a:ext cx="9622790" cy="836023"/>
          </a:xfrm>
          <a:prstGeom prst="rect">
            <a:avLst/>
          </a:prstGeom>
        </p:spPr>
        <p:txBody>
          <a:bodyPr vert="horz" wrap="square" lIns="0" tIns="218338" rIns="0" bIns="0" rtlCol="0">
            <a:spAutoFit/>
          </a:bodyPr>
          <a:lstStyle/>
          <a:p>
            <a:pPr marL="12700">
              <a:lnSpc>
                <a:spcPct val="100000"/>
              </a:lnSpc>
              <a:spcBef>
                <a:spcPts val="100"/>
              </a:spcBef>
            </a:pPr>
            <a:r>
              <a:rPr lang="en-US" sz="4000" dirty="0">
                <a:solidFill>
                  <a:srgbClr val="FF0000"/>
                </a:solidFill>
                <a:latin typeface="Times New Roman" panose="02020603050405020304" pitchFamily="18" charset="0"/>
                <a:cs typeface="Times New Roman" panose="02020603050405020304" pitchFamily="18" charset="0"/>
              </a:rPr>
              <a:t>MECHANICAL MATERIAL HANDLING</a:t>
            </a:r>
          </a:p>
        </p:txBody>
      </p:sp>
      <p:sp>
        <p:nvSpPr>
          <p:cNvPr id="3" name="object 3"/>
          <p:cNvSpPr txBox="1"/>
          <p:nvPr/>
        </p:nvSpPr>
        <p:spPr>
          <a:xfrm>
            <a:off x="964547" y="1802663"/>
            <a:ext cx="10284460" cy="4032885"/>
          </a:xfrm>
          <a:prstGeom prst="rect">
            <a:avLst/>
          </a:prstGeom>
        </p:spPr>
        <p:txBody>
          <a:bodyPr vert="horz" wrap="square" lIns="0" tIns="60960" rIns="0" bIns="0" rtlCol="0">
            <a:spAutoFit/>
          </a:bodyPr>
          <a:lstStyle/>
          <a:p>
            <a:pPr marL="186690" marR="956944" indent="-174625">
              <a:lnSpc>
                <a:spcPts val="3020"/>
              </a:lnSpc>
              <a:spcBef>
                <a:spcPts val="480"/>
              </a:spcBef>
              <a:buFont typeface="Arial MT"/>
              <a:buChar char="•"/>
              <a:tabLst>
                <a:tab pos="187960" algn="l"/>
              </a:tabLst>
            </a:pPr>
            <a:r>
              <a:rPr sz="2800" dirty="0">
                <a:latin typeface="Times New Roman" panose="02020603050405020304" pitchFamily="18" charset="0"/>
                <a:cs typeface="Times New Roman" panose="02020603050405020304" pitchFamily="18" charset="0"/>
              </a:rPr>
              <a:t>Heavy</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materials</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which</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are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not</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safe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handle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manually</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must</a:t>
            </a:r>
            <a:r>
              <a:rPr sz="2800" spc="-65"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be 	</a:t>
            </a:r>
            <a:r>
              <a:rPr sz="2800" dirty="0">
                <a:latin typeface="Times New Roman" panose="02020603050405020304" pitchFamily="18" charset="0"/>
                <a:cs typeface="Times New Roman" panose="02020603050405020304" pitchFamily="18" charset="0"/>
              </a:rPr>
              <a:t>handled</a:t>
            </a:r>
            <a:r>
              <a:rPr sz="2800" spc="-8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by</a:t>
            </a:r>
            <a:r>
              <a:rPr sz="2800" spc="-8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mechanical</a:t>
            </a:r>
            <a:r>
              <a:rPr sz="2800" spc="-8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means.</a:t>
            </a:r>
            <a:endParaRPr sz="2800">
              <a:latin typeface="Times New Roman" panose="02020603050405020304" pitchFamily="18" charset="0"/>
              <a:cs typeface="Times New Roman" panose="02020603050405020304" pitchFamily="18" charset="0"/>
            </a:endParaRPr>
          </a:p>
          <a:p>
            <a:pPr marL="186690" marR="532130" indent="-174625">
              <a:lnSpc>
                <a:spcPts val="3020"/>
              </a:lnSpc>
              <a:spcBef>
                <a:spcPts val="1010"/>
              </a:spcBef>
              <a:buFont typeface="Arial MT"/>
              <a:buChar char="•"/>
              <a:tabLst>
                <a:tab pos="187960" algn="l"/>
              </a:tabLst>
            </a:pPr>
            <a:r>
              <a:rPr sz="2800" spc="-10" dirty="0">
                <a:latin typeface="Times New Roman" panose="02020603050405020304" pitchFamily="18" charset="0"/>
                <a:cs typeface="Times New Roman" panose="02020603050405020304" pitchFamily="18" charset="0"/>
              </a:rPr>
              <a:t>Mechanical</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material</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handling</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avoids</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high</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risk</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sz="2800" spc="-5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musculoskeletal 	disorders</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resulting</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from</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manual</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material</a:t>
            </a:r>
            <a:r>
              <a:rPr sz="2800" spc="-7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handling</a:t>
            </a:r>
            <a:endParaRPr sz="2800">
              <a:latin typeface="Times New Roman" panose="02020603050405020304" pitchFamily="18" charset="0"/>
              <a:cs typeface="Times New Roman" panose="02020603050405020304" pitchFamily="18" charset="0"/>
            </a:endParaRPr>
          </a:p>
          <a:p>
            <a:pPr marL="187325" indent="-174625">
              <a:lnSpc>
                <a:spcPct val="100000"/>
              </a:lnSpc>
              <a:spcBef>
                <a:spcPts val="625"/>
              </a:spcBef>
              <a:buFont typeface="Arial MT"/>
              <a:buChar char="•"/>
              <a:tabLst>
                <a:tab pos="187325" algn="l"/>
              </a:tabLst>
            </a:pPr>
            <a:r>
              <a:rPr sz="2800" dirty="0">
                <a:latin typeface="Times New Roman" panose="02020603050405020304" pitchFamily="18" charset="0"/>
                <a:cs typeface="Times New Roman" panose="02020603050405020304" pitchFamily="18" charset="0"/>
              </a:rPr>
              <a:t>Helps</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increase</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levels</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productivity</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5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workplace.</a:t>
            </a:r>
            <a:endParaRPr sz="2800">
              <a:latin typeface="Times New Roman" panose="02020603050405020304" pitchFamily="18" charset="0"/>
              <a:cs typeface="Times New Roman" panose="02020603050405020304" pitchFamily="18" charset="0"/>
            </a:endParaRPr>
          </a:p>
          <a:p>
            <a:pPr marL="186690" marR="24765" indent="-174625">
              <a:lnSpc>
                <a:spcPts val="3020"/>
              </a:lnSpc>
              <a:spcBef>
                <a:spcPts val="1045"/>
              </a:spcBef>
              <a:buFont typeface="Arial MT"/>
              <a:buChar char="•"/>
              <a:tabLst>
                <a:tab pos="187960" algn="l"/>
              </a:tabLst>
            </a:pPr>
            <a:r>
              <a:rPr sz="2800" spc="-100" dirty="0">
                <a:latin typeface="Times New Roman" panose="02020603050405020304" pitchFamily="18" charset="0"/>
                <a:cs typeface="Times New Roman" panose="02020603050405020304" pitchFamily="18" charset="0"/>
              </a:rPr>
              <a:t>To</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operate</a:t>
            </a:r>
            <a:r>
              <a:rPr sz="2800" spc="-8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these</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machines</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and</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tools,</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great</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skill</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required,</a:t>
            </a:r>
            <a:r>
              <a:rPr sz="2800" spc="-3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otherwise 	</a:t>
            </a:r>
            <a:r>
              <a:rPr sz="2800" dirty="0">
                <a:latin typeface="Times New Roman" panose="02020603050405020304" pitchFamily="18" charset="0"/>
                <a:cs typeface="Times New Roman" panose="02020603050405020304" pitchFamily="18" charset="0"/>
              </a:rPr>
              <a:t>there</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potential</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risk</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harming</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personnel</a:t>
            </a:r>
            <a:endParaRPr sz="2800">
              <a:latin typeface="Times New Roman" panose="02020603050405020304" pitchFamily="18" charset="0"/>
              <a:cs typeface="Times New Roman" panose="02020603050405020304" pitchFamily="18" charset="0"/>
            </a:endParaRPr>
          </a:p>
          <a:p>
            <a:pPr marL="186690" marR="5080" indent="-174625">
              <a:lnSpc>
                <a:spcPts val="3020"/>
              </a:lnSpc>
              <a:spcBef>
                <a:spcPts val="1010"/>
              </a:spcBef>
              <a:buFont typeface="Arial MT"/>
              <a:buChar char="•"/>
              <a:tabLst>
                <a:tab pos="187960" algn="l"/>
              </a:tabLst>
            </a:pPr>
            <a:r>
              <a:rPr sz="2800" spc="-10" dirty="0">
                <a:latin typeface="Times New Roman" panose="02020603050405020304" pitchFamily="18" charset="0"/>
                <a:cs typeface="Times New Roman" panose="02020603050405020304" pitchFamily="18" charset="0"/>
              </a:rPr>
              <a:t>Inspection,</a:t>
            </a:r>
            <a:r>
              <a:rPr sz="2800" spc="-7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preventive</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maintenance,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and</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testing</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are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very</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necessary</a:t>
            </a:r>
            <a:r>
              <a:rPr sz="2800" spc="-5"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to 	</a:t>
            </a:r>
            <a:r>
              <a:rPr sz="2800" dirty="0">
                <a:latin typeface="Times New Roman" panose="02020603050405020304" pitchFamily="18" charset="0"/>
                <a:cs typeface="Times New Roman" panose="02020603050405020304" pitchFamily="18" charset="0"/>
              </a:rPr>
              <a:t>maintain</a:t>
            </a:r>
            <a:r>
              <a:rPr sz="2800" spc="-8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these</a:t>
            </a:r>
            <a:r>
              <a:rPr sz="2800" spc="-8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machines</a:t>
            </a:r>
            <a:r>
              <a:rPr sz="2800" spc="-8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and</a:t>
            </a:r>
            <a:r>
              <a:rPr sz="2800" spc="-8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tools</a:t>
            </a:r>
            <a:endParaRPr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28600" y="29029"/>
            <a:ext cx="11963400" cy="7264809"/>
          </a:xfrm>
          <a:prstGeom prst="rect">
            <a:avLst/>
          </a:prstGeom>
        </p:spPr>
        <p:txBody>
          <a:bodyPr vert="horz" wrap="square" lIns="0" tIns="57150" rIns="0" bIns="0" rtlCol="0">
            <a:spAutoFit/>
          </a:bodyPr>
          <a:lstStyle/>
          <a:p>
            <a:pPr marL="241300" marR="5080" indent="-179705">
              <a:lnSpc>
                <a:spcPts val="2800"/>
              </a:lnSpc>
              <a:spcBef>
                <a:spcPts val="450"/>
              </a:spcBef>
              <a:buFont typeface="Arial MT"/>
              <a:buChar char="•"/>
              <a:tabLst>
                <a:tab pos="241300" algn="l"/>
                <a:tab pos="1267460" algn="l"/>
                <a:tab pos="2117090" algn="l"/>
                <a:tab pos="2736850" algn="l"/>
                <a:tab pos="3540760" algn="l"/>
                <a:tab pos="3975100" algn="l"/>
                <a:tab pos="5474970" algn="l"/>
                <a:tab pos="6951980" algn="l"/>
                <a:tab pos="7993380" algn="l"/>
                <a:tab pos="8475980" algn="l"/>
                <a:tab pos="9440545" algn="l"/>
                <a:tab pos="9860280" algn="l"/>
              </a:tabLst>
            </a:pPr>
            <a:r>
              <a:rPr sz="2000" spc="-10" dirty="0">
                <a:latin typeface="Times New Roman" panose="02020603050405020304" pitchFamily="18" charset="0"/>
                <a:cs typeface="Times New Roman" panose="02020603050405020304" pitchFamily="18" charset="0"/>
              </a:rPr>
              <a:t>Before</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using</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any</a:t>
            </a:r>
            <a:r>
              <a:rPr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tools</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or</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machines,</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personnel</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should</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be</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aware</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of</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spc="-10" dirty="0">
                <a:latin typeface="Times New Roman" panose="02020603050405020304" pitchFamily="18" charset="0"/>
                <a:cs typeface="Times New Roman" panose="02020603050405020304" pitchFamily="18" charset="0"/>
              </a:rPr>
              <a:t>hazards</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associated</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each</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job</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know</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safety</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measures</a:t>
            </a:r>
            <a:endParaRPr sz="2000" dirty="0">
              <a:latin typeface="Times New Roman" panose="02020603050405020304" pitchFamily="18" charset="0"/>
              <a:cs typeface="Times New Roman" panose="02020603050405020304" pitchFamily="18" charset="0"/>
            </a:endParaRPr>
          </a:p>
          <a:p>
            <a:pPr marL="12700">
              <a:lnSpc>
                <a:spcPct val="100000"/>
              </a:lnSpc>
              <a:spcBef>
                <a:spcPts val="635"/>
              </a:spcBef>
            </a:pP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Hazards</a:t>
            </a:r>
            <a:r>
              <a:rPr sz="2000" u="heavy" spc="-8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dirty="0">
                <a:solidFill>
                  <a:srgbClr val="FF0000"/>
                </a:solidFill>
                <a:uFill>
                  <a:solidFill>
                    <a:srgbClr val="FF0000"/>
                  </a:solidFill>
                </a:uFill>
                <a:latin typeface="Times New Roman" panose="02020603050405020304" pitchFamily="18" charset="0"/>
                <a:cs typeface="Times New Roman" panose="02020603050405020304" pitchFamily="18" charset="0"/>
              </a:rPr>
              <a:t>in</a:t>
            </a:r>
            <a:r>
              <a:rPr sz="2000" u="heavy" spc="-8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Mechanical</a:t>
            </a:r>
            <a:r>
              <a:rPr sz="2000" u="heavy" spc="-8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Material</a:t>
            </a:r>
            <a:r>
              <a:rPr sz="2000" u="heavy" spc="-8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0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Handling</a:t>
            </a:r>
            <a:endParaRPr sz="2000" dirty="0">
              <a:latin typeface="Times New Roman" panose="02020603050405020304" pitchFamily="18" charset="0"/>
              <a:cs typeface="Times New Roman" panose="02020603050405020304" pitchFamily="18" charset="0"/>
            </a:endParaRPr>
          </a:p>
          <a:p>
            <a:pPr marL="240665" indent="-179070">
              <a:lnSpc>
                <a:spcPct val="100000"/>
              </a:lnSpc>
              <a:spcBef>
                <a:spcPts val="925"/>
              </a:spcBef>
              <a:buFont typeface="Arial MT"/>
              <a:buChar char="•"/>
              <a:tabLst>
                <a:tab pos="240665" algn="l"/>
              </a:tabLst>
            </a:pPr>
            <a:r>
              <a:rPr sz="2000" dirty="0">
                <a:latin typeface="Times New Roman" panose="02020603050405020304" pitchFamily="18" charset="0"/>
                <a:cs typeface="Times New Roman" panose="02020603050405020304" pitchFamily="18" charset="0"/>
              </a:rPr>
              <a:t>Use</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equipment</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machinery</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without</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valid</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inspection</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certificates.</a:t>
            </a:r>
            <a:endParaRPr sz="2000" dirty="0">
              <a:latin typeface="Times New Roman" panose="02020603050405020304" pitchFamily="18" charset="0"/>
              <a:cs typeface="Times New Roman" panose="02020603050405020304" pitchFamily="18" charset="0"/>
            </a:endParaRPr>
          </a:p>
          <a:p>
            <a:pPr marL="240665" indent="-179070">
              <a:lnSpc>
                <a:spcPct val="100000"/>
              </a:lnSpc>
              <a:spcBef>
                <a:spcPts val="2540"/>
              </a:spcBef>
              <a:buFont typeface="Arial MT"/>
              <a:buChar char="•"/>
              <a:tabLst>
                <a:tab pos="240665" algn="l"/>
              </a:tabLst>
            </a:pPr>
            <a:r>
              <a:rPr sz="2000" spc="-10" dirty="0">
                <a:latin typeface="Times New Roman" panose="02020603050405020304" pitchFamily="18" charset="0"/>
                <a:cs typeface="Times New Roman" panose="02020603050405020304" pitchFamily="18" charset="0"/>
              </a:rPr>
              <a:t>Inadequate</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wrong</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selection</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handling</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tools</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machines.</a:t>
            </a:r>
            <a:endParaRPr sz="2000" dirty="0">
              <a:latin typeface="Times New Roman" panose="02020603050405020304" pitchFamily="18" charset="0"/>
              <a:cs typeface="Times New Roman" panose="02020603050405020304" pitchFamily="18" charset="0"/>
            </a:endParaRPr>
          </a:p>
          <a:p>
            <a:pPr marL="240665" indent="-179070">
              <a:lnSpc>
                <a:spcPct val="100000"/>
              </a:lnSpc>
              <a:spcBef>
                <a:spcPts val="2545"/>
              </a:spcBef>
              <a:buFont typeface="Arial MT"/>
              <a:buChar char="•"/>
              <a:tabLst>
                <a:tab pos="240665" algn="l"/>
              </a:tabLst>
            </a:pPr>
            <a:r>
              <a:rPr sz="2000" spc="-10" dirty="0">
                <a:latin typeface="Times New Roman" panose="02020603050405020304" pitchFamily="18" charset="0"/>
                <a:cs typeface="Times New Roman" panose="02020603050405020304" pitchFamily="18" charset="0"/>
              </a:rPr>
              <a:t>Mechanical</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damage</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faulty</a:t>
            </a:r>
            <a:r>
              <a:rPr sz="2000" spc="-1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equipment</a:t>
            </a:r>
            <a:endParaRPr sz="2000" dirty="0">
              <a:latin typeface="Times New Roman" panose="02020603050405020304" pitchFamily="18" charset="0"/>
              <a:cs typeface="Times New Roman" panose="02020603050405020304" pitchFamily="18" charset="0"/>
            </a:endParaRPr>
          </a:p>
          <a:p>
            <a:pPr marL="240665" indent="-179070">
              <a:lnSpc>
                <a:spcPct val="100000"/>
              </a:lnSpc>
              <a:spcBef>
                <a:spcPts val="2540"/>
              </a:spcBef>
              <a:buFont typeface="Arial MT"/>
              <a:buChar char="•"/>
              <a:tabLst>
                <a:tab pos="240665" algn="l"/>
              </a:tabLst>
            </a:pPr>
            <a:r>
              <a:rPr sz="2000" spc="-10" dirty="0">
                <a:latin typeface="Times New Roman" panose="02020603050405020304" pitchFamily="18" charset="0"/>
                <a:cs typeface="Times New Roman" panose="02020603050405020304" pitchFamily="18" charset="0"/>
              </a:rPr>
              <a:t>Congested</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space</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9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operation.</a:t>
            </a:r>
            <a:endParaRPr lang="en-US" sz="2000" spc="-10" dirty="0">
              <a:latin typeface="Times New Roman" panose="02020603050405020304" pitchFamily="18" charset="0"/>
              <a:cs typeface="Times New Roman" panose="02020603050405020304" pitchFamily="18" charset="0"/>
            </a:endParaRPr>
          </a:p>
          <a:p>
            <a:pPr marL="240665" indent="-179070">
              <a:lnSpc>
                <a:spcPct val="100000"/>
              </a:lnSpc>
              <a:spcBef>
                <a:spcPts val="805"/>
              </a:spcBef>
              <a:buFont typeface="Arial MT"/>
              <a:buChar char="•"/>
              <a:tabLst>
                <a:tab pos="240665" algn="l"/>
              </a:tabLst>
            </a:pPr>
            <a:r>
              <a:rPr lang="en-US" sz="2000" spc="-20" dirty="0">
                <a:latin typeface="Times New Roman" panose="02020603050405020304" pitchFamily="18" charset="0"/>
                <a:cs typeface="Times New Roman" panose="02020603050405020304" pitchFamily="18" charset="0"/>
              </a:rPr>
              <a:t>Incompetent</a:t>
            </a:r>
            <a:r>
              <a:rPr lang="en-US" sz="2000" spc="-5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operator</a:t>
            </a:r>
            <a:endParaRPr lang="en-US" sz="2000" dirty="0">
              <a:latin typeface="Times New Roman" panose="02020603050405020304" pitchFamily="18" charset="0"/>
              <a:cs typeface="Times New Roman" panose="02020603050405020304" pitchFamily="18" charset="0"/>
            </a:endParaRPr>
          </a:p>
          <a:p>
            <a:pPr marL="240665" indent="-179070">
              <a:lnSpc>
                <a:spcPct val="100000"/>
              </a:lnSpc>
              <a:spcBef>
                <a:spcPts val="1920"/>
              </a:spcBef>
              <a:buFont typeface="Arial MT"/>
              <a:buChar char="•"/>
              <a:tabLst>
                <a:tab pos="240665" algn="l"/>
              </a:tabLst>
            </a:pPr>
            <a:r>
              <a:rPr lang="en-US" sz="2000" spc="-10" dirty="0">
                <a:latin typeface="Times New Roman" panose="02020603050405020304" pitchFamily="18" charset="0"/>
                <a:cs typeface="Times New Roman" panose="02020603050405020304" pitchFamily="18" charset="0"/>
              </a:rPr>
              <a:t>Overloading</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7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machines,</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tools,</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7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equipment</a:t>
            </a:r>
            <a:endParaRPr lang="en-US" sz="2000" dirty="0">
              <a:latin typeface="Times New Roman" panose="02020603050405020304" pitchFamily="18" charset="0"/>
              <a:cs typeface="Times New Roman" panose="02020603050405020304" pitchFamily="18" charset="0"/>
            </a:endParaRPr>
          </a:p>
          <a:p>
            <a:pPr marL="240665" indent="-179070">
              <a:lnSpc>
                <a:spcPct val="100000"/>
              </a:lnSpc>
              <a:spcBef>
                <a:spcPts val="1920"/>
              </a:spcBef>
              <a:buFont typeface="Arial MT"/>
              <a:buChar char="•"/>
              <a:tabLst>
                <a:tab pos="240665" algn="l"/>
              </a:tabLst>
            </a:pPr>
            <a:r>
              <a:rPr lang="en-US" sz="2000" dirty="0">
                <a:latin typeface="Times New Roman" panose="02020603050405020304" pitchFamily="18" charset="0"/>
                <a:cs typeface="Times New Roman" panose="02020603050405020304" pitchFamily="18" charset="0"/>
              </a:rPr>
              <a:t>Loading</a:t>
            </a:r>
            <a:r>
              <a:rPr lang="en-US" sz="2000" spc="-9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9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transporting</a:t>
            </a:r>
            <a:r>
              <a:rPr lang="en-US" sz="2000" spc="-9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unbalanced</a:t>
            </a:r>
            <a:r>
              <a:rPr lang="en-US" sz="2000" spc="-9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materials</a:t>
            </a:r>
            <a:endParaRPr lang="en-US" sz="2000" dirty="0">
              <a:latin typeface="Times New Roman" panose="02020603050405020304" pitchFamily="18" charset="0"/>
              <a:cs typeface="Times New Roman" panose="02020603050405020304" pitchFamily="18" charset="0"/>
            </a:endParaRPr>
          </a:p>
          <a:p>
            <a:pPr marL="240665" indent="-179070">
              <a:lnSpc>
                <a:spcPct val="100000"/>
              </a:lnSpc>
              <a:spcBef>
                <a:spcPts val="1920"/>
              </a:spcBef>
              <a:buFont typeface="Arial MT"/>
              <a:buChar char="•"/>
              <a:tabLst>
                <a:tab pos="240665" algn="l"/>
              </a:tabLst>
            </a:pPr>
            <a:r>
              <a:rPr lang="en-US" sz="2000" dirty="0">
                <a:latin typeface="Times New Roman" panose="02020603050405020304" pitchFamily="18" charset="0"/>
                <a:cs typeface="Times New Roman" panose="02020603050405020304" pitchFamily="18" charset="0"/>
              </a:rPr>
              <a:t>Poor</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rigging</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8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lifting.</a:t>
            </a:r>
            <a:endParaRPr lang="en-US" sz="2000" dirty="0">
              <a:latin typeface="Times New Roman" panose="02020603050405020304" pitchFamily="18" charset="0"/>
              <a:cs typeface="Times New Roman" panose="02020603050405020304" pitchFamily="18" charset="0"/>
            </a:endParaRPr>
          </a:p>
          <a:p>
            <a:pPr marL="314960" indent="-253365">
              <a:lnSpc>
                <a:spcPct val="100000"/>
              </a:lnSpc>
              <a:spcBef>
                <a:spcPts val="1920"/>
              </a:spcBef>
              <a:buFont typeface="Arial MT"/>
              <a:buChar char="•"/>
              <a:tabLst>
                <a:tab pos="314960" algn="l"/>
              </a:tabLst>
            </a:pPr>
            <a:r>
              <a:rPr lang="en-US" sz="2000" dirty="0">
                <a:latin typeface="Times New Roman" panose="02020603050405020304" pitchFamily="18" charset="0"/>
                <a:cs typeface="Times New Roman" panose="02020603050405020304" pitchFamily="18" charset="0"/>
              </a:rPr>
              <a:t>Over</a:t>
            </a:r>
            <a:r>
              <a:rPr lang="en-US" sz="2000" spc="-1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speeding</a:t>
            </a:r>
            <a:r>
              <a:rPr lang="en-US" sz="2000" spc="-1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10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unauthorized</a:t>
            </a:r>
            <a:r>
              <a:rPr lang="en-US" sz="2000" spc="-10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operation</a:t>
            </a:r>
            <a:endParaRPr lang="en-US" sz="2000" dirty="0">
              <a:latin typeface="Times New Roman" panose="02020603050405020304" pitchFamily="18" charset="0"/>
              <a:cs typeface="Times New Roman" panose="02020603050405020304" pitchFamily="18" charset="0"/>
            </a:endParaRPr>
          </a:p>
          <a:p>
            <a:pPr marL="240665" indent="-179070">
              <a:lnSpc>
                <a:spcPct val="100000"/>
              </a:lnSpc>
              <a:spcBef>
                <a:spcPts val="1920"/>
              </a:spcBef>
              <a:buFont typeface="Arial MT"/>
              <a:buChar char="•"/>
              <a:tabLst>
                <a:tab pos="240665" algn="l"/>
              </a:tabLst>
            </a:pPr>
            <a:r>
              <a:rPr lang="en-US" sz="2000" dirty="0">
                <a:latin typeface="Times New Roman" panose="02020603050405020304" pitchFamily="18" charset="0"/>
                <a:cs typeface="Times New Roman" panose="02020603050405020304" pitchFamily="18" charset="0"/>
              </a:rPr>
              <a:t>Use</a:t>
            </a:r>
            <a:r>
              <a:rPr lang="en-US" sz="2000" spc="-9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machines</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without</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machine</a:t>
            </a:r>
            <a:r>
              <a:rPr lang="en-US" sz="2000" spc="-9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guards.</a:t>
            </a:r>
            <a:endParaRPr lang="en-US" sz="2000" dirty="0">
              <a:latin typeface="Times New Roman" panose="02020603050405020304" pitchFamily="18" charset="0"/>
              <a:cs typeface="Times New Roman" panose="02020603050405020304" pitchFamily="18" charset="0"/>
            </a:endParaRPr>
          </a:p>
          <a:p>
            <a:pPr marL="240665" indent="-179070">
              <a:lnSpc>
                <a:spcPct val="100000"/>
              </a:lnSpc>
              <a:spcBef>
                <a:spcPts val="2540"/>
              </a:spcBef>
              <a:buFont typeface="Arial MT"/>
              <a:buChar char="•"/>
              <a:tabLst>
                <a:tab pos="240665" algn="l"/>
              </a:tabLst>
            </a:pPr>
            <a:endParaRPr sz="2000" dirty="0">
              <a:latin typeface="Times New Roman" panose="02020603050405020304" pitchFamily="18" charset="0"/>
              <a:cs typeface="Times New Roman" panose="02020603050405020304" pitchFamily="18" charset="0"/>
            </a:endParaRPr>
          </a:p>
        </p:txBody>
      </p:sp>
      <p:pic>
        <p:nvPicPr>
          <p:cNvPr id="5" name="object 4"/>
          <p:cNvPicPr/>
          <p:nvPr/>
        </p:nvPicPr>
        <p:blipFill>
          <a:blip r:embed="rId2" cstate="print"/>
          <a:stretch>
            <a:fillRect/>
          </a:stretch>
        </p:blipFill>
        <p:spPr>
          <a:xfrm>
            <a:off x="7772400" y="990600"/>
            <a:ext cx="3672589" cy="5545246"/>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28600" y="152400"/>
            <a:ext cx="11430000" cy="6515502"/>
          </a:xfrm>
          <a:prstGeom prst="rect">
            <a:avLst/>
          </a:prstGeom>
        </p:spPr>
        <p:txBody>
          <a:bodyPr vert="horz" wrap="square" lIns="0" tIns="12065" rIns="0" bIns="0" rtlCol="0">
            <a:spAutoFit/>
          </a:bodyPr>
          <a:lstStyle/>
          <a:p>
            <a:pPr marL="91440" marR="5335905">
              <a:lnSpc>
                <a:spcPct val="119800"/>
              </a:lnSpc>
              <a:spcBef>
                <a:spcPts val="95"/>
              </a:spcBef>
            </a:pPr>
            <a:r>
              <a:rPr sz="2800" u="heavy" dirty="0">
                <a:solidFill>
                  <a:srgbClr val="FF0000"/>
                </a:solidFill>
                <a:uFill>
                  <a:solidFill>
                    <a:srgbClr val="FF0000"/>
                  </a:solidFill>
                </a:uFill>
                <a:latin typeface="Times New Roman" panose="02020603050405020304" pitchFamily="18" charset="0"/>
                <a:cs typeface="Times New Roman" panose="02020603050405020304" pitchFamily="18" charset="0"/>
              </a:rPr>
              <a:t>Safe</a:t>
            </a:r>
            <a:r>
              <a:rPr sz="28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8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Mechanical</a:t>
            </a:r>
            <a:r>
              <a:rPr sz="28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800" u="heavy" dirty="0">
                <a:solidFill>
                  <a:srgbClr val="FF0000"/>
                </a:solidFill>
                <a:uFill>
                  <a:solidFill>
                    <a:srgbClr val="FF0000"/>
                  </a:solidFill>
                </a:uFill>
                <a:latin typeface="Times New Roman" panose="02020603050405020304" pitchFamily="18" charset="0"/>
                <a:cs typeface="Times New Roman" panose="02020603050405020304" pitchFamily="18" charset="0"/>
              </a:rPr>
              <a:t>Material</a:t>
            </a:r>
            <a:r>
              <a:rPr sz="28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8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Handling</a:t>
            </a:r>
            <a:r>
              <a:rPr sz="2800" spc="-10" dirty="0">
                <a:solidFill>
                  <a:srgbClr val="FF0000"/>
                </a:solidFill>
                <a:latin typeface="Times New Roman" panose="02020603050405020304" pitchFamily="18" charset="0"/>
                <a:cs typeface="Times New Roman" panose="02020603050405020304" pitchFamily="18" charset="0"/>
              </a:rPr>
              <a:t> </a:t>
            </a:r>
            <a:r>
              <a:rPr sz="2800" u="heavy" spc="-25" dirty="0">
                <a:solidFill>
                  <a:srgbClr val="00B050"/>
                </a:solidFill>
                <a:uFill>
                  <a:solidFill>
                    <a:srgbClr val="00B050"/>
                  </a:solidFill>
                </a:uFill>
                <a:latin typeface="Times New Roman" panose="02020603050405020304" pitchFamily="18" charset="0"/>
                <a:cs typeface="Times New Roman" panose="02020603050405020304" pitchFamily="18" charset="0"/>
              </a:rPr>
              <a:t>Dos</a:t>
            </a:r>
            <a:endParaRPr sz="2800" dirty="0">
              <a:latin typeface="Times New Roman" panose="02020603050405020304" pitchFamily="18" charset="0"/>
              <a:cs typeface="Times New Roman" panose="02020603050405020304" pitchFamily="18" charset="0"/>
            </a:endParaRPr>
          </a:p>
          <a:p>
            <a:pPr marL="318135" indent="-305435">
              <a:lnSpc>
                <a:spcPct val="100000"/>
              </a:lnSpc>
              <a:spcBef>
                <a:spcPts val="950"/>
              </a:spcBef>
              <a:buFont typeface="Calibri"/>
              <a:buAutoNum type="arabicPeriod"/>
              <a:tabLst>
                <a:tab pos="318135" algn="l"/>
              </a:tabLst>
            </a:pPr>
            <a:r>
              <a:rPr sz="2400" dirty="0">
                <a:solidFill>
                  <a:srgbClr val="5E5E5E"/>
                </a:solidFill>
                <a:latin typeface="Times New Roman" panose="02020603050405020304" pitchFamily="18" charset="0"/>
                <a:cs typeface="Times New Roman" panose="02020603050405020304" pitchFamily="18" charset="0"/>
              </a:rPr>
              <a:t>Use</a:t>
            </a:r>
            <a:r>
              <a:rPr sz="2400" spc="-4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lifting</a:t>
            </a:r>
            <a:r>
              <a:rPr sz="2400" spc="-4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tools</a:t>
            </a:r>
            <a:r>
              <a:rPr sz="2400" spc="-4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and</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hoists</a:t>
            </a:r>
            <a:r>
              <a:rPr sz="2400" spc="-4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of</a:t>
            </a:r>
            <a:r>
              <a:rPr sz="2400" spc="-4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adequate</a:t>
            </a:r>
            <a:r>
              <a:rPr sz="2400" spc="-4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capacity.</a:t>
            </a:r>
            <a:endParaRPr sz="2400" dirty="0">
              <a:latin typeface="Times New Roman" panose="02020603050405020304" pitchFamily="18" charset="0"/>
              <a:cs typeface="Times New Roman" panose="02020603050405020304" pitchFamily="18" charset="0"/>
            </a:endParaRPr>
          </a:p>
          <a:p>
            <a:pPr marL="318135" indent="-305435">
              <a:lnSpc>
                <a:spcPct val="100000"/>
              </a:lnSpc>
              <a:spcBef>
                <a:spcPts val="1000"/>
              </a:spcBef>
              <a:buFont typeface="Calibri"/>
              <a:buAutoNum type="arabicPeriod"/>
              <a:tabLst>
                <a:tab pos="318135" algn="l"/>
              </a:tabLst>
            </a:pPr>
            <a:r>
              <a:rPr sz="2400" dirty="0">
                <a:solidFill>
                  <a:srgbClr val="5E5E5E"/>
                </a:solidFill>
                <a:latin typeface="Times New Roman" panose="02020603050405020304" pitchFamily="18" charset="0"/>
                <a:cs typeface="Times New Roman" panose="02020603050405020304" pitchFamily="18" charset="0"/>
              </a:rPr>
              <a:t>Only</a:t>
            </a:r>
            <a:r>
              <a:rPr sz="2400" spc="-6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authorized</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persons</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should</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use</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equipment</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and</a:t>
            </a:r>
            <a:r>
              <a:rPr sz="2400" spc="-6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machines.</a:t>
            </a:r>
            <a:endParaRPr sz="2400" dirty="0">
              <a:latin typeface="Times New Roman" panose="02020603050405020304" pitchFamily="18" charset="0"/>
              <a:cs typeface="Times New Roman" panose="02020603050405020304" pitchFamily="18" charset="0"/>
            </a:endParaRPr>
          </a:p>
          <a:p>
            <a:pPr marL="318135" indent="-305435">
              <a:lnSpc>
                <a:spcPct val="100000"/>
              </a:lnSpc>
              <a:spcBef>
                <a:spcPts val="1000"/>
              </a:spcBef>
              <a:buFont typeface="Calibri"/>
              <a:buAutoNum type="arabicPeriod"/>
              <a:tabLst>
                <a:tab pos="318135" algn="l"/>
              </a:tabLst>
            </a:pPr>
            <a:r>
              <a:rPr sz="2400" dirty="0">
                <a:solidFill>
                  <a:srgbClr val="5E5E5E"/>
                </a:solidFill>
                <a:latin typeface="Times New Roman" panose="02020603050405020304" pitchFamily="18" charset="0"/>
                <a:cs typeface="Times New Roman" panose="02020603050405020304" pitchFamily="18" charset="0"/>
              </a:rPr>
              <a:t>The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safe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working</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load</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must</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be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marked</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on</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all</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tools</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and</a:t>
            </a:r>
            <a:r>
              <a:rPr sz="2400" spc="-5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hoists.</a:t>
            </a:r>
            <a:endParaRPr sz="2400" dirty="0">
              <a:latin typeface="Times New Roman" panose="02020603050405020304" pitchFamily="18" charset="0"/>
              <a:cs typeface="Times New Roman" panose="02020603050405020304" pitchFamily="18" charset="0"/>
            </a:endParaRPr>
          </a:p>
          <a:p>
            <a:pPr marL="317500" marR="5080" indent="-305435">
              <a:lnSpc>
                <a:spcPct val="100000"/>
              </a:lnSpc>
              <a:spcBef>
                <a:spcPts val="1000"/>
              </a:spcBef>
              <a:buFont typeface="Calibri"/>
              <a:buAutoNum type="arabicPeriod"/>
              <a:tabLst>
                <a:tab pos="320040" algn="l"/>
              </a:tabLst>
            </a:pPr>
            <a:r>
              <a:rPr sz="2400" dirty="0">
                <a:solidFill>
                  <a:srgbClr val="5E5E5E"/>
                </a:solidFill>
                <a:latin typeface="Times New Roman" panose="02020603050405020304" pitchFamily="18" charset="0"/>
                <a:cs typeface="Times New Roman" panose="02020603050405020304" pitchFamily="18" charset="0"/>
              </a:rPr>
              <a:t>Check</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functioning</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of</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6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emergency</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switch,</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limit</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switches</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and</a:t>
            </a:r>
            <a:r>
              <a:rPr sz="2400" spc="-5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overload </a:t>
            </a:r>
            <a:r>
              <a:rPr sz="2400" dirty="0">
                <a:solidFill>
                  <a:srgbClr val="5E5E5E"/>
                </a:solidFill>
                <a:latin typeface="Times New Roman" panose="02020603050405020304" pitchFamily="18" charset="0"/>
                <a:cs typeface="Times New Roman" panose="02020603050405020304" pitchFamily="18" charset="0"/>
              </a:rPr>
              <a:t>alarm</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before</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actually</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starting</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6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operation</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of</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lifting</a:t>
            </a:r>
            <a:r>
              <a:rPr sz="2400" spc="-6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machines.</a:t>
            </a:r>
            <a:endParaRPr sz="2400" dirty="0">
              <a:latin typeface="Times New Roman" panose="02020603050405020304" pitchFamily="18" charset="0"/>
              <a:cs typeface="Times New Roman" panose="02020603050405020304" pitchFamily="18" charset="0"/>
            </a:endParaRPr>
          </a:p>
          <a:p>
            <a:pPr marL="318135" indent="-305435">
              <a:lnSpc>
                <a:spcPct val="100000"/>
              </a:lnSpc>
              <a:spcBef>
                <a:spcPts val="1000"/>
              </a:spcBef>
              <a:buFont typeface="Calibri"/>
              <a:buAutoNum type="arabicPeriod"/>
              <a:tabLst>
                <a:tab pos="318135" algn="l"/>
              </a:tabLst>
            </a:pPr>
            <a:r>
              <a:rPr sz="2400" dirty="0">
                <a:solidFill>
                  <a:srgbClr val="5E5E5E"/>
                </a:solidFill>
                <a:latin typeface="Times New Roman" panose="02020603050405020304" pitchFamily="18" charset="0"/>
                <a:cs typeface="Times New Roman" panose="02020603050405020304" pitchFamily="18" charset="0"/>
              </a:rPr>
              <a:t>Estimate</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weight,</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distance,</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and</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hazards</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before</a:t>
            </a:r>
            <a:r>
              <a:rPr sz="2400" spc="-6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lifting</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6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load.</a:t>
            </a:r>
            <a:endParaRPr lang="en-US" sz="2400" spc="-10" dirty="0">
              <a:solidFill>
                <a:srgbClr val="5E5E5E"/>
              </a:solidFill>
              <a:latin typeface="Times New Roman" panose="02020603050405020304" pitchFamily="18" charset="0"/>
              <a:cs typeface="Times New Roman" panose="02020603050405020304" pitchFamily="18" charset="0"/>
            </a:endParaRPr>
          </a:p>
          <a:p>
            <a:pPr marL="339090" indent="-326390">
              <a:lnSpc>
                <a:spcPct val="100000"/>
              </a:lnSpc>
              <a:spcBef>
                <a:spcPts val="720"/>
              </a:spcBef>
              <a:buAutoNum type="arabicPeriod" startAt="6"/>
              <a:tabLst>
                <a:tab pos="339090" algn="l"/>
              </a:tabLst>
            </a:pPr>
            <a:r>
              <a:rPr lang="en-US" sz="2400" dirty="0">
                <a:solidFill>
                  <a:srgbClr val="5E5E5E"/>
                </a:solidFill>
                <a:latin typeface="Times New Roman" panose="02020603050405020304" pitchFamily="18" charset="0"/>
                <a:cs typeface="Times New Roman" panose="02020603050405020304" pitchFamily="18" charset="0"/>
              </a:rPr>
              <a:t>Store</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lifting</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tools</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and</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hoists</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in</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a</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designated</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spc="-10" dirty="0">
                <a:solidFill>
                  <a:srgbClr val="5E5E5E"/>
                </a:solidFill>
                <a:latin typeface="Times New Roman" panose="02020603050405020304" pitchFamily="18" charset="0"/>
                <a:cs typeface="Times New Roman" panose="02020603050405020304" pitchFamily="18" charset="0"/>
              </a:rPr>
              <a:t>location.</a:t>
            </a:r>
            <a:endParaRPr lang="en-US" sz="2400" dirty="0">
              <a:latin typeface="Times New Roman" panose="02020603050405020304" pitchFamily="18" charset="0"/>
              <a:cs typeface="Times New Roman" panose="02020603050405020304" pitchFamily="18" charset="0"/>
            </a:endParaRPr>
          </a:p>
          <a:p>
            <a:pPr marL="345440" indent="-332740">
              <a:lnSpc>
                <a:spcPct val="100000"/>
              </a:lnSpc>
              <a:spcBef>
                <a:spcPts val="715"/>
              </a:spcBef>
              <a:buFont typeface="Roboto"/>
              <a:buAutoNum type="arabicPeriod" startAt="6"/>
              <a:tabLst>
                <a:tab pos="345440" algn="l"/>
              </a:tabLst>
            </a:pPr>
            <a:r>
              <a:rPr lang="en-US" sz="2400" dirty="0">
                <a:solidFill>
                  <a:srgbClr val="5E5E5E"/>
                </a:solidFill>
                <a:latin typeface="Times New Roman" panose="02020603050405020304" pitchFamily="18" charset="0"/>
                <a:cs typeface="Times New Roman" panose="02020603050405020304" pitchFamily="18" charset="0"/>
              </a:rPr>
              <a:t>Use</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spc="-10" dirty="0">
                <a:solidFill>
                  <a:srgbClr val="5E5E5E"/>
                </a:solidFill>
                <a:latin typeface="Times New Roman" panose="02020603050405020304" pitchFamily="18" charset="0"/>
                <a:cs typeface="Times New Roman" panose="02020603050405020304" pitchFamily="18" charset="0"/>
              </a:rPr>
              <a:t>appropriate</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spc="-25" dirty="0">
                <a:solidFill>
                  <a:srgbClr val="5E5E5E"/>
                </a:solidFill>
                <a:latin typeface="Times New Roman" panose="02020603050405020304" pitchFamily="18" charset="0"/>
                <a:cs typeface="Times New Roman" panose="02020603050405020304" pitchFamily="18" charset="0"/>
              </a:rPr>
              <a:t>PPE</a:t>
            </a:r>
            <a:endParaRPr lang="en-US" sz="2400" dirty="0">
              <a:latin typeface="Times New Roman" panose="02020603050405020304" pitchFamily="18" charset="0"/>
              <a:cs typeface="Times New Roman" panose="02020603050405020304" pitchFamily="18" charset="0"/>
            </a:endParaRPr>
          </a:p>
          <a:p>
            <a:pPr marL="345440" indent="-332740">
              <a:lnSpc>
                <a:spcPct val="100000"/>
              </a:lnSpc>
              <a:spcBef>
                <a:spcPts val="710"/>
              </a:spcBef>
              <a:buFont typeface="Roboto"/>
              <a:buAutoNum type="arabicPeriod" startAt="6"/>
              <a:tabLst>
                <a:tab pos="345440" algn="l"/>
              </a:tabLst>
            </a:pPr>
            <a:r>
              <a:rPr lang="en-US" sz="2400" dirty="0">
                <a:solidFill>
                  <a:srgbClr val="5E5E5E"/>
                </a:solidFill>
                <a:latin typeface="Times New Roman" panose="02020603050405020304" pitchFamily="18" charset="0"/>
                <a:cs typeface="Times New Roman" panose="02020603050405020304" pitchFamily="18" charset="0"/>
              </a:rPr>
              <a:t>Keep</a:t>
            </a:r>
            <a:r>
              <a:rPr lang="en-US" sz="2400" spc="-6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the</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speed</a:t>
            </a:r>
            <a:r>
              <a:rPr lang="en-US" sz="2400" spc="-6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slow</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while</a:t>
            </a:r>
            <a:r>
              <a:rPr lang="en-US" sz="2400" spc="-65" dirty="0">
                <a:solidFill>
                  <a:srgbClr val="5E5E5E"/>
                </a:solidFill>
                <a:latin typeface="Times New Roman" panose="02020603050405020304" pitchFamily="18" charset="0"/>
                <a:cs typeface="Times New Roman" panose="02020603050405020304" pitchFamily="18" charset="0"/>
              </a:rPr>
              <a:t> </a:t>
            </a:r>
            <a:r>
              <a:rPr lang="en-US" sz="2400" spc="-10" dirty="0">
                <a:solidFill>
                  <a:srgbClr val="5E5E5E"/>
                </a:solidFill>
                <a:latin typeface="Times New Roman" panose="02020603050405020304" pitchFamily="18" charset="0"/>
                <a:cs typeface="Times New Roman" panose="02020603050405020304" pitchFamily="18" charset="0"/>
              </a:rPr>
              <a:t>approaching</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at</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err="1">
                <a:solidFill>
                  <a:srgbClr val="5E5E5E"/>
                </a:solidFill>
                <a:latin typeface="Times New Roman" panose="02020603050405020304" pitchFamily="18" charset="0"/>
                <a:cs typeface="Times New Roman" panose="02020603050405020304" pitchFamily="18" charset="0"/>
              </a:rPr>
              <a:t>destinated</a:t>
            </a:r>
            <a:r>
              <a:rPr lang="en-US" sz="2400" spc="-65" dirty="0">
                <a:solidFill>
                  <a:srgbClr val="5E5E5E"/>
                </a:solidFill>
                <a:latin typeface="Times New Roman" panose="02020603050405020304" pitchFamily="18" charset="0"/>
                <a:cs typeface="Times New Roman" panose="02020603050405020304" pitchFamily="18" charset="0"/>
              </a:rPr>
              <a:t> </a:t>
            </a:r>
            <a:r>
              <a:rPr lang="en-US" sz="2400" spc="-10" dirty="0">
                <a:solidFill>
                  <a:srgbClr val="5E5E5E"/>
                </a:solidFill>
                <a:latin typeface="Times New Roman" panose="02020603050405020304" pitchFamily="18" charset="0"/>
                <a:cs typeface="Times New Roman" panose="02020603050405020304" pitchFamily="18" charset="0"/>
              </a:rPr>
              <a:t>location.</a:t>
            </a:r>
            <a:endParaRPr lang="en-US" sz="2400" dirty="0">
              <a:latin typeface="Times New Roman" panose="02020603050405020304" pitchFamily="18" charset="0"/>
              <a:cs typeface="Times New Roman" panose="02020603050405020304" pitchFamily="18" charset="0"/>
            </a:endParaRPr>
          </a:p>
          <a:p>
            <a:pPr marL="339090" indent="-326390">
              <a:lnSpc>
                <a:spcPct val="100000"/>
              </a:lnSpc>
              <a:spcBef>
                <a:spcPts val="710"/>
              </a:spcBef>
              <a:buAutoNum type="arabicPeriod" startAt="6"/>
              <a:tabLst>
                <a:tab pos="339090" algn="l"/>
              </a:tabLst>
            </a:pPr>
            <a:r>
              <a:rPr lang="en-US" sz="2400" dirty="0">
                <a:solidFill>
                  <a:srgbClr val="5E5E5E"/>
                </a:solidFill>
                <a:latin typeface="Times New Roman" panose="02020603050405020304" pitchFamily="18" charset="0"/>
                <a:cs typeface="Times New Roman" panose="02020603050405020304" pitchFamily="18" charset="0"/>
              </a:rPr>
              <a:t>Stay</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alert</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and</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maintain</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eye</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contact</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on</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load</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and</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nearby</a:t>
            </a:r>
            <a:r>
              <a:rPr lang="en-US" sz="2400" spc="-4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man</a:t>
            </a:r>
            <a:r>
              <a:rPr lang="en-US" sz="2400" spc="-50" dirty="0">
                <a:solidFill>
                  <a:srgbClr val="5E5E5E"/>
                </a:solidFill>
                <a:latin typeface="Times New Roman" panose="02020603050405020304" pitchFamily="18" charset="0"/>
                <a:cs typeface="Times New Roman" panose="02020603050405020304" pitchFamily="18" charset="0"/>
              </a:rPr>
              <a:t> </a:t>
            </a:r>
            <a:r>
              <a:rPr lang="en-US" sz="2400" spc="-10" dirty="0">
                <a:solidFill>
                  <a:srgbClr val="5E5E5E"/>
                </a:solidFill>
                <a:latin typeface="Times New Roman" panose="02020603050405020304" pitchFamily="18" charset="0"/>
                <a:cs typeface="Times New Roman" panose="02020603050405020304" pitchFamily="18" charset="0"/>
              </a:rPr>
              <a:t>movement.</a:t>
            </a:r>
            <a:endParaRPr lang="en-US" sz="2400" dirty="0">
              <a:latin typeface="Times New Roman" panose="02020603050405020304" pitchFamily="18" charset="0"/>
              <a:cs typeface="Times New Roman" panose="02020603050405020304" pitchFamily="18" charset="0"/>
            </a:endParaRPr>
          </a:p>
          <a:p>
            <a:pPr marL="12700" marR="10160" indent="471170">
              <a:lnSpc>
                <a:spcPts val="2590"/>
              </a:lnSpc>
              <a:spcBef>
                <a:spcPts val="1040"/>
              </a:spcBef>
              <a:buAutoNum type="arabicPeriod" startAt="6"/>
              <a:tabLst>
                <a:tab pos="483870" algn="l"/>
              </a:tabLst>
            </a:pPr>
            <a:r>
              <a:rPr lang="en-US" sz="2400" dirty="0">
                <a:solidFill>
                  <a:srgbClr val="5E5E5E"/>
                </a:solidFill>
                <a:latin typeface="Times New Roman" panose="02020603050405020304" pitchFamily="18" charset="0"/>
                <a:cs typeface="Times New Roman" panose="02020603050405020304" pitchFamily="18" charset="0"/>
              </a:rPr>
              <a:t>Special</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care</a:t>
            </a:r>
            <a:r>
              <a:rPr lang="en-US" sz="2400" spc="-5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should</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be</a:t>
            </a:r>
            <a:r>
              <a:rPr lang="en-US" sz="2400" spc="-5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taken</a:t>
            </a:r>
            <a:r>
              <a:rPr lang="en-US" sz="2400" spc="-5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when</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using</a:t>
            </a:r>
            <a:r>
              <a:rPr lang="en-US" sz="2400" spc="-5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the</a:t>
            </a:r>
            <a:r>
              <a:rPr lang="en-US" sz="2400" spc="-5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forklift</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and</a:t>
            </a:r>
            <a:r>
              <a:rPr lang="en-US" sz="2400" spc="-55" dirty="0">
                <a:solidFill>
                  <a:srgbClr val="5E5E5E"/>
                </a:solidFill>
                <a:latin typeface="Times New Roman" panose="02020603050405020304" pitchFamily="18" charset="0"/>
                <a:cs typeface="Times New Roman" panose="02020603050405020304" pitchFamily="18" charset="0"/>
              </a:rPr>
              <a:t> </a:t>
            </a:r>
            <a:r>
              <a:rPr lang="en-US" sz="2400" dirty="0">
                <a:solidFill>
                  <a:srgbClr val="5E5E5E"/>
                </a:solidFill>
                <a:latin typeface="Times New Roman" panose="02020603050405020304" pitchFamily="18" charset="0"/>
                <a:cs typeface="Times New Roman" panose="02020603050405020304" pitchFamily="18" charset="0"/>
              </a:rPr>
              <a:t>other</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spc="-10" dirty="0">
                <a:solidFill>
                  <a:srgbClr val="5E5E5E"/>
                </a:solidFill>
                <a:latin typeface="Times New Roman" panose="02020603050405020304" pitchFamily="18" charset="0"/>
                <a:cs typeface="Times New Roman" panose="02020603050405020304" pitchFamily="18" charset="0"/>
              </a:rPr>
              <a:t>portable hydraulic</a:t>
            </a:r>
            <a:r>
              <a:rPr lang="en-US" sz="2400" spc="-60" dirty="0">
                <a:solidFill>
                  <a:srgbClr val="5E5E5E"/>
                </a:solidFill>
                <a:latin typeface="Times New Roman" panose="02020603050405020304" pitchFamily="18" charset="0"/>
                <a:cs typeface="Times New Roman" panose="02020603050405020304" pitchFamily="18" charset="0"/>
              </a:rPr>
              <a:t> </a:t>
            </a:r>
            <a:r>
              <a:rPr lang="en-US" sz="2400" spc="-10" dirty="0">
                <a:solidFill>
                  <a:srgbClr val="5E5E5E"/>
                </a:solidFill>
                <a:latin typeface="Times New Roman" panose="02020603050405020304" pitchFamily="18" charset="0"/>
                <a:cs typeface="Times New Roman" panose="02020603050405020304" pitchFamily="18" charset="0"/>
              </a:rPr>
              <a:t>equipment.</a:t>
            </a:r>
            <a:endParaRPr lang="en-US" sz="2400" dirty="0">
              <a:latin typeface="Times New Roman" panose="02020603050405020304" pitchFamily="18" charset="0"/>
              <a:cs typeface="Times New Roman" panose="02020603050405020304" pitchFamily="18" charset="0"/>
            </a:endParaRPr>
          </a:p>
          <a:p>
            <a:pPr marL="318135" indent="-305435">
              <a:lnSpc>
                <a:spcPct val="100000"/>
              </a:lnSpc>
              <a:spcBef>
                <a:spcPts val="1000"/>
              </a:spcBef>
              <a:buFont typeface="Calibri"/>
              <a:buAutoNum type="arabicPeriod"/>
              <a:tabLst>
                <a:tab pos="318135" algn="l"/>
              </a:tabLst>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397478"/>
            <a:ext cx="9622790" cy="959134"/>
          </a:xfrm>
          <a:prstGeom prst="rect">
            <a:avLst/>
          </a:prstGeom>
        </p:spPr>
        <p:txBody>
          <a:bodyPr vert="horz" wrap="square" lIns="0" tIns="218338" rIns="0" bIns="0" rtlCol="0">
            <a:spAutoFit/>
          </a:bodyPr>
          <a:lstStyle/>
          <a:p>
            <a:pPr marL="12700">
              <a:lnSpc>
                <a:spcPct val="100000"/>
              </a:lnSpc>
              <a:spcBef>
                <a:spcPts val="100"/>
              </a:spcBef>
            </a:pPr>
            <a:r>
              <a:rPr dirty="0">
                <a:latin typeface="Times New Roman" panose="02020603050405020304" pitchFamily="18" charset="0"/>
                <a:cs typeface="Times New Roman" panose="02020603050405020304" pitchFamily="18" charset="0"/>
              </a:rPr>
              <a:t>Mechanical</a:t>
            </a:r>
            <a:r>
              <a:rPr spc="-1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Material</a:t>
            </a:r>
            <a:r>
              <a:rPr spc="-114"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handling</a:t>
            </a:r>
          </a:p>
        </p:txBody>
      </p:sp>
      <p:sp>
        <p:nvSpPr>
          <p:cNvPr id="3" name="object 3"/>
          <p:cNvSpPr txBox="1"/>
          <p:nvPr/>
        </p:nvSpPr>
        <p:spPr>
          <a:xfrm>
            <a:off x="911225" y="1718335"/>
            <a:ext cx="10105390" cy="4114800"/>
          </a:xfrm>
          <a:prstGeom prst="rect">
            <a:avLst/>
          </a:prstGeom>
        </p:spPr>
        <p:txBody>
          <a:bodyPr vert="horz" wrap="square" lIns="0" tIns="12065" rIns="0" bIns="0" rtlCol="0">
            <a:spAutoFit/>
          </a:bodyPr>
          <a:lstStyle/>
          <a:p>
            <a:pPr marL="12700" marR="5080000">
              <a:lnSpc>
                <a:spcPct val="119800"/>
              </a:lnSpc>
              <a:spcBef>
                <a:spcPts val="95"/>
              </a:spcBef>
            </a:pPr>
            <a:r>
              <a:rPr sz="2800" u="heavy" dirty="0">
                <a:solidFill>
                  <a:srgbClr val="FF0000"/>
                </a:solidFill>
                <a:uFill>
                  <a:solidFill>
                    <a:srgbClr val="FF0000"/>
                  </a:solidFill>
                </a:uFill>
                <a:latin typeface="Times New Roman" panose="02020603050405020304" pitchFamily="18" charset="0"/>
                <a:cs typeface="Times New Roman" panose="02020603050405020304" pitchFamily="18" charset="0"/>
              </a:rPr>
              <a:t>Safe</a:t>
            </a:r>
            <a:r>
              <a:rPr sz="28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8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Mechanical</a:t>
            </a:r>
            <a:r>
              <a:rPr sz="28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800" u="heavy" dirty="0">
                <a:solidFill>
                  <a:srgbClr val="FF0000"/>
                </a:solidFill>
                <a:uFill>
                  <a:solidFill>
                    <a:srgbClr val="FF0000"/>
                  </a:solidFill>
                </a:uFill>
                <a:latin typeface="Times New Roman" panose="02020603050405020304" pitchFamily="18" charset="0"/>
                <a:cs typeface="Times New Roman" panose="02020603050405020304" pitchFamily="18" charset="0"/>
              </a:rPr>
              <a:t>Material</a:t>
            </a:r>
            <a:r>
              <a:rPr sz="28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8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Handling</a:t>
            </a:r>
            <a:r>
              <a:rPr sz="2800" spc="-10" dirty="0">
                <a:solidFill>
                  <a:srgbClr val="FF0000"/>
                </a:solidFill>
                <a:latin typeface="Times New Roman" panose="02020603050405020304" pitchFamily="18" charset="0"/>
                <a:cs typeface="Times New Roman" panose="02020603050405020304" pitchFamily="18" charset="0"/>
              </a:rPr>
              <a:t> </a:t>
            </a:r>
            <a:r>
              <a:rPr sz="2800" u="heavy" dirty="0">
                <a:solidFill>
                  <a:srgbClr val="00B050"/>
                </a:solidFill>
                <a:uFill>
                  <a:solidFill>
                    <a:srgbClr val="00B050"/>
                  </a:solidFill>
                </a:uFill>
                <a:latin typeface="Times New Roman" panose="02020603050405020304" pitchFamily="18" charset="0"/>
                <a:cs typeface="Times New Roman" panose="02020603050405020304" pitchFamily="18" charset="0"/>
              </a:rPr>
              <a:t>Dos</a:t>
            </a:r>
            <a:r>
              <a:rPr sz="2800" u="heavy" spc="-60" dirty="0">
                <a:solidFill>
                  <a:srgbClr val="00B050"/>
                </a:solidFill>
                <a:uFill>
                  <a:solidFill>
                    <a:srgbClr val="00B050"/>
                  </a:solidFill>
                </a:uFill>
                <a:latin typeface="Times New Roman" panose="02020603050405020304" pitchFamily="18" charset="0"/>
                <a:cs typeface="Times New Roman" panose="02020603050405020304" pitchFamily="18" charset="0"/>
              </a:rPr>
              <a:t> </a:t>
            </a:r>
            <a:r>
              <a:rPr sz="2800" u="heavy" spc="-10" dirty="0">
                <a:solidFill>
                  <a:srgbClr val="00B050"/>
                </a:solidFill>
                <a:uFill>
                  <a:solidFill>
                    <a:srgbClr val="00B050"/>
                  </a:solidFill>
                </a:uFill>
                <a:latin typeface="Times New Roman" panose="02020603050405020304" pitchFamily="18" charset="0"/>
                <a:cs typeface="Times New Roman" panose="02020603050405020304" pitchFamily="18" charset="0"/>
              </a:rPr>
              <a:t>(cont..)</a:t>
            </a:r>
            <a:endParaRPr sz="2800">
              <a:latin typeface="Times New Roman" panose="02020603050405020304" pitchFamily="18" charset="0"/>
              <a:cs typeface="Times New Roman" panose="02020603050405020304" pitchFamily="18" charset="0"/>
            </a:endParaRPr>
          </a:p>
          <a:p>
            <a:pPr marL="12700" marR="339725" indent="414655">
              <a:lnSpc>
                <a:spcPts val="2590"/>
              </a:lnSpc>
              <a:spcBef>
                <a:spcPts val="1050"/>
              </a:spcBef>
              <a:buAutoNum type="arabicPeriod" startAt="11"/>
              <a:tabLst>
                <a:tab pos="427355" algn="l"/>
              </a:tabLst>
            </a:pPr>
            <a:r>
              <a:rPr sz="2400" dirty="0">
                <a:solidFill>
                  <a:srgbClr val="5E5E5E"/>
                </a:solidFill>
                <a:latin typeface="Times New Roman" panose="02020603050405020304" pitchFamily="18" charset="0"/>
                <a:cs typeface="Times New Roman" panose="02020603050405020304" pitchFamily="18" charset="0"/>
              </a:rPr>
              <a:t>When</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lifting</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load</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with</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slings,</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make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sure</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that</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all</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sharp</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corners</a:t>
            </a:r>
            <a:r>
              <a:rPr sz="2400" spc="-60" dirty="0">
                <a:solidFill>
                  <a:srgbClr val="5E5E5E"/>
                </a:solidFill>
                <a:latin typeface="Times New Roman" panose="02020603050405020304" pitchFamily="18" charset="0"/>
                <a:cs typeface="Times New Roman" panose="02020603050405020304" pitchFamily="18" charset="0"/>
              </a:rPr>
              <a:t> </a:t>
            </a:r>
            <a:r>
              <a:rPr sz="2400" spc="-25" dirty="0">
                <a:solidFill>
                  <a:srgbClr val="5E5E5E"/>
                </a:solidFill>
                <a:latin typeface="Times New Roman" panose="02020603050405020304" pitchFamily="18" charset="0"/>
                <a:cs typeface="Times New Roman" panose="02020603050405020304" pitchFamily="18" charset="0"/>
              </a:rPr>
              <a:t>are </a:t>
            </a:r>
            <a:r>
              <a:rPr sz="2400" dirty="0">
                <a:solidFill>
                  <a:srgbClr val="5E5E5E"/>
                </a:solidFill>
                <a:latin typeface="Times New Roman" panose="02020603050405020304" pitchFamily="18" charset="0"/>
                <a:cs typeface="Times New Roman" panose="02020603050405020304" pitchFamily="18" charset="0"/>
              </a:rPr>
              <a:t>padded</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with</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soft</a:t>
            </a:r>
            <a:r>
              <a:rPr sz="2400" spc="-4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material.</a:t>
            </a:r>
            <a:endParaRPr sz="2400">
              <a:latin typeface="Times New Roman" panose="02020603050405020304" pitchFamily="18" charset="0"/>
              <a:cs typeface="Times New Roman" panose="02020603050405020304" pitchFamily="18" charset="0"/>
            </a:endParaRPr>
          </a:p>
          <a:p>
            <a:pPr marL="466725" indent="-454025">
              <a:lnSpc>
                <a:spcPct val="100000"/>
              </a:lnSpc>
              <a:spcBef>
                <a:spcPts val="675"/>
              </a:spcBef>
              <a:buAutoNum type="arabicPeriod" startAt="11"/>
              <a:tabLst>
                <a:tab pos="466725" algn="l"/>
              </a:tabLst>
            </a:pPr>
            <a:r>
              <a:rPr sz="2400" spc="-10" dirty="0">
                <a:solidFill>
                  <a:srgbClr val="5E5E5E"/>
                </a:solidFill>
                <a:latin typeface="Times New Roman" panose="02020603050405020304" pitchFamily="18" charset="0"/>
                <a:cs typeface="Times New Roman" panose="02020603050405020304" pitchFamily="18" charset="0"/>
              </a:rPr>
              <a:t>Barricade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area</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where</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lifting</a:t>
            </a:r>
            <a:r>
              <a:rPr sz="2400" spc="-5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operation</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is</a:t>
            </a:r>
            <a:r>
              <a:rPr sz="2400" spc="-5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performed.</a:t>
            </a:r>
            <a:endParaRPr sz="2400">
              <a:latin typeface="Times New Roman" panose="02020603050405020304" pitchFamily="18" charset="0"/>
              <a:cs typeface="Times New Roman" panose="02020603050405020304" pitchFamily="18" charset="0"/>
            </a:endParaRPr>
          </a:p>
          <a:p>
            <a:pPr marL="464820" indent="-452120">
              <a:lnSpc>
                <a:spcPct val="100000"/>
              </a:lnSpc>
              <a:spcBef>
                <a:spcPts val="710"/>
              </a:spcBef>
              <a:buAutoNum type="arabicPeriod" startAt="11"/>
              <a:tabLst>
                <a:tab pos="464820" algn="l"/>
              </a:tabLst>
            </a:pPr>
            <a:r>
              <a:rPr sz="2400" dirty="0">
                <a:solidFill>
                  <a:srgbClr val="5E5E5E"/>
                </a:solidFill>
                <a:latin typeface="Times New Roman" panose="02020603050405020304" pitchFamily="18" charset="0"/>
                <a:cs typeface="Times New Roman" panose="02020603050405020304" pitchFamily="18" charset="0"/>
              </a:rPr>
              <a:t>Use</a:t>
            </a:r>
            <a:r>
              <a:rPr sz="2400" spc="-6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appropriate</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plate</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clamps</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to</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metal</a:t>
            </a:r>
            <a:r>
              <a:rPr sz="2400" spc="-5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plates.</a:t>
            </a:r>
            <a:endParaRPr sz="2400">
              <a:latin typeface="Times New Roman" panose="02020603050405020304" pitchFamily="18" charset="0"/>
              <a:cs typeface="Times New Roman" panose="02020603050405020304" pitchFamily="18" charset="0"/>
            </a:endParaRPr>
          </a:p>
          <a:p>
            <a:pPr marL="468630" indent="-455930">
              <a:lnSpc>
                <a:spcPct val="100000"/>
              </a:lnSpc>
              <a:spcBef>
                <a:spcPts val="715"/>
              </a:spcBef>
              <a:buAutoNum type="arabicPeriod" startAt="11"/>
              <a:tabLst>
                <a:tab pos="468630" algn="l"/>
              </a:tabLst>
            </a:pPr>
            <a:r>
              <a:rPr sz="2400" dirty="0">
                <a:solidFill>
                  <a:srgbClr val="5E5E5E"/>
                </a:solidFill>
                <a:latin typeface="Times New Roman" panose="02020603050405020304" pitchFamily="18" charset="0"/>
                <a:cs typeface="Times New Roman" panose="02020603050405020304" pitchFamily="18" charset="0"/>
              </a:rPr>
              <a:t>Use</a:t>
            </a:r>
            <a:r>
              <a:rPr sz="2400" spc="-6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beam</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clamps</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for</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lifting</a:t>
            </a:r>
            <a:r>
              <a:rPr sz="2400" spc="-5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beams.</a:t>
            </a:r>
            <a:endParaRPr sz="2400">
              <a:latin typeface="Times New Roman" panose="02020603050405020304" pitchFamily="18" charset="0"/>
              <a:cs typeface="Times New Roman" panose="02020603050405020304" pitchFamily="18" charset="0"/>
            </a:endParaRPr>
          </a:p>
          <a:p>
            <a:pPr marL="457834" indent="-445134">
              <a:lnSpc>
                <a:spcPct val="100000"/>
              </a:lnSpc>
              <a:spcBef>
                <a:spcPts val="710"/>
              </a:spcBef>
              <a:buAutoNum type="arabicPeriod" startAt="11"/>
              <a:tabLst>
                <a:tab pos="457834" algn="l"/>
              </a:tabLst>
            </a:pPr>
            <a:r>
              <a:rPr sz="2400" dirty="0">
                <a:solidFill>
                  <a:srgbClr val="5E5E5E"/>
                </a:solidFill>
                <a:latin typeface="Times New Roman" panose="02020603050405020304" pitchFamily="18" charset="0"/>
                <a:cs typeface="Times New Roman" panose="02020603050405020304" pitchFamily="18" charset="0"/>
              </a:rPr>
              <a:t>Use</a:t>
            </a:r>
            <a:r>
              <a:rPr sz="2400" spc="-4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a:t>
            </a:r>
            <a:r>
              <a:rPr sz="2400" spc="-4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appropriate</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guide</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rope</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while</a:t>
            </a:r>
            <a:r>
              <a:rPr sz="2400" spc="-4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lifting</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and</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shifting</a:t>
            </a:r>
            <a:r>
              <a:rPr sz="2400" spc="-4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the</a:t>
            </a:r>
            <a:r>
              <a:rPr sz="2400" spc="-4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material.</a:t>
            </a:r>
            <a:endParaRPr sz="2400">
              <a:latin typeface="Times New Roman" panose="02020603050405020304" pitchFamily="18" charset="0"/>
              <a:cs typeface="Times New Roman" panose="02020603050405020304" pitchFamily="18" charset="0"/>
            </a:endParaRPr>
          </a:p>
          <a:p>
            <a:pPr marL="469265" indent="-456565">
              <a:lnSpc>
                <a:spcPct val="100000"/>
              </a:lnSpc>
              <a:spcBef>
                <a:spcPts val="715"/>
              </a:spcBef>
              <a:buAutoNum type="arabicPeriod" startAt="11"/>
              <a:tabLst>
                <a:tab pos="469265" algn="l"/>
              </a:tabLst>
            </a:pPr>
            <a:r>
              <a:rPr sz="2400" dirty="0">
                <a:solidFill>
                  <a:srgbClr val="5E5E5E"/>
                </a:solidFill>
                <a:latin typeface="Times New Roman" panose="02020603050405020304" pitchFamily="18" charset="0"/>
                <a:cs typeface="Times New Roman" panose="02020603050405020304" pitchFamily="18" charset="0"/>
              </a:rPr>
              <a:t>Apply</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an</a:t>
            </a:r>
            <a:r>
              <a:rPr sz="2400" spc="-5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appropriate</a:t>
            </a:r>
            <a:r>
              <a:rPr sz="2400" spc="-55"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protective</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coating</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to</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keep</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tools</a:t>
            </a:r>
            <a:r>
              <a:rPr sz="2400" spc="-50"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in</a:t>
            </a:r>
            <a:r>
              <a:rPr sz="2400" spc="-55" dirty="0">
                <a:solidFill>
                  <a:srgbClr val="5E5E5E"/>
                </a:solidFill>
                <a:latin typeface="Times New Roman" panose="02020603050405020304" pitchFamily="18" charset="0"/>
                <a:cs typeface="Times New Roman" panose="02020603050405020304" pitchFamily="18" charset="0"/>
              </a:rPr>
              <a:t> </a:t>
            </a:r>
            <a:r>
              <a:rPr sz="2400" dirty="0">
                <a:solidFill>
                  <a:srgbClr val="5E5E5E"/>
                </a:solidFill>
                <a:latin typeface="Times New Roman" panose="02020603050405020304" pitchFamily="18" charset="0"/>
                <a:cs typeface="Times New Roman" panose="02020603050405020304" pitchFamily="18" charset="0"/>
              </a:rPr>
              <a:t>good</a:t>
            </a:r>
            <a:r>
              <a:rPr sz="2400" spc="-50" dirty="0">
                <a:solidFill>
                  <a:srgbClr val="5E5E5E"/>
                </a:solidFill>
                <a:latin typeface="Times New Roman" panose="02020603050405020304" pitchFamily="18" charset="0"/>
                <a:cs typeface="Times New Roman" panose="02020603050405020304" pitchFamily="18" charset="0"/>
              </a:rPr>
              <a:t> </a:t>
            </a:r>
            <a:r>
              <a:rPr sz="2400" spc="-10" dirty="0">
                <a:solidFill>
                  <a:srgbClr val="5E5E5E"/>
                </a:solidFill>
                <a:latin typeface="Times New Roman" panose="02020603050405020304" pitchFamily="18" charset="0"/>
                <a:cs typeface="Times New Roman" panose="02020603050405020304" pitchFamily="18" charset="0"/>
              </a:rPr>
              <a:t>condition.</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28600" y="0"/>
            <a:ext cx="10885170" cy="7433445"/>
          </a:xfrm>
          <a:prstGeom prst="rect">
            <a:avLst/>
          </a:prstGeom>
        </p:spPr>
        <p:txBody>
          <a:bodyPr vert="horz" wrap="square" lIns="0" tIns="3810" rIns="0" bIns="0" rtlCol="0">
            <a:spAutoFit/>
          </a:bodyPr>
          <a:lstStyle/>
          <a:p>
            <a:pPr marL="85725" marR="6162040">
              <a:lnSpc>
                <a:spcPct val="101800"/>
              </a:lnSpc>
              <a:spcBef>
                <a:spcPts val="30"/>
              </a:spcBef>
            </a:pPr>
            <a:r>
              <a:rPr sz="2600" u="heavy" dirty="0">
                <a:solidFill>
                  <a:srgbClr val="FF0000"/>
                </a:solidFill>
                <a:uFill>
                  <a:solidFill>
                    <a:srgbClr val="FF0000"/>
                  </a:solidFill>
                </a:uFill>
                <a:latin typeface="Times New Roman" panose="02020603050405020304" pitchFamily="18" charset="0"/>
                <a:cs typeface="Times New Roman" panose="02020603050405020304" pitchFamily="18" charset="0"/>
              </a:rPr>
              <a:t>Safe</a:t>
            </a:r>
            <a:r>
              <a:rPr sz="26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6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Mechanical</a:t>
            </a:r>
            <a:r>
              <a:rPr sz="2600" u="heavy" spc="-95"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6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Material</a:t>
            </a:r>
            <a:r>
              <a:rPr sz="26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lang="en-US" sz="2600" u="heavy" spc="-100" dirty="0">
                <a:solidFill>
                  <a:srgbClr val="FF0000"/>
                </a:solidFill>
                <a:uFill>
                  <a:solidFill>
                    <a:srgbClr val="FF0000"/>
                  </a:solidFill>
                </a:uFill>
                <a:latin typeface="Times New Roman" panose="02020603050405020304" pitchFamily="18" charset="0"/>
                <a:cs typeface="Times New Roman" panose="02020603050405020304" pitchFamily="18" charset="0"/>
              </a:rPr>
              <a:t>H</a:t>
            </a:r>
            <a:r>
              <a:rPr sz="2600"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andling</a:t>
            </a:r>
            <a:r>
              <a:rPr sz="2600" spc="-10" dirty="0">
                <a:solidFill>
                  <a:srgbClr val="FF0000"/>
                </a:solidFill>
                <a:latin typeface="Times New Roman" panose="02020603050405020304" pitchFamily="18" charset="0"/>
                <a:cs typeface="Times New Roman" panose="02020603050405020304" pitchFamily="18" charset="0"/>
              </a:rPr>
              <a:t> </a:t>
            </a:r>
            <a:r>
              <a:rPr lang="en-US" sz="2400" u="heavy" spc="-10" dirty="0">
                <a:solidFill>
                  <a:srgbClr val="C00000"/>
                </a:solidFill>
                <a:uFill>
                  <a:solidFill>
                    <a:srgbClr val="C00000"/>
                  </a:solidFill>
                </a:uFill>
                <a:latin typeface="Times New Roman" panose="02020603050405020304" pitchFamily="18" charset="0"/>
                <a:cs typeface="Times New Roman" panose="02020603050405020304" pitchFamily="18" charset="0"/>
              </a:rPr>
              <a:t>Don’ts</a:t>
            </a:r>
            <a:endParaRPr lang="en-US" sz="2400" dirty="0">
              <a:latin typeface="Times New Roman" panose="02020603050405020304" pitchFamily="18" charset="0"/>
              <a:cs typeface="Times New Roman" panose="02020603050405020304" pitchFamily="18" charset="0"/>
            </a:endParaRPr>
          </a:p>
          <a:p>
            <a:pPr marL="85725" marR="6162040">
              <a:lnSpc>
                <a:spcPct val="101800"/>
              </a:lnSpc>
              <a:spcBef>
                <a:spcPts val="30"/>
              </a:spcBef>
            </a:pPr>
            <a:r>
              <a:rPr sz="2200" dirty="0">
                <a:solidFill>
                  <a:srgbClr val="5E5E5E"/>
                </a:solidFill>
                <a:latin typeface="Times New Roman" panose="02020603050405020304" pitchFamily="18" charset="0"/>
                <a:cs typeface="Times New Roman" panose="02020603050405020304" pitchFamily="18" charset="0"/>
              </a:rPr>
              <a:t>Don’t</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use</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faulty</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tools</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and</a:t>
            </a:r>
            <a:r>
              <a:rPr sz="2200" spc="-10" dirty="0">
                <a:solidFill>
                  <a:srgbClr val="5E5E5E"/>
                </a:solidFill>
                <a:latin typeface="Times New Roman" panose="02020603050405020304" pitchFamily="18" charset="0"/>
                <a:cs typeface="Times New Roman" panose="02020603050405020304" pitchFamily="18" charset="0"/>
              </a:rPr>
              <a:t> tackles.</a:t>
            </a:r>
            <a:endParaRPr sz="2200" dirty="0">
              <a:latin typeface="Times New Roman" panose="02020603050405020304" pitchFamily="18" charset="0"/>
              <a:cs typeface="Times New Roman" panose="02020603050405020304" pitchFamily="18" charset="0"/>
            </a:endParaRPr>
          </a:p>
          <a:p>
            <a:pPr marL="313690" indent="-300990">
              <a:lnSpc>
                <a:spcPct val="100000"/>
              </a:lnSpc>
              <a:spcBef>
                <a:spcPts val="1820"/>
              </a:spcBef>
              <a:buFont typeface="Calibri"/>
              <a:buAutoNum type="arabicPeriod"/>
              <a:tabLst>
                <a:tab pos="313690" algn="l"/>
              </a:tabLst>
            </a:pPr>
            <a:r>
              <a:rPr sz="2200" dirty="0">
                <a:solidFill>
                  <a:srgbClr val="5E5E5E"/>
                </a:solidFill>
                <a:latin typeface="Times New Roman" panose="02020603050405020304" pitchFamily="18" charset="0"/>
                <a:cs typeface="Times New Roman" panose="02020603050405020304" pitchFamily="18" charset="0"/>
              </a:rPr>
              <a:t>Don’t</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stand</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under</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a</a:t>
            </a:r>
            <a:r>
              <a:rPr sz="2200" spc="-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suspended</a:t>
            </a:r>
            <a:r>
              <a:rPr sz="2200" spc="-10" dirty="0">
                <a:solidFill>
                  <a:srgbClr val="5E5E5E"/>
                </a:solidFill>
                <a:latin typeface="Times New Roman" panose="02020603050405020304" pitchFamily="18" charset="0"/>
                <a:cs typeface="Times New Roman" panose="02020603050405020304" pitchFamily="18" charset="0"/>
              </a:rPr>
              <a:t> load.</a:t>
            </a:r>
            <a:endParaRPr sz="2200" dirty="0">
              <a:latin typeface="Times New Roman" panose="02020603050405020304" pitchFamily="18" charset="0"/>
              <a:cs typeface="Times New Roman" panose="02020603050405020304" pitchFamily="18" charset="0"/>
            </a:endParaRPr>
          </a:p>
          <a:p>
            <a:pPr marL="313690" indent="-300990">
              <a:lnSpc>
                <a:spcPct val="100000"/>
              </a:lnSpc>
              <a:spcBef>
                <a:spcPts val="1825"/>
              </a:spcBef>
              <a:buFont typeface="Calibri"/>
              <a:buAutoNum type="arabicPeriod"/>
              <a:tabLst>
                <a:tab pos="313690" algn="l"/>
              </a:tabLst>
            </a:pPr>
            <a:r>
              <a:rPr sz="2200" dirty="0">
                <a:solidFill>
                  <a:srgbClr val="5E5E5E"/>
                </a:solidFill>
                <a:latin typeface="Times New Roman" panose="02020603050405020304" pitchFamily="18" charset="0"/>
                <a:cs typeface="Times New Roman" panose="02020603050405020304" pitchFamily="18" charset="0"/>
              </a:rPr>
              <a:t>Don’t</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use</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the</a:t>
            </a:r>
            <a:r>
              <a:rPr sz="2200" spc="-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equipment</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for</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any</a:t>
            </a:r>
            <a:r>
              <a:rPr sz="2200" spc="-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other</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purpose</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than</a:t>
            </a:r>
            <a:r>
              <a:rPr sz="2200" spc="-5" dirty="0">
                <a:solidFill>
                  <a:srgbClr val="5E5E5E"/>
                </a:solidFill>
                <a:latin typeface="Times New Roman" panose="02020603050405020304" pitchFamily="18" charset="0"/>
                <a:cs typeface="Times New Roman" panose="02020603050405020304" pitchFamily="18" charset="0"/>
              </a:rPr>
              <a:t> </a:t>
            </a:r>
            <a:r>
              <a:rPr sz="2200" spc="-10" dirty="0">
                <a:solidFill>
                  <a:srgbClr val="5E5E5E"/>
                </a:solidFill>
                <a:latin typeface="Times New Roman" panose="02020603050405020304" pitchFamily="18" charset="0"/>
                <a:cs typeface="Times New Roman" panose="02020603050405020304" pitchFamily="18" charset="0"/>
              </a:rPr>
              <a:t>intended.</a:t>
            </a:r>
            <a:endParaRPr sz="2200" dirty="0">
              <a:latin typeface="Times New Roman" panose="02020603050405020304" pitchFamily="18" charset="0"/>
              <a:cs typeface="Times New Roman" panose="02020603050405020304" pitchFamily="18" charset="0"/>
            </a:endParaRPr>
          </a:p>
          <a:p>
            <a:pPr marL="313690" indent="-300990">
              <a:lnSpc>
                <a:spcPct val="100000"/>
              </a:lnSpc>
              <a:spcBef>
                <a:spcPts val="1825"/>
              </a:spcBef>
              <a:buFont typeface="Calibri"/>
              <a:buAutoNum type="arabicPeriod"/>
              <a:tabLst>
                <a:tab pos="313690" algn="l"/>
              </a:tabLst>
            </a:pPr>
            <a:r>
              <a:rPr sz="2200" dirty="0">
                <a:solidFill>
                  <a:srgbClr val="5E5E5E"/>
                </a:solidFill>
                <a:latin typeface="Times New Roman" panose="02020603050405020304" pitchFamily="18" charset="0"/>
                <a:cs typeface="Times New Roman" panose="02020603050405020304" pitchFamily="18" charset="0"/>
              </a:rPr>
              <a:t>Don’t</a:t>
            </a:r>
            <a:r>
              <a:rPr sz="2200" spc="-2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allow</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personnel</a:t>
            </a:r>
            <a:r>
              <a:rPr sz="2200" spc="-2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to</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move</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underneath</a:t>
            </a:r>
            <a:r>
              <a:rPr sz="2200" spc="-2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lifted</a:t>
            </a:r>
            <a:r>
              <a:rPr sz="2200" spc="-15" dirty="0">
                <a:solidFill>
                  <a:srgbClr val="5E5E5E"/>
                </a:solidFill>
                <a:latin typeface="Times New Roman" panose="02020603050405020304" pitchFamily="18" charset="0"/>
                <a:cs typeface="Times New Roman" panose="02020603050405020304" pitchFamily="18" charset="0"/>
              </a:rPr>
              <a:t> </a:t>
            </a:r>
            <a:r>
              <a:rPr sz="2200" spc="-10" dirty="0">
                <a:solidFill>
                  <a:srgbClr val="5E5E5E"/>
                </a:solidFill>
                <a:latin typeface="Times New Roman" panose="02020603050405020304" pitchFamily="18" charset="0"/>
                <a:cs typeface="Times New Roman" panose="02020603050405020304" pitchFamily="18" charset="0"/>
              </a:rPr>
              <a:t>load.</a:t>
            </a:r>
            <a:endParaRPr sz="2200" dirty="0">
              <a:latin typeface="Times New Roman" panose="02020603050405020304" pitchFamily="18" charset="0"/>
              <a:cs typeface="Times New Roman" panose="02020603050405020304" pitchFamily="18" charset="0"/>
            </a:endParaRPr>
          </a:p>
          <a:p>
            <a:pPr marL="313055" marR="5080" indent="-300990">
              <a:lnSpc>
                <a:spcPct val="131200"/>
              </a:lnSpc>
              <a:spcBef>
                <a:spcPts val="1000"/>
              </a:spcBef>
              <a:buFont typeface="Calibri"/>
              <a:buAutoNum type="arabicPeriod"/>
              <a:tabLst>
                <a:tab pos="314325" algn="l"/>
              </a:tabLst>
            </a:pPr>
            <a:r>
              <a:rPr sz="2200" dirty="0">
                <a:solidFill>
                  <a:srgbClr val="5E5E5E"/>
                </a:solidFill>
                <a:latin typeface="Times New Roman" panose="02020603050405020304" pitchFamily="18" charset="0"/>
                <a:cs typeface="Times New Roman" panose="02020603050405020304" pitchFamily="18" charset="0"/>
              </a:rPr>
              <a:t>Don’t</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use</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a</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hoist,</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slings,</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chains</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and</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other</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lifting</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tools</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and</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tackles</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that</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have</a:t>
            </a:r>
            <a:r>
              <a:rPr sz="2200" spc="-10"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lost</a:t>
            </a:r>
            <a:r>
              <a:rPr sz="2200" spc="-15" dirty="0">
                <a:solidFill>
                  <a:srgbClr val="5E5E5E"/>
                </a:solidFill>
                <a:latin typeface="Times New Roman" panose="02020603050405020304" pitchFamily="18" charset="0"/>
                <a:cs typeface="Times New Roman" panose="02020603050405020304" pitchFamily="18" charset="0"/>
              </a:rPr>
              <a:t> </a:t>
            </a:r>
            <a:r>
              <a:rPr sz="2200" spc="-20" dirty="0">
                <a:solidFill>
                  <a:srgbClr val="5E5E5E"/>
                </a:solidFill>
                <a:latin typeface="Times New Roman" panose="02020603050405020304" pitchFamily="18" charset="0"/>
                <a:cs typeface="Times New Roman" panose="02020603050405020304" pitchFamily="18" charset="0"/>
              </a:rPr>
              <a:t>more 	</a:t>
            </a:r>
            <a:r>
              <a:rPr sz="2200" dirty="0">
                <a:solidFill>
                  <a:srgbClr val="5E5E5E"/>
                </a:solidFill>
                <a:latin typeface="Times New Roman" panose="02020603050405020304" pitchFamily="18" charset="0"/>
                <a:cs typeface="Times New Roman" panose="02020603050405020304" pitchFamily="18" charset="0"/>
              </a:rPr>
              <a:t>than</a:t>
            </a:r>
            <a:r>
              <a:rPr sz="2200" spc="-2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10%</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of</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its</a:t>
            </a:r>
            <a:r>
              <a:rPr sz="2200" spc="-15" dirty="0">
                <a:solidFill>
                  <a:srgbClr val="5E5E5E"/>
                </a:solidFill>
                <a:latin typeface="Times New Roman" panose="02020603050405020304" pitchFamily="18" charset="0"/>
                <a:cs typeface="Times New Roman" panose="02020603050405020304" pitchFamily="18" charset="0"/>
              </a:rPr>
              <a:t> </a:t>
            </a:r>
            <a:r>
              <a:rPr sz="2200" dirty="0">
                <a:solidFill>
                  <a:srgbClr val="5E5E5E"/>
                </a:solidFill>
                <a:latin typeface="Times New Roman" panose="02020603050405020304" pitchFamily="18" charset="0"/>
                <a:cs typeface="Times New Roman" panose="02020603050405020304" pitchFamily="18" charset="0"/>
              </a:rPr>
              <a:t>breaking</a:t>
            </a:r>
            <a:r>
              <a:rPr sz="2200" spc="-15" dirty="0">
                <a:solidFill>
                  <a:srgbClr val="5E5E5E"/>
                </a:solidFill>
                <a:latin typeface="Times New Roman" panose="02020603050405020304" pitchFamily="18" charset="0"/>
                <a:cs typeface="Times New Roman" panose="02020603050405020304" pitchFamily="18" charset="0"/>
              </a:rPr>
              <a:t> </a:t>
            </a:r>
            <a:r>
              <a:rPr sz="2200" spc="-10" dirty="0">
                <a:solidFill>
                  <a:srgbClr val="5E5E5E"/>
                </a:solidFill>
                <a:latin typeface="Times New Roman" panose="02020603050405020304" pitchFamily="18" charset="0"/>
                <a:cs typeface="Times New Roman" panose="02020603050405020304" pitchFamily="18" charset="0"/>
              </a:rPr>
              <a:t>strength</a:t>
            </a:r>
            <a:endParaRPr lang="en-US" sz="2200" spc="-10" dirty="0">
              <a:solidFill>
                <a:srgbClr val="5E5E5E"/>
              </a:solidFill>
              <a:latin typeface="Times New Roman" panose="02020603050405020304" pitchFamily="18" charset="0"/>
              <a:cs typeface="Times New Roman" panose="02020603050405020304" pitchFamily="18" charset="0"/>
            </a:endParaRPr>
          </a:p>
          <a:p>
            <a:pPr marL="266065" indent="-257175">
              <a:lnSpc>
                <a:spcPct val="100000"/>
              </a:lnSpc>
              <a:spcBef>
                <a:spcPts val="950"/>
              </a:spcBef>
              <a:buSzPct val="95833"/>
              <a:buAutoNum type="arabicPeriod" startAt="6"/>
              <a:tabLst>
                <a:tab pos="266065" algn="l"/>
              </a:tabLst>
            </a:pPr>
            <a:r>
              <a:rPr lang="en-US" sz="2000" dirty="0">
                <a:solidFill>
                  <a:srgbClr val="5E5E5E"/>
                </a:solidFill>
                <a:latin typeface="Times New Roman" panose="02020603050405020304" pitchFamily="18" charset="0"/>
                <a:cs typeface="Times New Roman" panose="02020603050405020304" pitchFamily="18" charset="0"/>
              </a:rPr>
              <a:t>Don’t</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load</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the</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machines</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and</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equipment</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above</a:t>
            </a:r>
            <a:r>
              <a:rPr lang="en-US" sz="2000" spc="-5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its</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safe</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working</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spc="-10" dirty="0">
                <a:solidFill>
                  <a:srgbClr val="5E5E5E"/>
                </a:solidFill>
                <a:latin typeface="Times New Roman" panose="02020603050405020304" pitchFamily="18" charset="0"/>
                <a:cs typeface="Times New Roman" panose="02020603050405020304" pitchFamily="18" charset="0"/>
              </a:rPr>
              <a:t>load.</a:t>
            </a:r>
            <a:endParaRPr lang="en-US" sz="2000" dirty="0">
              <a:latin typeface="Times New Roman" panose="02020603050405020304" pitchFamily="18" charset="0"/>
              <a:cs typeface="Times New Roman" panose="02020603050405020304" pitchFamily="18" charset="0"/>
            </a:endParaRPr>
          </a:p>
          <a:p>
            <a:pPr marL="246379" indent="-238125">
              <a:lnSpc>
                <a:spcPct val="100000"/>
              </a:lnSpc>
              <a:spcBef>
                <a:spcPts val="2440"/>
              </a:spcBef>
              <a:buSzPct val="95833"/>
              <a:buAutoNum type="arabicPeriod" startAt="6"/>
              <a:tabLst>
                <a:tab pos="246379" algn="l"/>
              </a:tabLst>
            </a:pPr>
            <a:r>
              <a:rPr lang="en-US" sz="2000" dirty="0">
                <a:solidFill>
                  <a:srgbClr val="5E5E5E"/>
                </a:solidFill>
                <a:latin typeface="Times New Roman" panose="02020603050405020304" pitchFamily="18" charset="0"/>
                <a:cs typeface="Times New Roman" panose="02020603050405020304" pitchFamily="18" charset="0"/>
              </a:rPr>
              <a:t>Don’t</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use</a:t>
            </a:r>
            <a:r>
              <a:rPr lang="en-US" sz="2000" spc="-5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makeshift</a:t>
            </a:r>
            <a:r>
              <a:rPr lang="en-US" sz="2000" spc="-50" dirty="0">
                <a:solidFill>
                  <a:srgbClr val="5E5E5E"/>
                </a:solidFill>
                <a:latin typeface="Times New Roman" panose="02020603050405020304" pitchFamily="18" charset="0"/>
                <a:cs typeface="Times New Roman" panose="02020603050405020304" pitchFamily="18" charset="0"/>
              </a:rPr>
              <a:t> </a:t>
            </a:r>
            <a:r>
              <a:rPr lang="en-US" sz="2000" spc="-10" dirty="0">
                <a:solidFill>
                  <a:srgbClr val="5E5E5E"/>
                </a:solidFill>
                <a:latin typeface="Times New Roman" panose="02020603050405020304" pitchFamily="18" charset="0"/>
                <a:cs typeface="Times New Roman" panose="02020603050405020304" pitchFamily="18" charset="0"/>
              </a:rPr>
              <a:t>arrangement</a:t>
            </a:r>
            <a:r>
              <a:rPr lang="en-US" sz="2000" spc="-5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for</a:t>
            </a:r>
            <a:r>
              <a:rPr lang="en-US" sz="2000" spc="-5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lifting</a:t>
            </a:r>
            <a:r>
              <a:rPr lang="en-US" sz="2000" spc="-5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the</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spc="-10" dirty="0">
                <a:solidFill>
                  <a:srgbClr val="5E5E5E"/>
                </a:solidFill>
                <a:latin typeface="Times New Roman" panose="02020603050405020304" pitchFamily="18" charset="0"/>
                <a:cs typeface="Times New Roman" panose="02020603050405020304" pitchFamily="18" charset="0"/>
              </a:rPr>
              <a:t>material.</a:t>
            </a:r>
            <a:endParaRPr lang="en-US" sz="2000" dirty="0">
              <a:latin typeface="Times New Roman" panose="02020603050405020304" pitchFamily="18" charset="0"/>
              <a:cs typeface="Times New Roman" panose="02020603050405020304" pitchFamily="18" charset="0"/>
            </a:endParaRPr>
          </a:p>
          <a:p>
            <a:pPr marL="274955" indent="-266700">
              <a:lnSpc>
                <a:spcPct val="100000"/>
              </a:lnSpc>
              <a:spcBef>
                <a:spcPts val="2440"/>
              </a:spcBef>
              <a:buSzPct val="95833"/>
              <a:buAutoNum type="arabicPeriod" startAt="6"/>
              <a:tabLst>
                <a:tab pos="274955" algn="l"/>
              </a:tabLst>
            </a:pPr>
            <a:r>
              <a:rPr lang="en-US" sz="2000" dirty="0">
                <a:solidFill>
                  <a:srgbClr val="5E5E5E"/>
                </a:solidFill>
                <a:latin typeface="Times New Roman" panose="02020603050405020304" pitchFamily="18" charset="0"/>
                <a:cs typeface="Times New Roman" panose="02020603050405020304" pitchFamily="18" charset="0"/>
              </a:rPr>
              <a:t>Don’t</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use</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equipment,</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tools,</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hoist</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and</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tackles</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with</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a</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missing</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label</a:t>
            </a:r>
            <a:r>
              <a:rPr lang="en-US" sz="2000" spc="-5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or</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spc="-20" dirty="0">
                <a:solidFill>
                  <a:srgbClr val="5E5E5E"/>
                </a:solidFill>
                <a:latin typeface="Times New Roman" panose="02020603050405020304" pitchFamily="18" charset="0"/>
                <a:cs typeface="Times New Roman" panose="02020603050405020304" pitchFamily="18" charset="0"/>
              </a:rPr>
              <a:t>tag.</a:t>
            </a:r>
            <a:endParaRPr lang="en-US" sz="2000" dirty="0">
              <a:latin typeface="Times New Roman" panose="02020603050405020304" pitchFamily="18" charset="0"/>
              <a:cs typeface="Times New Roman" panose="02020603050405020304" pitchFamily="18" charset="0"/>
            </a:endParaRPr>
          </a:p>
          <a:p>
            <a:pPr marL="266065" indent="-257175">
              <a:lnSpc>
                <a:spcPct val="100000"/>
              </a:lnSpc>
              <a:spcBef>
                <a:spcPts val="2440"/>
              </a:spcBef>
              <a:buSzPct val="95833"/>
              <a:buAutoNum type="arabicPeriod" startAt="6"/>
              <a:tabLst>
                <a:tab pos="266065" algn="l"/>
              </a:tabLst>
            </a:pPr>
            <a:r>
              <a:rPr lang="en-US" sz="2000" dirty="0">
                <a:solidFill>
                  <a:srgbClr val="5E5E5E"/>
                </a:solidFill>
                <a:latin typeface="Times New Roman" panose="02020603050405020304" pitchFamily="18" charset="0"/>
                <a:cs typeface="Times New Roman" panose="02020603050405020304" pitchFamily="18" charset="0"/>
              </a:rPr>
              <a:t>Don’t</a:t>
            </a:r>
            <a:r>
              <a:rPr lang="en-US" sz="2000" spc="-6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drag</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chains,</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ropes</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or</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cables</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on</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the</a:t>
            </a:r>
            <a:r>
              <a:rPr lang="en-US" sz="2000" spc="-60" dirty="0">
                <a:solidFill>
                  <a:srgbClr val="5E5E5E"/>
                </a:solidFill>
                <a:latin typeface="Times New Roman" panose="02020603050405020304" pitchFamily="18" charset="0"/>
                <a:cs typeface="Times New Roman" panose="02020603050405020304" pitchFamily="18" charset="0"/>
              </a:rPr>
              <a:t> </a:t>
            </a:r>
            <a:r>
              <a:rPr lang="en-US" sz="2000" spc="-10" dirty="0">
                <a:solidFill>
                  <a:srgbClr val="5E5E5E"/>
                </a:solidFill>
                <a:latin typeface="Times New Roman" panose="02020603050405020304" pitchFamily="18" charset="0"/>
                <a:cs typeface="Times New Roman" panose="02020603050405020304" pitchFamily="18" charset="0"/>
              </a:rPr>
              <a:t>floor</a:t>
            </a:r>
          </a:p>
          <a:p>
            <a:pPr marL="266065" indent="-257175">
              <a:spcBef>
                <a:spcPts val="2440"/>
              </a:spcBef>
              <a:buSzPct val="95833"/>
              <a:buFontTx/>
              <a:buAutoNum type="arabicPeriod" startAt="6"/>
              <a:tabLst>
                <a:tab pos="266065" algn="l"/>
              </a:tabLst>
            </a:pPr>
            <a:r>
              <a:rPr lang="en-US" sz="2000" dirty="0">
                <a:solidFill>
                  <a:srgbClr val="5E5E5E"/>
                </a:solidFill>
                <a:latin typeface="Times New Roman" panose="02020603050405020304" pitchFamily="18" charset="0"/>
                <a:cs typeface="Times New Roman" panose="02020603050405020304" pitchFamily="18" charset="0"/>
              </a:rPr>
              <a:t>Don’t</a:t>
            </a:r>
            <a:r>
              <a:rPr lang="en-US" sz="2000" spc="24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use</a:t>
            </a:r>
            <a:r>
              <a:rPr lang="en-US" sz="2000" spc="23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chemical</a:t>
            </a:r>
            <a:r>
              <a:rPr lang="en-US" sz="2000" spc="24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contaminated</a:t>
            </a:r>
            <a:r>
              <a:rPr lang="en-US" sz="2000" spc="23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web</a:t>
            </a:r>
            <a:r>
              <a:rPr lang="en-US" sz="2000" spc="24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slings,</a:t>
            </a:r>
            <a:r>
              <a:rPr lang="en-US" sz="2000" spc="24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wire</a:t>
            </a:r>
            <a:r>
              <a:rPr lang="en-US" sz="2000" spc="23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sling</a:t>
            </a:r>
            <a:r>
              <a:rPr lang="en-US" sz="2000" spc="240"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or</a:t>
            </a:r>
            <a:r>
              <a:rPr lang="en-US" sz="2000" spc="235" dirty="0">
                <a:solidFill>
                  <a:srgbClr val="5E5E5E"/>
                </a:solidFill>
                <a:latin typeface="Times New Roman" panose="02020603050405020304" pitchFamily="18" charset="0"/>
                <a:cs typeface="Times New Roman" panose="02020603050405020304" pitchFamily="18" charset="0"/>
              </a:rPr>
              <a:t> </a:t>
            </a:r>
            <a:r>
              <a:rPr lang="en-US" sz="2000" dirty="0">
                <a:solidFill>
                  <a:srgbClr val="5E5E5E"/>
                </a:solidFill>
                <a:latin typeface="Times New Roman" panose="02020603050405020304" pitchFamily="18" charset="0"/>
                <a:cs typeface="Times New Roman" panose="02020603050405020304" pitchFamily="18" charset="0"/>
              </a:rPr>
              <a:t>belt</a:t>
            </a:r>
            <a:r>
              <a:rPr lang="en-US" sz="2000" spc="240" dirty="0">
                <a:solidFill>
                  <a:srgbClr val="5E5E5E"/>
                </a:solidFill>
                <a:latin typeface="Times New Roman" panose="02020603050405020304" pitchFamily="18" charset="0"/>
                <a:cs typeface="Times New Roman" panose="02020603050405020304" pitchFamily="18" charset="0"/>
              </a:rPr>
              <a:t> </a:t>
            </a:r>
            <a:r>
              <a:rPr lang="en-US" sz="2000" spc="-10" dirty="0">
                <a:solidFill>
                  <a:srgbClr val="5E5E5E"/>
                </a:solidFill>
                <a:latin typeface="Times New Roman" panose="02020603050405020304" pitchFamily="18" charset="0"/>
                <a:cs typeface="Times New Roman" panose="02020603050405020304" pitchFamily="18" charset="0"/>
              </a:rPr>
              <a:t>without </a:t>
            </a:r>
            <a:r>
              <a:rPr lang="en-US" sz="2000" spc="-25" dirty="0">
                <a:solidFill>
                  <a:srgbClr val="5E5E5E"/>
                </a:solidFill>
                <a:latin typeface="Times New Roman" panose="02020603050405020304" pitchFamily="18" charset="0"/>
                <a:cs typeface="Times New Roman" panose="02020603050405020304" pitchFamily="18" charset="0"/>
              </a:rPr>
              <a:t>re-</a:t>
            </a:r>
            <a:r>
              <a:rPr lang="en-US" sz="2000" spc="-10" dirty="0">
                <a:solidFill>
                  <a:srgbClr val="5E5E5E"/>
                </a:solidFill>
                <a:latin typeface="Times New Roman" panose="02020603050405020304" pitchFamily="18" charset="0"/>
                <a:cs typeface="Times New Roman" panose="02020603050405020304" pitchFamily="18" charset="0"/>
              </a:rPr>
              <a:t>inspection.</a:t>
            </a:r>
            <a:endParaRPr lang="en-US" sz="2000" dirty="0">
              <a:latin typeface="Times New Roman" panose="02020603050405020304" pitchFamily="18" charset="0"/>
              <a:cs typeface="Times New Roman" panose="02020603050405020304" pitchFamily="18" charset="0"/>
            </a:endParaRPr>
          </a:p>
          <a:p>
            <a:pPr marL="8890">
              <a:lnSpc>
                <a:spcPct val="100000"/>
              </a:lnSpc>
              <a:spcBef>
                <a:spcPts val="2440"/>
              </a:spcBef>
              <a:buSzPct val="95833"/>
              <a:tabLst>
                <a:tab pos="266065" algn="l"/>
              </a:tabLst>
            </a:pP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44546A"/>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nvGrpSpPr>
          <p:cNvPr id="3" name="object 3"/>
          <p:cNvGrpSpPr/>
          <p:nvPr/>
        </p:nvGrpSpPr>
        <p:grpSpPr>
          <a:xfrm>
            <a:off x="845670" y="787400"/>
            <a:ext cx="10450830" cy="5219065"/>
            <a:chOff x="845670" y="787400"/>
            <a:chExt cx="10450830" cy="5219065"/>
          </a:xfrm>
        </p:grpSpPr>
        <p:sp>
          <p:nvSpPr>
            <p:cNvPr id="4" name="object 4"/>
            <p:cNvSpPr/>
            <p:nvPr/>
          </p:nvSpPr>
          <p:spPr>
            <a:xfrm>
              <a:off x="1062565" y="1161412"/>
              <a:ext cx="10221595" cy="4832350"/>
            </a:xfrm>
            <a:custGeom>
              <a:avLst/>
              <a:gdLst/>
              <a:ahLst/>
              <a:cxnLst/>
              <a:rect l="l" t="t" r="r" b="b"/>
              <a:pathLst>
                <a:path w="10221595" h="4832350">
                  <a:moveTo>
                    <a:pt x="10221118" y="4831741"/>
                  </a:moveTo>
                  <a:lnTo>
                    <a:pt x="0" y="4831741"/>
                  </a:lnTo>
                  <a:lnTo>
                    <a:pt x="0" y="0"/>
                  </a:lnTo>
                  <a:lnTo>
                    <a:pt x="10221118" y="0"/>
                  </a:lnTo>
                  <a:lnTo>
                    <a:pt x="10221118" y="4831741"/>
                  </a:lnTo>
                  <a:close/>
                </a:path>
              </a:pathLst>
            </a:custGeom>
            <a:solidFill>
              <a:srgbClr val="FFC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p:nvPr/>
          </p:nvSpPr>
          <p:spPr>
            <a:xfrm>
              <a:off x="1062565" y="1161412"/>
              <a:ext cx="10221595" cy="4832350"/>
            </a:xfrm>
            <a:custGeom>
              <a:avLst/>
              <a:gdLst/>
              <a:ahLst/>
              <a:cxnLst/>
              <a:rect l="l" t="t" r="r" b="b"/>
              <a:pathLst>
                <a:path w="10221595" h="4832350">
                  <a:moveTo>
                    <a:pt x="0" y="0"/>
                  </a:moveTo>
                  <a:lnTo>
                    <a:pt x="10221118" y="0"/>
                  </a:lnTo>
                  <a:lnTo>
                    <a:pt x="10221118" y="4831741"/>
                  </a:lnTo>
                  <a:lnTo>
                    <a:pt x="0" y="4831741"/>
                  </a:lnTo>
                  <a:lnTo>
                    <a:pt x="0" y="0"/>
                  </a:lnTo>
                  <a:close/>
                </a:path>
              </a:pathLst>
            </a:custGeom>
            <a:ln w="25399">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858370" y="800100"/>
              <a:ext cx="10221595" cy="4953000"/>
            </a:xfrm>
            <a:custGeom>
              <a:avLst/>
              <a:gdLst/>
              <a:ahLst/>
              <a:cxnLst/>
              <a:rect l="l" t="t" r="r" b="b"/>
              <a:pathLst>
                <a:path w="10221595" h="4953000">
                  <a:moveTo>
                    <a:pt x="10221118" y="4953001"/>
                  </a:moveTo>
                  <a:lnTo>
                    <a:pt x="0" y="4953001"/>
                  </a:lnTo>
                  <a:lnTo>
                    <a:pt x="0" y="0"/>
                  </a:lnTo>
                  <a:lnTo>
                    <a:pt x="10221118" y="0"/>
                  </a:lnTo>
                  <a:lnTo>
                    <a:pt x="10221118" y="4953001"/>
                  </a:lnTo>
                  <a:close/>
                </a:path>
              </a:pathLst>
            </a:custGeom>
            <a:solidFill>
              <a:srgbClr val="4472C4"/>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858370" y="800100"/>
              <a:ext cx="10221595" cy="4953000"/>
            </a:xfrm>
            <a:custGeom>
              <a:avLst/>
              <a:gdLst/>
              <a:ahLst/>
              <a:cxnLst/>
              <a:rect l="l" t="t" r="r" b="b"/>
              <a:pathLst>
                <a:path w="10221595" h="4953000">
                  <a:moveTo>
                    <a:pt x="0" y="0"/>
                  </a:moveTo>
                  <a:lnTo>
                    <a:pt x="10221118" y="0"/>
                  </a:lnTo>
                  <a:lnTo>
                    <a:pt x="10221118" y="4953001"/>
                  </a:lnTo>
                  <a:lnTo>
                    <a:pt x="0" y="4953001"/>
                  </a:lnTo>
                  <a:lnTo>
                    <a:pt x="0" y="0"/>
                  </a:lnTo>
                  <a:close/>
                </a:path>
              </a:pathLst>
            </a:custGeom>
            <a:ln w="25399">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072" y="1823718"/>
            <a:ext cx="7335520" cy="2618024"/>
          </a:xfrm>
          <a:prstGeom prst="rect">
            <a:avLst/>
          </a:prstGeom>
        </p:spPr>
        <p:txBody>
          <a:bodyPr vert="horz" wrap="square" lIns="0" tIns="116205" rIns="0" bIns="0" rtlCol="0">
            <a:spAutoFit/>
          </a:bodyPr>
          <a:lstStyle/>
          <a:p>
            <a:pPr marL="12700" marR="5080">
              <a:lnSpc>
                <a:spcPts val="6480"/>
              </a:lnSpc>
              <a:spcBef>
                <a:spcPts val="915"/>
              </a:spcBef>
            </a:pPr>
            <a:r>
              <a:rPr sz="6000" dirty="0">
                <a:latin typeface="Times New Roman" panose="02020603050405020304" pitchFamily="18" charset="0"/>
                <a:cs typeface="Times New Roman" panose="02020603050405020304" pitchFamily="18" charset="0"/>
              </a:rPr>
              <a:t>Material</a:t>
            </a:r>
            <a:r>
              <a:rPr sz="6000" spc="-175" dirty="0">
                <a:latin typeface="Times New Roman" panose="02020603050405020304" pitchFamily="18" charset="0"/>
                <a:cs typeface="Times New Roman" panose="02020603050405020304" pitchFamily="18" charset="0"/>
              </a:rPr>
              <a:t> </a:t>
            </a:r>
            <a:r>
              <a:rPr sz="6000" spc="-10" dirty="0">
                <a:latin typeface="Times New Roman" panose="02020603050405020304" pitchFamily="18" charset="0"/>
                <a:cs typeface="Times New Roman" panose="02020603050405020304" pitchFamily="18" charset="0"/>
              </a:rPr>
              <a:t>Handling </a:t>
            </a:r>
            <a:r>
              <a:rPr sz="6000" spc="-40" dirty="0">
                <a:latin typeface="Times New Roman" panose="02020603050405020304" pitchFamily="18" charset="0"/>
                <a:cs typeface="Times New Roman" panose="02020603050405020304" pitchFamily="18" charset="0"/>
              </a:rPr>
              <a:t>equipment-</a:t>
            </a:r>
            <a:r>
              <a:rPr sz="6000" dirty="0">
                <a:latin typeface="Times New Roman" panose="02020603050405020304" pitchFamily="18" charset="0"/>
                <a:cs typeface="Times New Roman" panose="02020603050405020304" pitchFamily="18" charset="0"/>
              </a:rPr>
              <a:t>operation</a:t>
            </a:r>
            <a:r>
              <a:rPr sz="6000" spc="-155" dirty="0">
                <a:latin typeface="Times New Roman" panose="02020603050405020304" pitchFamily="18" charset="0"/>
                <a:cs typeface="Times New Roman" panose="02020603050405020304" pitchFamily="18" charset="0"/>
              </a:rPr>
              <a:t> </a:t>
            </a:r>
            <a:r>
              <a:rPr sz="6000" spc="-50" dirty="0">
                <a:latin typeface="Times New Roman" panose="02020603050405020304" pitchFamily="18" charset="0"/>
                <a:cs typeface="Times New Roman" panose="02020603050405020304" pitchFamily="18" charset="0"/>
              </a:rPr>
              <a:t>&amp; </a:t>
            </a:r>
            <a:r>
              <a:rPr sz="6000" spc="-10" dirty="0">
                <a:latin typeface="Times New Roman" panose="02020603050405020304" pitchFamily="18" charset="0"/>
                <a:cs typeface="Times New Roman" panose="02020603050405020304" pitchFamily="18" charset="0"/>
              </a:rPr>
              <a:t>maintenance</a:t>
            </a:r>
            <a:endParaRPr sz="6000">
              <a:latin typeface="Times New Roman" panose="02020603050405020304" pitchFamily="18" charset="0"/>
              <a:cs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0"/>
            <a:ext cx="10744200" cy="6858000"/>
          </a:xfrm>
          <a:prstGeom prst="rect">
            <a:avLst/>
          </a:prstGeom>
        </p:spPr>
      </p:pic>
    </p:spTree>
    <p:extLst>
      <p:ext uri="{BB962C8B-B14F-4D97-AF65-F5344CB8AC3E}">
        <p14:creationId xmlns:p14="http://schemas.microsoft.com/office/powerpoint/2010/main" val="42274600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0"/>
            <a:ext cx="10820400" cy="6858000"/>
          </a:xfrm>
          <a:prstGeom prst="rect">
            <a:avLst/>
          </a:prstGeom>
        </p:spPr>
      </p:pic>
    </p:spTree>
    <p:extLst>
      <p:ext uri="{BB962C8B-B14F-4D97-AF65-F5344CB8AC3E}">
        <p14:creationId xmlns:p14="http://schemas.microsoft.com/office/powerpoint/2010/main" val="38730744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0"/>
            <a:ext cx="10668000" cy="6858000"/>
          </a:xfrm>
          <a:prstGeom prst="rect">
            <a:avLst/>
          </a:prstGeom>
        </p:spPr>
      </p:pic>
    </p:spTree>
    <p:extLst>
      <p:ext uri="{BB962C8B-B14F-4D97-AF65-F5344CB8AC3E}">
        <p14:creationId xmlns:p14="http://schemas.microsoft.com/office/powerpoint/2010/main" val="47046033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2000" y="0"/>
            <a:ext cx="10820400" cy="6858000"/>
          </a:xfrm>
          <a:prstGeom prst="rect">
            <a:avLst/>
          </a:prstGeom>
        </p:spPr>
      </p:pic>
    </p:spTree>
    <p:extLst>
      <p:ext uri="{BB962C8B-B14F-4D97-AF65-F5344CB8AC3E}">
        <p14:creationId xmlns:p14="http://schemas.microsoft.com/office/powerpoint/2010/main" val="42738337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10886"/>
            <a:ext cx="10896600" cy="6858000"/>
          </a:xfrm>
          <a:prstGeom prst="rect">
            <a:avLst/>
          </a:prstGeom>
        </p:spPr>
      </p:pic>
    </p:spTree>
    <p:extLst>
      <p:ext uri="{BB962C8B-B14F-4D97-AF65-F5344CB8AC3E}">
        <p14:creationId xmlns:p14="http://schemas.microsoft.com/office/powerpoint/2010/main" val="9774243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0"/>
            <a:ext cx="10820400" cy="6858000"/>
          </a:xfrm>
          <a:prstGeom prst="rect">
            <a:avLst/>
          </a:prstGeom>
        </p:spPr>
      </p:pic>
    </p:spTree>
    <p:extLst>
      <p:ext uri="{BB962C8B-B14F-4D97-AF65-F5344CB8AC3E}">
        <p14:creationId xmlns:p14="http://schemas.microsoft.com/office/powerpoint/2010/main" val="5170771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6054" y="685800"/>
            <a:ext cx="10832232" cy="659604"/>
          </a:xfrm>
          <a:prstGeom prst="rect">
            <a:avLst/>
          </a:prstGeom>
        </p:spPr>
        <p:txBody>
          <a:bodyPr vert="horz" wrap="square" lIns="0" tIns="88900" rIns="0" bIns="0" rtlCol="0">
            <a:spAutoFit/>
          </a:bodyPr>
          <a:lstStyle/>
          <a:p>
            <a:pPr marL="12700" marR="5080">
              <a:lnSpc>
                <a:spcPts val="4750"/>
              </a:lnSpc>
              <a:spcBef>
                <a:spcPts val="700"/>
              </a:spcBef>
            </a:pPr>
            <a:r>
              <a:rPr sz="3600" spc="-20" dirty="0">
                <a:solidFill>
                  <a:srgbClr val="FF0000"/>
                </a:solidFill>
                <a:latin typeface="Times New Roman" panose="02020603050405020304" pitchFamily="18" charset="0"/>
                <a:cs typeface="Times New Roman" panose="02020603050405020304" pitchFamily="18" charset="0"/>
              </a:rPr>
              <a:t>Maintenance</a:t>
            </a:r>
            <a:r>
              <a:rPr sz="3600" spc="-120" dirty="0">
                <a:solidFill>
                  <a:srgbClr val="FF0000"/>
                </a:solidFill>
                <a:latin typeface="Times New Roman" panose="02020603050405020304" pitchFamily="18" charset="0"/>
                <a:cs typeface="Times New Roman" panose="02020603050405020304" pitchFamily="18" charset="0"/>
              </a:rPr>
              <a:t> </a:t>
            </a:r>
            <a:r>
              <a:rPr sz="3600" dirty="0">
                <a:solidFill>
                  <a:srgbClr val="FF0000"/>
                </a:solidFill>
                <a:latin typeface="Times New Roman" panose="02020603050405020304" pitchFamily="18" charset="0"/>
                <a:cs typeface="Times New Roman" panose="02020603050405020304" pitchFamily="18" charset="0"/>
              </a:rPr>
              <a:t>of</a:t>
            </a:r>
            <a:r>
              <a:rPr sz="3600" spc="-120" dirty="0">
                <a:solidFill>
                  <a:srgbClr val="FF0000"/>
                </a:solidFill>
                <a:latin typeface="Times New Roman" panose="02020603050405020304" pitchFamily="18" charset="0"/>
                <a:cs typeface="Times New Roman" panose="02020603050405020304" pitchFamily="18" charset="0"/>
              </a:rPr>
              <a:t> </a:t>
            </a:r>
            <a:r>
              <a:rPr sz="3600" spc="-10" dirty="0">
                <a:solidFill>
                  <a:srgbClr val="FF0000"/>
                </a:solidFill>
                <a:latin typeface="Times New Roman" panose="02020603050405020304" pitchFamily="18" charset="0"/>
                <a:cs typeface="Times New Roman" panose="02020603050405020304" pitchFamily="18" charset="0"/>
              </a:rPr>
              <a:t>Material</a:t>
            </a:r>
            <a:r>
              <a:rPr sz="3600" spc="-114" dirty="0">
                <a:solidFill>
                  <a:srgbClr val="FF0000"/>
                </a:solidFill>
                <a:latin typeface="Times New Roman" panose="02020603050405020304" pitchFamily="18" charset="0"/>
                <a:cs typeface="Times New Roman" panose="02020603050405020304" pitchFamily="18" charset="0"/>
              </a:rPr>
              <a:t> </a:t>
            </a:r>
            <a:r>
              <a:rPr sz="3600" spc="-10" dirty="0">
                <a:solidFill>
                  <a:srgbClr val="FF0000"/>
                </a:solidFill>
                <a:latin typeface="Times New Roman" panose="02020603050405020304" pitchFamily="18" charset="0"/>
                <a:cs typeface="Times New Roman" panose="02020603050405020304" pitchFamily="18" charset="0"/>
              </a:rPr>
              <a:t>Handling equipment</a:t>
            </a:r>
            <a:endParaRPr sz="3600"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81000" y="1905000"/>
            <a:ext cx="11362457" cy="3512244"/>
          </a:xfrm>
          <a:prstGeom prst="rect">
            <a:avLst/>
          </a:prstGeom>
        </p:spPr>
        <p:txBody>
          <a:bodyPr vert="horz" wrap="square" lIns="0" tIns="12700" rIns="0" bIns="0" rtlCol="0">
            <a:spAutoFit/>
          </a:bodyPr>
          <a:lstStyle/>
          <a:p>
            <a:pPr marL="273685" marR="1109345" indent="-270510">
              <a:lnSpc>
                <a:spcPct val="139500"/>
              </a:lnSpc>
              <a:spcBef>
                <a:spcPts val="100"/>
              </a:spcBef>
              <a:buSzPct val="90384"/>
              <a:buFont typeface="Segoe UI Symbol"/>
              <a:buChar char="□"/>
              <a:tabLst>
                <a:tab pos="273685" algn="l"/>
              </a:tabLst>
            </a:pPr>
            <a:r>
              <a:rPr sz="2400" spc="-10" dirty="0">
                <a:latin typeface="Times New Roman" panose="02020603050405020304" pitchFamily="18" charset="0"/>
                <a:cs typeface="Times New Roman" panose="02020603050405020304" pitchFamily="18" charset="0"/>
              </a:rPr>
              <a:t>Production</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line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flow</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maintained</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only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if</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material</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handling equipment</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proper</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working</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order</a:t>
            </a:r>
            <a:endParaRPr sz="2400" dirty="0">
              <a:latin typeface="Times New Roman" panose="02020603050405020304" pitchFamily="18" charset="0"/>
              <a:cs typeface="Times New Roman" panose="02020603050405020304" pitchFamily="18" charset="0"/>
            </a:endParaRPr>
          </a:p>
          <a:p>
            <a:pPr marL="273685" indent="-269875">
              <a:lnSpc>
                <a:spcPct val="100000"/>
              </a:lnSpc>
              <a:spcBef>
                <a:spcPts val="2230"/>
              </a:spcBef>
              <a:buSzPct val="90384"/>
              <a:buFont typeface="Segoe UI Symbol"/>
              <a:buChar char="□"/>
              <a:tabLst>
                <a:tab pos="273685" algn="l"/>
              </a:tabLst>
            </a:pPr>
            <a:r>
              <a:rPr sz="2400" spc="-20" dirty="0">
                <a:solidFill>
                  <a:srgbClr val="7030A0"/>
                </a:solidFill>
                <a:latin typeface="Times New Roman" panose="02020603050405020304" pitchFamily="18" charset="0"/>
                <a:cs typeface="Times New Roman" panose="02020603050405020304" pitchFamily="18" charset="0"/>
              </a:rPr>
              <a:t>Preventive</a:t>
            </a:r>
            <a:r>
              <a:rPr sz="2400" spc="-60" dirty="0">
                <a:solidFill>
                  <a:srgbClr val="7030A0"/>
                </a:solidFill>
                <a:latin typeface="Times New Roman" panose="02020603050405020304" pitchFamily="18" charset="0"/>
                <a:cs typeface="Times New Roman" panose="02020603050405020304" pitchFamily="18" charset="0"/>
              </a:rPr>
              <a:t> </a:t>
            </a:r>
            <a:r>
              <a:rPr sz="2400" spc="-10" dirty="0">
                <a:solidFill>
                  <a:srgbClr val="7030A0"/>
                </a:solidFill>
                <a:latin typeface="Times New Roman" panose="02020603050405020304" pitchFamily="18" charset="0"/>
                <a:cs typeface="Times New Roman" panose="02020603050405020304" pitchFamily="18" charset="0"/>
              </a:rPr>
              <a:t>maintenance</a:t>
            </a:r>
            <a:r>
              <a:rPr sz="2400" spc="-45" dirty="0">
                <a:solidFill>
                  <a:srgbClr val="7030A0"/>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best</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technique.</a:t>
            </a:r>
            <a:endParaRPr sz="2400" dirty="0">
              <a:latin typeface="Times New Roman" panose="02020603050405020304" pitchFamily="18" charset="0"/>
              <a:cs typeface="Times New Roman" panose="02020603050405020304" pitchFamily="18" charset="0"/>
            </a:endParaRPr>
          </a:p>
          <a:p>
            <a:pPr marL="273050" indent="-269875">
              <a:lnSpc>
                <a:spcPct val="100000"/>
              </a:lnSpc>
              <a:spcBef>
                <a:spcPts val="2230"/>
              </a:spcBef>
              <a:buSzPct val="90384"/>
              <a:buFont typeface="Segoe UI Symbol"/>
              <a:buChar char="▪"/>
              <a:tabLst>
                <a:tab pos="273050" algn="l"/>
              </a:tabLst>
            </a:pPr>
            <a:r>
              <a:rPr sz="2400" dirty="0">
                <a:latin typeface="Times New Roman" panose="02020603050405020304" pitchFamily="18" charset="0"/>
                <a:cs typeface="Times New Roman" panose="02020603050405020304" pitchFamily="18" charset="0"/>
              </a:rPr>
              <a:t>Aim:</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8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uncover</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conditions</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leading</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8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breakdown/</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harmful</a:t>
            </a:r>
            <a:r>
              <a:rPr sz="2400" spc="-8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depreciation</a:t>
            </a:r>
            <a:endParaRPr sz="2400" dirty="0">
              <a:latin typeface="Times New Roman" panose="02020603050405020304" pitchFamily="18" charset="0"/>
              <a:cs typeface="Times New Roman" panose="02020603050405020304" pitchFamily="18" charset="0"/>
            </a:endParaRPr>
          </a:p>
          <a:p>
            <a:pPr marL="272415" marR="5080" indent="-269875">
              <a:lnSpc>
                <a:spcPct val="139500"/>
              </a:lnSpc>
              <a:spcBef>
                <a:spcPts val="1000"/>
              </a:spcBef>
              <a:buSzPct val="90384"/>
              <a:buFont typeface="Segoe UI Symbol"/>
              <a:buChar char="▪"/>
              <a:tabLst>
                <a:tab pos="273685" algn="l"/>
              </a:tabLst>
            </a:pPr>
            <a:r>
              <a:rPr sz="2400" dirty="0">
                <a:latin typeface="Times New Roman" panose="02020603050405020304" pitchFamily="18" charset="0"/>
                <a:cs typeface="Times New Roman" panose="02020603050405020304" pitchFamily="18" charset="0"/>
              </a:rPr>
              <a:t>The</a:t>
            </a:r>
            <a:r>
              <a:rPr sz="2400" spc="-9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equipment</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kept</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running</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hence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minimizing</a:t>
            </a:r>
            <a:r>
              <a:rPr sz="2400" spc="-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costly</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interruptions</a:t>
            </a:r>
            <a:r>
              <a:rPr sz="2400" spc="-9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in </a:t>
            </a:r>
            <a:r>
              <a:rPr sz="2400" dirty="0">
                <a:latin typeface="Times New Roman" panose="02020603050405020304" pitchFamily="18" charset="0"/>
                <a:cs typeface="Times New Roman" panose="02020603050405020304" pitchFamily="18" charset="0"/>
              </a:rPr>
              <a:t>the</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production</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schedule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762000"/>
            <a:ext cx="10366375" cy="705321"/>
          </a:xfrm>
          <a:prstGeom prst="rect">
            <a:avLst/>
          </a:prstGeom>
        </p:spPr>
        <p:txBody>
          <a:bodyPr vert="horz" wrap="square" lIns="0" tIns="88900" rIns="0" bIns="0" rtlCol="0">
            <a:spAutoFit/>
          </a:bodyPr>
          <a:lstStyle/>
          <a:p>
            <a:pPr marL="12700" marR="5080">
              <a:lnSpc>
                <a:spcPts val="4750"/>
              </a:lnSpc>
              <a:spcBef>
                <a:spcPts val="700"/>
              </a:spcBef>
            </a:pPr>
            <a:r>
              <a:rPr sz="4400" spc="-20" dirty="0">
                <a:solidFill>
                  <a:srgbClr val="FF0000"/>
                </a:solidFill>
                <a:latin typeface="Times New Roman" panose="02020603050405020304" pitchFamily="18" charset="0"/>
                <a:cs typeface="Times New Roman" panose="02020603050405020304" pitchFamily="18" charset="0"/>
              </a:rPr>
              <a:t>Maintenance</a:t>
            </a:r>
            <a:r>
              <a:rPr sz="4400" spc="-120" dirty="0">
                <a:solidFill>
                  <a:srgbClr val="FF0000"/>
                </a:solidFill>
                <a:latin typeface="Times New Roman" panose="02020603050405020304" pitchFamily="18" charset="0"/>
                <a:cs typeface="Times New Roman" panose="02020603050405020304" pitchFamily="18" charset="0"/>
              </a:rPr>
              <a:t> </a:t>
            </a:r>
            <a:r>
              <a:rPr sz="4400" dirty="0">
                <a:solidFill>
                  <a:srgbClr val="FF0000"/>
                </a:solidFill>
                <a:latin typeface="Times New Roman" panose="02020603050405020304" pitchFamily="18" charset="0"/>
                <a:cs typeface="Times New Roman" panose="02020603050405020304" pitchFamily="18" charset="0"/>
              </a:rPr>
              <a:t>of</a:t>
            </a:r>
            <a:r>
              <a:rPr sz="4400" spc="-120" dirty="0">
                <a:solidFill>
                  <a:srgbClr val="FF0000"/>
                </a:solidFill>
                <a:latin typeface="Times New Roman" panose="02020603050405020304" pitchFamily="18" charset="0"/>
                <a:cs typeface="Times New Roman" panose="02020603050405020304" pitchFamily="18" charset="0"/>
              </a:rPr>
              <a:t> </a:t>
            </a:r>
            <a:r>
              <a:rPr sz="4400" spc="-10" dirty="0">
                <a:solidFill>
                  <a:srgbClr val="FF0000"/>
                </a:solidFill>
                <a:latin typeface="Times New Roman" panose="02020603050405020304" pitchFamily="18" charset="0"/>
                <a:cs typeface="Times New Roman" panose="02020603050405020304" pitchFamily="18" charset="0"/>
              </a:rPr>
              <a:t>Material</a:t>
            </a:r>
            <a:r>
              <a:rPr sz="4400" spc="-114" dirty="0">
                <a:solidFill>
                  <a:srgbClr val="FF0000"/>
                </a:solidFill>
                <a:latin typeface="Times New Roman" panose="02020603050405020304" pitchFamily="18" charset="0"/>
                <a:cs typeface="Times New Roman" panose="02020603050405020304" pitchFamily="18" charset="0"/>
              </a:rPr>
              <a:t> </a:t>
            </a:r>
            <a:r>
              <a:rPr sz="4400" spc="-10" dirty="0">
                <a:solidFill>
                  <a:srgbClr val="FF0000"/>
                </a:solidFill>
                <a:latin typeface="Times New Roman" panose="02020603050405020304" pitchFamily="18" charset="0"/>
                <a:cs typeface="Times New Roman" panose="02020603050405020304" pitchFamily="18" charset="0"/>
              </a:rPr>
              <a:t>Handling equipment</a:t>
            </a:r>
            <a:endParaRPr sz="4400"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79393" y="2156901"/>
            <a:ext cx="10130155" cy="3562350"/>
          </a:xfrm>
          <a:prstGeom prst="rect">
            <a:avLst/>
          </a:prstGeom>
        </p:spPr>
        <p:txBody>
          <a:bodyPr vert="horz" wrap="square" lIns="0" tIns="16510" rIns="0" bIns="0" rtlCol="0">
            <a:spAutoFit/>
          </a:bodyPr>
          <a:lstStyle/>
          <a:p>
            <a:pPr marL="318135" indent="-269875">
              <a:lnSpc>
                <a:spcPct val="100000"/>
              </a:lnSpc>
              <a:spcBef>
                <a:spcPts val="130"/>
              </a:spcBef>
              <a:buFont typeface="Segoe UI Symbol"/>
              <a:buChar char="▪"/>
              <a:tabLst>
                <a:tab pos="318135" algn="l"/>
              </a:tabLst>
            </a:pPr>
            <a:r>
              <a:rPr sz="2350" dirty="0">
                <a:latin typeface="Times New Roman" panose="02020603050405020304" pitchFamily="18" charset="0"/>
                <a:cs typeface="Times New Roman" panose="02020603050405020304" pitchFamily="18" charset="0"/>
              </a:rPr>
              <a:t>Frequent</a:t>
            </a:r>
            <a:r>
              <a:rPr sz="2350" spc="1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inspection</a:t>
            </a:r>
            <a:r>
              <a:rPr sz="2350" spc="1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and</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examination</a:t>
            </a:r>
            <a:r>
              <a:rPr sz="2350" spc="1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of</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the</a:t>
            </a:r>
            <a:r>
              <a:rPr sz="2350" spc="1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material</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handling</a:t>
            </a:r>
            <a:r>
              <a:rPr sz="2350" spc="5" dirty="0">
                <a:latin typeface="Times New Roman" panose="02020603050405020304" pitchFamily="18" charset="0"/>
                <a:cs typeface="Times New Roman" panose="02020603050405020304" pitchFamily="18" charset="0"/>
              </a:rPr>
              <a:t> </a:t>
            </a:r>
            <a:r>
              <a:rPr sz="2350" spc="-10" dirty="0">
                <a:latin typeface="Times New Roman" panose="02020603050405020304" pitchFamily="18" charset="0"/>
                <a:cs typeface="Times New Roman" panose="02020603050405020304" pitchFamily="18" charset="0"/>
              </a:rPr>
              <a:t>equipment</a:t>
            </a:r>
            <a:endParaRPr sz="2350" dirty="0">
              <a:latin typeface="Times New Roman" panose="02020603050405020304" pitchFamily="18" charset="0"/>
              <a:cs typeface="Times New Roman" panose="02020603050405020304" pitchFamily="18" charset="0"/>
            </a:endParaRPr>
          </a:p>
          <a:p>
            <a:pPr marL="318135" indent="-269875">
              <a:lnSpc>
                <a:spcPct val="100000"/>
              </a:lnSpc>
              <a:spcBef>
                <a:spcPts val="2175"/>
              </a:spcBef>
              <a:buFont typeface="Segoe UI Symbol"/>
              <a:buChar char="▪"/>
              <a:tabLst>
                <a:tab pos="318135" algn="l"/>
              </a:tabLst>
            </a:pPr>
            <a:r>
              <a:rPr sz="2350" dirty="0">
                <a:latin typeface="Times New Roman" panose="02020603050405020304" pitchFamily="18" charset="0"/>
                <a:cs typeface="Times New Roman" panose="02020603050405020304" pitchFamily="18" charset="0"/>
              </a:rPr>
              <a:t>Eg:</a:t>
            </a:r>
            <a:r>
              <a:rPr sz="2350" spc="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lubrication,</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adjustment</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or</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repair</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while</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equipment</a:t>
            </a:r>
            <a:r>
              <a:rPr sz="2350" spc="1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is</a:t>
            </a:r>
            <a:r>
              <a:rPr sz="2350" spc="2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in</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minor</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stage</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of</a:t>
            </a:r>
            <a:r>
              <a:rPr sz="2350" spc="20" dirty="0">
                <a:latin typeface="Times New Roman" panose="02020603050405020304" pitchFamily="18" charset="0"/>
                <a:cs typeface="Times New Roman" panose="02020603050405020304" pitchFamily="18" charset="0"/>
              </a:rPr>
              <a:t> </a:t>
            </a:r>
            <a:r>
              <a:rPr sz="2350" spc="-10" dirty="0">
                <a:latin typeface="Times New Roman" panose="02020603050405020304" pitchFamily="18" charset="0"/>
                <a:cs typeface="Times New Roman" panose="02020603050405020304" pitchFamily="18" charset="0"/>
              </a:rPr>
              <a:t>defect</a:t>
            </a:r>
            <a:endParaRPr sz="2350" dirty="0">
              <a:latin typeface="Times New Roman" panose="02020603050405020304" pitchFamily="18" charset="0"/>
              <a:cs typeface="Times New Roman" panose="02020603050405020304" pitchFamily="18" charset="0"/>
            </a:endParaRPr>
          </a:p>
          <a:p>
            <a:pPr marL="318135" indent="-269875">
              <a:lnSpc>
                <a:spcPct val="100000"/>
              </a:lnSpc>
              <a:spcBef>
                <a:spcPts val="2180"/>
              </a:spcBef>
              <a:buFont typeface="Segoe UI Symbol"/>
              <a:buChar char="▪"/>
              <a:tabLst>
                <a:tab pos="318135" algn="l"/>
              </a:tabLst>
            </a:pPr>
            <a:r>
              <a:rPr sz="2350" dirty="0">
                <a:latin typeface="Times New Roman" panose="02020603050405020304" pitchFamily="18" charset="0"/>
                <a:cs typeface="Times New Roman" panose="02020603050405020304" pitchFamily="18" charset="0"/>
              </a:rPr>
              <a:t>The</a:t>
            </a:r>
            <a:r>
              <a:rPr sz="2350" spc="-2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3</a:t>
            </a:r>
            <a:r>
              <a:rPr sz="2350" spc="-2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stages</a:t>
            </a:r>
            <a:r>
              <a:rPr sz="2350" spc="-2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of</a:t>
            </a:r>
            <a:r>
              <a:rPr sz="2350" spc="-15"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preventive</a:t>
            </a:r>
            <a:r>
              <a:rPr sz="2350" spc="-20" dirty="0">
                <a:latin typeface="Times New Roman" panose="02020603050405020304" pitchFamily="18" charset="0"/>
                <a:cs typeface="Times New Roman" panose="02020603050405020304" pitchFamily="18" charset="0"/>
              </a:rPr>
              <a:t> </a:t>
            </a:r>
            <a:r>
              <a:rPr sz="2350" dirty="0">
                <a:latin typeface="Times New Roman" panose="02020603050405020304" pitchFamily="18" charset="0"/>
                <a:cs typeface="Times New Roman" panose="02020603050405020304" pitchFamily="18" charset="0"/>
              </a:rPr>
              <a:t>maintenance</a:t>
            </a:r>
            <a:r>
              <a:rPr sz="2350" spc="-15" dirty="0">
                <a:latin typeface="Times New Roman" panose="02020603050405020304" pitchFamily="18" charset="0"/>
                <a:cs typeface="Times New Roman" panose="02020603050405020304" pitchFamily="18" charset="0"/>
              </a:rPr>
              <a:t> </a:t>
            </a:r>
            <a:r>
              <a:rPr sz="2350" spc="-20" dirty="0">
                <a:latin typeface="Times New Roman" panose="02020603050405020304" pitchFamily="18" charset="0"/>
                <a:cs typeface="Times New Roman" panose="02020603050405020304" pitchFamily="18" charset="0"/>
              </a:rPr>
              <a:t>are:</a:t>
            </a:r>
            <a:endParaRPr sz="2350" dirty="0">
              <a:latin typeface="Times New Roman" panose="02020603050405020304" pitchFamily="18" charset="0"/>
              <a:cs typeface="Times New Roman" panose="02020603050405020304" pitchFamily="18" charset="0"/>
            </a:endParaRPr>
          </a:p>
          <a:p>
            <a:pPr marL="605155" indent="-592455">
              <a:lnSpc>
                <a:spcPct val="100000"/>
              </a:lnSpc>
              <a:spcBef>
                <a:spcPts val="2180"/>
              </a:spcBef>
              <a:buAutoNum type="arabicPeriod"/>
              <a:tabLst>
                <a:tab pos="605155" algn="l"/>
              </a:tabLst>
            </a:pPr>
            <a:r>
              <a:rPr sz="2350" spc="-10" dirty="0">
                <a:solidFill>
                  <a:srgbClr val="7030A0"/>
                </a:solidFill>
                <a:latin typeface="Times New Roman" panose="02020603050405020304" pitchFamily="18" charset="0"/>
                <a:cs typeface="Times New Roman" panose="02020603050405020304" pitchFamily="18" charset="0"/>
              </a:rPr>
              <a:t>Inspection</a:t>
            </a:r>
            <a:endParaRPr sz="2350" dirty="0">
              <a:latin typeface="Times New Roman" panose="02020603050405020304" pitchFamily="18" charset="0"/>
              <a:cs typeface="Times New Roman" panose="02020603050405020304" pitchFamily="18" charset="0"/>
            </a:endParaRPr>
          </a:p>
          <a:p>
            <a:pPr marL="605155" indent="-592455">
              <a:lnSpc>
                <a:spcPct val="100000"/>
              </a:lnSpc>
              <a:spcBef>
                <a:spcPts val="2175"/>
              </a:spcBef>
              <a:buAutoNum type="arabicPeriod"/>
              <a:tabLst>
                <a:tab pos="605155" algn="l"/>
              </a:tabLst>
            </a:pPr>
            <a:r>
              <a:rPr sz="2350" spc="-10" dirty="0">
                <a:solidFill>
                  <a:srgbClr val="7030A0"/>
                </a:solidFill>
                <a:latin typeface="Times New Roman" panose="02020603050405020304" pitchFamily="18" charset="0"/>
                <a:cs typeface="Times New Roman" panose="02020603050405020304" pitchFamily="18" charset="0"/>
              </a:rPr>
              <a:t>Repair</a:t>
            </a:r>
            <a:endParaRPr sz="2350" dirty="0">
              <a:latin typeface="Times New Roman" panose="02020603050405020304" pitchFamily="18" charset="0"/>
              <a:cs typeface="Times New Roman" panose="02020603050405020304" pitchFamily="18" charset="0"/>
            </a:endParaRPr>
          </a:p>
          <a:p>
            <a:pPr marL="605155" indent="-592455">
              <a:lnSpc>
                <a:spcPct val="100000"/>
              </a:lnSpc>
              <a:spcBef>
                <a:spcPts val="2180"/>
              </a:spcBef>
              <a:buAutoNum type="arabicPeriod"/>
              <a:tabLst>
                <a:tab pos="605155" algn="l"/>
              </a:tabLst>
            </a:pPr>
            <a:r>
              <a:rPr sz="2350" spc="-10" dirty="0">
                <a:solidFill>
                  <a:srgbClr val="7030A0"/>
                </a:solidFill>
                <a:latin typeface="Times New Roman" panose="02020603050405020304" pitchFamily="18" charset="0"/>
                <a:cs typeface="Times New Roman" panose="02020603050405020304" pitchFamily="18" charset="0"/>
              </a:rPr>
              <a:t>Overhaul</a:t>
            </a:r>
            <a:endParaRPr sz="23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9800" y="74250"/>
            <a:ext cx="9622790" cy="1079577"/>
          </a:xfrm>
          <a:prstGeom prst="rect">
            <a:avLst/>
          </a:prstGeom>
        </p:spPr>
        <p:txBody>
          <a:bodyPr vert="horz" wrap="square" lIns="0" tIns="129336" rIns="0" bIns="0" rtlCol="0">
            <a:spAutoFit/>
          </a:bodyPr>
          <a:lstStyle/>
          <a:p>
            <a:pPr marL="13970">
              <a:lnSpc>
                <a:spcPts val="4160"/>
              </a:lnSpc>
              <a:spcBef>
                <a:spcPts val="100"/>
              </a:spcBef>
            </a:pPr>
            <a:r>
              <a:rPr sz="3600" dirty="0">
                <a:latin typeface="Times New Roman" panose="02020603050405020304" pitchFamily="18" charset="0"/>
                <a:cs typeface="Times New Roman" panose="02020603050405020304" pitchFamily="18" charset="0"/>
              </a:rPr>
              <a:t>Maintenance</a:t>
            </a:r>
            <a:r>
              <a:rPr sz="3600" spc="-7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of</a:t>
            </a:r>
            <a:r>
              <a:rPr sz="3600" spc="-7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Material</a:t>
            </a:r>
            <a:r>
              <a:rPr sz="3600" spc="-7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Handling</a:t>
            </a:r>
            <a:r>
              <a:rPr sz="3600" spc="-75"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equipment:</a:t>
            </a:r>
            <a:endParaRPr sz="3600" dirty="0">
              <a:latin typeface="Times New Roman" panose="02020603050405020304" pitchFamily="18" charset="0"/>
              <a:cs typeface="Times New Roman" panose="02020603050405020304" pitchFamily="18" charset="0"/>
            </a:endParaRPr>
          </a:p>
          <a:p>
            <a:pPr marL="13970">
              <a:lnSpc>
                <a:spcPts val="3200"/>
              </a:lnSpc>
            </a:pPr>
            <a:r>
              <a:rPr sz="2800" b="1" spc="-20" dirty="0">
                <a:solidFill>
                  <a:srgbClr val="7030A0"/>
                </a:solidFill>
                <a:latin typeface="Times New Roman" panose="02020603050405020304" pitchFamily="18" charset="0"/>
                <a:cs typeface="Times New Roman" panose="02020603050405020304" pitchFamily="18" charset="0"/>
              </a:rPr>
              <a:t>Preventive</a:t>
            </a:r>
            <a:r>
              <a:rPr sz="2800" b="1" spc="-95" dirty="0">
                <a:solidFill>
                  <a:srgbClr val="7030A0"/>
                </a:solidFill>
                <a:latin typeface="Times New Roman" panose="02020603050405020304" pitchFamily="18" charset="0"/>
                <a:cs typeface="Times New Roman" panose="02020603050405020304" pitchFamily="18" charset="0"/>
              </a:rPr>
              <a:t> </a:t>
            </a:r>
            <a:r>
              <a:rPr sz="2800" b="1" spc="-10" dirty="0">
                <a:solidFill>
                  <a:srgbClr val="7030A0"/>
                </a:solidFill>
                <a:latin typeface="Times New Roman" panose="02020603050405020304" pitchFamily="18" charset="0"/>
                <a:cs typeface="Times New Roman" panose="02020603050405020304" pitchFamily="18" charset="0"/>
              </a:rPr>
              <a:t>maintenance</a:t>
            </a:r>
            <a:endParaRPr sz="2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055915" y="1371600"/>
            <a:ext cx="2514600" cy="936154"/>
          </a:xfrm>
          <a:prstGeom prst="rect">
            <a:avLst/>
          </a:prstGeom>
        </p:spPr>
        <p:txBody>
          <a:bodyPr vert="horz" wrap="square" lIns="0" tIns="12700" rIns="0" bIns="0" rtlCol="0">
            <a:spAutoFit/>
          </a:bodyPr>
          <a:lstStyle/>
          <a:p>
            <a:pPr marL="12700" marR="5080">
              <a:lnSpc>
                <a:spcPct val="124700"/>
              </a:lnSpc>
              <a:spcBef>
                <a:spcPts val="100"/>
              </a:spcBef>
            </a:pPr>
            <a:r>
              <a:rPr sz="2400" b="1" spc="-10" dirty="0">
                <a:latin typeface="Times New Roman" panose="02020603050405020304" pitchFamily="18" charset="0"/>
                <a:cs typeface="Times New Roman" panose="02020603050405020304" pitchFamily="18" charset="0"/>
              </a:rPr>
              <a:t>Hoists &amp;cranes </a:t>
            </a:r>
            <a:r>
              <a:rPr sz="2400" b="1" spc="-10" dirty="0">
                <a:solidFill>
                  <a:srgbClr val="7030A0"/>
                </a:solidFill>
                <a:latin typeface="Times New Roman" panose="02020603050405020304" pitchFamily="18" charset="0"/>
                <a:cs typeface="Times New Roman" panose="02020603050405020304" pitchFamily="18" charset="0"/>
              </a:rPr>
              <a:t>a)Inspection</a:t>
            </a:r>
            <a:endParaRPr sz="2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3847860" y="1305479"/>
            <a:ext cx="6212840" cy="1284605"/>
          </a:xfrm>
          <a:prstGeom prst="rect">
            <a:avLst/>
          </a:prstGeom>
        </p:spPr>
        <p:txBody>
          <a:bodyPr vert="horz" wrap="square" lIns="0" tIns="66040" rIns="0" bIns="0" rtlCol="0">
            <a:spAutoFit/>
          </a:bodyPr>
          <a:lstStyle/>
          <a:p>
            <a:pPr marL="194310" indent="-181610">
              <a:lnSpc>
                <a:spcPct val="100000"/>
              </a:lnSpc>
              <a:spcBef>
                <a:spcPts val="520"/>
              </a:spcBef>
              <a:buFont typeface="Arial MT"/>
              <a:buChar char="•"/>
              <a:tabLst>
                <a:tab pos="194310" algn="l"/>
              </a:tabLst>
            </a:pPr>
            <a:r>
              <a:rPr sz="2400" dirty="0">
                <a:latin typeface="Times New Roman" panose="02020603050405020304" pitchFamily="18" charset="0"/>
                <a:cs typeface="Times New Roman" panose="02020603050405020304" pitchFamily="18" charset="0"/>
              </a:rPr>
              <a:t>All</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parts</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inspected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wear</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5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tear</a:t>
            </a:r>
            <a:endParaRPr sz="2400" dirty="0">
              <a:latin typeface="Times New Roman" panose="02020603050405020304" pitchFamily="18" charset="0"/>
              <a:cs typeface="Times New Roman" panose="02020603050405020304" pitchFamily="18" charset="0"/>
            </a:endParaRPr>
          </a:p>
          <a:p>
            <a:pPr marL="194310" indent="-181610">
              <a:lnSpc>
                <a:spcPct val="100000"/>
              </a:lnSpc>
              <a:spcBef>
                <a:spcPts val="425"/>
              </a:spcBef>
              <a:buFont typeface="Arial MT"/>
              <a:buChar char="•"/>
              <a:tabLst>
                <a:tab pos="194310" algn="l"/>
              </a:tabLst>
            </a:pPr>
            <a:r>
              <a:rPr sz="2400" spc="-10" dirty="0">
                <a:latin typeface="Times New Roman" panose="02020603050405020304" pitchFamily="18" charset="0"/>
                <a:cs typeface="Times New Roman" panose="02020603050405020304" pitchFamily="18" charset="0"/>
              </a:rPr>
              <a:t>Worn</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out/unworkable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components</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7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removed</a:t>
            </a:r>
            <a:endParaRPr sz="2400" dirty="0">
              <a:latin typeface="Times New Roman" panose="02020603050405020304" pitchFamily="18" charset="0"/>
              <a:cs typeface="Times New Roman" panose="02020603050405020304" pitchFamily="18" charset="0"/>
            </a:endParaRPr>
          </a:p>
          <a:p>
            <a:pPr marL="194310" indent="-181610">
              <a:lnSpc>
                <a:spcPct val="100000"/>
              </a:lnSpc>
              <a:spcBef>
                <a:spcPts val="425"/>
              </a:spcBef>
              <a:buFont typeface="Arial MT"/>
              <a:buChar char="•"/>
              <a:tabLst>
                <a:tab pos="194310" algn="l"/>
              </a:tabLst>
            </a:pPr>
            <a:r>
              <a:rPr sz="2400" spc="-10" dirty="0">
                <a:latin typeface="Times New Roman" panose="02020603050405020304" pitchFamily="18" charset="0"/>
                <a:cs typeface="Times New Roman" panose="02020603050405020304" pitchFamily="18" charset="0"/>
              </a:rPr>
              <a:t>Brakes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7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adjusted</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lubrication</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7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provided</a:t>
            </a:r>
            <a:endParaRPr sz="24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939800" y="2840136"/>
            <a:ext cx="3093256" cy="936154"/>
          </a:xfrm>
          <a:prstGeom prst="rect">
            <a:avLst/>
          </a:prstGeom>
        </p:spPr>
        <p:txBody>
          <a:bodyPr vert="horz" wrap="square" lIns="0" tIns="12700" rIns="0" bIns="0" rtlCol="0">
            <a:spAutoFit/>
          </a:bodyPr>
          <a:lstStyle/>
          <a:p>
            <a:pPr marL="12700" marR="5080">
              <a:lnSpc>
                <a:spcPct val="124700"/>
              </a:lnSpc>
              <a:spcBef>
                <a:spcPts val="100"/>
              </a:spcBef>
            </a:pPr>
            <a:r>
              <a:rPr sz="2400" b="1" spc="-10" dirty="0">
                <a:solidFill>
                  <a:srgbClr val="282828"/>
                </a:solidFill>
                <a:latin typeface="Times New Roman" panose="02020603050405020304" pitchFamily="18" charset="0"/>
                <a:cs typeface="Times New Roman" panose="02020603050405020304" pitchFamily="18" charset="0"/>
              </a:rPr>
              <a:t>Hoists &amp;cranes </a:t>
            </a:r>
            <a:r>
              <a:rPr sz="2400" b="1" spc="-20" dirty="0">
                <a:solidFill>
                  <a:srgbClr val="7030A0"/>
                </a:solidFill>
                <a:latin typeface="Times New Roman" panose="02020603050405020304" pitchFamily="18" charset="0"/>
                <a:cs typeface="Times New Roman" panose="02020603050405020304" pitchFamily="18" charset="0"/>
              </a:rPr>
              <a:t>b)Repair</a:t>
            </a:r>
            <a:endParaRPr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3847860" y="2846021"/>
            <a:ext cx="7021830" cy="1328420"/>
          </a:xfrm>
          <a:prstGeom prst="rect">
            <a:avLst/>
          </a:prstGeom>
        </p:spPr>
        <p:txBody>
          <a:bodyPr vert="horz" wrap="square" lIns="0" tIns="113664" rIns="0" bIns="0" rtlCol="0">
            <a:spAutoFit/>
          </a:bodyPr>
          <a:lstStyle/>
          <a:p>
            <a:pPr marL="197485" marR="5080" indent="-185420">
              <a:lnSpc>
                <a:spcPct val="70600"/>
              </a:lnSpc>
              <a:spcBef>
                <a:spcPts val="894"/>
              </a:spcBef>
              <a:buFont typeface="Arial MT"/>
              <a:buChar char="•"/>
              <a:tabLst>
                <a:tab pos="198755" algn="l"/>
              </a:tabLst>
            </a:pPr>
            <a:r>
              <a:rPr sz="2200" dirty="0">
                <a:latin typeface="Times New Roman" panose="02020603050405020304" pitchFamily="18" charset="0"/>
                <a:cs typeface="Times New Roman" panose="02020603050405020304" pitchFamily="18" charset="0"/>
              </a:rPr>
              <a:t>The</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repairable</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parts</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after</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inspection</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corrected</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for</a:t>
            </a:r>
            <a:r>
              <a:rPr sz="2200" spc="-1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small 	repairs</a:t>
            </a:r>
            <a:endParaRPr sz="2200" dirty="0">
              <a:latin typeface="Times New Roman" panose="02020603050405020304" pitchFamily="18" charset="0"/>
              <a:cs typeface="Times New Roman" panose="02020603050405020304" pitchFamily="18" charset="0"/>
            </a:endParaRPr>
          </a:p>
          <a:p>
            <a:pPr marL="198120" indent="-185420">
              <a:lnSpc>
                <a:spcPct val="100000"/>
              </a:lnSpc>
              <a:spcBef>
                <a:spcPts val="225"/>
              </a:spcBef>
              <a:buFont typeface="Arial MT"/>
              <a:buChar char="•"/>
              <a:tabLst>
                <a:tab pos="198120" algn="l"/>
              </a:tabLst>
            </a:pPr>
            <a:r>
              <a:rPr sz="2200" dirty="0">
                <a:latin typeface="Times New Roman" panose="02020603050405020304" pitchFamily="18" charset="0"/>
                <a:cs typeface="Times New Roman" panose="02020603050405020304" pitchFamily="18" charset="0"/>
              </a:rPr>
              <a:t>Minor</a:t>
            </a:r>
            <a:r>
              <a:rPr sz="2200" spc="-3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defects</a:t>
            </a:r>
            <a:r>
              <a:rPr sz="2200" spc="-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3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rectified</a:t>
            </a:r>
            <a:endParaRPr sz="2200" dirty="0">
              <a:latin typeface="Times New Roman" panose="02020603050405020304" pitchFamily="18" charset="0"/>
              <a:cs typeface="Times New Roman" panose="02020603050405020304" pitchFamily="18" charset="0"/>
            </a:endParaRPr>
          </a:p>
          <a:p>
            <a:pPr marL="198120" indent="-185420">
              <a:lnSpc>
                <a:spcPct val="100000"/>
              </a:lnSpc>
              <a:spcBef>
                <a:spcPts val="225"/>
              </a:spcBef>
              <a:buFont typeface="Arial MT"/>
              <a:buChar char="•"/>
              <a:tabLst>
                <a:tab pos="198120" algn="l"/>
              </a:tabLst>
            </a:pPr>
            <a:r>
              <a:rPr sz="2200" dirty="0">
                <a:latin typeface="Times New Roman" panose="02020603050405020304" pitchFamily="18" charset="0"/>
                <a:cs typeface="Times New Roman" panose="02020603050405020304" pitchFamily="18" charset="0"/>
              </a:rPr>
              <a:t>Systems</a:t>
            </a:r>
            <a:r>
              <a:rPr sz="2200" spc="-5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like</a:t>
            </a:r>
            <a:r>
              <a:rPr sz="2200" spc="-5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Joints,</a:t>
            </a:r>
            <a:r>
              <a:rPr sz="2200" spc="-5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trolley,</a:t>
            </a:r>
            <a:r>
              <a:rPr sz="2200" spc="-5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brakes,</a:t>
            </a:r>
            <a:r>
              <a:rPr sz="2200" spc="-5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guards,</a:t>
            </a:r>
            <a:r>
              <a:rPr sz="2200" spc="-5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etc.,</a:t>
            </a:r>
            <a:r>
              <a:rPr sz="2200" spc="-5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5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repaired</a:t>
            </a:r>
            <a:endParaRPr sz="2200" dirty="0">
              <a:latin typeface="Times New Roman" panose="02020603050405020304" pitchFamily="18" charset="0"/>
              <a:cs typeface="Times New Roman" panose="02020603050405020304" pitchFamily="18" charset="0"/>
            </a:endParaRPr>
          </a:p>
        </p:txBody>
      </p:sp>
      <p:sp>
        <p:nvSpPr>
          <p:cNvPr id="7" name="object 3"/>
          <p:cNvSpPr txBox="1"/>
          <p:nvPr/>
        </p:nvSpPr>
        <p:spPr>
          <a:xfrm>
            <a:off x="939800" y="4800600"/>
            <a:ext cx="2286000" cy="936154"/>
          </a:xfrm>
          <a:prstGeom prst="rect">
            <a:avLst/>
          </a:prstGeom>
        </p:spPr>
        <p:txBody>
          <a:bodyPr vert="horz" wrap="square" lIns="0" tIns="12700" rIns="0" bIns="0" rtlCol="0">
            <a:spAutoFit/>
          </a:bodyPr>
          <a:lstStyle/>
          <a:p>
            <a:pPr marL="12700" marR="5080">
              <a:lnSpc>
                <a:spcPct val="124700"/>
              </a:lnSpc>
              <a:spcBef>
                <a:spcPts val="100"/>
              </a:spcBef>
            </a:pPr>
            <a:r>
              <a:rPr sz="2400" b="1" spc="-10" dirty="0">
                <a:latin typeface="Times New Roman" panose="02020603050405020304" pitchFamily="18" charset="0"/>
                <a:cs typeface="Times New Roman" panose="02020603050405020304" pitchFamily="18" charset="0"/>
              </a:rPr>
              <a:t>Hoists &amp;cranes </a:t>
            </a:r>
            <a:r>
              <a:rPr sz="2400" b="1" spc="-10" dirty="0">
                <a:solidFill>
                  <a:srgbClr val="7030A0"/>
                </a:solidFill>
                <a:latin typeface="Times New Roman" panose="02020603050405020304" pitchFamily="18" charset="0"/>
                <a:cs typeface="Times New Roman" panose="02020603050405020304" pitchFamily="18" charset="0"/>
              </a:rPr>
              <a:t>c)Overhaul</a:t>
            </a:r>
            <a:endParaRPr sz="2400" dirty="0">
              <a:latin typeface="Times New Roman" panose="02020603050405020304" pitchFamily="18" charset="0"/>
              <a:cs typeface="Times New Roman" panose="02020603050405020304" pitchFamily="18" charset="0"/>
            </a:endParaRPr>
          </a:p>
        </p:txBody>
      </p:sp>
      <p:sp>
        <p:nvSpPr>
          <p:cNvPr id="8" name="object 4"/>
          <p:cNvSpPr txBox="1"/>
          <p:nvPr/>
        </p:nvSpPr>
        <p:spPr>
          <a:xfrm>
            <a:off x="3847860" y="4604467"/>
            <a:ext cx="7099934" cy="1328420"/>
          </a:xfrm>
          <a:prstGeom prst="rect">
            <a:avLst/>
          </a:prstGeom>
        </p:spPr>
        <p:txBody>
          <a:bodyPr vert="horz" wrap="square" lIns="0" tIns="113664" rIns="0" bIns="0" rtlCol="0">
            <a:spAutoFit/>
          </a:bodyPr>
          <a:lstStyle/>
          <a:p>
            <a:pPr marL="197485" marR="5080" indent="-185420">
              <a:lnSpc>
                <a:spcPct val="70600"/>
              </a:lnSpc>
              <a:spcBef>
                <a:spcPts val="894"/>
              </a:spcBef>
              <a:buFont typeface="Arial MT"/>
              <a:buChar char="•"/>
              <a:tabLst>
                <a:tab pos="198755" algn="l"/>
              </a:tabLst>
            </a:pPr>
            <a:r>
              <a:rPr sz="2200" dirty="0">
                <a:latin typeface="Times New Roman" panose="02020603050405020304" pitchFamily="18" charset="0"/>
                <a:cs typeface="Times New Roman" panose="02020603050405020304" pitchFamily="18" charset="0"/>
              </a:rPr>
              <a:t>Involves</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dismantling</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the</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complete</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mechanism</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2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replacing 	</a:t>
            </a:r>
            <a:r>
              <a:rPr sz="2200" dirty="0">
                <a:latin typeface="Times New Roman" panose="02020603050405020304" pitchFamily="18" charset="0"/>
                <a:cs typeface="Times New Roman" panose="02020603050405020304" pitchFamily="18" charset="0"/>
              </a:rPr>
              <a:t>all</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damaged</a:t>
            </a:r>
            <a:r>
              <a:rPr sz="2200" spc="1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components.</a:t>
            </a:r>
            <a:endParaRPr sz="2200" dirty="0">
              <a:latin typeface="Times New Roman" panose="02020603050405020304" pitchFamily="18" charset="0"/>
              <a:cs typeface="Times New Roman" panose="02020603050405020304" pitchFamily="18" charset="0"/>
            </a:endParaRPr>
          </a:p>
          <a:p>
            <a:pPr marL="198120" indent="-185420">
              <a:lnSpc>
                <a:spcPct val="100000"/>
              </a:lnSpc>
              <a:spcBef>
                <a:spcPts val="225"/>
              </a:spcBef>
              <a:buFont typeface="Arial MT"/>
              <a:buChar char="•"/>
              <a:tabLst>
                <a:tab pos="198120" algn="l"/>
              </a:tabLst>
            </a:pPr>
            <a:r>
              <a:rPr sz="2200" dirty="0">
                <a:latin typeface="Times New Roman" panose="02020603050405020304" pitchFamily="18" charset="0"/>
                <a:cs typeface="Times New Roman" panose="02020603050405020304" pitchFamily="18" charset="0"/>
              </a:rPr>
              <a:t>Crane</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structure,</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pulley</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blocks,</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etc.,</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may</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be</a:t>
            </a:r>
            <a:r>
              <a:rPr sz="2200" spc="-1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replaced</a:t>
            </a:r>
            <a:endParaRPr sz="2200" dirty="0">
              <a:latin typeface="Times New Roman" panose="02020603050405020304" pitchFamily="18" charset="0"/>
              <a:cs typeface="Times New Roman" panose="02020603050405020304" pitchFamily="18" charset="0"/>
            </a:endParaRPr>
          </a:p>
          <a:p>
            <a:pPr marL="198120" indent="-185420">
              <a:lnSpc>
                <a:spcPct val="100000"/>
              </a:lnSpc>
              <a:spcBef>
                <a:spcPts val="225"/>
              </a:spcBef>
              <a:buFont typeface="Arial MT"/>
              <a:buChar char="•"/>
              <a:tabLst>
                <a:tab pos="198120" algn="l"/>
              </a:tabLst>
            </a:pPr>
            <a:r>
              <a:rPr sz="2200" dirty="0">
                <a:latin typeface="Times New Roman" panose="02020603050405020304" pitchFamily="18" charset="0"/>
                <a:cs typeface="Times New Roman" panose="02020603050405020304" pitchFamily="18" charset="0"/>
              </a:rPr>
              <a:t>Various sub-mechanisms may be aligned and </a:t>
            </a:r>
            <a:r>
              <a:rPr sz="2200" spc="-10" dirty="0">
                <a:latin typeface="Times New Roman" panose="02020603050405020304" pitchFamily="18" charset="0"/>
                <a:cs typeface="Times New Roman" panose="02020603050405020304" pitchFamily="18" charset="0"/>
              </a:rPr>
              <a:t>adjusted</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397478"/>
            <a:ext cx="9622790" cy="1079577"/>
          </a:xfrm>
          <a:prstGeom prst="rect">
            <a:avLst/>
          </a:prstGeom>
        </p:spPr>
        <p:txBody>
          <a:bodyPr vert="horz" wrap="square" lIns="0" tIns="129336" rIns="0" bIns="0" rtlCol="0">
            <a:spAutoFit/>
          </a:bodyPr>
          <a:lstStyle/>
          <a:p>
            <a:pPr marL="13970">
              <a:lnSpc>
                <a:spcPts val="4160"/>
              </a:lnSpc>
              <a:spcBef>
                <a:spcPts val="100"/>
              </a:spcBef>
            </a:pPr>
            <a:r>
              <a:rPr sz="3600" dirty="0">
                <a:latin typeface="Times New Roman" panose="02020603050405020304" pitchFamily="18" charset="0"/>
                <a:cs typeface="Times New Roman" panose="02020603050405020304" pitchFamily="18" charset="0"/>
              </a:rPr>
              <a:t>Maintenance</a:t>
            </a:r>
            <a:r>
              <a:rPr sz="3600" spc="-7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of</a:t>
            </a:r>
            <a:r>
              <a:rPr sz="3600" spc="-7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Material</a:t>
            </a:r>
            <a:r>
              <a:rPr sz="3600" spc="-7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Handling</a:t>
            </a:r>
            <a:r>
              <a:rPr sz="3600" spc="-75"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equipment:</a:t>
            </a:r>
            <a:endParaRPr sz="3600">
              <a:latin typeface="Times New Roman" panose="02020603050405020304" pitchFamily="18" charset="0"/>
              <a:cs typeface="Times New Roman" panose="02020603050405020304" pitchFamily="18" charset="0"/>
            </a:endParaRPr>
          </a:p>
          <a:p>
            <a:pPr marL="13970">
              <a:lnSpc>
                <a:spcPts val="3200"/>
              </a:lnSpc>
            </a:pPr>
            <a:r>
              <a:rPr sz="2800" b="1" spc="-20" dirty="0">
                <a:solidFill>
                  <a:srgbClr val="7030A0"/>
                </a:solidFill>
                <a:latin typeface="Times New Roman" panose="02020603050405020304" pitchFamily="18" charset="0"/>
                <a:cs typeface="Times New Roman" panose="02020603050405020304" pitchFamily="18" charset="0"/>
              </a:rPr>
              <a:t>Preventive</a:t>
            </a:r>
            <a:r>
              <a:rPr sz="2800" b="1" spc="-95" dirty="0">
                <a:solidFill>
                  <a:srgbClr val="7030A0"/>
                </a:solidFill>
                <a:latin typeface="Times New Roman" panose="02020603050405020304" pitchFamily="18" charset="0"/>
                <a:cs typeface="Times New Roman" panose="02020603050405020304" pitchFamily="18" charset="0"/>
              </a:rPr>
              <a:t> </a:t>
            </a:r>
            <a:r>
              <a:rPr sz="2800" b="1" spc="-10" dirty="0">
                <a:solidFill>
                  <a:srgbClr val="7030A0"/>
                </a:solidFill>
                <a:latin typeface="Times New Roman" panose="02020603050405020304" pitchFamily="18" charset="0"/>
                <a:cs typeface="Times New Roman" panose="02020603050405020304" pitchFamily="18" charset="0"/>
              </a:rPr>
              <a:t>maintenance</a:t>
            </a:r>
            <a:endParaRPr sz="2800">
              <a:latin typeface="Times New Roman" panose="02020603050405020304" pitchFamily="18" charset="0"/>
              <a:cs typeface="Times New Roman" panose="02020603050405020304" pitchFamily="18" charset="0"/>
            </a:endParaRPr>
          </a:p>
        </p:txBody>
      </p:sp>
      <p:sp>
        <p:nvSpPr>
          <p:cNvPr id="3" name="object 3"/>
          <p:cNvSpPr txBox="1"/>
          <p:nvPr/>
        </p:nvSpPr>
        <p:spPr>
          <a:xfrm>
            <a:off x="1330083" y="1642814"/>
            <a:ext cx="2463180" cy="936154"/>
          </a:xfrm>
          <a:prstGeom prst="rect">
            <a:avLst/>
          </a:prstGeom>
        </p:spPr>
        <p:txBody>
          <a:bodyPr vert="horz" wrap="square" lIns="0" tIns="12700" rIns="0" bIns="0" rtlCol="0">
            <a:spAutoFit/>
          </a:bodyPr>
          <a:lstStyle/>
          <a:p>
            <a:pPr marL="12700" marR="5080">
              <a:lnSpc>
                <a:spcPct val="124700"/>
              </a:lnSpc>
              <a:spcBef>
                <a:spcPts val="100"/>
              </a:spcBef>
            </a:pPr>
            <a:r>
              <a:rPr sz="2400" b="1" spc="-10" dirty="0">
                <a:latin typeface="Times New Roman" panose="02020603050405020304" pitchFamily="18" charset="0"/>
                <a:cs typeface="Times New Roman" panose="02020603050405020304" pitchFamily="18" charset="0"/>
              </a:rPr>
              <a:t>Conveyors </a:t>
            </a:r>
            <a:r>
              <a:rPr sz="2400" b="1" spc="-10" dirty="0">
                <a:solidFill>
                  <a:srgbClr val="7030A0"/>
                </a:solidFill>
                <a:latin typeface="Times New Roman" panose="02020603050405020304" pitchFamily="18" charset="0"/>
                <a:cs typeface="Times New Roman" panose="02020603050405020304" pitchFamily="18" charset="0"/>
              </a:rPr>
              <a:t>a)Inspection</a:t>
            </a:r>
            <a:endParaRPr sz="2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4036138" y="1533561"/>
            <a:ext cx="6661784" cy="1353820"/>
          </a:xfrm>
          <a:prstGeom prst="rect">
            <a:avLst/>
          </a:prstGeom>
        </p:spPr>
        <p:txBody>
          <a:bodyPr vert="horz" wrap="square" lIns="0" tIns="40640" rIns="0" bIns="0" rtlCol="0">
            <a:spAutoFit/>
          </a:bodyPr>
          <a:lstStyle/>
          <a:p>
            <a:pPr marL="198120" indent="-185420">
              <a:lnSpc>
                <a:spcPct val="100000"/>
              </a:lnSpc>
              <a:spcBef>
                <a:spcPts val="320"/>
              </a:spcBef>
              <a:buFont typeface="Arial MT"/>
              <a:buChar char="•"/>
              <a:tabLst>
                <a:tab pos="198120" algn="l"/>
              </a:tabLst>
            </a:pPr>
            <a:r>
              <a:rPr sz="2200" dirty="0">
                <a:latin typeface="Times New Roman" panose="02020603050405020304" pitchFamily="18" charset="0"/>
                <a:cs typeface="Times New Roman" panose="02020603050405020304" pitchFamily="18" charset="0"/>
              </a:rPr>
              <a:t>Belts/rollers</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inspected</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for</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tension</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wear</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1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tear</a:t>
            </a:r>
            <a:endParaRPr sz="2200" dirty="0">
              <a:latin typeface="Times New Roman" panose="02020603050405020304" pitchFamily="18" charset="0"/>
              <a:cs typeface="Times New Roman" panose="02020603050405020304" pitchFamily="18" charset="0"/>
            </a:endParaRPr>
          </a:p>
          <a:p>
            <a:pPr marL="198120" indent="-185420">
              <a:lnSpc>
                <a:spcPct val="100000"/>
              </a:lnSpc>
              <a:spcBef>
                <a:spcPts val="225"/>
              </a:spcBef>
              <a:buFont typeface="Arial MT"/>
              <a:buChar char="•"/>
              <a:tabLst>
                <a:tab pos="198120" algn="l"/>
              </a:tabLst>
            </a:pPr>
            <a:r>
              <a:rPr sz="2200" dirty="0">
                <a:latin typeface="Times New Roman" panose="02020603050405020304" pitchFamily="18" charset="0"/>
                <a:cs typeface="Times New Roman" panose="02020603050405020304" pitchFamily="18" charset="0"/>
              </a:rPr>
              <a:t>Gear</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box</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is</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properly</a:t>
            </a:r>
            <a:r>
              <a:rPr sz="2200" spc="-1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lubricated</a:t>
            </a:r>
            <a:endParaRPr sz="2200" dirty="0">
              <a:latin typeface="Times New Roman" panose="02020603050405020304" pitchFamily="18" charset="0"/>
              <a:cs typeface="Times New Roman" panose="02020603050405020304" pitchFamily="18" charset="0"/>
            </a:endParaRPr>
          </a:p>
          <a:p>
            <a:pPr marL="197485" marR="408305" indent="-185420">
              <a:lnSpc>
                <a:spcPct val="70600"/>
              </a:lnSpc>
              <a:spcBef>
                <a:spcPts val="1000"/>
              </a:spcBef>
              <a:buFont typeface="Arial MT"/>
              <a:buChar char="•"/>
              <a:tabLst>
                <a:tab pos="198755" algn="l"/>
              </a:tabLst>
            </a:pPr>
            <a:r>
              <a:rPr sz="2200" dirty="0">
                <a:latin typeface="Times New Roman" panose="02020603050405020304" pitchFamily="18" charset="0"/>
                <a:cs typeface="Times New Roman" panose="02020603050405020304" pitchFamily="18" charset="0"/>
              </a:rPr>
              <a:t>various</a:t>
            </a:r>
            <a:r>
              <a:rPr sz="2200" spc="-2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fasteners</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tightened</a:t>
            </a:r>
            <a:r>
              <a:rPr sz="2200" spc="-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safety</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guards</a:t>
            </a:r>
            <a:r>
              <a:rPr sz="2200" spc="-25" dirty="0">
                <a:latin typeface="Times New Roman" panose="02020603050405020304" pitchFamily="18" charset="0"/>
                <a:cs typeface="Times New Roman" panose="02020603050405020304" pitchFamily="18" charset="0"/>
              </a:rPr>
              <a:t> are 	</a:t>
            </a:r>
            <a:r>
              <a:rPr sz="2200" spc="-10" dirty="0">
                <a:latin typeface="Times New Roman" panose="02020603050405020304" pitchFamily="18" charset="0"/>
                <a:cs typeface="Times New Roman" panose="02020603050405020304" pitchFamily="18" charset="0"/>
              </a:rPr>
              <a:t>checked.</a:t>
            </a:r>
            <a:endParaRPr sz="22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1330083" y="3248072"/>
            <a:ext cx="2517777" cy="861646"/>
          </a:xfrm>
          <a:prstGeom prst="rect">
            <a:avLst/>
          </a:prstGeom>
        </p:spPr>
        <p:txBody>
          <a:bodyPr vert="horz" wrap="square" lIns="0" tIns="12065" rIns="0" bIns="0" rtlCol="0">
            <a:spAutoFit/>
          </a:bodyPr>
          <a:lstStyle/>
          <a:p>
            <a:pPr marL="12700" marR="5080">
              <a:lnSpc>
                <a:spcPct val="114900"/>
              </a:lnSpc>
              <a:spcBef>
                <a:spcPts val="95"/>
              </a:spcBef>
            </a:pPr>
            <a:r>
              <a:rPr sz="2400" b="1" spc="-25" dirty="0">
                <a:latin typeface="Times New Roman" panose="02020603050405020304" pitchFamily="18" charset="0"/>
                <a:cs typeface="Times New Roman" panose="02020603050405020304" pitchFamily="18" charset="0"/>
              </a:rPr>
              <a:t>Conveyors </a:t>
            </a:r>
            <a:r>
              <a:rPr sz="2400" b="1" spc="-10" dirty="0">
                <a:solidFill>
                  <a:srgbClr val="7030A0"/>
                </a:solidFill>
                <a:latin typeface="Times New Roman" panose="02020603050405020304" pitchFamily="18" charset="0"/>
                <a:cs typeface="Times New Roman" panose="02020603050405020304" pitchFamily="18" charset="0"/>
              </a:rPr>
              <a:t>b)Repair</a:t>
            </a:r>
            <a:endParaRPr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4036138" y="3082312"/>
            <a:ext cx="7038340" cy="1193165"/>
          </a:xfrm>
          <a:prstGeom prst="rect">
            <a:avLst/>
          </a:prstGeom>
        </p:spPr>
        <p:txBody>
          <a:bodyPr vert="horz" wrap="square" lIns="0" tIns="107950" rIns="0" bIns="0" rtlCol="0">
            <a:spAutoFit/>
          </a:bodyPr>
          <a:lstStyle/>
          <a:p>
            <a:pPr marL="198120" indent="-185420">
              <a:lnSpc>
                <a:spcPct val="100000"/>
              </a:lnSpc>
              <a:spcBef>
                <a:spcPts val="850"/>
              </a:spcBef>
              <a:buFont typeface="Arial MT"/>
              <a:buChar char="•"/>
              <a:tabLst>
                <a:tab pos="198120" algn="l"/>
                <a:tab pos="5015865" algn="l"/>
              </a:tabLst>
            </a:pPr>
            <a:r>
              <a:rPr sz="2200" dirty="0">
                <a:latin typeface="Times New Roman" panose="02020603050405020304" pitchFamily="18" charset="0"/>
                <a:cs typeface="Times New Roman" panose="02020603050405020304" pitchFamily="18" charset="0"/>
              </a:rPr>
              <a:t>Rollers</a:t>
            </a:r>
            <a:r>
              <a:rPr sz="2200" spc="-3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3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belts</a:t>
            </a:r>
            <a:r>
              <a:rPr sz="2200" spc="-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3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checked,</a:t>
            </a:r>
            <a:r>
              <a:rPr sz="2200" spc="-3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adjusted</a:t>
            </a:r>
            <a:r>
              <a:rPr sz="2200" spc="-25" dirty="0">
                <a:latin typeface="Times New Roman" panose="02020603050405020304" pitchFamily="18" charset="0"/>
                <a:cs typeface="Times New Roman" panose="02020603050405020304" pitchFamily="18" charset="0"/>
              </a:rPr>
              <a:t> </a:t>
            </a:r>
            <a:r>
              <a:rPr sz="2200" spc="-50" dirty="0">
                <a:latin typeface="Times New Roman" panose="02020603050405020304" pitchFamily="18" charset="0"/>
                <a:cs typeface="Times New Roman" panose="02020603050405020304" pitchFamily="18" charset="0"/>
              </a:rPr>
              <a:t>&amp;</a:t>
            </a:r>
            <a:r>
              <a:rPr sz="22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repaired.</a:t>
            </a:r>
            <a:endParaRPr sz="2200" dirty="0">
              <a:latin typeface="Times New Roman" panose="02020603050405020304" pitchFamily="18" charset="0"/>
              <a:cs typeface="Times New Roman" panose="02020603050405020304" pitchFamily="18" charset="0"/>
            </a:endParaRPr>
          </a:p>
          <a:p>
            <a:pPr marL="197485" marR="5080" indent="-185420">
              <a:lnSpc>
                <a:spcPts val="2400"/>
              </a:lnSpc>
              <a:spcBef>
                <a:spcPts val="1040"/>
              </a:spcBef>
              <a:buFont typeface="Arial MT"/>
              <a:buChar char="•"/>
              <a:tabLst>
                <a:tab pos="198755" algn="l"/>
                <a:tab pos="5320030" algn="l"/>
              </a:tabLst>
            </a:pPr>
            <a:r>
              <a:rPr sz="2200" dirty="0">
                <a:latin typeface="Times New Roman" panose="02020603050405020304" pitchFamily="18" charset="0"/>
                <a:cs typeface="Times New Roman" panose="02020603050405020304" pitchFamily="18" charset="0"/>
              </a:rPr>
              <a:t>Couplings</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packings,</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safety</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guards,</a:t>
            </a:r>
            <a:r>
              <a:rPr sz="2200" spc="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bearings,</a:t>
            </a:r>
            <a:r>
              <a:rPr sz="2200" dirty="0">
                <a:latin typeface="Times New Roman" panose="02020603050405020304" pitchFamily="18" charset="0"/>
                <a:cs typeface="Times New Roman" panose="02020603050405020304" pitchFamily="18" charset="0"/>
              </a:rPr>
              <a:t>	fastener</a:t>
            </a:r>
            <a:r>
              <a:rPr sz="2200" spc="-1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joints, 	</a:t>
            </a:r>
            <a:r>
              <a:rPr sz="2200" dirty="0">
                <a:latin typeface="Times New Roman" panose="02020603050405020304" pitchFamily="18" charset="0"/>
                <a:cs typeface="Times New Roman" panose="02020603050405020304" pitchFamily="18" charset="0"/>
              </a:rPr>
              <a:t>etc.,</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adjusted</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or</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repaired</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as</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per</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their</a:t>
            </a:r>
            <a:r>
              <a:rPr sz="2200" spc="-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conditions.</a:t>
            </a:r>
            <a:endParaRPr sz="2200" dirty="0">
              <a:latin typeface="Times New Roman" panose="02020603050405020304" pitchFamily="18" charset="0"/>
              <a:cs typeface="Times New Roman" panose="02020603050405020304" pitchFamily="18" charset="0"/>
            </a:endParaRPr>
          </a:p>
        </p:txBody>
      </p:sp>
      <p:sp>
        <p:nvSpPr>
          <p:cNvPr id="7" name="object 3"/>
          <p:cNvSpPr txBox="1"/>
          <p:nvPr/>
        </p:nvSpPr>
        <p:spPr>
          <a:xfrm>
            <a:off x="1301054" y="4759733"/>
            <a:ext cx="1929780" cy="936154"/>
          </a:xfrm>
          <a:prstGeom prst="rect">
            <a:avLst/>
          </a:prstGeom>
        </p:spPr>
        <p:txBody>
          <a:bodyPr vert="horz" wrap="square" lIns="0" tIns="12700" rIns="0" bIns="0" rtlCol="0">
            <a:spAutoFit/>
          </a:bodyPr>
          <a:lstStyle/>
          <a:p>
            <a:pPr marL="12700" marR="5080">
              <a:lnSpc>
                <a:spcPct val="124700"/>
              </a:lnSpc>
              <a:spcBef>
                <a:spcPts val="100"/>
              </a:spcBef>
            </a:pPr>
            <a:r>
              <a:rPr sz="2400" b="1" spc="-10" dirty="0">
                <a:latin typeface="Times New Roman" panose="02020603050405020304" pitchFamily="18" charset="0"/>
                <a:cs typeface="Times New Roman" panose="02020603050405020304" pitchFamily="18" charset="0"/>
              </a:rPr>
              <a:t>Conveyors </a:t>
            </a:r>
            <a:r>
              <a:rPr sz="2400" b="1" spc="-10" dirty="0">
                <a:solidFill>
                  <a:srgbClr val="7030A0"/>
                </a:solidFill>
                <a:latin typeface="Times New Roman" panose="02020603050405020304" pitchFamily="18" charset="0"/>
                <a:cs typeface="Times New Roman" panose="02020603050405020304" pitchFamily="18" charset="0"/>
              </a:rPr>
              <a:t>c)Overhaul</a:t>
            </a:r>
            <a:endParaRPr sz="2400" dirty="0">
              <a:latin typeface="Times New Roman" panose="02020603050405020304" pitchFamily="18" charset="0"/>
              <a:cs typeface="Times New Roman" panose="02020603050405020304" pitchFamily="18" charset="0"/>
            </a:endParaRPr>
          </a:p>
        </p:txBody>
      </p:sp>
      <p:sp>
        <p:nvSpPr>
          <p:cNvPr id="8" name="object 4"/>
          <p:cNvSpPr txBox="1"/>
          <p:nvPr/>
        </p:nvSpPr>
        <p:spPr>
          <a:xfrm>
            <a:off x="4036138" y="4577805"/>
            <a:ext cx="5578475" cy="363855"/>
          </a:xfrm>
          <a:prstGeom prst="rect">
            <a:avLst/>
          </a:prstGeom>
        </p:spPr>
        <p:txBody>
          <a:bodyPr vert="horz" wrap="square" lIns="0" tIns="15240" rIns="0" bIns="0" rtlCol="0">
            <a:spAutoFit/>
          </a:bodyPr>
          <a:lstStyle/>
          <a:p>
            <a:pPr marL="198120" indent="-185420">
              <a:lnSpc>
                <a:spcPct val="100000"/>
              </a:lnSpc>
              <a:spcBef>
                <a:spcPts val="120"/>
              </a:spcBef>
              <a:buFont typeface="Arial MT"/>
              <a:buChar char="•"/>
              <a:tabLst>
                <a:tab pos="198120" algn="l"/>
              </a:tabLst>
            </a:pPr>
            <a:r>
              <a:rPr sz="2200" dirty="0">
                <a:latin typeface="Times New Roman" panose="02020603050405020304" pitchFamily="18" charset="0"/>
                <a:cs typeface="Times New Roman" panose="02020603050405020304" pitchFamily="18" charset="0"/>
              </a:rPr>
              <a:t>The</a:t>
            </a:r>
            <a:r>
              <a:rPr sz="2200" spc="-6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conveyor</a:t>
            </a:r>
            <a:r>
              <a:rPr sz="2200" spc="-5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system</a:t>
            </a:r>
            <a:r>
              <a:rPr sz="2200" spc="-6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is</a:t>
            </a:r>
            <a:r>
              <a:rPr sz="2200" spc="-5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completely</a:t>
            </a:r>
            <a:r>
              <a:rPr sz="2200" spc="-6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dismantled.</a:t>
            </a:r>
            <a:endParaRPr sz="2200" dirty="0">
              <a:latin typeface="Times New Roman" panose="02020603050405020304" pitchFamily="18" charset="0"/>
              <a:cs typeface="Times New Roman" panose="02020603050405020304" pitchFamily="18" charset="0"/>
            </a:endParaRPr>
          </a:p>
        </p:txBody>
      </p:sp>
      <p:sp>
        <p:nvSpPr>
          <p:cNvPr id="9" name="object 5"/>
          <p:cNvSpPr txBox="1"/>
          <p:nvPr/>
        </p:nvSpPr>
        <p:spPr>
          <a:xfrm>
            <a:off x="4047024" y="4912631"/>
            <a:ext cx="7103745" cy="837565"/>
          </a:xfrm>
          <a:prstGeom prst="rect">
            <a:avLst/>
          </a:prstGeom>
        </p:spPr>
        <p:txBody>
          <a:bodyPr vert="horz" wrap="square" lIns="0" tIns="113664" rIns="0" bIns="0" rtlCol="0">
            <a:spAutoFit/>
          </a:bodyPr>
          <a:lstStyle/>
          <a:p>
            <a:pPr marL="197485" marR="5080" indent="-185420" algn="just">
              <a:lnSpc>
                <a:spcPct val="70600"/>
              </a:lnSpc>
              <a:spcBef>
                <a:spcPts val="894"/>
              </a:spcBef>
              <a:buFont typeface="Arial MT"/>
              <a:buChar char="•"/>
              <a:tabLst>
                <a:tab pos="198755" algn="l"/>
              </a:tabLst>
            </a:pPr>
            <a:r>
              <a:rPr sz="2200" dirty="0">
                <a:latin typeface="Times New Roman" panose="02020603050405020304" pitchFamily="18" charset="0"/>
                <a:cs typeface="Times New Roman" panose="02020603050405020304" pitchFamily="18" charset="0"/>
              </a:rPr>
              <a:t>Components,</a:t>
            </a:r>
            <a:r>
              <a:rPr sz="2200" spc="27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worn</a:t>
            </a:r>
            <a:r>
              <a:rPr sz="2200" spc="28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out</a:t>
            </a:r>
            <a:r>
              <a:rPr sz="2200" spc="28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28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beyond</a:t>
            </a:r>
            <a:r>
              <a:rPr sz="2200" spc="27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repair</a:t>
            </a:r>
            <a:r>
              <a:rPr sz="2200" spc="28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like</a:t>
            </a:r>
            <a:r>
              <a:rPr sz="2200" spc="28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belts, 	</a:t>
            </a:r>
            <a:r>
              <a:rPr sz="2200" dirty="0">
                <a:latin typeface="Times New Roman" panose="02020603050405020304" pitchFamily="18" charset="0"/>
                <a:cs typeface="Times New Roman" panose="02020603050405020304" pitchFamily="18" charset="0"/>
              </a:rPr>
              <a:t>bearings,</a:t>
            </a:r>
            <a:r>
              <a:rPr sz="2200" spc="29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oil</a:t>
            </a:r>
            <a:r>
              <a:rPr sz="2200" spc="29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seals,</a:t>
            </a:r>
            <a:r>
              <a:rPr sz="2200" spc="29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rollers,</a:t>
            </a:r>
            <a:r>
              <a:rPr sz="2200" spc="29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drums,</a:t>
            </a:r>
            <a:r>
              <a:rPr sz="2200" spc="29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fasteners,</a:t>
            </a:r>
            <a:r>
              <a:rPr sz="2200" spc="29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29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couplings 	</a:t>
            </a:r>
            <a:r>
              <a:rPr sz="2200" dirty="0">
                <a:latin typeface="Times New Roman" panose="02020603050405020304" pitchFamily="18" charset="0"/>
                <a:cs typeface="Times New Roman" panose="02020603050405020304" pitchFamily="18" charset="0"/>
              </a:rPr>
              <a:t>are</a:t>
            </a:r>
            <a:r>
              <a:rPr sz="2200" spc="-2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replaced.</a:t>
            </a:r>
            <a:endParaRPr sz="2200" dirty="0">
              <a:latin typeface="Times New Roman" panose="02020603050405020304" pitchFamily="18" charset="0"/>
              <a:cs typeface="Times New Roman" panose="02020603050405020304" pitchFamily="18" charset="0"/>
            </a:endParaRPr>
          </a:p>
        </p:txBody>
      </p:sp>
      <p:sp>
        <p:nvSpPr>
          <p:cNvPr id="10" name="object 6"/>
          <p:cNvSpPr txBox="1"/>
          <p:nvPr/>
        </p:nvSpPr>
        <p:spPr>
          <a:xfrm>
            <a:off x="4014639" y="5695887"/>
            <a:ext cx="7091680" cy="600710"/>
          </a:xfrm>
          <a:prstGeom prst="rect">
            <a:avLst/>
          </a:prstGeom>
        </p:spPr>
        <p:txBody>
          <a:bodyPr vert="horz" wrap="square" lIns="0" tIns="113664" rIns="0" bIns="0" rtlCol="0">
            <a:spAutoFit/>
          </a:bodyPr>
          <a:lstStyle/>
          <a:p>
            <a:pPr marL="197485" marR="5080" indent="-185420">
              <a:lnSpc>
                <a:spcPct val="70600"/>
              </a:lnSpc>
              <a:spcBef>
                <a:spcPts val="894"/>
              </a:spcBef>
              <a:buFont typeface="Arial MT"/>
              <a:buChar char="•"/>
              <a:tabLst>
                <a:tab pos="198755" algn="l"/>
              </a:tabLst>
            </a:pPr>
            <a:r>
              <a:rPr sz="2200" dirty="0">
                <a:latin typeface="Times New Roman" panose="02020603050405020304" pitchFamily="18" charset="0"/>
                <a:cs typeface="Times New Roman" panose="02020603050405020304" pitchFamily="18" charset="0"/>
              </a:rPr>
              <a:t>Structures,</a:t>
            </a:r>
            <a:r>
              <a:rPr sz="2200" spc="1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safety</a:t>
            </a:r>
            <a:r>
              <a:rPr sz="2200" spc="1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guards,</a:t>
            </a:r>
            <a:r>
              <a:rPr sz="2200" spc="10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etc.,</a:t>
            </a:r>
            <a:r>
              <a:rPr sz="2200" spc="1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may</a:t>
            </a:r>
            <a:r>
              <a:rPr sz="2200" spc="10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be</a:t>
            </a:r>
            <a:r>
              <a:rPr sz="2200" spc="1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repaired</a:t>
            </a:r>
            <a:r>
              <a:rPr sz="2200" spc="10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as</a:t>
            </a:r>
            <a:r>
              <a:rPr sz="2200" spc="1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per</a:t>
            </a:r>
            <a:r>
              <a:rPr sz="2200" spc="1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their 	conditions.</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089540" y="584360"/>
            <a:ext cx="5975350" cy="5975350"/>
            <a:chOff x="5089540" y="584360"/>
            <a:chExt cx="5975350" cy="5975350"/>
          </a:xfrm>
        </p:grpSpPr>
        <p:sp>
          <p:nvSpPr>
            <p:cNvPr id="3" name="object 3"/>
            <p:cNvSpPr/>
            <p:nvPr/>
          </p:nvSpPr>
          <p:spPr>
            <a:xfrm>
              <a:off x="5102240" y="597060"/>
              <a:ext cx="5949950" cy="5943600"/>
            </a:xfrm>
            <a:custGeom>
              <a:avLst/>
              <a:gdLst/>
              <a:ahLst/>
              <a:cxnLst/>
              <a:rect l="l" t="t" r="r" b="b"/>
              <a:pathLst>
                <a:path w="5949950" h="5943600">
                  <a:moveTo>
                    <a:pt x="3275081" y="12699"/>
                  </a:moveTo>
                  <a:lnTo>
                    <a:pt x="2688348" y="12699"/>
                  </a:lnTo>
                  <a:lnTo>
                    <a:pt x="2735596" y="0"/>
                  </a:lnTo>
                  <a:lnTo>
                    <a:pt x="3225349" y="0"/>
                  </a:lnTo>
                  <a:lnTo>
                    <a:pt x="3275081" y="12699"/>
                  </a:lnTo>
                  <a:close/>
                </a:path>
                <a:path w="5949950" h="5943600">
                  <a:moveTo>
                    <a:pt x="3374098" y="25399"/>
                  </a:moveTo>
                  <a:lnTo>
                    <a:pt x="2547910" y="25399"/>
                  </a:lnTo>
                  <a:lnTo>
                    <a:pt x="2594499" y="12699"/>
                  </a:lnTo>
                  <a:lnTo>
                    <a:pt x="3324667" y="12699"/>
                  </a:lnTo>
                  <a:lnTo>
                    <a:pt x="3374098" y="25399"/>
                  </a:lnTo>
                  <a:close/>
                </a:path>
                <a:path w="5949950" h="5943600">
                  <a:moveTo>
                    <a:pt x="3721101" y="5854699"/>
                  </a:moveTo>
                  <a:lnTo>
                    <a:pt x="2228590" y="5854699"/>
                  </a:lnTo>
                  <a:lnTo>
                    <a:pt x="2095699" y="5816599"/>
                  </a:lnTo>
                  <a:lnTo>
                    <a:pt x="2051972" y="5791199"/>
                  </a:lnTo>
                  <a:lnTo>
                    <a:pt x="1880072" y="5740399"/>
                  </a:lnTo>
                  <a:lnTo>
                    <a:pt x="1837877" y="5714999"/>
                  </a:lnTo>
                  <a:lnTo>
                    <a:pt x="1796006" y="5702299"/>
                  </a:lnTo>
                  <a:lnTo>
                    <a:pt x="1754465" y="5676899"/>
                  </a:lnTo>
                  <a:lnTo>
                    <a:pt x="1713259" y="5664199"/>
                  </a:lnTo>
                  <a:lnTo>
                    <a:pt x="1672393" y="5638799"/>
                  </a:lnTo>
                  <a:lnTo>
                    <a:pt x="1631875" y="5626099"/>
                  </a:lnTo>
                  <a:lnTo>
                    <a:pt x="1551901" y="5575299"/>
                  </a:lnTo>
                  <a:lnTo>
                    <a:pt x="1512457" y="5562599"/>
                  </a:lnTo>
                  <a:lnTo>
                    <a:pt x="1473384" y="5537199"/>
                  </a:lnTo>
                  <a:lnTo>
                    <a:pt x="1358439" y="5460999"/>
                  </a:lnTo>
                  <a:lnTo>
                    <a:pt x="1283765" y="5410199"/>
                  </a:lnTo>
                  <a:lnTo>
                    <a:pt x="1210709" y="5359399"/>
                  </a:lnTo>
                  <a:lnTo>
                    <a:pt x="1139316" y="5308599"/>
                  </a:lnTo>
                  <a:lnTo>
                    <a:pt x="1069634" y="5257799"/>
                  </a:lnTo>
                  <a:lnTo>
                    <a:pt x="1035449" y="5219699"/>
                  </a:lnTo>
                  <a:lnTo>
                    <a:pt x="1001709" y="5194299"/>
                  </a:lnTo>
                  <a:lnTo>
                    <a:pt x="968419" y="5168899"/>
                  </a:lnTo>
                  <a:lnTo>
                    <a:pt x="935586" y="5130799"/>
                  </a:lnTo>
                  <a:lnTo>
                    <a:pt x="903215" y="5105399"/>
                  </a:lnTo>
                  <a:lnTo>
                    <a:pt x="871312" y="5067299"/>
                  </a:lnTo>
                  <a:lnTo>
                    <a:pt x="839882" y="5041899"/>
                  </a:lnTo>
                  <a:lnTo>
                    <a:pt x="808933" y="5003799"/>
                  </a:lnTo>
                  <a:lnTo>
                    <a:pt x="778468" y="4978399"/>
                  </a:lnTo>
                  <a:lnTo>
                    <a:pt x="748495" y="4940299"/>
                  </a:lnTo>
                  <a:lnTo>
                    <a:pt x="719018" y="4902199"/>
                  </a:lnTo>
                  <a:lnTo>
                    <a:pt x="690044" y="4876799"/>
                  </a:lnTo>
                  <a:lnTo>
                    <a:pt x="661579" y="4838699"/>
                  </a:lnTo>
                  <a:lnTo>
                    <a:pt x="633627" y="4800599"/>
                  </a:lnTo>
                  <a:lnTo>
                    <a:pt x="606196" y="4762499"/>
                  </a:lnTo>
                  <a:lnTo>
                    <a:pt x="579290" y="4737099"/>
                  </a:lnTo>
                  <a:lnTo>
                    <a:pt x="552915" y="4698999"/>
                  </a:lnTo>
                  <a:lnTo>
                    <a:pt x="527078" y="4660899"/>
                  </a:lnTo>
                  <a:lnTo>
                    <a:pt x="501784" y="4622799"/>
                  </a:lnTo>
                  <a:lnTo>
                    <a:pt x="477039" y="4584699"/>
                  </a:lnTo>
                  <a:lnTo>
                    <a:pt x="452848" y="4546599"/>
                  </a:lnTo>
                  <a:lnTo>
                    <a:pt x="429218" y="4508499"/>
                  </a:lnTo>
                  <a:lnTo>
                    <a:pt x="406153" y="4470399"/>
                  </a:lnTo>
                  <a:lnTo>
                    <a:pt x="383661" y="4432299"/>
                  </a:lnTo>
                  <a:lnTo>
                    <a:pt x="361746" y="4394199"/>
                  </a:lnTo>
                  <a:lnTo>
                    <a:pt x="340414" y="4356099"/>
                  </a:lnTo>
                  <a:lnTo>
                    <a:pt x="319672" y="4305299"/>
                  </a:lnTo>
                  <a:lnTo>
                    <a:pt x="299525" y="4267199"/>
                  </a:lnTo>
                  <a:lnTo>
                    <a:pt x="279978" y="4229099"/>
                  </a:lnTo>
                  <a:lnTo>
                    <a:pt x="261038" y="4190999"/>
                  </a:lnTo>
                  <a:lnTo>
                    <a:pt x="242710" y="4152899"/>
                  </a:lnTo>
                  <a:lnTo>
                    <a:pt x="225000" y="4102099"/>
                  </a:lnTo>
                  <a:lnTo>
                    <a:pt x="207914" y="4063999"/>
                  </a:lnTo>
                  <a:lnTo>
                    <a:pt x="191458" y="4025899"/>
                  </a:lnTo>
                  <a:lnTo>
                    <a:pt x="175637" y="3975099"/>
                  </a:lnTo>
                  <a:lnTo>
                    <a:pt x="160457" y="3936999"/>
                  </a:lnTo>
                  <a:lnTo>
                    <a:pt x="145924" y="3886199"/>
                  </a:lnTo>
                  <a:lnTo>
                    <a:pt x="132044" y="3848099"/>
                  </a:lnTo>
                  <a:lnTo>
                    <a:pt x="118822" y="3797299"/>
                  </a:lnTo>
                  <a:lnTo>
                    <a:pt x="106264" y="3759199"/>
                  </a:lnTo>
                  <a:lnTo>
                    <a:pt x="94376" y="3721099"/>
                  </a:lnTo>
                  <a:lnTo>
                    <a:pt x="83164" y="3670299"/>
                  </a:lnTo>
                  <a:lnTo>
                    <a:pt x="72634" y="3619499"/>
                  </a:lnTo>
                  <a:lnTo>
                    <a:pt x="62791" y="3581399"/>
                  </a:lnTo>
                  <a:lnTo>
                    <a:pt x="53640" y="3530599"/>
                  </a:lnTo>
                  <a:lnTo>
                    <a:pt x="45189" y="3492499"/>
                  </a:lnTo>
                  <a:lnTo>
                    <a:pt x="37443" y="3441699"/>
                  </a:lnTo>
                  <a:lnTo>
                    <a:pt x="30406" y="3390899"/>
                  </a:lnTo>
                  <a:lnTo>
                    <a:pt x="24086" y="3352799"/>
                  </a:lnTo>
                  <a:lnTo>
                    <a:pt x="18488" y="3301999"/>
                  </a:lnTo>
                  <a:lnTo>
                    <a:pt x="13618" y="3251199"/>
                  </a:lnTo>
                  <a:lnTo>
                    <a:pt x="9480" y="3213099"/>
                  </a:lnTo>
                  <a:lnTo>
                    <a:pt x="6083" y="3162299"/>
                  </a:lnTo>
                  <a:lnTo>
                    <a:pt x="3430" y="3111499"/>
                  </a:lnTo>
                  <a:lnTo>
                    <a:pt x="1528" y="3060699"/>
                  </a:lnTo>
                  <a:lnTo>
                    <a:pt x="383" y="3022599"/>
                  </a:lnTo>
                  <a:lnTo>
                    <a:pt x="0" y="2971799"/>
                  </a:lnTo>
                  <a:lnTo>
                    <a:pt x="383" y="2920999"/>
                  </a:lnTo>
                  <a:lnTo>
                    <a:pt x="1528" y="2870199"/>
                  </a:lnTo>
                  <a:lnTo>
                    <a:pt x="3430" y="2819399"/>
                  </a:lnTo>
                  <a:lnTo>
                    <a:pt x="6083" y="2781299"/>
                  </a:lnTo>
                  <a:lnTo>
                    <a:pt x="9480" y="2730499"/>
                  </a:lnTo>
                  <a:lnTo>
                    <a:pt x="13618" y="2679699"/>
                  </a:lnTo>
                  <a:lnTo>
                    <a:pt x="18488" y="2628899"/>
                  </a:lnTo>
                  <a:lnTo>
                    <a:pt x="24086" y="2590799"/>
                  </a:lnTo>
                  <a:lnTo>
                    <a:pt x="30406" y="2539999"/>
                  </a:lnTo>
                  <a:lnTo>
                    <a:pt x="37443" y="2489199"/>
                  </a:lnTo>
                  <a:lnTo>
                    <a:pt x="45189" y="2451099"/>
                  </a:lnTo>
                  <a:lnTo>
                    <a:pt x="53640" y="2400299"/>
                  </a:lnTo>
                  <a:lnTo>
                    <a:pt x="62791" y="2362199"/>
                  </a:lnTo>
                  <a:lnTo>
                    <a:pt x="72634" y="2311399"/>
                  </a:lnTo>
                  <a:lnTo>
                    <a:pt x="83164" y="2273299"/>
                  </a:lnTo>
                  <a:lnTo>
                    <a:pt x="94376" y="2222499"/>
                  </a:lnTo>
                  <a:lnTo>
                    <a:pt x="106264" y="2171699"/>
                  </a:lnTo>
                  <a:lnTo>
                    <a:pt x="118822" y="2133599"/>
                  </a:lnTo>
                  <a:lnTo>
                    <a:pt x="132044" y="2095499"/>
                  </a:lnTo>
                  <a:lnTo>
                    <a:pt x="145924" y="2044699"/>
                  </a:lnTo>
                  <a:lnTo>
                    <a:pt x="160457" y="2006599"/>
                  </a:lnTo>
                  <a:lnTo>
                    <a:pt x="175637" y="1955799"/>
                  </a:lnTo>
                  <a:lnTo>
                    <a:pt x="191458" y="1917699"/>
                  </a:lnTo>
                  <a:lnTo>
                    <a:pt x="207914" y="1879599"/>
                  </a:lnTo>
                  <a:lnTo>
                    <a:pt x="225000" y="1828799"/>
                  </a:lnTo>
                  <a:lnTo>
                    <a:pt x="242710" y="1790699"/>
                  </a:lnTo>
                  <a:lnTo>
                    <a:pt x="261038" y="1752599"/>
                  </a:lnTo>
                  <a:lnTo>
                    <a:pt x="279978" y="1701799"/>
                  </a:lnTo>
                  <a:lnTo>
                    <a:pt x="299525" y="1663699"/>
                  </a:lnTo>
                  <a:lnTo>
                    <a:pt x="319672" y="1625599"/>
                  </a:lnTo>
                  <a:lnTo>
                    <a:pt x="340414" y="1587499"/>
                  </a:lnTo>
                  <a:lnTo>
                    <a:pt x="361746" y="1549399"/>
                  </a:lnTo>
                  <a:lnTo>
                    <a:pt x="383661" y="1511299"/>
                  </a:lnTo>
                  <a:lnTo>
                    <a:pt x="406153" y="1473199"/>
                  </a:lnTo>
                  <a:lnTo>
                    <a:pt x="429218" y="1422399"/>
                  </a:lnTo>
                  <a:lnTo>
                    <a:pt x="452848" y="1384299"/>
                  </a:lnTo>
                  <a:lnTo>
                    <a:pt x="477039" y="1346199"/>
                  </a:lnTo>
                  <a:lnTo>
                    <a:pt x="501784" y="1320799"/>
                  </a:lnTo>
                  <a:lnTo>
                    <a:pt x="527078" y="1282699"/>
                  </a:lnTo>
                  <a:lnTo>
                    <a:pt x="552915" y="1244599"/>
                  </a:lnTo>
                  <a:lnTo>
                    <a:pt x="579290" y="1206499"/>
                  </a:lnTo>
                  <a:lnTo>
                    <a:pt x="606196" y="1168399"/>
                  </a:lnTo>
                  <a:lnTo>
                    <a:pt x="633627" y="1130299"/>
                  </a:lnTo>
                  <a:lnTo>
                    <a:pt x="661579" y="1092199"/>
                  </a:lnTo>
                  <a:lnTo>
                    <a:pt x="690044" y="1066799"/>
                  </a:lnTo>
                  <a:lnTo>
                    <a:pt x="719018" y="1028699"/>
                  </a:lnTo>
                  <a:lnTo>
                    <a:pt x="748495" y="990599"/>
                  </a:lnTo>
                  <a:lnTo>
                    <a:pt x="778468" y="965199"/>
                  </a:lnTo>
                  <a:lnTo>
                    <a:pt x="808933" y="927099"/>
                  </a:lnTo>
                  <a:lnTo>
                    <a:pt x="839882" y="901699"/>
                  </a:lnTo>
                  <a:lnTo>
                    <a:pt x="871312" y="863599"/>
                  </a:lnTo>
                  <a:lnTo>
                    <a:pt x="903215" y="838199"/>
                  </a:lnTo>
                  <a:lnTo>
                    <a:pt x="935586" y="800099"/>
                  </a:lnTo>
                  <a:lnTo>
                    <a:pt x="968419" y="774699"/>
                  </a:lnTo>
                  <a:lnTo>
                    <a:pt x="1001709" y="736599"/>
                  </a:lnTo>
                  <a:lnTo>
                    <a:pt x="1035449" y="711199"/>
                  </a:lnTo>
                  <a:lnTo>
                    <a:pt x="1104259" y="660399"/>
                  </a:lnTo>
                  <a:lnTo>
                    <a:pt x="1139316" y="622299"/>
                  </a:lnTo>
                  <a:lnTo>
                    <a:pt x="1174801" y="596899"/>
                  </a:lnTo>
                  <a:lnTo>
                    <a:pt x="1247032" y="546099"/>
                  </a:lnTo>
                  <a:lnTo>
                    <a:pt x="1320903" y="495299"/>
                  </a:lnTo>
                  <a:lnTo>
                    <a:pt x="1396369" y="444499"/>
                  </a:lnTo>
                  <a:lnTo>
                    <a:pt x="1473384" y="393699"/>
                  </a:lnTo>
                  <a:lnTo>
                    <a:pt x="1512457" y="380999"/>
                  </a:lnTo>
                  <a:lnTo>
                    <a:pt x="1591709" y="330199"/>
                  </a:lnTo>
                  <a:lnTo>
                    <a:pt x="1631875" y="317499"/>
                  </a:lnTo>
                  <a:lnTo>
                    <a:pt x="1672393" y="292099"/>
                  </a:lnTo>
                  <a:lnTo>
                    <a:pt x="1713259" y="279399"/>
                  </a:lnTo>
                  <a:lnTo>
                    <a:pt x="1754465" y="253999"/>
                  </a:lnTo>
                  <a:lnTo>
                    <a:pt x="1796006" y="241299"/>
                  </a:lnTo>
                  <a:lnTo>
                    <a:pt x="1837877" y="215899"/>
                  </a:lnTo>
                  <a:lnTo>
                    <a:pt x="1922585" y="190499"/>
                  </a:lnTo>
                  <a:lnTo>
                    <a:pt x="1965409" y="165099"/>
                  </a:lnTo>
                  <a:lnTo>
                    <a:pt x="2363927" y="50799"/>
                  </a:lnTo>
                  <a:lnTo>
                    <a:pt x="2409555" y="50799"/>
                  </a:lnTo>
                  <a:lnTo>
                    <a:pt x="2501553" y="25399"/>
                  </a:lnTo>
                  <a:lnTo>
                    <a:pt x="3423365" y="25399"/>
                  </a:lnTo>
                  <a:lnTo>
                    <a:pt x="3472457" y="38099"/>
                  </a:lnTo>
                  <a:lnTo>
                    <a:pt x="3521365" y="38099"/>
                  </a:lnTo>
                  <a:lnTo>
                    <a:pt x="3951671" y="152399"/>
                  </a:lnTo>
                  <a:lnTo>
                    <a:pt x="3998210" y="177799"/>
                  </a:lnTo>
                  <a:lnTo>
                    <a:pt x="4044460" y="190499"/>
                  </a:lnTo>
                  <a:lnTo>
                    <a:pt x="4090410" y="215899"/>
                  </a:lnTo>
                  <a:lnTo>
                    <a:pt x="4136051" y="228599"/>
                  </a:lnTo>
                  <a:lnTo>
                    <a:pt x="4181373" y="253999"/>
                  </a:lnTo>
                  <a:lnTo>
                    <a:pt x="4226368" y="266699"/>
                  </a:lnTo>
                  <a:lnTo>
                    <a:pt x="4315333" y="317499"/>
                  </a:lnTo>
                  <a:lnTo>
                    <a:pt x="4359284" y="330199"/>
                  </a:lnTo>
                  <a:lnTo>
                    <a:pt x="4488900" y="406399"/>
                  </a:lnTo>
                  <a:lnTo>
                    <a:pt x="4614956" y="482599"/>
                  </a:lnTo>
                  <a:lnTo>
                    <a:pt x="4656138" y="507999"/>
                  </a:lnTo>
                  <a:lnTo>
                    <a:pt x="4696887" y="546099"/>
                  </a:lnTo>
                  <a:lnTo>
                    <a:pt x="4777043" y="596899"/>
                  </a:lnTo>
                  <a:lnTo>
                    <a:pt x="4816431" y="634999"/>
                  </a:lnTo>
                  <a:lnTo>
                    <a:pt x="4855347" y="660399"/>
                  </a:lnTo>
                  <a:lnTo>
                    <a:pt x="4893781" y="698499"/>
                  </a:lnTo>
                  <a:lnTo>
                    <a:pt x="4931722" y="723899"/>
                  </a:lnTo>
                  <a:lnTo>
                    <a:pt x="4969163" y="761999"/>
                  </a:lnTo>
                  <a:lnTo>
                    <a:pt x="5006092" y="800099"/>
                  </a:lnTo>
                  <a:lnTo>
                    <a:pt x="5042501" y="825499"/>
                  </a:lnTo>
                  <a:lnTo>
                    <a:pt x="5078379" y="863599"/>
                  </a:lnTo>
                  <a:lnTo>
                    <a:pt x="5113657" y="901699"/>
                  </a:lnTo>
                  <a:lnTo>
                    <a:pt x="5148266" y="939799"/>
                  </a:lnTo>
                  <a:lnTo>
                    <a:pt x="5182204" y="977899"/>
                  </a:lnTo>
                  <a:lnTo>
                    <a:pt x="5215465" y="1015999"/>
                  </a:lnTo>
                  <a:lnTo>
                    <a:pt x="5248047" y="1054099"/>
                  </a:lnTo>
                  <a:lnTo>
                    <a:pt x="5279944" y="1092199"/>
                  </a:lnTo>
                  <a:lnTo>
                    <a:pt x="5311154" y="1130299"/>
                  </a:lnTo>
                  <a:lnTo>
                    <a:pt x="5341671" y="1168399"/>
                  </a:lnTo>
                  <a:lnTo>
                    <a:pt x="5371493" y="1206499"/>
                  </a:lnTo>
                  <a:lnTo>
                    <a:pt x="5400615" y="1244599"/>
                  </a:lnTo>
                  <a:lnTo>
                    <a:pt x="5429033" y="1282699"/>
                  </a:lnTo>
                  <a:lnTo>
                    <a:pt x="5456743" y="1333499"/>
                  </a:lnTo>
                  <a:lnTo>
                    <a:pt x="5483742" y="1371599"/>
                  </a:lnTo>
                  <a:lnTo>
                    <a:pt x="5510024" y="1409699"/>
                  </a:lnTo>
                  <a:lnTo>
                    <a:pt x="5535587" y="1460499"/>
                  </a:lnTo>
                  <a:lnTo>
                    <a:pt x="5560426" y="1498599"/>
                  </a:lnTo>
                  <a:lnTo>
                    <a:pt x="5584537" y="1536699"/>
                  </a:lnTo>
                  <a:lnTo>
                    <a:pt x="5607916" y="1587499"/>
                  </a:lnTo>
                  <a:lnTo>
                    <a:pt x="5630560" y="1625599"/>
                  </a:lnTo>
                  <a:lnTo>
                    <a:pt x="5652464" y="1676399"/>
                  </a:lnTo>
                  <a:lnTo>
                    <a:pt x="5673624" y="1714499"/>
                  </a:lnTo>
                  <a:lnTo>
                    <a:pt x="5694036" y="1765299"/>
                  </a:lnTo>
                  <a:lnTo>
                    <a:pt x="5713697" y="1803399"/>
                  </a:lnTo>
                  <a:lnTo>
                    <a:pt x="5732602" y="1854199"/>
                  </a:lnTo>
                  <a:lnTo>
                    <a:pt x="5750748" y="1904999"/>
                  </a:lnTo>
                  <a:lnTo>
                    <a:pt x="5768130" y="1943099"/>
                  </a:lnTo>
                  <a:lnTo>
                    <a:pt x="5784744" y="1993899"/>
                  </a:lnTo>
                  <a:lnTo>
                    <a:pt x="5800586" y="2044699"/>
                  </a:lnTo>
                  <a:lnTo>
                    <a:pt x="5815653" y="2082799"/>
                  </a:lnTo>
                  <a:lnTo>
                    <a:pt x="5829941" y="2133599"/>
                  </a:lnTo>
                  <a:lnTo>
                    <a:pt x="5843445" y="2184399"/>
                  </a:lnTo>
                  <a:lnTo>
                    <a:pt x="5856161" y="2222499"/>
                  </a:lnTo>
                  <a:lnTo>
                    <a:pt x="5868086" y="2273299"/>
                  </a:lnTo>
                  <a:lnTo>
                    <a:pt x="5879215" y="2324099"/>
                  </a:lnTo>
                  <a:lnTo>
                    <a:pt x="5889545" y="2374899"/>
                  </a:lnTo>
                  <a:lnTo>
                    <a:pt x="5899071" y="2425699"/>
                  </a:lnTo>
                  <a:lnTo>
                    <a:pt x="5907790" y="2476499"/>
                  </a:lnTo>
                  <a:lnTo>
                    <a:pt x="5915697" y="2514599"/>
                  </a:lnTo>
                  <a:lnTo>
                    <a:pt x="5922789" y="2565399"/>
                  </a:lnTo>
                  <a:lnTo>
                    <a:pt x="5929062" y="2616199"/>
                  </a:lnTo>
                  <a:lnTo>
                    <a:pt x="5934511" y="2666999"/>
                  </a:lnTo>
                  <a:lnTo>
                    <a:pt x="5939133" y="2717799"/>
                  </a:lnTo>
                  <a:lnTo>
                    <a:pt x="5942923" y="2768599"/>
                  </a:lnTo>
                  <a:lnTo>
                    <a:pt x="5945878" y="2819399"/>
                  </a:lnTo>
                  <a:lnTo>
                    <a:pt x="5947994" y="2870199"/>
                  </a:lnTo>
                  <a:lnTo>
                    <a:pt x="5949266" y="2920999"/>
                  </a:lnTo>
                  <a:lnTo>
                    <a:pt x="5949691" y="2971799"/>
                  </a:lnTo>
                  <a:lnTo>
                    <a:pt x="5949308" y="3022599"/>
                  </a:lnTo>
                  <a:lnTo>
                    <a:pt x="5948162" y="3060699"/>
                  </a:lnTo>
                  <a:lnTo>
                    <a:pt x="5946260" y="3111499"/>
                  </a:lnTo>
                  <a:lnTo>
                    <a:pt x="5943608" y="3162299"/>
                  </a:lnTo>
                  <a:lnTo>
                    <a:pt x="5940210" y="3213099"/>
                  </a:lnTo>
                  <a:lnTo>
                    <a:pt x="5936073" y="3251199"/>
                  </a:lnTo>
                  <a:lnTo>
                    <a:pt x="5931202" y="3301999"/>
                  </a:lnTo>
                  <a:lnTo>
                    <a:pt x="5925604" y="3352799"/>
                  </a:lnTo>
                  <a:lnTo>
                    <a:pt x="5919284" y="3390899"/>
                  </a:lnTo>
                  <a:lnTo>
                    <a:pt x="5912248" y="3441699"/>
                  </a:lnTo>
                  <a:lnTo>
                    <a:pt x="5904501" y="3492499"/>
                  </a:lnTo>
                  <a:lnTo>
                    <a:pt x="5896050" y="3530599"/>
                  </a:lnTo>
                  <a:lnTo>
                    <a:pt x="5886900" y="3581399"/>
                  </a:lnTo>
                  <a:lnTo>
                    <a:pt x="5877057" y="3619499"/>
                  </a:lnTo>
                  <a:lnTo>
                    <a:pt x="5866526" y="3670299"/>
                  </a:lnTo>
                  <a:lnTo>
                    <a:pt x="5855314" y="3721099"/>
                  </a:lnTo>
                  <a:lnTo>
                    <a:pt x="5843427" y="3759199"/>
                  </a:lnTo>
                  <a:lnTo>
                    <a:pt x="5830869" y="3797299"/>
                  </a:lnTo>
                  <a:lnTo>
                    <a:pt x="5817647" y="3848099"/>
                  </a:lnTo>
                  <a:lnTo>
                    <a:pt x="5803767" y="3886199"/>
                  </a:lnTo>
                  <a:lnTo>
                    <a:pt x="5789234" y="3936999"/>
                  </a:lnTo>
                  <a:lnTo>
                    <a:pt x="5774054" y="3975099"/>
                  </a:lnTo>
                  <a:lnTo>
                    <a:pt x="5758233" y="4025899"/>
                  </a:lnTo>
                  <a:lnTo>
                    <a:pt x="5741776" y="4063999"/>
                  </a:lnTo>
                  <a:lnTo>
                    <a:pt x="5724690" y="4102099"/>
                  </a:lnTo>
                  <a:lnTo>
                    <a:pt x="5706980" y="4152899"/>
                  </a:lnTo>
                  <a:lnTo>
                    <a:pt x="5688653" y="4190999"/>
                  </a:lnTo>
                  <a:lnTo>
                    <a:pt x="5669712" y="4229099"/>
                  </a:lnTo>
                  <a:lnTo>
                    <a:pt x="5650166" y="4267199"/>
                  </a:lnTo>
                  <a:lnTo>
                    <a:pt x="5630019" y="4305299"/>
                  </a:lnTo>
                  <a:lnTo>
                    <a:pt x="5609276" y="4356099"/>
                  </a:lnTo>
                  <a:lnTo>
                    <a:pt x="5587945" y="4394199"/>
                  </a:lnTo>
                  <a:lnTo>
                    <a:pt x="5566030" y="4432299"/>
                  </a:lnTo>
                  <a:lnTo>
                    <a:pt x="5543537" y="4470399"/>
                  </a:lnTo>
                  <a:lnTo>
                    <a:pt x="5520473" y="4508499"/>
                  </a:lnTo>
                  <a:lnTo>
                    <a:pt x="5496843" y="4546599"/>
                  </a:lnTo>
                  <a:lnTo>
                    <a:pt x="5472652" y="4584699"/>
                  </a:lnTo>
                  <a:lnTo>
                    <a:pt x="5447906" y="4622799"/>
                  </a:lnTo>
                  <a:lnTo>
                    <a:pt x="5422612" y="4660899"/>
                  </a:lnTo>
                  <a:lnTo>
                    <a:pt x="5396775" y="4698999"/>
                  </a:lnTo>
                  <a:lnTo>
                    <a:pt x="5370401" y="4737099"/>
                  </a:lnTo>
                  <a:lnTo>
                    <a:pt x="5343495" y="4762499"/>
                  </a:lnTo>
                  <a:lnTo>
                    <a:pt x="5316064" y="4800599"/>
                  </a:lnTo>
                  <a:lnTo>
                    <a:pt x="5288112" y="4838699"/>
                  </a:lnTo>
                  <a:lnTo>
                    <a:pt x="5259647" y="4876799"/>
                  </a:lnTo>
                  <a:lnTo>
                    <a:pt x="5230673" y="4902199"/>
                  </a:lnTo>
                  <a:lnTo>
                    <a:pt x="5201196" y="4940299"/>
                  </a:lnTo>
                  <a:lnTo>
                    <a:pt x="5171223" y="4978399"/>
                  </a:lnTo>
                  <a:lnTo>
                    <a:pt x="5140758" y="5003799"/>
                  </a:lnTo>
                  <a:lnTo>
                    <a:pt x="5109808" y="5041899"/>
                  </a:lnTo>
                  <a:lnTo>
                    <a:pt x="5078379" y="5067299"/>
                  </a:lnTo>
                  <a:lnTo>
                    <a:pt x="5046476" y="5105399"/>
                  </a:lnTo>
                  <a:lnTo>
                    <a:pt x="5014105" y="5130799"/>
                  </a:lnTo>
                  <a:lnTo>
                    <a:pt x="4981272" y="5168899"/>
                  </a:lnTo>
                  <a:lnTo>
                    <a:pt x="4947982" y="5194299"/>
                  </a:lnTo>
                  <a:lnTo>
                    <a:pt x="4914242" y="5219699"/>
                  </a:lnTo>
                  <a:lnTo>
                    <a:pt x="4880057" y="5257799"/>
                  </a:lnTo>
                  <a:lnTo>
                    <a:pt x="4810375" y="5308599"/>
                  </a:lnTo>
                  <a:lnTo>
                    <a:pt x="4738982" y="5359399"/>
                  </a:lnTo>
                  <a:lnTo>
                    <a:pt x="4665926" y="5410199"/>
                  </a:lnTo>
                  <a:lnTo>
                    <a:pt x="4591251" y="5460999"/>
                  </a:lnTo>
                  <a:lnTo>
                    <a:pt x="4476307" y="5537199"/>
                  </a:lnTo>
                  <a:lnTo>
                    <a:pt x="4437233" y="5562599"/>
                  </a:lnTo>
                  <a:lnTo>
                    <a:pt x="4397790" y="5575299"/>
                  </a:lnTo>
                  <a:lnTo>
                    <a:pt x="4317816" y="5626099"/>
                  </a:lnTo>
                  <a:lnTo>
                    <a:pt x="4277298" y="5638799"/>
                  </a:lnTo>
                  <a:lnTo>
                    <a:pt x="4236432" y="5664199"/>
                  </a:lnTo>
                  <a:lnTo>
                    <a:pt x="4195226" y="5676899"/>
                  </a:lnTo>
                  <a:lnTo>
                    <a:pt x="4153684" y="5702299"/>
                  </a:lnTo>
                  <a:lnTo>
                    <a:pt x="4111813" y="5714999"/>
                  </a:lnTo>
                  <a:lnTo>
                    <a:pt x="4069619" y="5740399"/>
                  </a:lnTo>
                  <a:lnTo>
                    <a:pt x="3897718" y="5791199"/>
                  </a:lnTo>
                  <a:lnTo>
                    <a:pt x="3853992" y="5816599"/>
                  </a:lnTo>
                  <a:lnTo>
                    <a:pt x="3721101" y="5854699"/>
                  </a:lnTo>
                  <a:close/>
                </a:path>
                <a:path w="5949950" h="5943600">
                  <a:moveTo>
                    <a:pt x="3540135" y="5892799"/>
                  </a:moveTo>
                  <a:lnTo>
                    <a:pt x="2409555" y="5892799"/>
                  </a:lnTo>
                  <a:lnTo>
                    <a:pt x="2273438" y="5854699"/>
                  </a:lnTo>
                  <a:lnTo>
                    <a:pt x="3676253" y="5854699"/>
                  </a:lnTo>
                  <a:lnTo>
                    <a:pt x="3540135" y="5892799"/>
                  </a:lnTo>
                  <a:close/>
                </a:path>
                <a:path w="5949950" h="5943600">
                  <a:moveTo>
                    <a:pt x="3401780" y="5918199"/>
                  </a:moveTo>
                  <a:lnTo>
                    <a:pt x="2547910" y="5918199"/>
                  </a:lnTo>
                  <a:lnTo>
                    <a:pt x="2455433" y="5892799"/>
                  </a:lnTo>
                  <a:lnTo>
                    <a:pt x="3494258" y="5892799"/>
                  </a:lnTo>
                  <a:lnTo>
                    <a:pt x="3401780" y="5918199"/>
                  </a:lnTo>
                  <a:close/>
                </a:path>
                <a:path w="5949950" h="5943600">
                  <a:moveTo>
                    <a:pt x="3308377" y="5930899"/>
                  </a:moveTo>
                  <a:lnTo>
                    <a:pt x="2641314" y="5930899"/>
                  </a:lnTo>
                  <a:lnTo>
                    <a:pt x="2594499" y="5918199"/>
                  </a:lnTo>
                  <a:lnTo>
                    <a:pt x="3355191" y="5918199"/>
                  </a:lnTo>
                  <a:lnTo>
                    <a:pt x="3308377" y="5930899"/>
                  </a:lnTo>
                  <a:close/>
                </a:path>
                <a:path w="5949950" h="5943600">
                  <a:moveTo>
                    <a:pt x="3166638" y="5943599"/>
                  </a:moveTo>
                  <a:lnTo>
                    <a:pt x="2783052" y="5943599"/>
                  </a:lnTo>
                  <a:lnTo>
                    <a:pt x="2735596" y="5930899"/>
                  </a:lnTo>
                  <a:lnTo>
                    <a:pt x="3214095" y="5930899"/>
                  </a:lnTo>
                  <a:lnTo>
                    <a:pt x="3166638" y="5943599"/>
                  </a:lnTo>
                  <a:close/>
                </a:path>
              </a:pathLst>
            </a:custGeom>
            <a:solidFill>
              <a:srgbClr val="ED7D3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 name="object 4"/>
            <p:cNvSpPr/>
            <p:nvPr/>
          </p:nvSpPr>
          <p:spPr>
            <a:xfrm>
              <a:off x="5102240" y="597060"/>
              <a:ext cx="5949950" cy="5949950"/>
            </a:xfrm>
            <a:custGeom>
              <a:avLst/>
              <a:gdLst/>
              <a:ahLst/>
              <a:cxnLst/>
              <a:rect l="l" t="t" r="r" b="b"/>
              <a:pathLst>
                <a:path w="5949950" h="5949950">
                  <a:moveTo>
                    <a:pt x="0" y="2974845"/>
                  </a:moveTo>
                  <a:lnTo>
                    <a:pt x="383" y="2926613"/>
                  </a:lnTo>
                  <a:lnTo>
                    <a:pt x="1528" y="2878567"/>
                  </a:lnTo>
                  <a:lnTo>
                    <a:pt x="3430" y="2830711"/>
                  </a:lnTo>
                  <a:lnTo>
                    <a:pt x="6083" y="2783052"/>
                  </a:lnTo>
                  <a:lnTo>
                    <a:pt x="9480" y="2735596"/>
                  </a:lnTo>
                  <a:lnTo>
                    <a:pt x="13618" y="2688348"/>
                  </a:lnTo>
                  <a:lnTo>
                    <a:pt x="18488" y="2641314"/>
                  </a:lnTo>
                  <a:lnTo>
                    <a:pt x="24086" y="2594499"/>
                  </a:lnTo>
                  <a:lnTo>
                    <a:pt x="30406" y="2547911"/>
                  </a:lnTo>
                  <a:lnTo>
                    <a:pt x="37443" y="2501553"/>
                  </a:lnTo>
                  <a:lnTo>
                    <a:pt x="45189" y="2455433"/>
                  </a:lnTo>
                  <a:lnTo>
                    <a:pt x="53640" y="2409555"/>
                  </a:lnTo>
                  <a:lnTo>
                    <a:pt x="62791" y="2363927"/>
                  </a:lnTo>
                  <a:lnTo>
                    <a:pt x="72634" y="2318552"/>
                  </a:lnTo>
                  <a:lnTo>
                    <a:pt x="83164" y="2273438"/>
                  </a:lnTo>
                  <a:lnTo>
                    <a:pt x="94376" y="2228590"/>
                  </a:lnTo>
                  <a:lnTo>
                    <a:pt x="106264" y="2184013"/>
                  </a:lnTo>
                  <a:lnTo>
                    <a:pt x="118822" y="2139715"/>
                  </a:lnTo>
                  <a:lnTo>
                    <a:pt x="132044" y="2095699"/>
                  </a:lnTo>
                  <a:lnTo>
                    <a:pt x="145924" y="2051972"/>
                  </a:lnTo>
                  <a:lnTo>
                    <a:pt x="160457" y="2008541"/>
                  </a:lnTo>
                  <a:lnTo>
                    <a:pt x="175637" y="1965410"/>
                  </a:lnTo>
                  <a:lnTo>
                    <a:pt x="191458" y="1922585"/>
                  </a:lnTo>
                  <a:lnTo>
                    <a:pt x="207914" y="1880072"/>
                  </a:lnTo>
                  <a:lnTo>
                    <a:pt x="225000" y="1837877"/>
                  </a:lnTo>
                  <a:lnTo>
                    <a:pt x="242710" y="1796006"/>
                  </a:lnTo>
                  <a:lnTo>
                    <a:pt x="261038" y="1754465"/>
                  </a:lnTo>
                  <a:lnTo>
                    <a:pt x="279978" y="1713259"/>
                  </a:lnTo>
                  <a:lnTo>
                    <a:pt x="299525" y="1672393"/>
                  </a:lnTo>
                  <a:lnTo>
                    <a:pt x="319672" y="1631875"/>
                  </a:lnTo>
                  <a:lnTo>
                    <a:pt x="340414" y="1591709"/>
                  </a:lnTo>
                  <a:lnTo>
                    <a:pt x="361746" y="1551901"/>
                  </a:lnTo>
                  <a:lnTo>
                    <a:pt x="383661" y="1512457"/>
                  </a:lnTo>
                  <a:lnTo>
                    <a:pt x="406153" y="1473384"/>
                  </a:lnTo>
                  <a:lnTo>
                    <a:pt x="429218" y="1434686"/>
                  </a:lnTo>
                  <a:lnTo>
                    <a:pt x="452848" y="1396369"/>
                  </a:lnTo>
                  <a:lnTo>
                    <a:pt x="477039" y="1358439"/>
                  </a:lnTo>
                  <a:lnTo>
                    <a:pt x="501784" y="1320903"/>
                  </a:lnTo>
                  <a:lnTo>
                    <a:pt x="527078" y="1283765"/>
                  </a:lnTo>
                  <a:lnTo>
                    <a:pt x="552915" y="1247032"/>
                  </a:lnTo>
                  <a:lnTo>
                    <a:pt x="579290" y="1210709"/>
                  </a:lnTo>
                  <a:lnTo>
                    <a:pt x="606196" y="1174801"/>
                  </a:lnTo>
                  <a:lnTo>
                    <a:pt x="633627" y="1139316"/>
                  </a:lnTo>
                  <a:lnTo>
                    <a:pt x="661579" y="1104259"/>
                  </a:lnTo>
                  <a:lnTo>
                    <a:pt x="690044" y="1069634"/>
                  </a:lnTo>
                  <a:lnTo>
                    <a:pt x="719018" y="1035449"/>
                  </a:lnTo>
                  <a:lnTo>
                    <a:pt x="748495" y="1001709"/>
                  </a:lnTo>
                  <a:lnTo>
                    <a:pt x="778468" y="968419"/>
                  </a:lnTo>
                  <a:lnTo>
                    <a:pt x="808933" y="935586"/>
                  </a:lnTo>
                  <a:lnTo>
                    <a:pt x="839882" y="903215"/>
                  </a:lnTo>
                  <a:lnTo>
                    <a:pt x="871312" y="871312"/>
                  </a:lnTo>
                  <a:lnTo>
                    <a:pt x="903215" y="839882"/>
                  </a:lnTo>
                  <a:lnTo>
                    <a:pt x="935586" y="808933"/>
                  </a:lnTo>
                  <a:lnTo>
                    <a:pt x="968419" y="778468"/>
                  </a:lnTo>
                  <a:lnTo>
                    <a:pt x="1001709" y="748495"/>
                  </a:lnTo>
                  <a:lnTo>
                    <a:pt x="1035449" y="719018"/>
                  </a:lnTo>
                  <a:lnTo>
                    <a:pt x="1069634" y="690044"/>
                  </a:lnTo>
                  <a:lnTo>
                    <a:pt x="1104259" y="661579"/>
                  </a:lnTo>
                  <a:lnTo>
                    <a:pt x="1139316" y="633627"/>
                  </a:lnTo>
                  <a:lnTo>
                    <a:pt x="1174801" y="606196"/>
                  </a:lnTo>
                  <a:lnTo>
                    <a:pt x="1210709" y="579290"/>
                  </a:lnTo>
                  <a:lnTo>
                    <a:pt x="1247032" y="552915"/>
                  </a:lnTo>
                  <a:lnTo>
                    <a:pt x="1283765" y="527078"/>
                  </a:lnTo>
                  <a:lnTo>
                    <a:pt x="1320903" y="501784"/>
                  </a:lnTo>
                  <a:lnTo>
                    <a:pt x="1358439" y="477039"/>
                  </a:lnTo>
                  <a:lnTo>
                    <a:pt x="1396369" y="452848"/>
                  </a:lnTo>
                  <a:lnTo>
                    <a:pt x="1434686" y="429218"/>
                  </a:lnTo>
                  <a:lnTo>
                    <a:pt x="1473384" y="406153"/>
                  </a:lnTo>
                  <a:lnTo>
                    <a:pt x="1512457" y="383661"/>
                  </a:lnTo>
                  <a:lnTo>
                    <a:pt x="1551901" y="361746"/>
                  </a:lnTo>
                  <a:lnTo>
                    <a:pt x="1591709" y="340414"/>
                  </a:lnTo>
                  <a:lnTo>
                    <a:pt x="1631875" y="319672"/>
                  </a:lnTo>
                  <a:lnTo>
                    <a:pt x="1672393" y="299525"/>
                  </a:lnTo>
                  <a:lnTo>
                    <a:pt x="1713259" y="279978"/>
                  </a:lnTo>
                  <a:lnTo>
                    <a:pt x="1754465" y="261038"/>
                  </a:lnTo>
                  <a:lnTo>
                    <a:pt x="1796006" y="242710"/>
                  </a:lnTo>
                  <a:lnTo>
                    <a:pt x="1837877" y="225000"/>
                  </a:lnTo>
                  <a:lnTo>
                    <a:pt x="1880072" y="207914"/>
                  </a:lnTo>
                  <a:lnTo>
                    <a:pt x="1922585" y="191458"/>
                  </a:lnTo>
                  <a:lnTo>
                    <a:pt x="1965410" y="175637"/>
                  </a:lnTo>
                  <a:lnTo>
                    <a:pt x="2008541" y="160457"/>
                  </a:lnTo>
                  <a:lnTo>
                    <a:pt x="2051972" y="145924"/>
                  </a:lnTo>
                  <a:lnTo>
                    <a:pt x="2095699" y="132044"/>
                  </a:lnTo>
                  <a:lnTo>
                    <a:pt x="2139715" y="118822"/>
                  </a:lnTo>
                  <a:lnTo>
                    <a:pt x="2184013" y="106264"/>
                  </a:lnTo>
                  <a:lnTo>
                    <a:pt x="2228590" y="94376"/>
                  </a:lnTo>
                  <a:lnTo>
                    <a:pt x="2273438" y="83164"/>
                  </a:lnTo>
                  <a:lnTo>
                    <a:pt x="2318552" y="72634"/>
                  </a:lnTo>
                  <a:lnTo>
                    <a:pt x="2363927" y="62791"/>
                  </a:lnTo>
                  <a:lnTo>
                    <a:pt x="2409555" y="53640"/>
                  </a:lnTo>
                  <a:lnTo>
                    <a:pt x="2455433" y="45189"/>
                  </a:lnTo>
                  <a:lnTo>
                    <a:pt x="2501553" y="37443"/>
                  </a:lnTo>
                  <a:lnTo>
                    <a:pt x="2547911" y="30406"/>
                  </a:lnTo>
                  <a:lnTo>
                    <a:pt x="2594499" y="24086"/>
                  </a:lnTo>
                  <a:lnTo>
                    <a:pt x="2641314" y="18488"/>
                  </a:lnTo>
                  <a:lnTo>
                    <a:pt x="2688348" y="13618"/>
                  </a:lnTo>
                  <a:lnTo>
                    <a:pt x="2735596" y="9480"/>
                  </a:lnTo>
                  <a:lnTo>
                    <a:pt x="2783052" y="6083"/>
                  </a:lnTo>
                  <a:lnTo>
                    <a:pt x="2830711" y="3430"/>
                  </a:lnTo>
                  <a:lnTo>
                    <a:pt x="2878567" y="1528"/>
                  </a:lnTo>
                  <a:lnTo>
                    <a:pt x="2926613" y="383"/>
                  </a:lnTo>
                  <a:lnTo>
                    <a:pt x="2974845" y="0"/>
                  </a:lnTo>
                  <a:lnTo>
                    <a:pt x="3025160" y="424"/>
                  </a:lnTo>
                  <a:lnTo>
                    <a:pt x="3075377" y="1697"/>
                  </a:lnTo>
                  <a:lnTo>
                    <a:pt x="3125488" y="3812"/>
                  </a:lnTo>
                  <a:lnTo>
                    <a:pt x="3175482" y="6767"/>
                  </a:lnTo>
                  <a:lnTo>
                    <a:pt x="3225349" y="10558"/>
                  </a:lnTo>
                  <a:lnTo>
                    <a:pt x="3275081" y="15179"/>
                  </a:lnTo>
                  <a:lnTo>
                    <a:pt x="3324667" y="20629"/>
                  </a:lnTo>
                  <a:lnTo>
                    <a:pt x="3374098" y="26901"/>
                  </a:lnTo>
                  <a:lnTo>
                    <a:pt x="3423365" y="33993"/>
                  </a:lnTo>
                  <a:lnTo>
                    <a:pt x="3472457" y="41900"/>
                  </a:lnTo>
                  <a:lnTo>
                    <a:pt x="3521365" y="50619"/>
                  </a:lnTo>
                  <a:lnTo>
                    <a:pt x="3570079" y="60146"/>
                  </a:lnTo>
                  <a:lnTo>
                    <a:pt x="3618590" y="70475"/>
                  </a:lnTo>
                  <a:lnTo>
                    <a:pt x="3666889" y="81605"/>
                  </a:lnTo>
                  <a:lnTo>
                    <a:pt x="3714965" y="93529"/>
                  </a:lnTo>
                  <a:lnTo>
                    <a:pt x="3762809" y="106246"/>
                  </a:lnTo>
                  <a:lnTo>
                    <a:pt x="3810411" y="119750"/>
                  </a:lnTo>
                  <a:lnTo>
                    <a:pt x="3857762" y="134037"/>
                  </a:lnTo>
                  <a:lnTo>
                    <a:pt x="3904852" y="149104"/>
                  </a:lnTo>
                  <a:lnTo>
                    <a:pt x="3951671" y="164947"/>
                  </a:lnTo>
                  <a:lnTo>
                    <a:pt x="3998210" y="181561"/>
                  </a:lnTo>
                  <a:lnTo>
                    <a:pt x="4044460" y="198943"/>
                  </a:lnTo>
                  <a:lnTo>
                    <a:pt x="4090410" y="217088"/>
                  </a:lnTo>
                  <a:lnTo>
                    <a:pt x="4136051" y="235993"/>
                  </a:lnTo>
                  <a:lnTo>
                    <a:pt x="4181373" y="255654"/>
                  </a:lnTo>
                  <a:lnTo>
                    <a:pt x="4226368" y="276067"/>
                  </a:lnTo>
                  <a:lnTo>
                    <a:pt x="4271024" y="297227"/>
                  </a:lnTo>
                  <a:lnTo>
                    <a:pt x="4315333" y="319131"/>
                  </a:lnTo>
                  <a:lnTo>
                    <a:pt x="4359284" y="341775"/>
                  </a:lnTo>
                  <a:lnTo>
                    <a:pt x="4402869" y="365154"/>
                  </a:lnTo>
                  <a:lnTo>
                    <a:pt x="4446078" y="389265"/>
                  </a:lnTo>
                  <a:lnTo>
                    <a:pt x="4488900" y="414104"/>
                  </a:lnTo>
                  <a:lnTo>
                    <a:pt x="4531327" y="439667"/>
                  </a:lnTo>
                  <a:lnTo>
                    <a:pt x="4573349" y="465949"/>
                  </a:lnTo>
                  <a:lnTo>
                    <a:pt x="4614956" y="492948"/>
                  </a:lnTo>
                  <a:lnTo>
                    <a:pt x="4656138" y="520658"/>
                  </a:lnTo>
                  <a:lnTo>
                    <a:pt x="4696887" y="549076"/>
                  </a:lnTo>
                  <a:lnTo>
                    <a:pt x="4737191" y="578198"/>
                  </a:lnTo>
                  <a:lnTo>
                    <a:pt x="4777043" y="608020"/>
                  </a:lnTo>
                  <a:lnTo>
                    <a:pt x="4816431" y="638537"/>
                  </a:lnTo>
                  <a:lnTo>
                    <a:pt x="4855347" y="669747"/>
                  </a:lnTo>
                  <a:lnTo>
                    <a:pt x="4893781" y="701644"/>
                  </a:lnTo>
                  <a:lnTo>
                    <a:pt x="4931722" y="734226"/>
                  </a:lnTo>
                  <a:lnTo>
                    <a:pt x="4969163" y="767487"/>
                  </a:lnTo>
                  <a:lnTo>
                    <a:pt x="5006092" y="801425"/>
                  </a:lnTo>
                  <a:lnTo>
                    <a:pt x="5042501" y="836034"/>
                  </a:lnTo>
                  <a:lnTo>
                    <a:pt x="5078379" y="871312"/>
                  </a:lnTo>
                  <a:lnTo>
                    <a:pt x="5113657" y="907190"/>
                  </a:lnTo>
                  <a:lnTo>
                    <a:pt x="5148266" y="943599"/>
                  </a:lnTo>
                  <a:lnTo>
                    <a:pt x="5182204" y="980528"/>
                  </a:lnTo>
                  <a:lnTo>
                    <a:pt x="5215465" y="1017969"/>
                  </a:lnTo>
                  <a:lnTo>
                    <a:pt x="5248047" y="1055911"/>
                  </a:lnTo>
                  <a:lnTo>
                    <a:pt x="5279944" y="1094344"/>
                  </a:lnTo>
                  <a:lnTo>
                    <a:pt x="5311154" y="1133260"/>
                  </a:lnTo>
                  <a:lnTo>
                    <a:pt x="5341671" y="1172648"/>
                  </a:lnTo>
                  <a:lnTo>
                    <a:pt x="5371493" y="1212500"/>
                  </a:lnTo>
                  <a:lnTo>
                    <a:pt x="5400615" y="1252804"/>
                  </a:lnTo>
                  <a:lnTo>
                    <a:pt x="5429033" y="1293553"/>
                  </a:lnTo>
                  <a:lnTo>
                    <a:pt x="5456743" y="1334735"/>
                  </a:lnTo>
                  <a:lnTo>
                    <a:pt x="5483742" y="1376342"/>
                  </a:lnTo>
                  <a:lnTo>
                    <a:pt x="5510024" y="1418364"/>
                  </a:lnTo>
                  <a:lnTo>
                    <a:pt x="5535587" y="1460791"/>
                  </a:lnTo>
                  <a:lnTo>
                    <a:pt x="5560426" y="1503613"/>
                  </a:lnTo>
                  <a:lnTo>
                    <a:pt x="5584537" y="1546822"/>
                  </a:lnTo>
                  <a:lnTo>
                    <a:pt x="5607916" y="1590407"/>
                  </a:lnTo>
                  <a:lnTo>
                    <a:pt x="5630560" y="1634358"/>
                  </a:lnTo>
                  <a:lnTo>
                    <a:pt x="5652464" y="1678667"/>
                  </a:lnTo>
                  <a:lnTo>
                    <a:pt x="5673624" y="1723323"/>
                  </a:lnTo>
                  <a:lnTo>
                    <a:pt x="5694036" y="1768317"/>
                  </a:lnTo>
                  <a:lnTo>
                    <a:pt x="5713697" y="1813640"/>
                  </a:lnTo>
                  <a:lnTo>
                    <a:pt x="5732602" y="1859281"/>
                  </a:lnTo>
                  <a:lnTo>
                    <a:pt x="5750748" y="1905231"/>
                  </a:lnTo>
                  <a:lnTo>
                    <a:pt x="5768130" y="1951480"/>
                  </a:lnTo>
                  <a:lnTo>
                    <a:pt x="5784744" y="1998020"/>
                  </a:lnTo>
                  <a:lnTo>
                    <a:pt x="5800587" y="2044839"/>
                  </a:lnTo>
                  <a:lnTo>
                    <a:pt x="5815654" y="2091929"/>
                  </a:lnTo>
                  <a:lnTo>
                    <a:pt x="5829941" y="2139280"/>
                  </a:lnTo>
                  <a:lnTo>
                    <a:pt x="5843445" y="2186882"/>
                  </a:lnTo>
                  <a:lnTo>
                    <a:pt x="5856161" y="2234726"/>
                  </a:lnTo>
                  <a:lnTo>
                    <a:pt x="5868086" y="2282802"/>
                  </a:lnTo>
                  <a:lnTo>
                    <a:pt x="5879215" y="2331100"/>
                  </a:lnTo>
                  <a:lnTo>
                    <a:pt x="5889545" y="2379612"/>
                  </a:lnTo>
                  <a:lnTo>
                    <a:pt x="5899071" y="2428326"/>
                  </a:lnTo>
                  <a:lnTo>
                    <a:pt x="5907790" y="2477234"/>
                  </a:lnTo>
                  <a:lnTo>
                    <a:pt x="5915697" y="2526326"/>
                  </a:lnTo>
                  <a:lnTo>
                    <a:pt x="5922789" y="2575592"/>
                  </a:lnTo>
                  <a:lnTo>
                    <a:pt x="5929062" y="2625023"/>
                  </a:lnTo>
                  <a:lnTo>
                    <a:pt x="5934511" y="2674610"/>
                  </a:lnTo>
                  <a:lnTo>
                    <a:pt x="5939133" y="2724341"/>
                  </a:lnTo>
                  <a:lnTo>
                    <a:pt x="5942923" y="2774209"/>
                  </a:lnTo>
                  <a:lnTo>
                    <a:pt x="5945878" y="2824203"/>
                  </a:lnTo>
                  <a:lnTo>
                    <a:pt x="5947994" y="2874313"/>
                  </a:lnTo>
                  <a:lnTo>
                    <a:pt x="5949266" y="2924530"/>
                  </a:lnTo>
                  <a:lnTo>
                    <a:pt x="5949691" y="2974845"/>
                  </a:lnTo>
                  <a:lnTo>
                    <a:pt x="5949308" y="3023077"/>
                  </a:lnTo>
                  <a:lnTo>
                    <a:pt x="5948162" y="3071124"/>
                  </a:lnTo>
                  <a:lnTo>
                    <a:pt x="5946261" y="3118979"/>
                  </a:lnTo>
                  <a:lnTo>
                    <a:pt x="5943608" y="3166638"/>
                  </a:lnTo>
                  <a:lnTo>
                    <a:pt x="5940210" y="3214095"/>
                  </a:lnTo>
                  <a:lnTo>
                    <a:pt x="5936073" y="3261343"/>
                  </a:lnTo>
                  <a:lnTo>
                    <a:pt x="5931202" y="3308377"/>
                  </a:lnTo>
                  <a:lnTo>
                    <a:pt x="5925604" y="3355191"/>
                  </a:lnTo>
                  <a:lnTo>
                    <a:pt x="5919284" y="3401780"/>
                  </a:lnTo>
                  <a:lnTo>
                    <a:pt x="5912248" y="3448138"/>
                  </a:lnTo>
                  <a:lnTo>
                    <a:pt x="5904501" y="3494258"/>
                  </a:lnTo>
                  <a:lnTo>
                    <a:pt x="5896050" y="3540135"/>
                  </a:lnTo>
                  <a:lnTo>
                    <a:pt x="5886900" y="3585764"/>
                  </a:lnTo>
                  <a:lnTo>
                    <a:pt x="5877057" y="3631138"/>
                  </a:lnTo>
                  <a:lnTo>
                    <a:pt x="5866526" y="3676253"/>
                  </a:lnTo>
                  <a:lnTo>
                    <a:pt x="5855314" y="3721101"/>
                  </a:lnTo>
                  <a:lnTo>
                    <a:pt x="5843427" y="3765677"/>
                  </a:lnTo>
                  <a:lnTo>
                    <a:pt x="5830869" y="3809976"/>
                  </a:lnTo>
                  <a:lnTo>
                    <a:pt x="5817647" y="3853992"/>
                  </a:lnTo>
                  <a:lnTo>
                    <a:pt x="5803767" y="3897718"/>
                  </a:lnTo>
                  <a:lnTo>
                    <a:pt x="5789234" y="3941150"/>
                  </a:lnTo>
                  <a:lnTo>
                    <a:pt x="5774054" y="3984281"/>
                  </a:lnTo>
                  <a:lnTo>
                    <a:pt x="5758233" y="4027106"/>
                  </a:lnTo>
                  <a:lnTo>
                    <a:pt x="5741776" y="4069619"/>
                  </a:lnTo>
                  <a:lnTo>
                    <a:pt x="5724690" y="4111813"/>
                  </a:lnTo>
                  <a:lnTo>
                    <a:pt x="5706980" y="4153684"/>
                  </a:lnTo>
                  <a:lnTo>
                    <a:pt x="5688653" y="4195226"/>
                  </a:lnTo>
                  <a:lnTo>
                    <a:pt x="5669712" y="4236432"/>
                  </a:lnTo>
                  <a:lnTo>
                    <a:pt x="5650166" y="4277298"/>
                  </a:lnTo>
                  <a:lnTo>
                    <a:pt x="5630019" y="4317816"/>
                  </a:lnTo>
                  <a:lnTo>
                    <a:pt x="5609276" y="4357982"/>
                  </a:lnTo>
                  <a:lnTo>
                    <a:pt x="5587945" y="4397790"/>
                  </a:lnTo>
                  <a:lnTo>
                    <a:pt x="5566030" y="4437233"/>
                  </a:lnTo>
                  <a:lnTo>
                    <a:pt x="5543537" y="4476307"/>
                  </a:lnTo>
                  <a:lnTo>
                    <a:pt x="5520473" y="4515005"/>
                  </a:lnTo>
                  <a:lnTo>
                    <a:pt x="5496843" y="4553322"/>
                  </a:lnTo>
                  <a:lnTo>
                    <a:pt x="5472652" y="4591251"/>
                  </a:lnTo>
                  <a:lnTo>
                    <a:pt x="5447907" y="4628788"/>
                  </a:lnTo>
                  <a:lnTo>
                    <a:pt x="5422612" y="4665926"/>
                  </a:lnTo>
                  <a:lnTo>
                    <a:pt x="5396775" y="4702659"/>
                  </a:lnTo>
                  <a:lnTo>
                    <a:pt x="5370401" y="4738982"/>
                  </a:lnTo>
                  <a:lnTo>
                    <a:pt x="5343495" y="4774889"/>
                  </a:lnTo>
                  <a:lnTo>
                    <a:pt x="5316064" y="4810375"/>
                  </a:lnTo>
                  <a:lnTo>
                    <a:pt x="5288112" y="4845432"/>
                  </a:lnTo>
                  <a:lnTo>
                    <a:pt x="5259647" y="4880057"/>
                  </a:lnTo>
                  <a:lnTo>
                    <a:pt x="5230673" y="4914242"/>
                  </a:lnTo>
                  <a:lnTo>
                    <a:pt x="5201196" y="4947982"/>
                  </a:lnTo>
                  <a:lnTo>
                    <a:pt x="5171223" y="4981272"/>
                  </a:lnTo>
                  <a:lnTo>
                    <a:pt x="5140758" y="5014105"/>
                  </a:lnTo>
                  <a:lnTo>
                    <a:pt x="5109808" y="5046476"/>
                  </a:lnTo>
                  <a:lnTo>
                    <a:pt x="5078379" y="5078379"/>
                  </a:lnTo>
                  <a:lnTo>
                    <a:pt x="5046476" y="5109808"/>
                  </a:lnTo>
                  <a:lnTo>
                    <a:pt x="5014105" y="5140758"/>
                  </a:lnTo>
                  <a:lnTo>
                    <a:pt x="4981272" y="5171223"/>
                  </a:lnTo>
                  <a:lnTo>
                    <a:pt x="4947982" y="5201196"/>
                  </a:lnTo>
                  <a:lnTo>
                    <a:pt x="4914242" y="5230673"/>
                  </a:lnTo>
                  <a:lnTo>
                    <a:pt x="4880057" y="5259647"/>
                  </a:lnTo>
                  <a:lnTo>
                    <a:pt x="4845432" y="5288112"/>
                  </a:lnTo>
                  <a:lnTo>
                    <a:pt x="4810375" y="5316064"/>
                  </a:lnTo>
                  <a:lnTo>
                    <a:pt x="4774889" y="5343495"/>
                  </a:lnTo>
                  <a:lnTo>
                    <a:pt x="4738982" y="5370401"/>
                  </a:lnTo>
                  <a:lnTo>
                    <a:pt x="4702659" y="5396776"/>
                  </a:lnTo>
                  <a:lnTo>
                    <a:pt x="4665926" y="5422613"/>
                  </a:lnTo>
                  <a:lnTo>
                    <a:pt x="4628788" y="5447907"/>
                  </a:lnTo>
                  <a:lnTo>
                    <a:pt x="4591251" y="5472652"/>
                  </a:lnTo>
                  <a:lnTo>
                    <a:pt x="4553322" y="5496843"/>
                  </a:lnTo>
                  <a:lnTo>
                    <a:pt x="4515005" y="5520473"/>
                  </a:lnTo>
                  <a:lnTo>
                    <a:pt x="4476307" y="5543538"/>
                  </a:lnTo>
                  <a:lnTo>
                    <a:pt x="4437233" y="5566030"/>
                  </a:lnTo>
                  <a:lnTo>
                    <a:pt x="4397790" y="5587945"/>
                  </a:lnTo>
                  <a:lnTo>
                    <a:pt x="4357982" y="5609277"/>
                  </a:lnTo>
                  <a:lnTo>
                    <a:pt x="4317816" y="5630019"/>
                  </a:lnTo>
                  <a:lnTo>
                    <a:pt x="4277298" y="5650166"/>
                  </a:lnTo>
                  <a:lnTo>
                    <a:pt x="4236432" y="5669713"/>
                  </a:lnTo>
                  <a:lnTo>
                    <a:pt x="4195226" y="5688653"/>
                  </a:lnTo>
                  <a:lnTo>
                    <a:pt x="4153684" y="5706981"/>
                  </a:lnTo>
                  <a:lnTo>
                    <a:pt x="4111813" y="5724691"/>
                  </a:lnTo>
                  <a:lnTo>
                    <a:pt x="4069619" y="5741777"/>
                  </a:lnTo>
                  <a:lnTo>
                    <a:pt x="4027106" y="5758233"/>
                  </a:lnTo>
                  <a:lnTo>
                    <a:pt x="3984281" y="5774054"/>
                  </a:lnTo>
                  <a:lnTo>
                    <a:pt x="3941150" y="5789234"/>
                  </a:lnTo>
                  <a:lnTo>
                    <a:pt x="3897718" y="5803767"/>
                  </a:lnTo>
                  <a:lnTo>
                    <a:pt x="3853992" y="5817647"/>
                  </a:lnTo>
                  <a:lnTo>
                    <a:pt x="3809976" y="5830869"/>
                  </a:lnTo>
                  <a:lnTo>
                    <a:pt x="3765677" y="5843427"/>
                  </a:lnTo>
                  <a:lnTo>
                    <a:pt x="3721101" y="5855315"/>
                  </a:lnTo>
                  <a:lnTo>
                    <a:pt x="3676253" y="5866527"/>
                  </a:lnTo>
                  <a:lnTo>
                    <a:pt x="3631139" y="5877057"/>
                  </a:lnTo>
                  <a:lnTo>
                    <a:pt x="3585764" y="5886900"/>
                  </a:lnTo>
                  <a:lnTo>
                    <a:pt x="3540135" y="5896051"/>
                  </a:lnTo>
                  <a:lnTo>
                    <a:pt x="3494258" y="5904502"/>
                  </a:lnTo>
                  <a:lnTo>
                    <a:pt x="3448138" y="5912248"/>
                  </a:lnTo>
                  <a:lnTo>
                    <a:pt x="3401780" y="5919285"/>
                  </a:lnTo>
                  <a:lnTo>
                    <a:pt x="3355191" y="5925605"/>
                  </a:lnTo>
                  <a:lnTo>
                    <a:pt x="3308377" y="5931203"/>
                  </a:lnTo>
                  <a:lnTo>
                    <a:pt x="3261343" y="5936073"/>
                  </a:lnTo>
                  <a:lnTo>
                    <a:pt x="3214095" y="5940210"/>
                  </a:lnTo>
                  <a:lnTo>
                    <a:pt x="3166638" y="5943608"/>
                  </a:lnTo>
                  <a:lnTo>
                    <a:pt x="3118979" y="5946261"/>
                  </a:lnTo>
                  <a:lnTo>
                    <a:pt x="3071124" y="5948163"/>
                  </a:lnTo>
                  <a:lnTo>
                    <a:pt x="3023077" y="5949308"/>
                  </a:lnTo>
                  <a:lnTo>
                    <a:pt x="2974845" y="5949691"/>
                  </a:lnTo>
                  <a:lnTo>
                    <a:pt x="2926613" y="5949308"/>
                  </a:lnTo>
                  <a:lnTo>
                    <a:pt x="2878567" y="5948163"/>
                  </a:lnTo>
                  <a:lnTo>
                    <a:pt x="2830711" y="5946261"/>
                  </a:lnTo>
                  <a:lnTo>
                    <a:pt x="2783052" y="5943608"/>
                  </a:lnTo>
                  <a:lnTo>
                    <a:pt x="2735596" y="5940210"/>
                  </a:lnTo>
                  <a:lnTo>
                    <a:pt x="2688348" y="5936073"/>
                  </a:lnTo>
                  <a:lnTo>
                    <a:pt x="2641314" y="5931203"/>
                  </a:lnTo>
                  <a:lnTo>
                    <a:pt x="2594499" y="5925605"/>
                  </a:lnTo>
                  <a:lnTo>
                    <a:pt x="2547911" y="5919285"/>
                  </a:lnTo>
                  <a:lnTo>
                    <a:pt x="2501553" y="5912248"/>
                  </a:lnTo>
                  <a:lnTo>
                    <a:pt x="2455433" y="5904502"/>
                  </a:lnTo>
                  <a:lnTo>
                    <a:pt x="2409555" y="5896051"/>
                  </a:lnTo>
                  <a:lnTo>
                    <a:pt x="2363927" y="5886900"/>
                  </a:lnTo>
                  <a:lnTo>
                    <a:pt x="2318552" y="5877057"/>
                  </a:lnTo>
                  <a:lnTo>
                    <a:pt x="2273438" y="5866527"/>
                  </a:lnTo>
                  <a:lnTo>
                    <a:pt x="2228590" y="5855315"/>
                  </a:lnTo>
                  <a:lnTo>
                    <a:pt x="2184013" y="5843427"/>
                  </a:lnTo>
                  <a:lnTo>
                    <a:pt x="2139715" y="5830869"/>
                  </a:lnTo>
                  <a:lnTo>
                    <a:pt x="2095699" y="5817647"/>
                  </a:lnTo>
                  <a:lnTo>
                    <a:pt x="2051972" y="5803767"/>
                  </a:lnTo>
                  <a:lnTo>
                    <a:pt x="2008541" y="5789234"/>
                  </a:lnTo>
                  <a:lnTo>
                    <a:pt x="1965410" y="5774054"/>
                  </a:lnTo>
                  <a:lnTo>
                    <a:pt x="1922585" y="5758233"/>
                  </a:lnTo>
                  <a:lnTo>
                    <a:pt x="1880072" y="5741777"/>
                  </a:lnTo>
                  <a:lnTo>
                    <a:pt x="1837877" y="5724691"/>
                  </a:lnTo>
                  <a:lnTo>
                    <a:pt x="1796006" y="5706981"/>
                  </a:lnTo>
                  <a:lnTo>
                    <a:pt x="1754465" y="5688653"/>
                  </a:lnTo>
                  <a:lnTo>
                    <a:pt x="1713259" y="5669713"/>
                  </a:lnTo>
                  <a:lnTo>
                    <a:pt x="1672393" y="5650166"/>
                  </a:lnTo>
                  <a:lnTo>
                    <a:pt x="1631875" y="5630019"/>
                  </a:lnTo>
                  <a:lnTo>
                    <a:pt x="1591709" y="5609277"/>
                  </a:lnTo>
                  <a:lnTo>
                    <a:pt x="1551901" y="5587945"/>
                  </a:lnTo>
                  <a:lnTo>
                    <a:pt x="1512457" y="5566030"/>
                  </a:lnTo>
                  <a:lnTo>
                    <a:pt x="1473384" y="5543538"/>
                  </a:lnTo>
                  <a:lnTo>
                    <a:pt x="1434686" y="5520473"/>
                  </a:lnTo>
                  <a:lnTo>
                    <a:pt x="1396369" y="5496843"/>
                  </a:lnTo>
                  <a:lnTo>
                    <a:pt x="1358439" y="5472652"/>
                  </a:lnTo>
                  <a:lnTo>
                    <a:pt x="1320903" y="5447907"/>
                  </a:lnTo>
                  <a:lnTo>
                    <a:pt x="1283765" y="5422613"/>
                  </a:lnTo>
                  <a:lnTo>
                    <a:pt x="1247032" y="5396776"/>
                  </a:lnTo>
                  <a:lnTo>
                    <a:pt x="1210709" y="5370401"/>
                  </a:lnTo>
                  <a:lnTo>
                    <a:pt x="1174801" y="5343495"/>
                  </a:lnTo>
                  <a:lnTo>
                    <a:pt x="1139316" y="5316064"/>
                  </a:lnTo>
                  <a:lnTo>
                    <a:pt x="1104259" y="5288112"/>
                  </a:lnTo>
                  <a:lnTo>
                    <a:pt x="1069634" y="5259647"/>
                  </a:lnTo>
                  <a:lnTo>
                    <a:pt x="1035449" y="5230673"/>
                  </a:lnTo>
                  <a:lnTo>
                    <a:pt x="1001709" y="5201196"/>
                  </a:lnTo>
                  <a:lnTo>
                    <a:pt x="968419" y="5171223"/>
                  </a:lnTo>
                  <a:lnTo>
                    <a:pt x="935586" y="5140758"/>
                  </a:lnTo>
                  <a:lnTo>
                    <a:pt x="903215" y="5109808"/>
                  </a:lnTo>
                  <a:lnTo>
                    <a:pt x="871312" y="5078379"/>
                  </a:lnTo>
                  <a:lnTo>
                    <a:pt x="839882" y="5046476"/>
                  </a:lnTo>
                  <a:lnTo>
                    <a:pt x="808933" y="5014105"/>
                  </a:lnTo>
                  <a:lnTo>
                    <a:pt x="778468" y="4981272"/>
                  </a:lnTo>
                  <a:lnTo>
                    <a:pt x="748495" y="4947982"/>
                  </a:lnTo>
                  <a:lnTo>
                    <a:pt x="719018" y="4914242"/>
                  </a:lnTo>
                  <a:lnTo>
                    <a:pt x="690044" y="4880057"/>
                  </a:lnTo>
                  <a:lnTo>
                    <a:pt x="661579" y="4845432"/>
                  </a:lnTo>
                  <a:lnTo>
                    <a:pt x="633627" y="4810375"/>
                  </a:lnTo>
                  <a:lnTo>
                    <a:pt x="606196" y="4774889"/>
                  </a:lnTo>
                  <a:lnTo>
                    <a:pt x="579290" y="4738982"/>
                  </a:lnTo>
                  <a:lnTo>
                    <a:pt x="552915" y="4702659"/>
                  </a:lnTo>
                  <a:lnTo>
                    <a:pt x="527078" y="4665926"/>
                  </a:lnTo>
                  <a:lnTo>
                    <a:pt x="501784" y="4628788"/>
                  </a:lnTo>
                  <a:lnTo>
                    <a:pt x="477039" y="4591251"/>
                  </a:lnTo>
                  <a:lnTo>
                    <a:pt x="452848" y="4553322"/>
                  </a:lnTo>
                  <a:lnTo>
                    <a:pt x="429218" y="4515005"/>
                  </a:lnTo>
                  <a:lnTo>
                    <a:pt x="406153" y="4476307"/>
                  </a:lnTo>
                  <a:lnTo>
                    <a:pt x="383661" y="4437233"/>
                  </a:lnTo>
                  <a:lnTo>
                    <a:pt x="361746" y="4397790"/>
                  </a:lnTo>
                  <a:lnTo>
                    <a:pt x="340414" y="4357982"/>
                  </a:lnTo>
                  <a:lnTo>
                    <a:pt x="319672" y="4317816"/>
                  </a:lnTo>
                  <a:lnTo>
                    <a:pt x="299525" y="4277298"/>
                  </a:lnTo>
                  <a:lnTo>
                    <a:pt x="279978" y="4236432"/>
                  </a:lnTo>
                  <a:lnTo>
                    <a:pt x="261038" y="4195226"/>
                  </a:lnTo>
                  <a:lnTo>
                    <a:pt x="242710" y="4153684"/>
                  </a:lnTo>
                  <a:lnTo>
                    <a:pt x="225000" y="4111813"/>
                  </a:lnTo>
                  <a:lnTo>
                    <a:pt x="207914" y="4069619"/>
                  </a:lnTo>
                  <a:lnTo>
                    <a:pt x="191458" y="4027106"/>
                  </a:lnTo>
                  <a:lnTo>
                    <a:pt x="175637" y="3984281"/>
                  </a:lnTo>
                  <a:lnTo>
                    <a:pt x="160457" y="3941150"/>
                  </a:lnTo>
                  <a:lnTo>
                    <a:pt x="145924" y="3897718"/>
                  </a:lnTo>
                  <a:lnTo>
                    <a:pt x="132044" y="3853992"/>
                  </a:lnTo>
                  <a:lnTo>
                    <a:pt x="118822" y="3809976"/>
                  </a:lnTo>
                  <a:lnTo>
                    <a:pt x="106264" y="3765677"/>
                  </a:lnTo>
                  <a:lnTo>
                    <a:pt x="94376" y="3721101"/>
                  </a:lnTo>
                  <a:lnTo>
                    <a:pt x="83164" y="3676253"/>
                  </a:lnTo>
                  <a:lnTo>
                    <a:pt x="72634" y="3631138"/>
                  </a:lnTo>
                  <a:lnTo>
                    <a:pt x="62791" y="3585764"/>
                  </a:lnTo>
                  <a:lnTo>
                    <a:pt x="53640" y="3540135"/>
                  </a:lnTo>
                  <a:lnTo>
                    <a:pt x="45189" y="3494258"/>
                  </a:lnTo>
                  <a:lnTo>
                    <a:pt x="37443" y="3448138"/>
                  </a:lnTo>
                  <a:lnTo>
                    <a:pt x="30406" y="3401780"/>
                  </a:lnTo>
                  <a:lnTo>
                    <a:pt x="24086" y="3355191"/>
                  </a:lnTo>
                  <a:lnTo>
                    <a:pt x="18488" y="3308377"/>
                  </a:lnTo>
                  <a:lnTo>
                    <a:pt x="13618" y="3261343"/>
                  </a:lnTo>
                  <a:lnTo>
                    <a:pt x="9480" y="3214095"/>
                  </a:lnTo>
                  <a:lnTo>
                    <a:pt x="6083" y="3166638"/>
                  </a:lnTo>
                  <a:lnTo>
                    <a:pt x="3430" y="3118979"/>
                  </a:lnTo>
                  <a:lnTo>
                    <a:pt x="1528" y="3071124"/>
                  </a:lnTo>
                  <a:lnTo>
                    <a:pt x="383" y="3023077"/>
                  </a:lnTo>
                  <a:lnTo>
                    <a:pt x="0" y="2974845"/>
                  </a:lnTo>
                  <a:close/>
                </a:path>
              </a:pathLst>
            </a:custGeom>
            <a:ln w="25399">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5" name="object 5"/>
          <p:cNvSpPr txBox="1">
            <a:spLocks noGrp="1"/>
          </p:cNvSpPr>
          <p:nvPr>
            <p:ph type="title"/>
          </p:nvPr>
        </p:nvSpPr>
        <p:spPr>
          <a:xfrm>
            <a:off x="182206" y="2530418"/>
            <a:ext cx="3935729" cy="1305560"/>
          </a:xfrm>
          <a:prstGeom prst="rect">
            <a:avLst/>
          </a:prstGeom>
        </p:spPr>
        <p:txBody>
          <a:bodyPr vert="horz" wrap="square" lIns="0" tIns="12700" rIns="0" bIns="0" rtlCol="0">
            <a:spAutoFit/>
          </a:bodyPr>
          <a:lstStyle/>
          <a:p>
            <a:pPr marL="12700" marR="5080">
              <a:lnSpc>
                <a:spcPct val="100000"/>
              </a:lnSpc>
              <a:spcBef>
                <a:spcPts val="100"/>
              </a:spcBef>
            </a:pPr>
            <a:r>
              <a:rPr sz="2800" spc="-10" dirty="0">
                <a:latin typeface="Times New Roman" panose="02020603050405020304" pitchFamily="18" charset="0"/>
                <a:cs typeface="Times New Roman" panose="02020603050405020304" pitchFamily="18" charset="0"/>
              </a:rPr>
              <a:t>Maintenance</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sz="2800" spc="-3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common </a:t>
            </a:r>
            <a:r>
              <a:rPr sz="2800" spc="-20" dirty="0">
                <a:latin typeface="Times New Roman" panose="02020603050405020304" pitchFamily="18" charset="0"/>
                <a:cs typeface="Times New Roman" panose="02020603050405020304" pitchFamily="18" charset="0"/>
              </a:rPr>
              <a:t>elements-</a:t>
            </a:r>
            <a:r>
              <a:rPr sz="2800" dirty="0">
                <a:latin typeface="Times New Roman" panose="02020603050405020304" pitchFamily="18" charset="0"/>
                <a:cs typeface="Times New Roman" panose="02020603050405020304" pitchFamily="18" charset="0"/>
              </a:rPr>
              <a:t>wire</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rope,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chains </a:t>
            </a:r>
            <a:r>
              <a:rPr sz="2800" dirty="0">
                <a:latin typeface="Times New Roman" panose="02020603050405020304" pitchFamily="18" charset="0"/>
                <a:cs typeface="Times New Roman" panose="02020603050405020304" pitchFamily="18" charset="0"/>
              </a:rPr>
              <a:t>slings,</a:t>
            </a:r>
            <a:r>
              <a:rPr sz="2800" spc="-8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hooks,</a:t>
            </a:r>
            <a:r>
              <a:rPr sz="2800" spc="-8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clamps</a:t>
            </a:r>
            <a:endParaRPr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0" y="0"/>
            <a:ext cx="12344400" cy="7386638"/>
          </a:xfrm>
          <a:prstGeom prst="rect">
            <a:avLst/>
          </a:prstGeom>
        </p:spPr>
        <p:txBody>
          <a:bodyPr wrap="square">
            <a:spAutoFit/>
          </a:bodyPr>
          <a:lstStyle/>
          <a:p>
            <a:pPr algn="l"/>
            <a:r>
              <a:rPr lang="en-US" sz="2800" b="1" i="0" u="none" strike="noStrike" baseline="0" dirty="0">
                <a:solidFill>
                  <a:srgbClr val="FF0000"/>
                </a:solidFill>
                <a:latin typeface="Times New Roman" panose="02020603050405020304" pitchFamily="18" charset="0"/>
              </a:rPr>
              <a:t>Wire Rope</a:t>
            </a:r>
          </a:p>
          <a:p>
            <a:pPr algn="l"/>
            <a:endParaRPr lang="en-US" sz="1800" b="1" i="0" u="none" strike="noStrike" baseline="0" dirty="0">
              <a:solidFill>
                <a:srgbClr val="222222"/>
              </a:solidFill>
              <a:latin typeface="Times New Roman" panose="02020603050405020304" pitchFamily="18" charset="0"/>
            </a:endParaRPr>
          </a:p>
          <a:p>
            <a:pPr algn="l"/>
            <a:r>
              <a:rPr lang="en-US" sz="1800" b="0" i="0" u="none" strike="noStrike" baseline="0" dirty="0">
                <a:solidFill>
                  <a:srgbClr val="222222"/>
                </a:solidFill>
                <a:latin typeface="Times New Roman" panose="02020603050405020304" pitchFamily="18" charset="0"/>
              </a:rPr>
              <a:t>Wire rope is several strands of metal wire twisted into a helix forming a composite rope, in a pattern known as laid rope. Larger diameter wire rope consists of multiple strands of such laid rope in a pattern known as cable laid.</a:t>
            </a:r>
          </a:p>
          <a:p>
            <a:pPr algn="l"/>
            <a:endParaRPr lang="en-US" dirty="0">
              <a:solidFill>
                <a:srgbClr val="222222"/>
              </a:solidFill>
              <a:latin typeface="Times New Roman" panose="02020603050405020304" pitchFamily="18" charset="0"/>
            </a:endParaRPr>
          </a:p>
          <a:p>
            <a:pPr algn="l"/>
            <a:endParaRPr lang="en-US" sz="1800" b="0" i="0" u="none" strike="noStrike" baseline="0" dirty="0">
              <a:solidFill>
                <a:srgbClr val="222222"/>
              </a:solidFill>
              <a:latin typeface="Times New Roman" panose="02020603050405020304" pitchFamily="18" charset="0"/>
            </a:endParaRPr>
          </a:p>
          <a:p>
            <a:pPr algn="l"/>
            <a:endParaRPr lang="en-US" dirty="0">
              <a:solidFill>
                <a:srgbClr val="222222"/>
              </a:solidFill>
              <a:latin typeface="Times New Roman" panose="02020603050405020304" pitchFamily="18" charset="0"/>
            </a:endParaRPr>
          </a:p>
          <a:p>
            <a:pPr algn="l"/>
            <a:endParaRPr lang="en-US" sz="1800" b="0" i="0" u="none" strike="noStrike" baseline="0" dirty="0">
              <a:solidFill>
                <a:srgbClr val="222222"/>
              </a:solidFill>
              <a:latin typeface="Times New Roman" panose="02020603050405020304" pitchFamily="18" charset="0"/>
            </a:endParaRPr>
          </a:p>
          <a:p>
            <a:pPr algn="l"/>
            <a:endParaRPr lang="en-US" dirty="0">
              <a:solidFill>
                <a:srgbClr val="222222"/>
              </a:solidFill>
              <a:latin typeface="Times New Roman" panose="02020603050405020304" pitchFamily="18" charset="0"/>
            </a:endParaRPr>
          </a:p>
          <a:p>
            <a:pPr algn="l"/>
            <a:endParaRPr lang="en-US" sz="1800" b="0" i="0" u="none" strike="noStrike" baseline="0" dirty="0">
              <a:solidFill>
                <a:srgbClr val="222222"/>
              </a:solidFill>
              <a:latin typeface="Times New Roman" panose="02020603050405020304" pitchFamily="18" charset="0"/>
            </a:endParaRPr>
          </a:p>
          <a:p>
            <a:pPr algn="l"/>
            <a:endParaRPr lang="en-US" dirty="0">
              <a:solidFill>
                <a:srgbClr val="222222"/>
              </a:solidFill>
              <a:latin typeface="Times New Roman" panose="02020603050405020304" pitchFamily="18" charset="0"/>
            </a:endParaRPr>
          </a:p>
          <a:p>
            <a:pPr algn="l"/>
            <a:endParaRPr lang="en-US" sz="1800" b="0" i="0" u="none" strike="noStrike" baseline="0" dirty="0">
              <a:solidFill>
                <a:srgbClr val="222222"/>
              </a:solidFill>
              <a:latin typeface="Times New Roman" panose="02020603050405020304" pitchFamily="18" charset="0"/>
            </a:endParaRPr>
          </a:p>
          <a:p>
            <a:pPr algn="l"/>
            <a:endParaRPr lang="en-US" dirty="0">
              <a:solidFill>
                <a:srgbClr val="222222"/>
              </a:solidFill>
              <a:latin typeface="Times New Roman" panose="02020603050405020304" pitchFamily="18" charset="0"/>
            </a:endParaRPr>
          </a:p>
          <a:p>
            <a:pPr algn="l"/>
            <a:endParaRPr lang="en-US" sz="1800" b="0" i="0" u="none" strike="noStrike" baseline="0" dirty="0">
              <a:solidFill>
                <a:srgbClr val="222222"/>
              </a:solidFill>
              <a:latin typeface="Times New Roman" panose="02020603050405020304" pitchFamily="18" charset="0"/>
            </a:endParaRP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Put on gloves before handling and checking the condition of the wire ropes. </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Wire ropes should be cleaned at intervals using a brush to remove hardened deposits of grease, which prevent the penetration of lubricants.</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Do not use solvents for cleaning. They may destroy the textile or synthetic components which make up the wire rope.</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The wire rope must be checked over its entire length.</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Check the level of wear and the proper functioning of the sheaves: One defective sheave in a circuit may result in premature wear to the wire rope.</a:t>
            </a:r>
          </a:p>
          <a:p>
            <a:pPr algn="l">
              <a:lnSpc>
                <a:spcPct val="150000"/>
              </a:lnSpc>
            </a:pPr>
            <a:endParaRPr lang="en-US" dirty="0"/>
          </a:p>
        </p:txBody>
      </p:sp>
      <p:pic>
        <p:nvPicPr>
          <p:cNvPr id="82" name="Picture 81"/>
          <p:cNvPicPr>
            <a:picLocks noChangeAspect="1"/>
          </p:cNvPicPr>
          <p:nvPr/>
        </p:nvPicPr>
        <p:blipFill>
          <a:blip r:embed="rId2"/>
          <a:stretch>
            <a:fillRect/>
          </a:stretch>
        </p:blipFill>
        <p:spPr>
          <a:xfrm>
            <a:off x="3429000" y="1295400"/>
            <a:ext cx="4431481" cy="2209800"/>
          </a:xfrm>
          <a:prstGeom prst="rect">
            <a:avLst/>
          </a:prstGeom>
        </p:spPr>
      </p:pic>
    </p:spTree>
    <p:extLst>
      <p:ext uri="{BB962C8B-B14F-4D97-AF65-F5344CB8AC3E}">
        <p14:creationId xmlns:p14="http://schemas.microsoft.com/office/powerpoint/2010/main" val="3974855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0" y="457200"/>
            <a:ext cx="12344400" cy="4247317"/>
          </a:xfrm>
          <a:prstGeom prst="rect">
            <a:avLst/>
          </a:prstGeom>
        </p:spPr>
        <p:txBody>
          <a:bodyPr wrap="square">
            <a:spAutoFit/>
          </a:bodyPr>
          <a:lstStyle/>
          <a:p>
            <a:pPr algn="l">
              <a:lnSpc>
                <a:spcPct val="150000"/>
              </a:lnSpc>
            </a:pPr>
            <a:r>
              <a:rPr lang="en-US" sz="2000" b="0" i="0" u="none" strike="noStrike" baseline="0" dirty="0">
                <a:solidFill>
                  <a:srgbClr val="222222"/>
                </a:solidFill>
                <a:latin typeface="Symbol" panose="05050102010706020507" pitchFamily="18" charset="2"/>
              </a:rPr>
              <a:t> </a:t>
            </a:r>
            <a:r>
              <a:rPr lang="en-US" sz="2000" b="0" i="0" u="none" strike="noStrike" baseline="0" dirty="0">
                <a:solidFill>
                  <a:srgbClr val="222222"/>
                </a:solidFill>
                <a:latin typeface="Times New Roman" panose="02020603050405020304" pitchFamily="18" charset="0"/>
              </a:rPr>
              <a:t>Apply grease using the product recommended by the manufacturer. The lubrication intervals must take the specific conditions of usage into account: proximity </a:t>
            </a:r>
            <a:r>
              <a:rPr lang="en-US" sz="2000" b="0" i="0" u="none" strike="noStrike" baseline="0" dirty="0" err="1">
                <a:solidFill>
                  <a:srgbClr val="222222"/>
                </a:solidFill>
                <a:latin typeface="Times New Roman" panose="02020603050405020304" pitchFamily="18" charset="0"/>
              </a:rPr>
              <a:t>tocoast</a:t>
            </a:r>
            <a:r>
              <a:rPr lang="en-US" sz="2000" b="0" i="0" u="none" strike="noStrike" baseline="0" dirty="0">
                <a:solidFill>
                  <a:srgbClr val="222222"/>
                </a:solidFill>
                <a:latin typeface="Times New Roman" panose="02020603050405020304" pitchFamily="18" charset="0"/>
              </a:rPr>
              <a:t>, metallurgical or chemical environment, harsh climatic conditions, etc.</a:t>
            </a:r>
          </a:p>
          <a:p>
            <a:pPr algn="l">
              <a:lnSpc>
                <a:spcPct val="150000"/>
              </a:lnSpc>
            </a:pPr>
            <a:r>
              <a:rPr lang="en-US" sz="2000" b="0" i="0" u="none" strike="noStrike" baseline="0" dirty="0">
                <a:solidFill>
                  <a:srgbClr val="222222"/>
                </a:solidFill>
                <a:latin typeface="Symbol" panose="05050102010706020507" pitchFamily="18" charset="2"/>
              </a:rPr>
              <a:t> </a:t>
            </a:r>
            <a:r>
              <a:rPr lang="en-US" sz="2000" b="0" i="0" u="none" strike="noStrike" baseline="0" dirty="0">
                <a:solidFill>
                  <a:srgbClr val="222222"/>
                </a:solidFill>
                <a:latin typeface="Times New Roman" panose="02020603050405020304" pitchFamily="18" charset="0"/>
              </a:rPr>
              <a:t>All wire ropes showing a broken strand, a collection of visible broken wires, deformation, corrosion, kinks, pleats, crushing, etc. should be scrapped.</a:t>
            </a:r>
          </a:p>
          <a:p>
            <a:pPr algn="l">
              <a:lnSpc>
                <a:spcPct val="150000"/>
              </a:lnSpc>
            </a:pPr>
            <a:r>
              <a:rPr lang="en-US" sz="2000" b="0" i="0" u="none" strike="noStrike" baseline="0" dirty="0">
                <a:solidFill>
                  <a:srgbClr val="222222"/>
                </a:solidFill>
                <a:latin typeface="Symbol" panose="05050102010706020507" pitchFamily="18" charset="2"/>
              </a:rPr>
              <a:t> </a:t>
            </a:r>
            <a:r>
              <a:rPr lang="en-US" sz="2000" b="0" i="0" u="none" strike="noStrike" baseline="0" dirty="0">
                <a:solidFill>
                  <a:srgbClr val="222222"/>
                </a:solidFill>
                <a:latin typeface="Times New Roman" panose="02020603050405020304" pitchFamily="18" charset="0"/>
              </a:rPr>
              <a:t>A worn or damaged wire rope should only be replaced with a rope manufacturer. recommended by the equipment</a:t>
            </a:r>
          </a:p>
          <a:p>
            <a:pPr marL="285750" indent="-285750" algn="l">
              <a:lnSpc>
                <a:spcPct val="150000"/>
              </a:lnSpc>
              <a:buFont typeface="Symbol" panose="05050102010706020507" pitchFamily="18" charset="2"/>
              <a:buChar char="·"/>
            </a:pPr>
            <a:r>
              <a:rPr lang="en-US" sz="2000" b="0" i="0" u="none" strike="noStrike" baseline="0" dirty="0">
                <a:solidFill>
                  <a:srgbClr val="222222"/>
                </a:solidFill>
                <a:latin typeface="Times New Roman" panose="02020603050405020304" pitchFamily="18" charset="0"/>
              </a:rPr>
              <a:t>When replacing the wire rope, it must be possible to brake the drum (coil) to prevent the rope from unwinding too fast or dragging when winding up.</a:t>
            </a:r>
          </a:p>
          <a:p>
            <a:pPr marL="285750" indent="-285750" algn="l">
              <a:lnSpc>
                <a:spcPct val="150000"/>
              </a:lnSpc>
              <a:buFont typeface="Symbol" panose="05050102010706020507" pitchFamily="18" charset="2"/>
              <a:buChar char="·"/>
            </a:pPr>
            <a:r>
              <a:rPr lang="en-US" sz="2000" dirty="0">
                <a:solidFill>
                  <a:srgbClr val="222222"/>
                </a:solidFill>
                <a:latin typeface="Times New Roman" panose="02020603050405020304" pitchFamily="18" charset="0"/>
              </a:rPr>
              <a:t>The length of the new wire rope should match the crane configuration and should cover all drum winding layers.</a:t>
            </a:r>
          </a:p>
        </p:txBody>
      </p:sp>
    </p:spTree>
    <p:extLst>
      <p:ext uri="{BB962C8B-B14F-4D97-AF65-F5344CB8AC3E}">
        <p14:creationId xmlns:p14="http://schemas.microsoft.com/office/powerpoint/2010/main" val="202354631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0" y="457200"/>
            <a:ext cx="12344400" cy="2345322"/>
          </a:xfrm>
          <a:prstGeom prst="rect">
            <a:avLst/>
          </a:prstGeom>
        </p:spPr>
        <p:txBody>
          <a:bodyPr wrap="square">
            <a:spAutoFit/>
          </a:bodyPr>
          <a:lstStyle/>
          <a:p>
            <a:pPr algn="l">
              <a:lnSpc>
                <a:spcPct val="150000"/>
              </a:lnSpc>
            </a:pPr>
            <a:r>
              <a:rPr lang="en-US" sz="2000" b="1" dirty="0">
                <a:solidFill>
                  <a:srgbClr val="FF0000"/>
                </a:solidFill>
                <a:latin typeface="Times New Roman" panose="02020603050405020304" pitchFamily="18" charset="0"/>
              </a:rPr>
              <a:t>Chains Slings</a:t>
            </a:r>
          </a:p>
          <a:p>
            <a:pPr algn="l">
              <a:lnSpc>
                <a:spcPct val="150000"/>
              </a:lnSpc>
            </a:pPr>
            <a:r>
              <a:rPr lang="en-US" sz="2000" dirty="0">
                <a:solidFill>
                  <a:srgbClr val="222222"/>
                </a:solidFill>
                <a:latin typeface="Times New Roman" panose="02020603050405020304" pitchFamily="18" charset="0"/>
              </a:rPr>
              <a:t>Lifting slings are an essential facet of the lifting equipment. Slings come in many different types, including chain slings, wire rope slings, polyester webbing and round slings, etc. Each sling will have its own individual purpose, for example, polyester webbing slings are ideal for maneuvering objects which could be damaged by a chain or wire rope sling..</a:t>
            </a:r>
          </a:p>
        </p:txBody>
      </p:sp>
      <p:pic>
        <p:nvPicPr>
          <p:cNvPr id="2" name="Picture 1"/>
          <p:cNvPicPr>
            <a:picLocks noChangeAspect="1"/>
          </p:cNvPicPr>
          <p:nvPr/>
        </p:nvPicPr>
        <p:blipFill>
          <a:blip r:embed="rId2"/>
          <a:stretch>
            <a:fillRect/>
          </a:stretch>
        </p:blipFill>
        <p:spPr>
          <a:xfrm>
            <a:off x="4876800" y="2802522"/>
            <a:ext cx="2971800" cy="3560552"/>
          </a:xfrm>
          <a:prstGeom prst="rect">
            <a:avLst/>
          </a:prstGeom>
        </p:spPr>
      </p:pic>
    </p:spTree>
    <p:extLst>
      <p:ext uri="{BB962C8B-B14F-4D97-AF65-F5344CB8AC3E}">
        <p14:creationId xmlns:p14="http://schemas.microsoft.com/office/powerpoint/2010/main" val="25369952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5943" y="0"/>
            <a:ext cx="11811000" cy="4801314"/>
          </a:xfrm>
          <a:prstGeom prst="rect">
            <a:avLst/>
          </a:prstGeom>
        </p:spPr>
        <p:txBody>
          <a:bodyPr wrap="square">
            <a:spAutoFit/>
          </a:bodyPr>
          <a:lstStyle/>
          <a:p>
            <a:pPr algn="l"/>
            <a:r>
              <a:rPr lang="en-US" sz="1800" b="1" i="0" u="none" strike="noStrike" baseline="0" dirty="0">
                <a:solidFill>
                  <a:srgbClr val="222222"/>
                </a:solidFill>
                <a:latin typeface="Times New Roman" panose="02020603050405020304" pitchFamily="18" charset="0"/>
              </a:rPr>
              <a:t>Maintenance of Chain slings</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A thorough examination must be carried out by a competent person at least every 12 months or more frequently according to statutory regulations, type and frequency of use. </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Chains with bent links or with cracks or gouges in the link should be replaced, as should deformed components such as bent master links, deformed hooks and any fittings showing signs of damage.</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Chain and components wear should never exceed 10% of the original dimensions.</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Once a chain sling has been overloaded it must be taken out of service</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Store chain sling on a properly designed rack. Never leave chain slings on the floor where they may suffer mechanical or corrosion damage.</a:t>
            </a: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Alloy chain slings should not be used in acid or caustic nor solutions in heavily acidic or caustic laden atmospheres. The heat treated alloy material used for alloy steel chains and components is susceptible to hydrogen embrittlement when exposed to acids.</a:t>
            </a:r>
          </a:p>
          <a:p>
            <a:pPr algn="l"/>
            <a:endParaRPr lang="en-US" dirty="0"/>
          </a:p>
        </p:txBody>
      </p:sp>
      <p:sp>
        <p:nvSpPr>
          <p:cNvPr id="4" name="Rectangle 3"/>
          <p:cNvSpPr/>
          <p:nvPr/>
        </p:nvSpPr>
        <p:spPr>
          <a:xfrm>
            <a:off x="195943" y="4419600"/>
            <a:ext cx="11658600" cy="2535246"/>
          </a:xfrm>
          <a:prstGeom prst="rect">
            <a:avLst/>
          </a:prstGeom>
        </p:spPr>
        <p:txBody>
          <a:bodyPr wrap="square">
            <a:spAutoFit/>
          </a:bodyPr>
          <a:lstStyle/>
          <a:p>
            <a:pPr marL="285750" indent="-285750" algn="l">
              <a:lnSpc>
                <a:spcPct val="150000"/>
              </a:lnSpc>
              <a:buFont typeface="Arial" panose="020B0604020202020204" pitchFamily="34" charset="0"/>
              <a:buChar char="•"/>
            </a:pPr>
            <a:r>
              <a:rPr lang="en-US" sz="1800" b="0" i="0" u="none" strike="noStrike" baseline="0" dirty="0">
                <a:solidFill>
                  <a:srgbClr val="222222"/>
                </a:solidFill>
                <a:latin typeface="Times New Roman" panose="02020603050405020304" pitchFamily="18" charset="0"/>
              </a:rPr>
              <a:t>Chain slings must not be heat-treated, galvanized, plated, coated or subject to any process involving heating of pickling. These processes can have dangerous effects and will invalidate the manufacturer's certification.</a:t>
            </a:r>
          </a:p>
          <a:p>
            <a:pPr algn="l">
              <a:lnSpc>
                <a:spcPct val="150000"/>
              </a:lnSpc>
            </a:pPr>
            <a:r>
              <a:rPr lang="en-US" sz="1800" b="0" i="0" u="none" strike="noStrike" baseline="0" dirty="0">
                <a:solidFill>
                  <a:srgbClr val="222222"/>
                </a:solidFill>
                <a:latin typeface="Symbol" panose="05050102010706020507" pitchFamily="18" charset="2"/>
              </a:rPr>
              <a:t> </a:t>
            </a:r>
            <a:r>
              <a:rPr lang="en-US" sz="1800" b="0" i="0" u="none" strike="noStrike" baseline="0" dirty="0">
                <a:solidFill>
                  <a:srgbClr val="222222"/>
                </a:solidFill>
                <a:latin typeface="Times New Roman" panose="02020603050405020304" pitchFamily="18" charset="0"/>
              </a:rPr>
              <a:t>Alloy chain slings may be used at temperatures between (-)40°C to 200°C with no reduction in the Working Load Limit. The use of chain slings within the permissible temperature range in the table does not require any permanent reduction in Working Load Limit when the chain sling is returned to normal temperatures. A sling accidentally exposed to temperature in excess of the maximum permissible should be withdrawn from service immediately and returned for thorough examination.</a:t>
            </a:r>
            <a:endParaRPr lang="en-US" dirty="0"/>
          </a:p>
        </p:txBody>
      </p:sp>
    </p:spTree>
    <p:extLst>
      <p:ext uri="{BB962C8B-B14F-4D97-AF65-F5344CB8AC3E}">
        <p14:creationId xmlns:p14="http://schemas.microsoft.com/office/powerpoint/2010/main" val="4397468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FC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468481" y="2093380"/>
            <a:ext cx="5082540" cy="4012565"/>
            <a:chOff x="6468481" y="2093380"/>
            <a:chExt cx="5082540" cy="4012565"/>
          </a:xfrm>
        </p:grpSpPr>
        <p:sp>
          <p:nvSpPr>
            <p:cNvPr id="4" name="object 4"/>
            <p:cNvSpPr/>
            <p:nvPr/>
          </p:nvSpPr>
          <p:spPr>
            <a:xfrm>
              <a:off x="6481181" y="2106080"/>
              <a:ext cx="5057140" cy="3987165"/>
            </a:xfrm>
            <a:custGeom>
              <a:avLst/>
              <a:gdLst/>
              <a:ahLst/>
              <a:cxnLst/>
              <a:rect l="l" t="t" r="r" b="b"/>
              <a:pathLst>
                <a:path w="5057140" h="3987165">
                  <a:moveTo>
                    <a:pt x="5056631" y="3987011"/>
                  </a:moveTo>
                  <a:lnTo>
                    <a:pt x="0" y="3987011"/>
                  </a:lnTo>
                  <a:lnTo>
                    <a:pt x="0" y="0"/>
                  </a:lnTo>
                  <a:lnTo>
                    <a:pt x="5056631" y="0"/>
                  </a:lnTo>
                  <a:lnTo>
                    <a:pt x="5056631" y="3987011"/>
                  </a:lnTo>
                  <a:close/>
                </a:path>
              </a:pathLst>
            </a:custGeom>
            <a:solidFill>
              <a:srgbClr val="ED7D3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p:nvPr/>
          </p:nvSpPr>
          <p:spPr>
            <a:xfrm>
              <a:off x="6481181" y="2106080"/>
              <a:ext cx="5057140" cy="3987165"/>
            </a:xfrm>
            <a:custGeom>
              <a:avLst/>
              <a:gdLst/>
              <a:ahLst/>
              <a:cxnLst/>
              <a:rect l="l" t="t" r="r" b="b"/>
              <a:pathLst>
                <a:path w="5057140" h="3987165">
                  <a:moveTo>
                    <a:pt x="0" y="0"/>
                  </a:moveTo>
                  <a:lnTo>
                    <a:pt x="5056631" y="0"/>
                  </a:lnTo>
                  <a:lnTo>
                    <a:pt x="5056631" y="3987011"/>
                  </a:lnTo>
                  <a:lnTo>
                    <a:pt x="0" y="3987011"/>
                  </a:lnTo>
                  <a:lnTo>
                    <a:pt x="0" y="0"/>
                  </a:lnTo>
                  <a:close/>
                </a:path>
              </a:pathLst>
            </a:custGeom>
            <a:ln w="25399">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grpSp>
        <p:nvGrpSpPr>
          <p:cNvPr id="6" name="object 6"/>
          <p:cNvGrpSpPr/>
          <p:nvPr/>
        </p:nvGrpSpPr>
        <p:grpSpPr>
          <a:xfrm>
            <a:off x="795371" y="2093380"/>
            <a:ext cx="5080000" cy="4012565"/>
            <a:chOff x="795371" y="2093380"/>
            <a:chExt cx="5080000" cy="4012565"/>
          </a:xfrm>
        </p:grpSpPr>
        <p:sp>
          <p:nvSpPr>
            <p:cNvPr id="7" name="object 7"/>
            <p:cNvSpPr/>
            <p:nvPr/>
          </p:nvSpPr>
          <p:spPr>
            <a:xfrm>
              <a:off x="808071" y="2106080"/>
              <a:ext cx="5054600" cy="3987165"/>
            </a:xfrm>
            <a:custGeom>
              <a:avLst/>
              <a:gdLst/>
              <a:ahLst/>
              <a:cxnLst/>
              <a:rect l="l" t="t" r="r" b="b"/>
              <a:pathLst>
                <a:path w="5054600" h="3987165">
                  <a:moveTo>
                    <a:pt x="5054247" y="3987011"/>
                  </a:moveTo>
                  <a:lnTo>
                    <a:pt x="0" y="3987011"/>
                  </a:lnTo>
                  <a:lnTo>
                    <a:pt x="0" y="0"/>
                  </a:lnTo>
                  <a:lnTo>
                    <a:pt x="5054247" y="0"/>
                  </a:lnTo>
                  <a:lnTo>
                    <a:pt x="5054247" y="3987011"/>
                  </a:lnTo>
                  <a:close/>
                </a:path>
              </a:pathLst>
            </a:custGeom>
            <a:solidFill>
              <a:srgbClr val="ED7D3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808071" y="2106080"/>
              <a:ext cx="5054600" cy="3987165"/>
            </a:xfrm>
            <a:custGeom>
              <a:avLst/>
              <a:gdLst/>
              <a:ahLst/>
              <a:cxnLst/>
              <a:rect l="l" t="t" r="r" b="b"/>
              <a:pathLst>
                <a:path w="5054600" h="3987165">
                  <a:moveTo>
                    <a:pt x="0" y="0"/>
                  </a:moveTo>
                  <a:lnTo>
                    <a:pt x="5054247" y="0"/>
                  </a:lnTo>
                  <a:lnTo>
                    <a:pt x="5054247" y="3987011"/>
                  </a:lnTo>
                  <a:lnTo>
                    <a:pt x="0" y="3987011"/>
                  </a:lnTo>
                  <a:lnTo>
                    <a:pt x="0" y="0"/>
                  </a:lnTo>
                  <a:close/>
                </a:path>
              </a:pathLst>
            </a:custGeom>
            <a:ln w="25399">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p:cNvSpPr txBox="1">
            <a:spLocks noGrp="1"/>
          </p:cNvSpPr>
          <p:nvPr>
            <p:ph type="title"/>
          </p:nvPr>
        </p:nvSpPr>
        <p:spPr>
          <a:prstGeom prst="rect">
            <a:avLst/>
          </a:prstGeom>
        </p:spPr>
        <p:txBody>
          <a:bodyPr vert="horz" wrap="square" lIns="0" tIns="81915" rIns="0" bIns="0" rtlCol="0">
            <a:spAutoFit/>
          </a:bodyPr>
          <a:lstStyle/>
          <a:p>
            <a:pPr marL="12700" marR="5080">
              <a:lnSpc>
                <a:spcPts val="4320"/>
              </a:lnSpc>
              <a:spcBef>
                <a:spcPts val="645"/>
              </a:spcBef>
            </a:pPr>
            <a:r>
              <a:rPr sz="4000" dirty="0">
                <a:latin typeface="Times New Roman" panose="02020603050405020304" pitchFamily="18" charset="0"/>
                <a:cs typeface="Times New Roman" panose="02020603050405020304" pitchFamily="18" charset="0"/>
              </a:rPr>
              <a:t>Maintenance</a:t>
            </a:r>
            <a:r>
              <a:rPr sz="4000" spc="-8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of</a:t>
            </a:r>
            <a:r>
              <a:rPr sz="4000" spc="-8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handling</a:t>
            </a:r>
            <a:r>
              <a:rPr sz="4000" spc="-8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equipment:</a:t>
            </a:r>
            <a:r>
              <a:rPr sz="4000" spc="-80"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common </a:t>
            </a:r>
            <a:r>
              <a:rPr sz="4000" dirty="0">
                <a:latin typeface="Times New Roman" panose="02020603050405020304" pitchFamily="18" charset="0"/>
                <a:cs typeface="Times New Roman" panose="02020603050405020304" pitchFamily="18" charset="0"/>
              </a:rPr>
              <a:t>elements</a:t>
            </a:r>
            <a:r>
              <a:rPr sz="4000" spc="-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t>
            </a:r>
            <a:r>
              <a:rPr sz="4000" spc="-35" dirty="0">
                <a:latin typeface="Times New Roman" panose="02020603050405020304" pitchFamily="18" charset="0"/>
                <a:cs typeface="Times New Roman" panose="02020603050405020304" pitchFamily="18" charset="0"/>
              </a:rPr>
              <a:t> </a:t>
            </a:r>
            <a:r>
              <a:rPr sz="4000" spc="-10" dirty="0">
                <a:solidFill>
                  <a:srgbClr val="002060"/>
                </a:solidFill>
                <a:latin typeface="Times New Roman" panose="02020603050405020304" pitchFamily="18" charset="0"/>
                <a:cs typeface="Times New Roman" panose="02020603050405020304" pitchFamily="18" charset="0"/>
              </a:rPr>
              <a:t>HOOKS</a:t>
            </a:r>
            <a:endParaRPr sz="4000">
              <a:latin typeface="Times New Roman" panose="02020603050405020304" pitchFamily="18" charset="0"/>
              <a:cs typeface="Times New Roman" panose="02020603050405020304" pitchFamily="18" charset="0"/>
            </a:endParaRPr>
          </a:p>
        </p:txBody>
      </p:sp>
      <p:sp>
        <p:nvSpPr>
          <p:cNvPr id="10" name="object 10"/>
          <p:cNvSpPr txBox="1"/>
          <p:nvPr/>
        </p:nvSpPr>
        <p:spPr>
          <a:xfrm>
            <a:off x="1003474" y="2290746"/>
            <a:ext cx="4446905" cy="3578225"/>
          </a:xfrm>
          <a:prstGeom prst="rect">
            <a:avLst/>
          </a:prstGeom>
        </p:spPr>
        <p:txBody>
          <a:bodyPr vert="horz" wrap="square" lIns="0" tIns="25400" rIns="0" bIns="0" rtlCol="0">
            <a:spAutoFit/>
          </a:bodyPr>
          <a:lstStyle/>
          <a:p>
            <a:pPr marL="468630" marR="5080" indent="-469265" algn="just">
              <a:lnSpc>
                <a:spcPts val="3110"/>
              </a:lnSpc>
              <a:spcBef>
                <a:spcPts val="200"/>
              </a:spcBef>
              <a:buSzPct val="50000"/>
              <a:buFont typeface="Courier New"/>
              <a:buChar char="o"/>
              <a:tabLst>
                <a:tab pos="471805" algn="l"/>
              </a:tabLst>
            </a:pPr>
            <a:r>
              <a:rPr sz="2600" dirty="0">
                <a:latin typeface="Times New Roman" panose="02020603050405020304" pitchFamily="18" charset="0"/>
                <a:cs typeface="Times New Roman" panose="02020603050405020304" pitchFamily="18" charset="0"/>
              </a:rPr>
              <a:t>Before</a:t>
            </a:r>
            <a:r>
              <a:rPr sz="2600" spc="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use,</a:t>
            </a:r>
            <a:r>
              <a:rPr sz="2600" spc="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hooks</a:t>
            </a:r>
            <a:r>
              <a:rPr sz="2600" spc="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must</a:t>
            </a:r>
            <a:r>
              <a:rPr sz="2600" spc="7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be 	</a:t>
            </a:r>
            <a:r>
              <a:rPr sz="2600" dirty="0">
                <a:latin typeface="Times New Roman" panose="02020603050405020304" pitchFamily="18" charset="0"/>
                <a:cs typeface="Times New Roman" panose="02020603050405020304" pitchFamily="18" charset="0"/>
              </a:rPr>
              <a:t>inspected</a:t>
            </a:r>
            <a:r>
              <a:rPr sz="2600" spc="3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by</a:t>
            </a:r>
            <a:r>
              <a:rPr sz="2600" spc="3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an</a:t>
            </a:r>
            <a:r>
              <a:rPr sz="2600" spc="32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experienced 	rigger.</a:t>
            </a:r>
            <a:endParaRPr sz="2600">
              <a:latin typeface="Times New Roman" panose="02020603050405020304" pitchFamily="18" charset="0"/>
              <a:cs typeface="Times New Roman" panose="02020603050405020304" pitchFamily="18" charset="0"/>
            </a:endParaRPr>
          </a:p>
          <a:p>
            <a:pPr marL="469265" indent="-469265" algn="just">
              <a:lnSpc>
                <a:spcPts val="2995"/>
              </a:lnSpc>
              <a:buSzPct val="50000"/>
              <a:buFont typeface="Courier New"/>
              <a:buChar char="o"/>
              <a:tabLst>
                <a:tab pos="469265" algn="l"/>
              </a:tabLst>
            </a:pPr>
            <a:r>
              <a:rPr sz="2600" dirty="0">
                <a:latin typeface="Times New Roman" panose="02020603050405020304" pitchFamily="18" charset="0"/>
                <a:cs typeface="Times New Roman" panose="02020603050405020304" pitchFamily="18" charset="0"/>
              </a:rPr>
              <a:t>Remove</a:t>
            </a:r>
            <a:r>
              <a:rPr sz="2600" spc="2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a:t>
            </a:r>
            <a:r>
              <a:rPr sz="2600" spc="24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hook</a:t>
            </a:r>
            <a:r>
              <a:rPr sz="2600" spc="24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from</a:t>
            </a:r>
            <a:r>
              <a:rPr sz="2600" spc="24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service</a:t>
            </a:r>
            <a:endParaRPr sz="2600">
              <a:latin typeface="Times New Roman" panose="02020603050405020304" pitchFamily="18" charset="0"/>
              <a:cs typeface="Times New Roman" panose="02020603050405020304" pitchFamily="18" charset="0"/>
            </a:endParaRPr>
          </a:p>
          <a:p>
            <a:pPr marL="471805" marR="12700" algn="just">
              <a:lnSpc>
                <a:spcPts val="3110"/>
              </a:lnSpc>
              <a:spcBef>
                <a:spcPts val="105"/>
              </a:spcBef>
            </a:pPr>
            <a:r>
              <a:rPr sz="2600" dirty="0">
                <a:latin typeface="Times New Roman" panose="02020603050405020304" pitchFamily="18" charset="0"/>
                <a:cs typeface="Times New Roman" panose="02020603050405020304" pitchFamily="18" charset="0"/>
              </a:rPr>
              <a:t>if</a:t>
            </a:r>
            <a:r>
              <a:rPr sz="2600" spc="2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any</a:t>
            </a:r>
            <a:r>
              <a:rPr sz="2600" spc="2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2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2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following</a:t>
            </a:r>
            <a:r>
              <a:rPr sz="2600" spc="2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are</a:t>
            </a:r>
            <a:r>
              <a:rPr sz="2600" spc="22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in </a:t>
            </a:r>
            <a:r>
              <a:rPr sz="2600" spc="-10" dirty="0">
                <a:latin typeface="Times New Roman" panose="02020603050405020304" pitchFamily="18" charset="0"/>
                <a:cs typeface="Times New Roman" panose="02020603050405020304" pitchFamily="18" charset="0"/>
              </a:rPr>
              <a:t>evidence:</a:t>
            </a:r>
            <a:endParaRPr sz="2600">
              <a:latin typeface="Times New Roman" panose="02020603050405020304" pitchFamily="18" charset="0"/>
              <a:cs typeface="Times New Roman" panose="02020603050405020304" pitchFamily="18" charset="0"/>
            </a:endParaRPr>
          </a:p>
          <a:p>
            <a:pPr marL="328295" indent="-313690" algn="just">
              <a:lnSpc>
                <a:spcPts val="3000"/>
              </a:lnSpc>
              <a:buAutoNum type="alphaLcPeriod"/>
              <a:tabLst>
                <a:tab pos="328295" algn="l"/>
              </a:tabLst>
            </a:pPr>
            <a:r>
              <a:rPr sz="2600" spc="-10" dirty="0">
                <a:latin typeface="Times New Roman" panose="02020603050405020304" pitchFamily="18" charset="0"/>
                <a:cs typeface="Times New Roman" panose="02020603050405020304" pitchFamily="18" charset="0"/>
              </a:rPr>
              <a:t>Cracks,</a:t>
            </a:r>
            <a:r>
              <a:rPr sz="2600" spc="-8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nicks</a:t>
            </a:r>
            <a:r>
              <a:rPr sz="2600" spc="-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or</a:t>
            </a:r>
            <a:r>
              <a:rPr sz="2600" spc="-80"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gouges</a:t>
            </a:r>
            <a:endParaRPr sz="2600">
              <a:latin typeface="Times New Roman" panose="02020603050405020304" pitchFamily="18" charset="0"/>
              <a:cs typeface="Times New Roman" panose="02020603050405020304" pitchFamily="18" charset="0"/>
            </a:endParaRPr>
          </a:p>
          <a:p>
            <a:pPr marL="14604" marR="29845" indent="382905" algn="just">
              <a:lnSpc>
                <a:spcPts val="3110"/>
              </a:lnSpc>
              <a:spcBef>
                <a:spcPts val="100"/>
              </a:spcBef>
              <a:buAutoNum type="alphaLcPeriod"/>
              <a:tabLst>
                <a:tab pos="397510" algn="l"/>
              </a:tabLst>
            </a:pPr>
            <a:r>
              <a:rPr sz="2600" dirty="0">
                <a:latin typeface="Times New Roman" panose="02020603050405020304" pitchFamily="18" charset="0"/>
                <a:cs typeface="Times New Roman" panose="02020603050405020304" pitchFamily="18" charset="0"/>
              </a:rPr>
              <a:t>Twist</a:t>
            </a:r>
            <a:r>
              <a:rPr sz="2600" spc="2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exceeding</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10</a:t>
            </a:r>
            <a:r>
              <a:rPr sz="2600" spc="2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deg</a:t>
            </a:r>
            <a:r>
              <a:rPr sz="2600" spc="30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from </a:t>
            </a:r>
            <a:r>
              <a:rPr sz="2600" dirty="0">
                <a:latin typeface="Times New Roman" panose="02020603050405020304" pitchFamily="18" charset="0"/>
                <a:cs typeface="Times New Roman" panose="02020603050405020304" pitchFamily="18" charset="0"/>
              </a:rPr>
              <a:t>the</a:t>
            </a:r>
            <a:r>
              <a:rPr sz="2600" spc="-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plane</a:t>
            </a:r>
            <a:r>
              <a:rPr sz="2600" spc="-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unbent</a:t>
            </a:r>
            <a:r>
              <a:rPr sz="2600" spc="-75"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hook</a:t>
            </a:r>
            <a:endParaRPr sz="2600">
              <a:latin typeface="Times New Roman" panose="02020603050405020304" pitchFamily="18" charset="0"/>
              <a:cs typeface="Times New Roman" panose="02020603050405020304" pitchFamily="18" charset="0"/>
            </a:endParaRPr>
          </a:p>
        </p:txBody>
      </p:sp>
      <p:pic>
        <p:nvPicPr>
          <p:cNvPr id="11" name="object 11"/>
          <p:cNvPicPr/>
          <p:nvPr/>
        </p:nvPicPr>
        <p:blipFill>
          <a:blip r:embed="rId2" cstate="print"/>
          <a:stretch>
            <a:fillRect/>
          </a:stretch>
        </p:blipFill>
        <p:spPr>
          <a:xfrm>
            <a:off x="7222513" y="1371600"/>
            <a:ext cx="3574475" cy="5147245"/>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FC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468481" y="2093380"/>
            <a:ext cx="5082540" cy="4022725"/>
            <a:chOff x="6468481" y="2093380"/>
            <a:chExt cx="5082540" cy="4022725"/>
          </a:xfrm>
        </p:grpSpPr>
        <p:sp>
          <p:nvSpPr>
            <p:cNvPr id="4" name="object 4"/>
            <p:cNvSpPr/>
            <p:nvPr/>
          </p:nvSpPr>
          <p:spPr>
            <a:xfrm>
              <a:off x="6481181" y="2106080"/>
              <a:ext cx="5057140" cy="3987165"/>
            </a:xfrm>
            <a:custGeom>
              <a:avLst/>
              <a:gdLst/>
              <a:ahLst/>
              <a:cxnLst/>
              <a:rect l="l" t="t" r="r" b="b"/>
              <a:pathLst>
                <a:path w="5057140" h="3987165">
                  <a:moveTo>
                    <a:pt x="5056631" y="3987011"/>
                  </a:moveTo>
                  <a:lnTo>
                    <a:pt x="0" y="3987011"/>
                  </a:lnTo>
                  <a:lnTo>
                    <a:pt x="0" y="0"/>
                  </a:lnTo>
                  <a:lnTo>
                    <a:pt x="5056631" y="0"/>
                  </a:lnTo>
                  <a:lnTo>
                    <a:pt x="5056631" y="3987011"/>
                  </a:lnTo>
                  <a:close/>
                </a:path>
              </a:pathLst>
            </a:custGeom>
            <a:solidFill>
              <a:srgbClr val="ED7D3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p:nvPr/>
          </p:nvSpPr>
          <p:spPr>
            <a:xfrm>
              <a:off x="6481181" y="2106080"/>
              <a:ext cx="5057140" cy="3987165"/>
            </a:xfrm>
            <a:custGeom>
              <a:avLst/>
              <a:gdLst/>
              <a:ahLst/>
              <a:cxnLst/>
              <a:rect l="l" t="t" r="r" b="b"/>
              <a:pathLst>
                <a:path w="5057140" h="3987165">
                  <a:moveTo>
                    <a:pt x="0" y="0"/>
                  </a:moveTo>
                  <a:lnTo>
                    <a:pt x="5056631" y="0"/>
                  </a:lnTo>
                  <a:lnTo>
                    <a:pt x="5056631" y="3987011"/>
                  </a:lnTo>
                  <a:lnTo>
                    <a:pt x="0" y="3987011"/>
                  </a:lnTo>
                  <a:lnTo>
                    <a:pt x="0" y="0"/>
                  </a:lnTo>
                  <a:close/>
                </a:path>
              </a:pathLst>
            </a:custGeom>
            <a:ln w="25399">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object 6"/>
            <p:cNvPicPr/>
            <p:nvPr/>
          </p:nvPicPr>
          <p:blipFill>
            <a:blip r:embed="rId2" cstate="print"/>
            <a:stretch>
              <a:fillRect/>
            </a:stretch>
          </p:blipFill>
          <p:spPr>
            <a:xfrm>
              <a:off x="7226430" y="2189813"/>
              <a:ext cx="3818204" cy="3926173"/>
            </a:xfrm>
            <a:prstGeom prst="rect">
              <a:avLst/>
            </a:prstGeom>
          </p:spPr>
        </p:pic>
      </p:grpSp>
      <p:sp>
        <p:nvSpPr>
          <p:cNvPr id="7" name="object 7"/>
          <p:cNvSpPr txBox="1">
            <a:spLocks noGrp="1"/>
          </p:cNvSpPr>
          <p:nvPr>
            <p:ph type="title"/>
          </p:nvPr>
        </p:nvSpPr>
        <p:spPr>
          <a:prstGeom prst="rect">
            <a:avLst/>
          </a:prstGeom>
        </p:spPr>
        <p:txBody>
          <a:bodyPr vert="horz" wrap="square" lIns="0" tIns="81915" rIns="0" bIns="0" rtlCol="0">
            <a:spAutoFit/>
          </a:bodyPr>
          <a:lstStyle/>
          <a:p>
            <a:pPr marL="12700" marR="5080">
              <a:lnSpc>
                <a:spcPts val="4320"/>
              </a:lnSpc>
              <a:spcBef>
                <a:spcPts val="645"/>
              </a:spcBef>
            </a:pPr>
            <a:r>
              <a:rPr sz="4000" dirty="0">
                <a:latin typeface="Times New Roman" panose="02020603050405020304" pitchFamily="18" charset="0"/>
                <a:cs typeface="Times New Roman" panose="02020603050405020304" pitchFamily="18" charset="0"/>
              </a:rPr>
              <a:t>Maintenance</a:t>
            </a:r>
            <a:r>
              <a:rPr sz="4000" spc="-8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of</a:t>
            </a:r>
            <a:r>
              <a:rPr sz="4000" spc="-8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handling</a:t>
            </a:r>
            <a:r>
              <a:rPr sz="4000" spc="-8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equipment:</a:t>
            </a:r>
            <a:r>
              <a:rPr sz="4000" spc="-80"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common </a:t>
            </a:r>
            <a:r>
              <a:rPr sz="4000" dirty="0">
                <a:latin typeface="Times New Roman" panose="02020603050405020304" pitchFamily="18" charset="0"/>
                <a:cs typeface="Times New Roman" panose="02020603050405020304" pitchFamily="18" charset="0"/>
              </a:rPr>
              <a:t>elements</a:t>
            </a:r>
            <a:r>
              <a:rPr sz="4000" spc="-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t>
            </a:r>
            <a:r>
              <a:rPr sz="4000" spc="-35" dirty="0">
                <a:latin typeface="Times New Roman" panose="02020603050405020304" pitchFamily="18" charset="0"/>
                <a:cs typeface="Times New Roman" panose="02020603050405020304" pitchFamily="18" charset="0"/>
              </a:rPr>
              <a:t> </a:t>
            </a:r>
            <a:r>
              <a:rPr sz="4000" spc="-10" dirty="0">
                <a:solidFill>
                  <a:srgbClr val="002060"/>
                </a:solidFill>
                <a:latin typeface="Times New Roman" panose="02020603050405020304" pitchFamily="18" charset="0"/>
                <a:cs typeface="Times New Roman" panose="02020603050405020304" pitchFamily="18" charset="0"/>
              </a:rPr>
              <a:t>HOOKS</a:t>
            </a:r>
            <a:endParaRPr sz="4000">
              <a:latin typeface="Times New Roman" panose="02020603050405020304" pitchFamily="18" charset="0"/>
              <a:cs typeface="Times New Roman" panose="02020603050405020304" pitchFamily="18" charset="0"/>
            </a:endParaRPr>
          </a:p>
        </p:txBody>
      </p:sp>
      <p:sp>
        <p:nvSpPr>
          <p:cNvPr id="8" name="object 8"/>
          <p:cNvSpPr txBox="1"/>
          <p:nvPr/>
        </p:nvSpPr>
        <p:spPr>
          <a:xfrm>
            <a:off x="808071" y="2106080"/>
            <a:ext cx="5054600" cy="3645229"/>
          </a:xfrm>
          <a:prstGeom prst="rect">
            <a:avLst/>
          </a:prstGeom>
          <a:solidFill>
            <a:srgbClr val="ED7D31"/>
          </a:solidFill>
          <a:ln w="25399">
            <a:solidFill>
              <a:srgbClr val="000000"/>
            </a:solidFill>
          </a:ln>
        </p:spPr>
        <p:txBody>
          <a:bodyPr vert="horz" wrap="square" lIns="0" tIns="196215" rIns="0" bIns="0" rtlCol="0">
            <a:spAutoFit/>
          </a:bodyPr>
          <a:lstStyle/>
          <a:p>
            <a:pPr marL="210185" marR="413384" indent="400050">
              <a:lnSpc>
                <a:spcPct val="100000"/>
              </a:lnSpc>
              <a:spcBef>
                <a:spcPts val="1545"/>
              </a:spcBef>
              <a:buAutoNum type="alphaLcPeriod" startAt="3"/>
              <a:tabLst>
                <a:tab pos="610235" algn="l"/>
                <a:tab pos="1954530" algn="l"/>
                <a:tab pos="2426335" algn="l"/>
                <a:tab pos="4329430" algn="l"/>
              </a:tabLst>
            </a:pPr>
            <a:r>
              <a:rPr sz="2800" spc="-10" dirty="0">
                <a:latin typeface="Times New Roman" panose="02020603050405020304" pitchFamily="18" charset="0"/>
                <a:cs typeface="Times New Roman" panose="02020603050405020304" pitchFamily="18" charset="0"/>
              </a:rPr>
              <a:t>Damage</a:t>
            </a:r>
            <a:r>
              <a:rPr sz="280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or</a:t>
            </a:r>
            <a:r>
              <a:rPr sz="280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malfunction</a:t>
            </a:r>
            <a:r>
              <a:rPr sz="2800" dirty="0">
                <a:latin typeface="Times New Roman" panose="02020603050405020304" pitchFamily="18" charset="0"/>
                <a:cs typeface="Times New Roman" panose="02020603050405020304" pitchFamily="18" charset="0"/>
              </a:rPr>
              <a:t>	</a:t>
            </a:r>
            <a:r>
              <a:rPr sz="2800" spc="-35" dirty="0">
                <a:latin typeface="Times New Roman" panose="02020603050405020304" pitchFamily="18" charset="0"/>
                <a:cs typeface="Times New Roman" panose="02020603050405020304" pitchFamily="18" charset="0"/>
              </a:rPr>
              <a:t>to </a:t>
            </a:r>
            <a:r>
              <a:rPr sz="2800" dirty="0">
                <a:latin typeface="Times New Roman" panose="02020603050405020304" pitchFamily="18" charset="0"/>
                <a:cs typeface="Times New Roman" panose="02020603050405020304" pitchFamily="18" charset="0"/>
              </a:rPr>
              <a:t>the</a:t>
            </a:r>
            <a:r>
              <a:rPr sz="2800" spc="-1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latch</a:t>
            </a:r>
            <a:endParaRPr sz="2800">
              <a:latin typeface="Times New Roman" panose="02020603050405020304" pitchFamily="18" charset="0"/>
              <a:cs typeface="Times New Roman" panose="02020603050405020304" pitchFamily="18" charset="0"/>
            </a:endParaRPr>
          </a:p>
          <a:p>
            <a:pPr marL="210185" marR="430530" indent="463550">
              <a:lnSpc>
                <a:spcPct val="100000"/>
              </a:lnSpc>
              <a:buAutoNum type="alphaLcPeriod" startAt="3"/>
              <a:tabLst>
                <a:tab pos="673735" algn="l"/>
                <a:tab pos="1812925" algn="l"/>
                <a:tab pos="3173095" algn="l"/>
              </a:tabLst>
            </a:pPr>
            <a:r>
              <a:rPr sz="2800" spc="-10" dirty="0">
                <a:latin typeface="Times New Roman" panose="02020603050405020304" pitchFamily="18" charset="0"/>
                <a:cs typeface="Times New Roman" panose="02020603050405020304" pitchFamily="18" charset="0"/>
              </a:rPr>
              <a:t>Throat</a:t>
            </a:r>
            <a:r>
              <a:rPr sz="280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opening</a:t>
            </a:r>
            <a:r>
              <a:rPr sz="280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exceeding </a:t>
            </a:r>
            <a:r>
              <a:rPr sz="2800" dirty="0">
                <a:latin typeface="Times New Roman" panose="02020603050405020304" pitchFamily="18" charset="0"/>
                <a:cs typeface="Times New Roman" panose="02020603050405020304" pitchFamily="18" charset="0"/>
              </a:rPr>
              <a:t>15</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percent</a:t>
            </a:r>
            <a:endParaRPr sz="2800">
              <a:latin typeface="Times New Roman" panose="02020603050405020304" pitchFamily="18" charset="0"/>
              <a:cs typeface="Times New Roman" panose="02020603050405020304" pitchFamily="18" charset="0"/>
            </a:endParaRPr>
          </a:p>
          <a:p>
            <a:pPr marL="210185" marR="441959" indent="375920">
              <a:lnSpc>
                <a:spcPct val="100000"/>
              </a:lnSpc>
              <a:buAutoNum type="alphaLcPeriod" startAt="3"/>
              <a:tabLst>
                <a:tab pos="586105" algn="l"/>
              </a:tabLst>
            </a:pPr>
            <a:r>
              <a:rPr sz="2800" dirty="0">
                <a:latin typeface="Times New Roman" panose="02020603050405020304" pitchFamily="18" charset="0"/>
                <a:cs typeface="Times New Roman" panose="02020603050405020304" pitchFamily="18" charset="0"/>
              </a:rPr>
              <a:t>Wear</a:t>
            </a:r>
            <a:r>
              <a:rPr sz="2800" spc="1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exceeding</a:t>
            </a:r>
            <a:r>
              <a:rPr sz="2800" spc="1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10</a:t>
            </a:r>
            <a:r>
              <a:rPr sz="2800" spc="13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percent </a:t>
            </a:r>
            <a:r>
              <a:rPr sz="2800" dirty="0">
                <a:latin typeface="Times New Roman" panose="02020603050405020304" pitchFamily="18" charset="0"/>
                <a:cs typeface="Times New Roman" panose="02020603050405020304" pitchFamily="18" charset="0"/>
              </a:rPr>
              <a:t>of</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original</a:t>
            </a:r>
            <a:r>
              <a:rPr sz="2800" spc="-2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dimension</a:t>
            </a:r>
            <a:endParaRPr sz="2800">
              <a:latin typeface="Times New Roman" panose="02020603050405020304" pitchFamily="18" charset="0"/>
              <a:cs typeface="Times New Roman" panose="02020603050405020304" pitchFamily="18" charset="0"/>
            </a:endParaRPr>
          </a:p>
          <a:p>
            <a:pPr marL="464184" indent="-254000">
              <a:lnSpc>
                <a:spcPct val="100000"/>
              </a:lnSpc>
              <a:buAutoNum type="alphaLcPeriod" startAt="3"/>
              <a:tabLst>
                <a:tab pos="464184" algn="l"/>
              </a:tabLst>
            </a:pPr>
            <a:r>
              <a:rPr sz="2800" dirty="0">
                <a:latin typeface="Times New Roman" panose="02020603050405020304" pitchFamily="18" charset="0"/>
                <a:cs typeface="Times New Roman" panose="02020603050405020304" pitchFamily="18" charset="0"/>
              </a:rPr>
              <a:t>Damage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from</a:t>
            </a:r>
            <a:r>
              <a:rPr sz="2800" spc="-55" dirty="0">
                <a:latin typeface="Times New Roman" panose="02020603050405020304" pitchFamily="18" charset="0"/>
                <a:cs typeface="Times New Roman" panose="02020603050405020304" pitchFamily="18" charset="0"/>
              </a:rPr>
              <a:t> </a:t>
            </a:r>
            <a:r>
              <a:rPr sz="2800" spc="-20" dirty="0">
                <a:latin typeface="Times New Roman" panose="02020603050405020304" pitchFamily="18" charset="0"/>
                <a:cs typeface="Times New Roman" panose="02020603050405020304" pitchFamily="18" charset="0"/>
              </a:rPr>
              <a:t>heat</a:t>
            </a:r>
            <a:endParaRPr sz="2800">
              <a:latin typeface="Times New Roman" panose="02020603050405020304" pitchFamily="18" charset="0"/>
              <a:cs typeface="Times New Roman" panose="02020603050405020304" pitchFamily="18" charset="0"/>
            </a:endParaRPr>
          </a:p>
          <a:p>
            <a:pPr marL="546735" indent="-336550">
              <a:lnSpc>
                <a:spcPct val="100000"/>
              </a:lnSpc>
              <a:buAutoNum type="alphaLcPeriod" startAt="3"/>
              <a:tabLst>
                <a:tab pos="546735" algn="l"/>
              </a:tabLst>
            </a:pPr>
            <a:r>
              <a:rPr sz="2800" dirty="0">
                <a:latin typeface="Times New Roman" panose="02020603050405020304" pitchFamily="18" charset="0"/>
                <a:cs typeface="Times New Roman" panose="02020603050405020304" pitchFamily="18" charset="0"/>
              </a:rPr>
              <a:t>Unauthorized</a:t>
            </a:r>
            <a:r>
              <a:rPr sz="2800" spc="-13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repairs</a:t>
            </a:r>
            <a:endParaRPr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533400"/>
            <a:ext cx="9622790" cy="580415"/>
          </a:xfrm>
          <a:prstGeom prst="rect">
            <a:avLst/>
          </a:prstGeom>
        </p:spPr>
        <p:txBody>
          <a:bodyPr vert="horz" wrap="square" lIns="0" tIns="81915" rIns="0" bIns="0" rtlCol="0">
            <a:spAutoFit/>
          </a:bodyPr>
          <a:lstStyle/>
          <a:p>
            <a:pPr marL="12700" marR="5080">
              <a:lnSpc>
                <a:spcPts val="4320"/>
              </a:lnSpc>
              <a:spcBef>
                <a:spcPts val="645"/>
              </a:spcBef>
            </a:pPr>
            <a:r>
              <a:rPr sz="2800" dirty="0">
                <a:solidFill>
                  <a:srgbClr val="FF0000"/>
                </a:solidFill>
                <a:latin typeface="Times New Roman" panose="02020603050405020304" pitchFamily="18" charset="0"/>
                <a:cs typeface="Times New Roman" panose="02020603050405020304" pitchFamily="18" charset="0"/>
              </a:rPr>
              <a:t>Maintenance</a:t>
            </a:r>
            <a:r>
              <a:rPr sz="2800" spc="-85"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of</a:t>
            </a:r>
            <a:r>
              <a:rPr sz="2800" spc="-80"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handling</a:t>
            </a:r>
            <a:r>
              <a:rPr sz="2800" spc="-80"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equipment:</a:t>
            </a:r>
            <a:r>
              <a:rPr sz="2800" spc="-80" dirty="0">
                <a:solidFill>
                  <a:srgbClr val="FF0000"/>
                </a:solidFill>
                <a:latin typeface="Times New Roman" panose="02020603050405020304" pitchFamily="18" charset="0"/>
                <a:cs typeface="Times New Roman" panose="02020603050405020304" pitchFamily="18" charset="0"/>
              </a:rPr>
              <a:t> </a:t>
            </a:r>
            <a:r>
              <a:rPr sz="2800" spc="-10" dirty="0">
                <a:solidFill>
                  <a:srgbClr val="FF0000"/>
                </a:solidFill>
                <a:latin typeface="Times New Roman" panose="02020603050405020304" pitchFamily="18" charset="0"/>
                <a:cs typeface="Times New Roman" panose="02020603050405020304" pitchFamily="18" charset="0"/>
              </a:rPr>
              <a:t>common </a:t>
            </a:r>
            <a:r>
              <a:rPr sz="2800" dirty="0">
                <a:solidFill>
                  <a:srgbClr val="FF0000"/>
                </a:solidFill>
                <a:latin typeface="Times New Roman" panose="02020603050405020304" pitchFamily="18" charset="0"/>
                <a:cs typeface="Times New Roman" panose="02020603050405020304" pitchFamily="18" charset="0"/>
              </a:rPr>
              <a:t>elements</a:t>
            </a:r>
            <a:r>
              <a:rPr sz="2800" spc="-50"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a:t>
            </a:r>
            <a:r>
              <a:rPr sz="2800" spc="-35" dirty="0">
                <a:solidFill>
                  <a:srgbClr val="FF0000"/>
                </a:solidFill>
                <a:latin typeface="Times New Roman" panose="02020603050405020304" pitchFamily="18" charset="0"/>
                <a:cs typeface="Times New Roman" panose="02020603050405020304" pitchFamily="18" charset="0"/>
              </a:rPr>
              <a:t> </a:t>
            </a:r>
            <a:r>
              <a:rPr sz="2800" spc="-10" dirty="0">
                <a:solidFill>
                  <a:srgbClr val="FF0000"/>
                </a:solidFill>
                <a:latin typeface="Times New Roman" panose="02020603050405020304" pitchFamily="18" charset="0"/>
                <a:cs typeface="Times New Roman" panose="02020603050405020304" pitchFamily="18" charset="0"/>
              </a:rPr>
              <a:t>HOOKS</a:t>
            </a:r>
            <a:endParaRPr sz="2800"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69268" y="1600200"/>
            <a:ext cx="11227453" cy="3123932"/>
          </a:xfrm>
          <a:prstGeom prst="rect">
            <a:avLst/>
          </a:prstGeom>
        </p:spPr>
        <p:txBody>
          <a:bodyPr vert="horz" wrap="square" lIns="0" tIns="96520" rIns="0" bIns="0" rtlCol="0">
            <a:spAutoFit/>
          </a:bodyPr>
          <a:lstStyle/>
          <a:p>
            <a:pPr marL="187325" indent="-174625">
              <a:lnSpc>
                <a:spcPct val="100000"/>
              </a:lnSpc>
              <a:spcBef>
                <a:spcPts val="760"/>
              </a:spcBef>
              <a:buFont typeface="Arial MT"/>
              <a:buChar char="•"/>
              <a:tabLst>
                <a:tab pos="187325" algn="l"/>
              </a:tabLst>
            </a:pPr>
            <a:r>
              <a:rPr sz="2000" spc="-10" dirty="0">
                <a:latin typeface="Times New Roman" panose="02020603050405020304" pitchFamily="18" charset="0"/>
                <a:cs typeface="Times New Roman" panose="02020603050405020304" pitchFamily="18" charset="0"/>
              </a:rPr>
              <a:t>Cracks,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nicks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gouges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removed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qualified</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person.</a:t>
            </a:r>
            <a:endParaRPr sz="2000" dirty="0">
              <a:latin typeface="Times New Roman" panose="02020603050405020304" pitchFamily="18" charset="0"/>
              <a:cs typeface="Times New Roman" panose="02020603050405020304" pitchFamily="18" charset="0"/>
            </a:endParaRPr>
          </a:p>
          <a:p>
            <a:pPr marL="186690" marR="12700" indent="-174625">
              <a:lnSpc>
                <a:spcPts val="3020"/>
              </a:lnSpc>
              <a:spcBef>
                <a:spcPts val="1050"/>
              </a:spcBef>
              <a:buFont typeface="Arial MT"/>
              <a:buChar char="•"/>
              <a:tabLst>
                <a:tab pos="187960" algn="l"/>
                <a:tab pos="554990" algn="l"/>
                <a:tab pos="2085975" algn="l"/>
                <a:tab pos="2738120" algn="l"/>
                <a:tab pos="4246245" algn="l"/>
                <a:tab pos="5052060" algn="l"/>
                <a:tab pos="6182995" algn="l"/>
                <a:tab pos="6621145" algn="l"/>
                <a:tab pos="6960870" algn="l"/>
                <a:tab pos="7677784" algn="l"/>
                <a:tab pos="8143240" algn="l"/>
                <a:tab pos="9079865" algn="l"/>
                <a:tab pos="9912350" algn="l"/>
              </a:tabLst>
            </a:pPr>
            <a:r>
              <a:rPr sz="2000" spc="-25" dirty="0">
                <a:latin typeface="Times New Roman" panose="02020603050405020304" pitchFamily="18" charset="0"/>
                <a:cs typeface="Times New Roman" panose="02020603050405020304" pitchFamily="18" charset="0"/>
              </a:rPr>
              <a:t>If</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removing</a:t>
            </a:r>
            <a:r>
              <a:rPr lang="en-US" sz="2000" spc="-1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damaged</a:t>
            </a:r>
            <a:r>
              <a:rPr lang="en-US" sz="2000" spc="-1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area</a:t>
            </a:r>
            <a:r>
              <a:rPr lang="en-US"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results</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in</a:t>
            </a:r>
            <a:r>
              <a:rPr lang="en-US" sz="2000" spc="-2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a:t>
            </a:r>
            <a:r>
              <a:rPr lang="en-US" sz="2000" spc="-5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loss</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of</a:t>
            </a:r>
            <a:r>
              <a:rPr lang="en-US" sz="2000" spc="-2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more</a:t>
            </a:r>
            <a:r>
              <a:rPr lang="en-US" sz="2000" spc="-2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than</a:t>
            </a:r>
            <a:r>
              <a:rPr lang="en-US" sz="2000" spc="-20" dirty="0">
                <a:latin typeface="Times New Roman" panose="02020603050405020304" pitchFamily="18" charset="0"/>
                <a:cs typeface="Times New Roman" panose="02020603050405020304" pitchFamily="18" charset="0"/>
              </a:rPr>
              <a:t> </a:t>
            </a:r>
            <a:r>
              <a:rPr sz="2000" spc="-35" dirty="0">
                <a:latin typeface="Times New Roman" panose="02020603050405020304" pitchFamily="18" charset="0"/>
                <a:cs typeface="Times New Roman" panose="02020603050405020304" pitchFamily="18" charset="0"/>
              </a:rPr>
              <a:t>10 	</a:t>
            </a:r>
            <a:r>
              <a:rPr sz="2000" dirty="0">
                <a:latin typeface="Times New Roman" panose="02020603050405020304" pitchFamily="18" charset="0"/>
                <a:cs typeface="Times New Roman" panose="02020603050405020304" pitchFamily="18" charset="0"/>
              </a:rPr>
              <a:t>percent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original</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dimension,</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hook</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must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replaced.</a:t>
            </a:r>
            <a:endParaRPr sz="2000" dirty="0">
              <a:latin typeface="Times New Roman" panose="02020603050405020304" pitchFamily="18" charset="0"/>
              <a:cs typeface="Times New Roman" panose="02020603050405020304" pitchFamily="18" charset="0"/>
            </a:endParaRPr>
          </a:p>
          <a:p>
            <a:pPr marL="186690" marR="40640" indent="-174625">
              <a:lnSpc>
                <a:spcPts val="3020"/>
              </a:lnSpc>
              <a:spcBef>
                <a:spcPts val="1010"/>
              </a:spcBef>
              <a:buFont typeface="Arial MT"/>
              <a:buChar char="•"/>
              <a:tabLst>
                <a:tab pos="187960" algn="l"/>
              </a:tabLst>
            </a:pPr>
            <a:r>
              <a:rPr sz="2000" dirty="0">
                <a:latin typeface="Times New Roman" panose="02020603050405020304" pitchFamily="18" charset="0"/>
                <a:cs typeface="Times New Roman" panose="02020603050405020304" pitchFamily="18" charset="0"/>
              </a:rPr>
              <a:t>Never</a:t>
            </a:r>
            <a:r>
              <a:rPr sz="2000" spc="7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repair,</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alter</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reshape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hook</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by</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welding,</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heating,</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burning</a:t>
            </a:r>
            <a:r>
              <a:rPr sz="2000" spc="7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or 	</a:t>
            </a:r>
            <a:r>
              <a:rPr sz="2000" dirty="0">
                <a:latin typeface="Times New Roman" panose="02020603050405020304" pitchFamily="18" charset="0"/>
                <a:cs typeface="Times New Roman" panose="02020603050405020304" pitchFamily="18" charset="0"/>
              </a:rPr>
              <a:t>bending,</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unless</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approved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hook</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manufacturer.</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620"/>
              </a:spcBef>
              <a:buFont typeface="Arial MT"/>
              <a:buChar char="•"/>
              <a:tabLst>
                <a:tab pos="187325" algn="l"/>
              </a:tabLst>
            </a:pPr>
            <a:r>
              <a:rPr sz="2000" dirty="0">
                <a:latin typeface="Times New Roman" panose="02020603050405020304" pitchFamily="18" charset="0"/>
                <a:cs typeface="Times New Roman" panose="02020603050405020304" pitchFamily="18" charset="0"/>
              </a:rPr>
              <a:t>When</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lifting,</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ensure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hook,</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latch,</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supports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load.</a:t>
            </a:r>
            <a:endParaRPr sz="2000" dirty="0">
              <a:latin typeface="Times New Roman" panose="02020603050405020304" pitchFamily="18" charset="0"/>
              <a:cs typeface="Times New Roman" panose="02020603050405020304" pitchFamily="18" charset="0"/>
            </a:endParaRPr>
          </a:p>
          <a:p>
            <a:pPr marL="186690" marR="5080" indent="-174625">
              <a:lnSpc>
                <a:spcPts val="3020"/>
              </a:lnSpc>
              <a:spcBef>
                <a:spcPts val="1050"/>
              </a:spcBef>
              <a:buFont typeface="Arial MT"/>
              <a:buChar char="•"/>
              <a:tabLst>
                <a:tab pos="187960" algn="l"/>
                <a:tab pos="1205865" algn="l"/>
                <a:tab pos="1945639" algn="l"/>
                <a:tab pos="2816225" algn="l"/>
                <a:tab pos="3640454" algn="l"/>
                <a:tab pos="4422140" algn="l"/>
                <a:tab pos="4889500" algn="l"/>
                <a:tab pos="5803265" algn="l"/>
                <a:tab pos="6584950" algn="l"/>
                <a:tab pos="6911340" algn="l"/>
                <a:tab pos="7880350" algn="l"/>
                <a:tab pos="8404860" algn="l"/>
                <a:tab pos="9556750" algn="l"/>
              </a:tabLst>
            </a:pPr>
            <a:r>
              <a:rPr sz="2000" spc="-10" dirty="0">
                <a:latin typeface="Times New Roman" panose="02020603050405020304" pitchFamily="18" charset="0"/>
                <a:cs typeface="Times New Roman" panose="02020603050405020304" pitchFamily="18" charset="0"/>
              </a:rPr>
              <a:t>Never</a:t>
            </a:r>
            <a:r>
              <a:rPr lang="en-US" sz="2000" spc="-1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side</a:t>
            </a:r>
            <a:r>
              <a:rPr lang="en-US"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load,</a:t>
            </a:r>
            <a:r>
              <a:rPr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back</a:t>
            </a:r>
            <a:r>
              <a:rPr lang="en-US" sz="2000" spc="-2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load</a:t>
            </a:r>
            <a:r>
              <a:rPr lang="en-US"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or</a:t>
            </a:r>
            <a:r>
              <a:rPr lang="en-US"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point</a:t>
            </a:r>
            <a:r>
              <a:rPr lang="en-US" sz="2000" spc="-1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load</a:t>
            </a:r>
            <a:r>
              <a:rPr lang="en-US" sz="2000" spc="-20"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hook. All</a:t>
            </a:r>
            <a:r>
              <a:rPr lang="en-US"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reduce</a:t>
            </a:r>
            <a:r>
              <a:rPr lang="en-US" sz="2000" spc="-1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hook </a:t>
            </a:r>
            <a:r>
              <a:rPr sz="2000" spc="-10" dirty="0">
                <a:latin typeface="Times New Roman" panose="02020603050405020304" pitchFamily="18" charset="0"/>
                <a:cs typeface="Times New Roman" panose="02020603050405020304" pitchFamily="18" charset="0"/>
              </a:rPr>
              <a:t>strength</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create</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unsafe</a:t>
            </a:r>
            <a:r>
              <a:rPr sz="2000" spc="-9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condition.</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11225" y="397478"/>
            <a:ext cx="10358120" cy="634148"/>
          </a:xfrm>
          <a:prstGeom prst="rect">
            <a:avLst/>
          </a:prstGeom>
        </p:spPr>
        <p:txBody>
          <a:bodyPr vert="horz" wrap="square" lIns="0" tIns="81915" rIns="0" bIns="0" rtlCol="0">
            <a:spAutoFit/>
          </a:bodyPr>
          <a:lstStyle/>
          <a:p>
            <a:pPr marL="12700" marR="5080">
              <a:lnSpc>
                <a:spcPts val="4320"/>
              </a:lnSpc>
              <a:spcBef>
                <a:spcPts val="645"/>
              </a:spcBef>
            </a:pPr>
            <a:r>
              <a:rPr sz="2800" dirty="0">
                <a:solidFill>
                  <a:srgbClr val="FF0000"/>
                </a:solidFill>
                <a:latin typeface="Times New Roman" panose="02020603050405020304" pitchFamily="18" charset="0"/>
                <a:cs typeface="Times New Roman" panose="02020603050405020304" pitchFamily="18" charset="0"/>
              </a:rPr>
              <a:t>Maintenance of handling equipment: common elements - CLAMPS</a:t>
            </a:r>
          </a:p>
        </p:txBody>
      </p:sp>
      <p:sp>
        <p:nvSpPr>
          <p:cNvPr id="3" name="object 3"/>
          <p:cNvSpPr txBox="1"/>
          <p:nvPr/>
        </p:nvSpPr>
        <p:spPr>
          <a:xfrm>
            <a:off x="878568" y="1257536"/>
            <a:ext cx="10358120" cy="806952"/>
          </a:xfrm>
          <a:prstGeom prst="rect">
            <a:avLst/>
          </a:prstGeom>
        </p:spPr>
        <p:txBody>
          <a:bodyPr vert="horz" wrap="square" lIns="0" tIns="60960" rIns="0" bIns="0" rtlCol="0">
            <a:spAutoFit/>
          </a:bodyPr>
          <a:lstStyle/>
          <a:p>
            <a:pPr marL="12700" marR="5080" algn="just">
              <a:lnSpc>
                <a:spcPts val="3020"/>
              </a:lnSpc>
              <a:spcBef>
                <a:spcPts val="480"/>
              </a:spcBef>
            </a:pPr>
            <a:r>
              <a:rPr sz="2000" dirty="0">
                <a:latin typeface="Times New Roman" panose="02020603050405020304" pitchFamily="18" charset="0"/>
                <a:cs typeface="Times New Roman" panose="02020603050405020304" pitchFamily="18" charset="0"/>
              </a:rPr>
              <a:t>A</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clamp</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fastening</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device</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used</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hold</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secure</a:t>
            </a:r>
            <a:r>
              <a:rPr sz="2000" spc="4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objects</a:t>
            </a:r>
            <a:r>
              <a:rPr sz="2000" spc="4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tightly </a:t>
            </a:r>
            <a:r>
              <a:rPr sz="2000" dirty="0">
                <a:latin typeface="Times New Roman" panose="02020603050405020304" pitchFamily="18" charset="0"/>
                <a:cs typeface="Times New Roman" panose="02020603050405020304" pitchFamily="18" charset="0"/>
              </a:rPr>
              <a:t>together</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prevent</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movement</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separation</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through</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application</a:t>
            </a:r>
            <a:r>
              <a:rPr sz="2000" spc="-25" dirty="0">
                <a:latin typeface="Times New Roman" panose="02020603050405020304" pitchFamily="18" charset="0"/>
                <a:cs typeface="Times New Roman" panose="02020603050405020304" pitchFamily="18" charset="0"/>
              </a:rPr>
              <a:t> of </a:t>
            </a:r>
            <a:r>
              <a:rPr sz="2000" dirty="0">
                <a:latin typeface="Times New Roman" panose="02020603050405020304" pitchFamily="18" charset="0"/>
                <a:cs typeface="Times New Roman" panose="02020603050405020304" pitchFamily="18" charset="0"/>
              </a:rPr>
              <a:t>inward</a:t>
            </a:r>
            <a:r>
              <a:rPr sz="2000" spc="-1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pressure.</a:t>
            </a: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2438400" y="2290398"/>
            <a:ext cx="7904213" cy="4160518"/>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4" y="397478"/>
            <a:ext cx="10366375" cy="634148"/>
          </a:xfrm>
          <a:prstGeom prst="rect">
            <a:avLst/>
          </a:prstGeom>
        </p:spPr>
        <p:txBody>
          <a:bodyPr vert="horz" wrap="square" lIns="0" tIns="81915" rIns="0" bIns="0" rtlCol="0">
            <a:spAutoFit/>
          </a:bodyPr>
          <a:lstStyle/>
          <a:p>
            <a:pPr marL="12700" marR="5080">
              <a:lnSpc>
                <a:spcPts val="4320"/>
              </a:lnSpc>
              <a:spcBef>
                <a:spcPts val="645"/>
              </a:spcBef>
            </a:pPr>
            <a:r>
              <a:rPr sz="2800" dirty="0">
                <a:solidFill>
                  <a:srgbClr val="FF0000"/>
                </a:solidFill>
                <a:latin typeface="Times New Roman" panose="02020603050405020304" pitchFamily="18" charset="0"/>
                <a:cs typeface="Times New Roman" panose="02020603050405020304" pitchFamily="18" charset="0"/>
              </a:rPr>
              <a:t>Maintenance of handling equipment: common elements - CLAMPS</a:t>
            </a:r>
          </a:p>
        </p:txBody>
      </p:sp>
      <p:sp>
        <p:nvSpPr>
          <p:cNvPr id="3" name="object 3"/>
          <p:cNvSpPr txBox="1">
            <a:spLocks noGrp="1"/>
          </p:cNvSpPr>
          <p:nvPr>
            <p:ph type="body" idx="1"/>
          </p:nvPr>
        </p:nvSpPr>
        <p:spPr>
          <a:xfrm>
            <a:off x="792500" y="1726869"/>
            <a:ext cx="11170899" cy="2446413"/>
          </a:xfrm>
          <a:prstGeom prst="rect">
            <a:avLst/>
          </a:prstGeom>
        </p:spPr>
        <p:txBody>
          <a:bodyPr vert="horz" wrap="square" lIns="0" tIns="136753" rIns="0" bIns="0" rtlCol="0">
            <a:spAutoFit/>
          </a:bodyPr>
          <a:lstStyle/>
          <a:p>
            <a:pPr marL="358140" marR="13335" indent="-174625">
              <a:lnSpc>
                <a:spcPts val="3020"/>
              </a:lnSpc>
              <a:spcBef>
                <a:spcPts val="480"/>
              </a:spcBef>
              <a:buFont typeface="Arial MT"/>
              <a:buChar char="•"/>
              <a:tabLst>
                <a:tab pos="360045" algn="l"/>
              </a:tabLst>
            </a:pPr>
            <a:r>
              <a:rPr sz="2000" u="none" dirty="0">
                <a:solidFill>
                  <a:srgbClr val="000000"/>
                </a:solidFill>
                <a:latin typeface="Times New Roman" panose="02020603050405020304" pitchFamily="18" charset="0"/>
                <a:cs typeface="Times New Roman" panose="02020603050405020304" pitchFamily="18" charset="0"/>
              </a:rPr>
              <a:t>Keep</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all</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parts</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of</a:t>
            </a:r>
            <a:r>
              <a:rPr sz="2000" u="none" spc="7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clamp</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clean.</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Any</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dirt</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may</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damage</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65"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tool's </a:t>
            </a:r>
            <a:r>
              <a:rPr lang="en-US" sz="2000" u="none" spc="-1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ability</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and</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stain</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workpiece's</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surface</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during</a:t>
            </a:r>
            <a:r>
              <a:rPr sz="2000" u="none" spc="-65"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clamping.</a:t>
            </a:r>
            <a:endParaRPr sz="2000" dirty="0">
              <a:latin typeface="Times New Roman" panose="02020603050405020304" pitchFamily="18" charset="0"/>
              <a:cs typeface="Times New Roman" panose="02020603050405020304" pitchFamily="18" charset="0"/>
            </a:endParaRPr>
          </a:p>
          <a:p>
            <a:pPr marL="358140" marR="5080" indent="-174625">
              <a:lnSpc>
                <a:spcPts val="3020"/>
              </a:lnSpc>
              <a:spcBef>
                <a:spcPts val="1010"/>
              </a:spcBef>
              <a:buFont typeface="Arial MT"/>
              <a:buChar char="•"/>
              <a:tabLst>
                <a:tab pos="360045" algn="l"/>
              </a:tabLst>
            </a:pPr>
            <a:r>
              <a:rPr sz="2000" u="none" dirty="0">
                <a:solidFill>
                  <a:srgbClr val="000000"/>
                </a:solidFill>
                <a:latin typeface="Times New Roman" panose="02020603050405020304" pitchFamily="18" charset="0"/>
                <a:cs typeface="Times New Roman" panose="02020603050405020304" pitchFamily="18" charset="0"/>
              </a:rPr>
              <a:t>After</a:t>
            </a:r>
            <a:r>
              <a:rPr sz="2000" u="none" spc="19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every</a:t>
            </a:r>
            <a:r>
              <a:rPr sz="2000" u="none" spc="2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use</a:t>
            </a:r>
            <a:r>
              <a:rPr sz="2000" u="none" spc="19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wipe</a:t>
            </a:r>
            <a:r>
              <a:rPr sz="2000" u="none" spc="2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2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clamp</a:t>
            </a:r>
            <a:r>
              <a:rPr sz="2000" u="none" spc="19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with</a:t>
            </a:r>
            <a:r>
              <a:rPr sz="2000" u="none" spc="2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a:t>
            </a:r>
            <a:r>
              <a:rPr sz="2000" u="none" spc="204"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dry</a:t>
            </a:r>
            <a:r>
              <a:rPr sz="2000" u="none" spc="19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cloth</a:t>
            </a:r>
            <a:r>
              <a:rPr sz="2000" u="none" spc="2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to</a:t>
            </a:r>
            <a:r>
              <a:rPr sz="2000" u="none" spc="2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clear</a:t>
            </a:r>
            <a:r>
              <a:rPr sz="2000" u="none" spc="19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any</a:t>
            </a:r>
            <a:r>
              <a:rPr sz="2000" u="none" spc="2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dust</a:t>
            </a:r>
            <a:r>
              <a:rPr sz="2000" u="none" spc="200" dirty="0">
                <a:solidFill>
                  <a:srgbClr val="000000"/>
                </a:solidFill>
                <a:latin typeface="Times New Roman" panose="02020603050405020304" pitchFamily="18" charset="0"/>
                <a:cs typeface="Times New Roman" panose="02020603050405020304" pitchFamily="18" charset="0"/>
              </a:rPr>
              <a:t> </a:t>
            </a:r>
            <a:r>
              <a:rPr sz="2000" u="none" spc="-25" dirty="0">
                <a:solidFill>
                  <a:srgbClr val="000000"/>
                </a:solidFill>
                <a:latin typeface="Times New Roman" panose="02020603050405020304" pitchFamily="18" charset="0"/>
                <a:cs typeface="Times New Roman" panose="02020603050405020304" pitchFamily="18" charset="0"/>
              </a:rPr>
              <a:t>or </a:t>
            </a:r>
            <a:r>
              <a:rPr lang="en-US" sz="2000" u="none" spc="-2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debris</a:t>
            </a:r>
            <a:r>
              <a:rPr sz="2000" u="none" spc="-6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that</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may</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have</a:t>
            </a:r>
            <a:r>
              <a:rPr sz="2000" u="none" spc="-6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built</a:t>
            </a:r>
            <a:r>
              <a:rPr sz="2000" u="none" spc="-60" dirty="0">
                <a:solidFill>
                  <a:srgbClr val="000000"/>
                </a:solidFill>
                <a:latin typeface="Times New Roman" panose="02020603050405020304" pitchFamily="18" charset="0"/>
                <a:cs typeface="Times New Roman" panose="02020603050405020304" pitchFamily="18" charset="0"/>
              </a:rPr>
              <a:t> </a:t>
            </a:r>
            <a:r>
              <a:rPr sz="2000" u="none" spc="-25" dirty="0">
                <a:solidFill>
                  <a:srgbClr val="000000"/>
                </a:solidFill>
                <a:latin typeface="Times New Roman" panose="02020603050405020304" pitchFamily="18" charset="0"/>
                <a:cs typeface="Times New Roman" panose="02020603050405020304" pitchFamily="18" charset="0"/>
              </a:rPr>
              <a:t>up.</a:t>
            </a:r>
            <a:endParaRPr sz="2000" dirty="0">
              <a:latin typeface="Times New Roman" panose="02020603050405020304" pitchFamily="18" charset="0"/>
              <a:cs typeface="Times New Roman" panose="02020603050405020304" pitchFamily="18" charset="0"/>
            </a:endParaRPr>
          </a:p>
          <a:p>
            <a:pPr marL="358140" marR="16510" indent="-174625">
              <a:lnSpc>
                <a:spcPts val="3020"/>
              </a:lnSpc>
              <a:spcBef>
                <a:spcPts val="1010"/>
              </a:spcBef>
              <a:buFont typeface="Arial MT"/>
              <a:buChar char="•"/>
              <a:tabLst>
                <a:tab pos="360045" algn="l"/>
              </a:tabLst>
            </a:pPr>
            <a:r>
              <a:rPr sz="2000" u="none" dirty="0">
                <a:solidFill>
                  <a:srgbClr val="000000"/>
                </a:solidFill>
                <a:latin typeface="Times New Roman" panose="02020603050405020304" pitchFamily="18" charset="0"/>
                <a:cs typeface="Times New Roman" panose="02020603050405020304" pitchFamily="18" charset="0"/>
              </a:rPr>
              <a:t>Regularly</a:t>
            </a:r>
            <a:r>
              <a:rPr sz="2000" u="none" spc="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oil</a:t>
            </a:r>
            <a:r>
              <a:rPr sz="2000" u="none" spc="4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all</a:t>
            </a:r>
            <a:r>
              <a:rPr sz="2000" u="none" spc="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4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moving</a:t>
            </a:r>
            <a:r>
              <a:rPr sz="2000" u="none" spc="4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parts</a:t>
            </a:r>
            <a:r>
              <a:rPr sz="2000" u="none" spc="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to</a:t>
            </a:r>
            <a:r>
              <a:rPr sz="2000" u="none" spc="4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keep</a:t>
            </a:r>
            <a:r>
              <a:rPr sz="2000" u="none" spc="4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them</a:t>
            </a:r>
            <a:r>
              <a:rPr sz="2000" u="none" spc="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in</a:t>
            </a:r>
            <a:r>
              <a:rPr sz="2000" u="none" spc="4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good</a:t>
            </a:r>
            <a:r>
              <a:rPr sz="2000" u="none" spc="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condition</a:t>
            </a:r>
            <a:r>
              <a:rPr sz="2000" u="none" spc="45" dirty="0">
                <a:solidFill>
                  <a:srgbClr val="000000"/>
                </a:solidFill>
                <a:latin typeface="Times New Roman" panose="02020603050405020304" pitchFamily="18" charset="0"/>
                <a:cs typeface="Times New Roman" panose="02020603050405020304" pitchFamily="18" charset="0"/>
              </a:rPr>
              <a:t> </a:t>
            </a:r>
            <a:r>
              <a:rPr sz="2000" u="none" spc="-25" dirty="0">
                <a:solidFill>
                  <a:srgbClr val="000000"/>
                </a:solidFill>
                <a:latin typeface="Times New Roman" panose="02020603050405020304" pitchFamily="18" charset="0"/>
                <a:cs typeface="Times New Roman" panose="02020603050405020304" pitchFamily="18" charset="0"/>
              </a:rPr>
              <a:t>and </a:t>
            </a:r>
            <a:r>
              <a:rPr sz="2000" u="none" dirty="0">
                <a:solidFill>
                  <a:srgbClr val="000000"/>
                </a:solidFill>
                <a:latin typeface="Times New Roman" panose="02020603050405020304" pitchFamily="18" charset="0"/>
                <a:cs typeface="Times New Roman" panose="02020603050405020304" pitchFamily="18" charset="0"/>
              </a:rPr>
              <a:t>prevent</a:t>
            </a:r>
            <a:r>
              <a:rPr sz="2000" u="none" spc="-114"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rust</a:t>
            </a:r>
            <a:r>
              <a:rPr sz="2000" u="none" spc="-10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from</a:t>
            </a:r>
            <a:r>
              <a:rPr sz="2000" u="none" spc="-100"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developing.</a:t>
            </a:r>
            <a:endParaRPr sz="2000" dirty="0">
              <a:latin typeface="Times New Roman" panose="02020603050405020304" pitchFamily="18" charset="0"/>
              <a:cs typeface="Times New Roman" panose="02020603050405020304" pitchFamily="18" charset="0"/>
            </a:endParaRPr>
          </a:p>
          <a:p>
            <a:pPr marL="358140" marR="21590" indent="-174625">
              <a:lnSpc>
                <a:spcPts val="3020"/>
              </a:lnSpc>
              <a:spcBef>
                <a:spcPts val="1005"/>
              </a:spcBef>
              <a:buFont typeface="Arial MT"/>
              <a:buChar char="•"/>
              <a:tabLst>
                <a:tab pos="360045" algn="l"/>
              </a:tabLst>
            </a:pPr>
            <a:r>
              <a:rPr sz="2000" u="none" dirty="0">
                <a:solidFill>
                  <a:srgbClr val="000000"/>
                </a:solidFill>
                <a:latin typeface="Times New Roman" panose="02020603050405020304" pitchFamily="18" charset="0"/>
                <a:cs typeface="Times New Roman" panose="02020603050405020304" pitchFamily="18" charset="0"/>
              </a:rPr>
              <a:t>Store</a:t>
            </a:r>
            <a:r>
              <a:rPr sz="2000" u="none" spc="13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1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clamp</a:t>
            </a:r>
            <a:r>
              <a:rPr sz="2000" u="none" spc="13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in</a:t>
            </a:r>
            <a:r>
              <a:rPr sz="2000" u="none" spc="1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a:t>
            </a:r>
            <a:r>
              <a:rPr sz="2000" u="none" spc="13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safe</a:t>
            </a:r>
            <a:r>
              <a:rPr sz="2000" u="none" spc="1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and</a:t>
            </a:r>
            <a:r>
              <a:rPr sz="2000" u="none" spc="13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dry</a:t>
            </a:r>
            <a:r>
              <a:rPr sz="2000" u="none" spc="1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place,</a:t>
            </a:r>
            <a:r>
              <a:rPr sz="2000" u="none" spc="13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such</a:t>
            </a:r>
            <a:r>
              <a:rPr sz="2000" u="none" spc="1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as</a:t>
            </a:r>
            <a:r>
              <a:rPr sz="2000" u="none" spc="13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on</a:t>
            </a:r>
            <a:r>
              <a:rPr sz="2000" u="none" spc="1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a</a:t>
            </a:r>
            <a:r>
              <a:rPr sz="2000" u="none" spc="13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garage</a:t>
            </a:r>
            <a:r>
              <a:rPr sz="2000" u="none" spc="14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or</a:t>
            </a:r>
            <a:r>
              <a:rPr sz="2000" u="none" spc="135" dirty="0">
                <a:solidFill>
                  <a:srgbClr val="000000"/>
                </a:solidFill>
                <a:latin typeface="Times New Roman" panose="02020603050405020304" pitchFamily="18" charset="0"/>
                <a:cs typeface="Times New Roman" panose="02020603050405020304" pitchFamily="18" charset="0"/>
              </a:rPr>
              <a:t> </a:t>
            </a:r>
            <a:r>
              <a:rPr sz="2000" u="none" spc="-20" dirty="0">
                <a:solidFill>
                  <a:srgbClr val="000000"/>
                </a:solidFill>
                <a:latin typeface="Times New Roman" panose="02020603050405020304" pitchFamily="18" charset="0"/>
                <a:cs typeface="Times New Roman" panose="02020603050405020304" pitchFamily="18" charset="0"/>
              </a:rPr>
              <a:t>work </a:t>
            </a:r>
            <a:r>
              <a:rPr sz="2000" u="none" dirty="0">
                <a:solidFill>
                  <a:srgbClr val="000000"/>
                </a:solidFill>
                <a:latin typeface="Times New Roman" panose="02020603050405020304" pitchFamily="18" charset="0"/>
                <a:cs typeface="Times New Roman" panose="02020603050405020304" pitchFamily="18" charset="0"/>
              </a:rPr>
              <a:t>shed</a:t>
            </a:r>
            <a:r>
              <a:rPr sz="2000" u="none" spc="-75"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shelf.</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FC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nvGrpSpPr>
          <p:cNvPr id="3" name="object 3"/>
          <p:cNvGrpSpPr/>
          <p:nvPr/>
        </p:nvGrpSpPr>
        <p:grpSpPr>
          <a:xfrm>
            <a:off x="5089540" y="584360"/>
            <a:ext cx="5975350" cy="5975350"/>
            <a:chOff x="5089540" y="584360"/>
            <a:chExt cx="5975350" cy="5975350"/>
          </a:xfrm>
        </p:grpSpPr>
        <p:sp>
          <p:nvSpPr>
            <p:cNvPr id="4" name="object 4"/>
            <p:cNvSpPr/>
            <p:nvPr/>
          </p:nvSpPr>
          <p:spPr>
            <a:xfrm>
              <a:off x="5102240" y="597060"/>
              <a:ext cx="5949950" cy="5943600"/>
            </a:xfrm>
            <a:custGeom>
              <a:avLst/>
              <a:gdLst/>
              <a:ahLst/>
              <a:cxnLst/>
              <a:rect l="l" t="t" r="r" b="b"/>
              <a:pathLst>
                <a:path w="5949950" h="5943600">
                  <a:moveTo>
                    <a:pt x="3275081" y="12699"/>
                  </a:moveTo>
                  <a:lnTo>
                    <a:pt x="2688348" y="12699"/>
                  </a:lnTo>
                  <a:lnTo>
                    <a:pt x="2735596" y="0"/>
                  </a:lnTo>
                  <a:lnTo>
                    <a:pt x="3225349" y="0"/>
                  </a:lnTo>
                  <a:lnTo>
                    <a:pt x="3275081" y="12699"/>
                  </a:lnTo>
                  <a:close/>
                </a:path>
                <a:path w="5949950" h="5943600">
                  <a:moveTo>
                    <a:pt x="3374098" y="25399"/>
                  </a:moveTo>
                  <a:lnTo>
                    <a:pt x="2547910" y="25399"/>
                  </a:lnTo>
                  <a:lnTo>
                    <a:pt x="2594499" y="12699"/>
                  </a:lnTo>
                  <a:lnTo>
                    <a:pt x="3324667" y="12699"/>
                  </a:lnTo>
                  <a:lnTo>
                    <a:pt x="3374098" y="25399"/>
                  </a:lnTo>
                  <a:close/>
                </a:path>
                <a:path w="5949950" h="5943600">
                  <a:moveTo>
                    <a:pt x="3721101" y="5854699"/>
                  </a:moveTo>
                  <a:lnTo>
                    <a:pt x="2228590" y="5854699"/>
                  </a:lnTo>
                  <a:lnTo>
                    <a:pt x="2095699" y="5816599"/>
                  </a:lnTo>
                  <a:lnTo>
                    <a:pt x="2051972" y="5791199"/>
                  </a:lnTo>
                  <a:lnTo>
                    <a:pt x="1880072" y="5740399"/>
                  </a:lnTo>
                  <a:lnTo>
                    <a:pt x="1837877" y="5714999"/>
                  </a:lnTo>
                  <a:lnTo>
                    <a:pt x="1796006" y="5702299"/>
                  </a:lnTo>
                  <a:lnTo>
                    <a:pt x="1754465" y="5676899"/>
                  </a:lnTo>
                  <a:lnTo>
                    <a:pt x="1713259" y="5664199"/>
                  </a:lnTo>
                  <a:lnTo>
                    <a:pt x="1672393" y="5638799"/>
                  </a:lnTo>
                  <a:lnTo>
                    <a:pt x="1631875" y="5626099"/>
                  </a:lnTo>
                  <a:lnTo>
                    <a:pt x="1551901" y="5575299"/>
                  </a:lnTo>
                  <a:lnTo>
                    <a:pt x="1512457" y="5562599"/>
                  </a:lnTo>
                  <a:lnTo>
                    <a:pt x="1473384" y="5537199"/>
                  </a:lnTo>
                  <a:lnTo>
                    <a:pt x="1358439" y="5460999"/>
                  </a:lnTo>
                  <a:lnTo>
                    <a:pt x="1283765" y="5410199"/>
                  </a:lnTo>
                  <a:lnTo>
                    <a:pt x="1210709" y="5359399"/>
                  </a:lnTo>
                  <a:lnTo>
                    <a:pt x="1139316" y="5308599"/>
                  </a:lnTo>
                  <a:lnTo>
                    <a:pt x="1069634" y="5257799"/>
                  </a:lnTo>
                  <a:lnTo>
                    <a:pt x="1035449" y="5219699"/>
                  </a:lnTo>
                  <a:lnTo>
                    <a:pt x="1001709" y="5194299"/>
                  </a:lnTo>
                  <a:lnTo>
                    <a:pt x="968419" y="5168899"/>
                  </a:lnTo>
                  <a:lnTo>
                    <a:pt x="935586" y="5130799"/>
                  </a:lnTo>
                  <a:lnTo>
                    <a:pt x="903215" y="5105399"/>
                  </a:lnTo>
                  <a:lnTo>
                    <a:pt x="871312" y="5067299"/>
                  </a:lnTo>
                  <a:lnTo>
                    <a:pt x="839882" y="5041899"/>
                  </a:lnTo>
                  <a:lnTo>
                    <a:pt x="808933" y="5003799"/>
                  </a:lnTo>
                  <a:lnTo>
                    <a:pt x="778468" y="4978399"/>
                  </a:lnTo>
                  <a:lnTo>
                    <a:pt x="748495" y="4940299"/>
                  </a:lnTo>
                  <a:lnTo>
                    <a:pt x="719018" y="4902199"/>
                  </a:lnTo>
                  <a:lnTo>
                    <a:pt x="690044" y="4876799"/>
                  </a:lnTo>
                  <a:lnTo>
                    <a:pt x="661579" y="4838699"/>
                  </a:lnTo>
                  <a:lnTo>
                    <a:pt x="633627" y="4800599"/>
                  </a:lnTo>
                  <a:lnTo>
                    <a:pt x="606196" y="4762499"/>
                  </a:lnTo>
                  <a:lnTo>
                    <a:pt x="579290" y="4737099"/>
                  </a:lnTo>
                  <a:lnTo>
                    <a:pt x="552915" y="4698999"/>
                  </a:lnTo>
                  <a:lnTo>
                    <a:pt x="527078" y="4660899"/>
                  </a:lnTo>
                  <a:lnTo>
                    <a:pt x="501784" y="4622799"/>
                  </a:lnTo>
                  <a:lnTo>
                    <a:pt x="477039" y="4584699"/>
                  </a:lnTo>
                  <a:lnTo>
                    <a:pt x="452848" y="4546599"/>
                  </a:lnTo>
                  <a:lnTo>
                    <a:pt x="429218" y="4508499"/>
                  </a:lnTo>
                  <a:lnTo>
                    <a:pt x="406153" y="4470399"/>
                  </a:lnTo>
                  <a:lnTo>
                    <a:pt x="383661" y="4432299"/>
                  </a:lnTo>
                  <a:lnTo>
                    <a:pt x="361746" y="4394199"/>
                  </a:lnTo>
                  <a:lnTo>
                    <a:pt x="340414" y="4356099"/>
                  </a:lnTo>
                  <a:lnTo>
                    <a:pt x="319672" y="4305299"/>
                  </a:lnTo>
                  <a:lnTo>
                    <a:pt x="299525" y="4267199"/>
                  </a:lnTo>
                  <a:lnTo>
                    <a:pt x="279978" y="4229099"/>
                  </a:lnTo>
                  <a:lnTo>
                    <a:pt x="261038" y="4190999"/>
                  </a:lnTo>
                  <a:lnTo>
                    <a:pt x="242710" y="4152899"/>
                  </a:lnTo>
                  <a:lnTo>
                    <a:pt x="225000" y="4102099"/>
                  </a:lnTo>
                  <a:lnTo>
                    <a:pt x="207914" y="4063999"/>
                  </a:lnTo>
                  <a:lnTo>
                    <a:pt x="191458" y="4025899"/>
                  </a:lnTo>
                  <a:lnTo>
                    <a:pt x="175637" y="3975099"/>
                  </a:lnTo>
                  <a:lnTo>
                    <a:pt x="160457" y="3936999"/>
                  </a:lnTo>
                  <a:lnTo>
                    <a:pt x="145924" y="3886199"/>
                  </a:lnTo>
                  <a:lnTo>
                    <a:pt x="132044" y="3848099"/>
                  </a:lnTo>
                  <a:lnTo>
                    <a:pt x="118822" y="3797299"/>
                  </a:lnTo>
                  <a:lnTo>
                    <a:pt x="106264" y="3759199"/>
                  </a:lnTo>
                  <a:lnTo>
                    <a:pt x="94376" y="3721099"/>
                  </a:lnTo>
                  <a:lnTo>
                    <a:pt x="83164" y="3670299"/>
                  </a:lnTo>
                  <a:lnTo>
                    <a:pt x="72634" y="3619499"/>
                  </a:lnTo>
                  <a:lnTo>
                    <a:pt x="62791" y="3581399"/>
                  </a:lnTo>
                  <a:lnTo>
                    <a:pt x="53640" y="3530599"/>
                  </a:lnTo>
                  <a:lnTo>
                    <a:pt x="45189" y="3492499"/>
                  </a:lnTo>
                  <a:lnTo>
                    <a:pt x="37443" y="3441699"/>
                  </a:lnTo>
                  <a:lnTo>
                    <a:pt x="30406" y="3390899"/>
                  </a:lnTo>
                  <a:lnTo>
                    <a:pt x="24086" y="3352799"/>
                  </a:lnTo>
                  <a:lnTo>
                    <a:pt x="18488" y="3301999"/>
                  </a:lnTo>
                  <a:lnTo>
                    <a:pt x="13618" y="3251199"/>
                  </a:lnTo>
                  <a:lnTo>
                    <a:pt x="9480" y="3213099"/>
                  </a:lnTo>
                  <a:lnTo>
                    <a:pt x="6083" y="3162299"/>
                  </a:lnTo>
                  <a:lnTo>
                    <a:pt x="3430" y="3111499"/>
                  </a:lnTo>
                  <a:lnTo>
                    <a:pt x="1528" y="3060699"/>
                  </a:lnTo>
                  <a:lnTo>
                    <a:pt x="383" y="3022599"/>
                  </a:lnTo>
                  <a:lnTo>
                    <a:pt x="0" y="2971799"/>
                  </a:lnTo>
                  <a:lnTo>
                    <a:pt x="383" y="2920999"/>
                  </a:lnTo>
                  <a:lnTo>
                    <a:pt x="1528" y="2870199"/>
                  </a:lnTo>
                  <a:lnTo>
                    <a:pt x="3430" y="2819399"/>
                  </a:lnTo>
                  <a:lnTo>
                    <a:pt x="6083" y="2781299"/>
                  </a:lnTo>
                  <a:lnTo>
                    <a:pt x="9480" y="2730499"/>
                  </a:lnTo>
                  <a:lnTo>
                    <a:pt x="13618" y="2679699"/>
                  </a:lnTo>
                  <a:lnTo>
                    <a:pt x="18488" y="2628899"/>
                  </a:lnTo>
                  <a:lnTo>
                    <a:pt x="24086" y="2590799"/>
                  </a:lnTo>
                  <a:lnTo>
                    <a:pt x="30406" y="2539999"/>
                  </a:lnTo>
                  <a:lnTo>
                    <a:pt x="37443" y="2489199"/>
                  </a:lnTo>
                  <a:lnTo>
                    <a:pt x="45189" y="2451099"/>
                  </a:lnTo>
                  <a:lnTo>
                    <a:pt x="53640" y="2400299"/>
                  </a:lnTo>
                  <a:lnTo>
                    <a:pt x="62791" y="2362199"/>
                  </a:lnTo>
                  <a:lnTo>
                    <a:pt x="72634" y="2311399"/>
                  </a:lnTo>
                  <a:lnTo>
                    <a:pt x="83164" y="2273299"/>
                  </a:lnTo>
                  <a:lnTo>
                    <a:pt x="94376" y="2222499"/>
                  </a:lnTo>
                  <a:lnTo>
                    <a:pt x="106264" y="2171699"/>
                  </a:lnTo>
                  <a:lnTo>
                    <a:pt x="118822" y="2133599"/>
                  </a:lnTo>
                  <a:lnTo>
                    <a:pt x="132044" y="2095499"/>
                  </a:lnTo>
                  <a:lnTo>
                    <a:pt x="145924" y="2044699"/>
                  </a:lnTo>
                  <a:lnTo>
                    <a:pt x="160457" y="2006599"/>
                  </a:lnTo>
                  <a:lnTo>
                    <a:pt x="175637" y="1955799"/>
                  </a:lnTo>
                  <a:lnTo>
                    <a:pt x="191458" y="1917699"/>
                  </a:lnTo>
                  <a:lnTo>
                    <a:pt x="207914" y="1879599"/>
                  </a:lnTo>
                  <a:lnTo>
                    <a:pt x="225000" y="1828799"/>
                  </a:lnTo>
                  <a:lnTo>
                    <a:pt x="242710" y="1790699"/>
                  </a:lnTo>
                  <a:lnTo>
                    <a:pt x="261038" y="1752599"/>
                  </a:lnTo>
                  <a:lnTo>
                    <a:pt x="279978" y="1701799"/>
                  </a:lnTo>
                  <a:lnTo>
                    <a:pt x="299525" y="1663699"/>
                  </a:lnTo>
                  <a:lnTo>
                    <a:pt x="319672" y="1625599"/>
                  </a:lnTo>
                  <a:lnTo>
                    <a:pt x="340414" y="1587499"/>
                  </a:lnTo>
                  <a:lnTo>
                    <a:pt x="361746" y="1549399"/>
                  </a:lnTo>
                  <a:lnTo>
                    <a:pt x="383661" y="1511299"/>
                  </a:lnTo>
                  <a:lnTo>
                    <a:pt x="406153" y="1473199"/>
                  </a:lnTo>
                  <a:lnTo>
                    <a:pt x="429218" y="1422399"/>
                  </a:lnTo>
                  <a:lnTo>
                    <a:pt x="452848" y="1384299"/>
                  </a:lnTo>
                  <a:lnTo>
                    <a:pt x="477039" y="1346199"/>
                  </a:lnTo>
                  <a:lnTo>
                    <a:pt x="501784" y="1320799"/>
                  </a:lnTo>
                  <a:lnTo>
                    <a:pt x="527078" y="1282699"/>
                  </a:lnTo>
                  <a:lnTo>
                    <a:pt x="552915" y="1244599"/>
                  </a:lnTo>
                  <a:lnTo>
                    <a:pt x="579290" y="1206499"/>
                  </a:lnTo>
                  <a:lnTo>
                    <a:pt x="606196" y="1168399"/>
                  </a:lnTo>
                  <a:lnTo>
                    <a:pt x="633627" y="1130299"/>
                  </a:lnTo>
                  <a:lnTo>
                    <a:pt x="661579" y="1092199"/>
                  </a:lnTo>
                  <a:lnTo>
                    <a:pt x="690044" y="1066799"/>
                  </a:lnTo>
                  <a:lnTo>
                    <a:pt x="719018" y="1028699"/>
                  </a:lnTo>
                  <a:lnTo>
                    <a:pt x="748495" y="990599"/>
                  </a:lnTo>
                  <a:lnTo>
                    <a:pt x="778468" y="965199"/>
                  </a:lnTo>
                  <a:lnTo>
                    <a:pt x="808933" y="927099"/>
                  </a:lnTo>
                  <a:lnTo>
                    <a:pt x="839882" y="901699"/>
                  </a:lnTo>
                  <a:lnTo>
                    <a:pt x="871312" y="863599"/>
                  </a:lnTo>
                  <a:lnTo>
                    <a:pt x="903215" y="838199"/>
                  </a:lnTo>
                  <a:lnTo>
                    <a:pt x="935586" y="800099"/>
                  </a:lnTo>
                  <a:lnTo>
                    <a:pt x="968419" y="774699"/>
                  </a:lnTo>
                  <a:lnTo>
                    <a:pt x="1001709" y="736599"/>
                  </a:lnTo>
                  <a:lnTo>
                    <a:pt x="1035449" y="711199"/>
                  </a:lnTo>
                  <a:lnTo>
                    <a:pt x="1104259" y="660399"/>
                  </a:lnTo>
                  <a:lnTo>
                    <a:pt x="1139316" y="622299"/>
                  </a:lnTo>
                  <a:lnTo>
                    <a:pt x="1174801" y="596899"/>
                  </a:lnTo>
                  <a:lnTo>
                    <a:pt x="1247032" y="546099"/>
                  </a:lnTo>
                  <a:lnTo>
                    <a:pt x="1320903" y="495299"/>
                  </a:lnTo>
                  <a:lnTo>
                    <a:pt x="1396369" y="444499"/>
                  </a:lnTo>
                  <a:lnTo>
                    <a:pt x="1473384" y="393699"/>
                  </a:lnTo>
                  <a:lnTo>
                    <a:pt x="1512457" y="380999"/>
                  </a:lnTo>
                  <a:lnTo>
                    <a:pt x="1591709" y="330199"/>
                  </a:lnTo>
                  <a:lnTo>
                    <a:pt x="1631875" y="317499"/>
                  </a:lnTo>
                  <a:lnTo>
                    <a:pt x="1672393" y="292099"/>
                  </a:lnTo>
                  <a:lnTo>
                    <a:pt x="1713259" y="279399"/>
                  </a:lnTo>
                  <a:lnTo>
                    <a:pt x="1754465" y="253999"/>
                  </a:lnTo>
                  <a:lnTo>
                    <a:pt x="1796006" y="241299"/>
                  </a:lnTo>
                  <a:lnTo>
                    <a:pt x="1837877" y="215899"/>
                  </a:lnTo>
                  <a:lnTo>
                    <a:pt x="1922585" y="190499"/>
                  </a:lnTo>
                  <a:lnTo>
                    <a:pt x="1965409" y="165099"/>
                  </a:lnTo>
                  <a:lnTo>
                    <a:pt x="2363927" y="50799"/>
                  </a:lnTo>
                  <a:lnTo>
                    <a:pt x="2409555" y="50799"/>
                  </a:lnTo>
                  <a:lnTo>
                    <a:pt x="2501553" y="25399"/>
                  </a:lnTo>
                  <a:lnTo>
                    <a:pt x="3423365" y="25399"/>
                  </a:lnTo>
                  <a:lnTo>
                    <a:pt x="3472457" y="38099"/>
                  </a:lnTo>
                  <a:lnTo>
                    <a:pt x="3521365" y="38099"/>
                  </a:lnTo>
                  <a:lnTo>
                    <a:pt x="3951671" y="152399"/>
                  </a:lnTo>
                  <a:lnTo>
                    <a:pt x="3998210" y="177799"/>
                  </a:lnTo>
                  <a:lnTo>
                    <a:pt x="4044460" y="190499"/>
                  </a:lnTo>
                  <a:lnTo>
                    <a:pt x="4090410" y="215899"/>
                  </a:lnTo>
                  <a:lnTo>
                    <a:pt x="4136051" y="228599"/>
                  </a:lnTo>
                  <a:lnTo>
                    <a:pt x="4181373" y="253999"/>
                  </a:lnTo>
                  <a:lnTo>
                    <a:pt x="4226368" y="266699"/>
                  </a:lnTo>
                  <a:lnTo>
                    <a:pt x="4315333" y="317499"/>
                  </a:lnTo>
                  <a:lnTo>
                    <a:pt x="4359284" y="330199"/>
                  </a:lnTo>
                  <a:lnTo>
                    <a:pt x="4488900" y="406399"/>
                  </a:lnTo>
                  <a:lnTo>
                    <a:pt x="4614956" y="482599"/>
                  </a:lnTo>
                  <a:lnTo>
                    <a:pt x="4656138" y="507999"/>
                  </a:lnTo>
                  <a:lnTo>
                    <a:pt x="4696887" y="546099"/>
                  </a:lnTo>
                  <a:lnTo>
                    <a:pt x="4777043" y="596899"/>
                  </a:lnTo>
                  <a:lnTo>
                    <a:pt x="4816431" y="634999"/>
                  </a:lnTo>
                  <a:lnTo>
                    <a:pt x="4855347" y="660399"/>
                  </a:lnTo>
                  <a:lnTo>
                    <a:pt x="4893781" y="698499"/>
                  </a:lnTo>
                  <a:lnTo>
                    <a:pt x="4931722" y="723899"/>
                  </a:lnTo>
                  <a:lnTo>
                    <a:pt x="4969163" y="761999"/>
                  </a:lnTo>
                  <a:lnTo>
                    <a:pt x="5006092" y="800099"/>
                  </a:lnTo>
                  <a:lnTo>
                    <a:pt x="5042501" y="825499"/>
                  </a:lnTo>
                  <a:lnTo>
                    <a:pt x="5078379" y="863599"/>
                  </a:lnTo>
                  <a:lnTo>
                    <a:pt x="5113657" y="901699"/>
                  </a:lnTo>
                  <a:lnTo>
                    <a:pt x="5148266" y="939799"/>
                  </a:lnTo>
                  <a:lnTo>
                    <a:pt x="5182204" y="977899"/>
                  </a:lnTo>
                  <a:lnTo>
                    <a:pt x="5215465" y="1015999"/>
                  </a:lnTo>
                  <a:lnTo>
                    <a:pt x="5248047" y="1054099"/>
                  </a:lnTo>
                  <a:lnTo>
                    <a:pt x="5279944" y="1092199"/>
                  </a:lnTo>
                  <a:lnTo>
                    <a:pt x="5311154" y="1130299"/>
                  </a:lnTo>
                  <a:lnTo>
                    <a:pt x="5341671" y="1168399"/>
                  </a:lnTo>
                  <a:lnTo>
                    <a:pt x="5371493" y="1206499"/>
                  </a:lnTo>
                  <a:lnTo>
                    <a:pt x="5400615" y="1244599"/>
                  </a:lnTo>
                  <a:lnTo>
                    <a:pt x="5429033" y="1282699"/>
                  </a:lnTo>
                  <a:lnTo>
                    <a:pt x="5456743" y="1333499"/>
                  </a:lnTo>
                  <a:lnTo>
                    <a:pt x="5483742" y="1371599"/>
                  </a:lnTo>
                  <a:lnTo>
                    <a:pt x="5510024" y="1409699"/>
                  </a:lnTo>
                  <a:lnTo>
                    <a:pt x="5535587" y="1460499"/>
                  </a:lnTo>
                  <a:lnTo>
                    <a:pt x="5560426" y="1498599"/>
                  </a:lnTo>
                  <a:lnTo>
                    <a:pt x="5584537" y="1536699"/>
                  </a:lnTo>
                  <a:lnTo>
                    <a:pt x="5607916" y="1587499"/>
                  </a:lnTo>
                  <a:lnTo>
                    <a:pt x="5630560" y="1625599"/>
                  </a:lnTo>
                  <a:lnTo>
                    <a:pt x="5652464" y="1676399"/>
                  </a:lnTo>
                  <a:lnTo>
                    <a:pt x="5673624" y="1714499"/>
                  </a:lnTo>
                  <a:lnTo>
                    <a:pt x="5694036" y="1765299"/>
                  </a:lnTo>
                  <a:lnTo>
                    <a:pt x="5713697" y="1803399"/>
                  </a:lnTo>
                  <a:lnTo>
                    <a:pt x="5732602" y="1854199"/>
                  </a:lnTo>
                  <a:lnTo>
                    <a:pt x="5750748" y="1904999"/>
                  </a:lnTo>
                  <a:lnTo>
                    <a:pt x="5768130" y="1943099"/>
                  </a:lnTo>
                  <a:lnTo>
                    <a:pt x="5784744" y="1993899"/>
                  </a:lnTo>
                  <a:lnTo>
                    <a:pt x="5800586" y="2044699"/>
                  </a:lnTo>
                  <a:lnTo>
                    <a:pt x="5815653" y="2082799"/>
                  </a:lnTo>
                  <a:lnTo>
                    <a:pt x="5829941" y="2133599"/>
                  </a:lnTo>
                  <a:lnTo>
                    <a:pt x="5843445" y="2184399"/>
                  </a:lnTo>
                  <a:lnTo>
                    <a:pt x="5856161" y="2222499"/>
                  </a:lnTo>
                  <a:lnTo>
                    <a:pt x="5868086" y="2273299"/>
                  </a:lnTo>
                  <a:lnTo>
                    <a:pt x="5879215" y="2324099"/>
                  </a:lnTo>
                  <a:lnTo>
                    <a:pt x="5889545" y="2374899"/>
                  </a:lnTo>
                  <a:lnTo>
                    <a:pt x="5899071" y="2425699"/>
                  </a:lnTo>
                  <a:lnTo>
                    <a:pt x="5907790" y="2476499"/>
                  </a:lnTo>
                  <a:lnTo>
                    <a:pt x="5915697" y="2514599"/>
                  </a:lnTo>
                  <a:lnTo>
                    <a:pt x="5922789" y="2565399"/>
                  </a:lnTo>
                  <a:lnTo>
                    <a:pt x="5929062" y="2616199"/>
                  </a:lnTo>
                  <a:lnTo>
                    <a:pt x="5934511" y="2666999"/>
                  </a:lnTo>
                  <a:lnTo>
                    <a:pt x="5939133" y="2717799"/>
                  </a:lnTo>
                  <a:lnTo>
                    <a:pt x="5942923" y="2768599"/>
                  </a:lnTo>
                  <a:lnTo>
                    <a:pt x="5945878" y="2819399"/>
                  </a:lnTo>
                  <a:lnTo>
                    <a:pt x="5947994" y="2870199"/>
                  </a:lnTo>
                  <a:lnTo>
                    <a:pt x="5949266" y="2920999"/>
                  </a:lnTo>
                  <a:lnTo>
                    <a:pt x="5949691" y="2971799"/>
                  </a:lnTo>
                  <a:lnTo>
                    <a:pt x="5949308" y="3022599"/>
                  </a:lnTo>
                  <a:lnTo>
                    <a:pt x="5948162" y="3060699"/>
                  </a:lnTo>
                  <a:lnTo>
                    <a:pt x="5946260" y="3111499"/>
                  </a:lnTo>
                  <a:lnTo>
                    <a:pt x="5943608" y="3162299"/>
                  </a:lnTo>
                  <a:lnTo>
                    <a:pt x="5940210" y="3213099"/>
                  </a:lnTo>
                  <a:lnTo>
                    <a:pt x="5936073" y="3251199"/>
                  </a:lnTo>
                  <a:lnTo>
                    <a:pt x="5931202" y="3301999"/>
                  </a:lnTo>
                  <a:lnTo>
                    <a:pt x="5925604" y="3352799"/>
                  </a:lnTo>
                  <a:lnTo>
                    <a:pt x="5919284" y="3390899"/>
                  </a:lnTo>
                  <a:lnTo>
                    <a:pt x="5912248" y="3441699"/>
                  </a:lnTo>
                  <a:lnTo>
                    <a:pt x="5904501" y="3492499"/>
                  </a:lnTo>
                  <a:lnTo>
                    <a:pt x="5896050" y="3530599"/>
                  </a:lnTo>
                  <a:lnTo>
                    <a:pt x="5886900" y="3581399"/>
                  </a:lnTo>
                  <a:lnTo>
                    <a:pt x="5877057" y="3619499"/>
                  </a:lnTo>
                  <a:lnTo>
                    <a:pt x="5866526" y="3670299"/>
                  </a:lnTo>
                  <a:lnTo>
                    <a:pt x="5855314" y="3721099"/>
                  </a:lnTo>
                  <a:lnTo>
                    <a:pt x="5843427" y="3759199"/>
                  </a:lnTo>
                  <a:lnTo>
                    <a:pt x="5830869" y="3797299"/>
                  </a:lnTo>
                  <a:lnTo>
                    <a:pt x="5817647" y="3848099"/>
                  </a:lnTo>
                  <a:lnTo>
                    <a:pt x="5803767" y="3886199"/>
                  </a:lnTo>
                  <a:lnTo>
                    <a:pt x="5789234" y="3936999"/>
                  </a:lnTo>
                  <a:lnTo>
                    <a:pt x="5774054" y="3975099"/>
                  </a:lnTo>
                  <a:lnTo>
                    <a:pt x="5758233" y="4025899"/>
                  </a:lnTo>
                  <a:lnTo>
                    <a:pt x="5741776" y="4063999"/>
                  </a:lnTo>
                  <a:lnTo>
                    <a:pt x="5724690" y="4102099"/>
                  </a:lnTo>
                  <a:lnTo>
                    <a:pt x="5706980" y="4152899"/>
                  </a:lnTo>
                  <a:lnTo>
                    <a:pt x="5688653" y="4190999"/>
                  </a:lnTo>
                  <a:lnTo>
                    <a:pt x="5669712" y="4229099"/>
                  </a:lnTo>
                  <a:lnTo>
                    <a:pt x="5650166" y="4267199"/>
                  </a:lnTo>
                  <a:lnTo>
                    <a:pt x="5630019" y="4305299"/>
                  </a:lnTo>
                  <a:lnTo>
                    <a:pt x="5609276" y="4356099"/>
                  </a:lnTo>
                  <a:lnTo>
                    <a:pt x="5587945" y="4394199"/>
                  </a:lnTo>
                  <a:lnTo>
                    <a:pt x="5566030" y="4432299"/>
                  </a:lnTo>
                  <a:lnTo>
                    <a:pt x="5543537" y="4470399"/>
                  </a:lnTo>
                  <a:lnTo>
                    <a:pt x="5520473" y="4508499"/>
                  </a:lnTo>
                  <a:lnTo>
                    <a:pt x="5496843" y="4546599"/>
                  </a:lnTo>
                  <a:lnTo>
                    <a:pt x="5472652" y="4584699"/>
                  </a:lnTo>
                  <a:lnTo>
                    <a:pt x="5447906" y="4622799"/>
                  </a:lnTo>
                  <a:lnTo>
                    <a:pt x="5422612" y="4660899"/>
                  </a:lnTo>
                  <a:lnTo>
                    <a:pt x="5396775" y="4698999"/>
                  </a:lnTo>
                  <a:lnTo>
                    <a:pt x="5370401" y="4737099"/>
                  </a:lnTo>
                  <a:lnTo>
                    <a:pt x="5343495" y="4762499"/>
                  </a:lnTo>
                  <a:lnTo>
                    <a:pt x="5316064" y="4800599"/>
                  </a:lnTo>
                  <a:lnTo>
                    <a:pt x="5288112" y="4838699"/>
                  </a:lnTo>
                  <a:lnTo>
                    <a:pt x="5259647" y="4876799"/>
                  </a:lnTo>
                  <a:lnTo>
                    <a:pt x="5230673" y="4902199"/>
                  </a:lnTo>
                  <a:lnTo>
                    <a:pt x="5201196" y="4940299"/>
                  </a:lnTo>
                  <a:lnTo>
                    <a:pt x="5171223" y="4978399"/>
                  </a:lnTo>
                  <a:lnTo>
                    <a:pt x="5140758" y="5003799"/>
                  </a:lnTo>
                  <a:lnTo>
                    <a:pt x="5109808" y="5041899"/>
                  </a:lnTo>
                  <a:lnTo>
                    <a:pt x="5078379" y="5067299"/>
                  </a:lnTo>
                  <a:lnTo>
                    <a:pt x="5046476" y="5105399"/>
                  </a:lnTo>
                  <a:lnTo>
                    <a:pt x="5014105" y="5130799"/>
                  </a:lnTo>
                  <a:lnTo>
                    <a:pt x="4981272" y="5168899"/>
                  </a:lnTo>
                  <a:lnTo>
                    <a:pt x="4947982" y="5194299"/>
                  </a:lnTo>
                  <a:lnTo>
                    <a:pt x="4914242" y="5219699"/>
                  </a:lnTo>
                  <a:lnTo>
                    <a:pt x="4880057" y="5257799"/>
                  </a:lnTo>
                  <a:lnTo>
                    <a:pt x="4810375" y="5308599"/>
                  </a:lnTo>
                  <a:lnTo>
                    <a:pt x="4738982" y="5359399"/>
                  </a:lnTo>
                  <a:lnTo>
                    <a:pt x="4665926" y="5410199"/>
                  </a:lnTo>
                  <a:lnTo>
                    <a:pt x="4591251" y="5460999"/>
                  </a:lnTo>
                  <a:lnTo>
                    <a:pt x="4476307" y="5537199"/>
                  </a:lnTo>
                  <a:lnTo>
                    <a:pt x="4437233" y="5562599"/>
                  </a:lnTo>
                  <a:lnTo>
                    <a:pt x="4397790" y="5575299"/>
                  </a:lnTo>
                  <a:lnTo>
                    <a:pt x="4317816" y="5626099"/>
                  </a:lnTo>
                  <a:lnTo>
                    <a:pt x="4277298" y="5638799"/>
                  </a:lnTo>
                  <a:lnTo>
                    <a:pt x="4236432" y="5664199"/>
                  </a:lnTo>
                  <a:lnTo>
                    <a:pt x="4195226" y="5676899"/>
                  </a:lnTo>
                  <a:lnTo>
                    <a:pt x="4153684" y="5702299"/>
                  </a:lnTo>
                  <a:lnTo>
                    <a:pt x="4111813" y="5714999"/>
                  </a:lnTo>
                  <a:lnTo>
                    <a:pt x="4069619" y="5740399"/>
                  </a:lnTo>
                  <a:lnTo>
                    <a:pt x="3897718" y="5791199"/>
                  </a:lnTo>
                  <a:lnTo>
                    <a:pt x="3853992" y="5816599"/>
                  </a:lnTo>
                  <a:lnTo>
                    <a:pt x="3721101" y="5854699"/>
                  </a:lnTo>
                  <a:close/>
                </a:path>
                <a:path w="5949950" h="5943600">
                  <a:moveTo>
                    <a:pt x="3540135" y="5892799"/>
                  </a:moveTo>
                  <a:lnTo>
                    <a:pt x="2409555" y="5892799"/>
                  </a:lnTo>
                  <a:lnTo>
                    <a:pt x="2273438" y="5854699"/>
                  </a:lnTo>
                  <a:lnTo>
                    <a:pt x="3676253" y="5854699"/>
                  </a:lnTo>
                  <a:lnTo>
                    <a:pt x="3540135" y="5892799"/>
                  </a:lnTo>
                  <a:close/>
                </a:path>
                <a:path w="5949950" h="5943600">
                  <a:moveTo>
                    <a:pt x="3401780" y="5918199"/>
                  </a:moveTo>
                  <a:lnTo>
                    <a:pt x="2547910" y="5918199"/>
                  </a:lnTo>
                  <a:lnTo>
                    <a:pt x="2455433" y="5892799"/>
                  </a:lnTo>
                  <a:lnTo>
                    <a:pt x="3494258" y="5892799"/>
                  </a:lnTo>
                  <a:lnTo>
                    <a:pt x="3401780" y="5918199"/>
                  </a:lnTo>
                  <a:close/>
                </a:path>
                <a:path w="5949950" h="5943600">
                  <a:moveTo>
                    <a:pt x="3308377" y="5930899"/>
                  </a:moveTo>
                  <a:lnTo>
                    <a:pt x="2641314" y="5930899"/>
                  </a:lnTo>
                  <a:lnTo>
                    <a:pt x="2594499" y="5918199"/>
                  </a:lnTo>
                  <a:lnTo>
                    <a:pt x="3355191" y="5918199"/>
                  </a:lnTo>
                  <a:lnTo>
                    <a:pt x="3308377" y="5930899"/>
                  </a:lnTo>
                  <a:close/>
                </a:path>
                <a:path w="5949950" h="5943600">
                  <a:moveTo>
                    <a:pt x="3166638" y="5943599"/>
                  </a:moveTo>
                  <a:lnTo>
                    <a:pt x="2783052" y="5943599"/>
                  </a:lnTo>
                  <a:lnTo>
                    <a:pt x="2735596" y="5930899"/>
                  </a:lnTo>
                  <a:lnTo>
                    <a:pt x="3214095" y="5930899"/>
                  </a:lnTo>
                  <a:lnTo>
                    <a:pt x="3166638" y="5943599"/>
                  </a:lnTo>
                  <a:close/>
                </a:path>
              </a:pathLst>
            </a:custGeom>
            <a:solidFill>
              <a:srgbClr val="ED7D3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p:nvPr/>
          </p:nvSpPr>
          <p:spPr>
            <a:xfrm>
              <a:off x="5102240" y="597060"/>
              <a:ext cx="5949950" cy="5949950"/>
            </a:xfrm>
            <a:custGeom>
              <a:avLst/>
              <a:gdLst/>
              <a:ahLst/>
              <a:cxnLst/>
              <a:rect l="l" t="t" r="r" b="b"/>
              <a:pathLst>
                <a:path w="5949950" h="5949950">
                  <a:moveTo>
                    <a:pt x="0" y="2974845"/>
                  </a:moveTo>
                  <a:lnTo>
                    <a:pt x="383" y="2926613"/>
                  </a:lnTo>
                  <a:lnTo>
                    <a:pt x="1528" y="2878567"/>
                  </a:lnTo>
                  <a:lnTo>
                    <a:pt x="3430" y="2830711"/>
                  </a:lnTo>
                  <a:lnTo>
                    <a:pt x="6083" y="2783052"/>
                  </a:lnTo>
                  <a:lnTo>
                    <a:pt x="9480" y="2735596"/>
                  </a:lnTo>
                  <a:lnTo>
                    <a:pt x="13618" y="2688348"/>
                  </a:lnTo>
                  <a:lnTo>
                    <a:pt x="18488" y="2641314"/>
                  </a:lnTo>
                  <a:lnTo>
                    <a:pt x="24086" y="2594499"/>
                  </a:lnTo>
                  <a:lnTo>
                    <a:pt x="30406" y="2547911"/>
                  </a:lnTo>
                  <a:lnTo>
                    <a:pt x="37443" y="2501553"/>
                  </a:lnTo>
                  <a:lnTo>
                    <a:pt x="45189" y="2455433"/>
                  </a:lnTo>
                  <a:lnTo>
                    <a:pt x="53640" y="2409555"/>
                  </a:lnTo>
                  <a:lnTo>
                    <a:pt x="62791" y="2363927"/>
                  </a:lnTo>
                  <a:lnTo>
                    <a:pt x="72634" y="2318552"/>
                  </a:lnTo>
                  <a:lnTo>
                    <a:pt x="83164" y="2273438"/>
                  </a:lnTo>
                  <a:lnTo>
                    <a:pt x="94376" y="2228590"/>
                  </a:lnTo>
                  <a:lnTo>
                    <a:pt x="106264" y="2184013"/>
                  </a:lnTo>
                  <a:lnTo>
                    <a:pt x="118822" y="2139715"/>
                  </a:lnTo>
                  <a:lnTo>
                    <a:pt x="132044" y="2095699"/>
                  </a:lnTo>
                  <a:lnTo>
                    <a:pt x="145924" y="2051972"/>
                  </a:lnTo>
                  <a:lnTo>
                    <a:pt x="160457" y="2008541"/>
                  </a:lnTo>
                  <a:lnTo>
                    <a:pt x="175637" y="1965410"/>
                  </a:lnTo>
                  <a:lnTo>
                    <a:pt x="191458" y="1922585"/>
                  </a:lnTo>
                  <a:lnTo>
                    <a:pt x="207914" y="1880072"/>
                  </a:lnTo>
                  <a:lnTo>
                    <a:pt x="225000" y="1837877"/>
                  </a:lnTo>
                  <a:lnTo>
                    <a:pt x="242710" y="1796006"/>
                  </a:lnTo>
                  <a:lnTo>
                    <a:pt x="261038" y="1754465"/>
                  </a:lnTo>
                  <a:lnTo>
                    <a:pt x="279978" y="1713259"/>
                  </a:lnTo>
                  <a:lnTo>
                    <a:pt x="299525" y="1672393"/>
                  </a:lnTo>
                  <a:lnTo>
                    <a:pt x="319672" y="1631875"/>
                  </a:lnTo>
                  <a:lnTo>
                    <a:pt x="340414" y="1591709"/>
                  </a:lnTo>
                  <a:lnTo>
                    <a:pt x="361746" y="1551901"/>
                  </a:lnTo>
                  <a:lnTo>
                    <a:pt x="383661" y="1512457"/>
                  </a:lnTo>
                  <a:lnTo>
                    <a:pt x="406153" y="1473384"/>
                  </a:lnTo>
                  <a:lnTo>
                    <a:pt x="429218" y="1434686"/>
                  </a:lnTo>
                  <a:lnTo>
                    <a:pt x="452848" y="1396369"/>
                  </a:lnTo>
                  <a:lnTo>
                    <a:pt x="477039" y="1358439"/>
                  </a:lnTo>
                  <a:lnTo>
                    <a:pt x="501784" y="1320903"/>
                  </a:lnTo>
                  <a:lnTo>
                    <a:pt x="527078" y="1283765"/>
                  </a:lnTo>
                  <a:lnTo>
                    <a:pt x="552915" y="1247032"/>
                  </a:lnTo>
                  <a:lnTo>
                    <a:pt x="579290" y="1210709"/>
                  </a:lnTo>
                  <a:lnTo>
                    <a:pt x="606196" y="1174801"/>
                  </a:lnTo>
                  <a:lnTo>
                    <a:pt x="633627" y="1139316"/>
                  </a:lnTo>
                  <a:lnTo>
                    <a:pt x="661579" y="1104259"/>
                  </a:lnTo>
                  <a:lnTo>
                    <a:pt x="690044" y="1069634"/>
                  </a:lnTo>
                  <a:lnTo>
                    <a:pt x="719018" y="1035449"/>
                  </a:lnTo>
                  <a:lnTo>
                    <a:pt x="748495" y="1001709"/>
                  </a:lnTo>
                  <a:lnTo>
                    <a:pt x="778468" y="968419"/>
                  </a:lnTo>
                  <a:lnTo>
                    <a:pt x="808933" y="935586"/>
                  </a:lnTo>
                  <a:lnTo>
                    <a:pt x="839882" y="903215"/>
                  </a:lnTo>
                  <a:lnTo>
                    <a:pt x="871312" y="871312"/>
                  </a:lnTo>
                  <a:lnTo>
                    <a:pt x="903215" y="839882"/>
                  </a:lnTo>
                  <a:lnTo>
                    <a:pt x="935586" y="808933"/>
                  </a:lnTo>
                  <a:lnTo>
                    <a:pt x="968419" y="778468"/>
                  </a:lnTo>
                  <a:lnTo>
                    <a:pt x="1001709" y="748495"/>
                  </a:lnTo>
                  <a:lnTo>
                    <a:pt x="1035449" y="719018"/>
                  </a:lnTo>
                  <a:lnTo>
                    <a:pt x="1069634" y="690044"/>
                  </a:lnTo>
                  <a:lnTo>
                    <a:pt x="1104259" y="661579"/>
                  </a:lnTo>
                  <a:lnTo>
                    <a:pt x="1139316" y="633627"/>
                  </a:lnTo>
                  <a:lnTo>
                    <a:pt x="1174801" y="606196"/>
                  </a:lnTo>
                  <a:lnTo>
                    <a:pt x="1210709" y="579290"/>
                  </a:lnTo>
                  <a:lnTo>
                    <a:pt x="1247032" y="552915"/>
                  </a:lnTo>
                  <a:lnTo>
                    <a:pt x="1283765" y="527078"/>
                  </a:lnTo>
                  <a:lnTo>
                    <a:pt x="1320903" y="501784"/>
                  </a:lnTo>
                  <a:lnTo>
                    <a:pt x="1358439" y="477039"/>
                  </a:lnTo>
                  <a:lnTo>
                    <a:pt x="1396369" y="452848"/>
                  </a:lnTo>
                  <a:lnTo>
                    <a:pt x="1434686" y="429218"/>
                  </a:lnTo>
                  <a:lnTo>
                    <a:pt x="1473384" y="406153"/>
                  </a:lnTo>
                  <a:lnTo>
                    <a:pt x="1512457" y="383661"/>
                  </a:lnTo>
                  <a:lnTo>
                    <a:pt x="1551901" y="361746"/>
                  </a:lnTo>
                  <a:lnTo>
                    <a:pt x="1591709" y="340414"/>
                  </a:lnTo>
                  <a:lnTo>
                    <a:pt x="1631875" y="319672"/>
                  </a:lnTo>
                  <a:lnTo>
                    <a:pt x="1672393" y="299525"/>
                  </a:lnTo>
                  <a:lnTo>
                    <a:pt x="1713259" y="279978"/>
                  </a:lnTo>
                  <a:lnTo>
                    <a:pt x="1754465" y="261038"/>
                  </a:lnTo>
                  <a:lnTo>
                    <a:pt x="1796006" y="242710"/>
                  </a:lnTo>
                  <a:lnTo>
                    <a:pt x="1837877" y="225000"/>
                  </a:lnTo>
                  <a:lnTo>
                    <a:pt x="1880072" y="207914"/>
                  </a:lnTo>
                  <a:lnTo>
                    <a:pt x="1922585" y="191458"/>
                  </a:lnTo>
                  <a:lnTo>
                    <a:pt x="1965410" y="175637"/>
                  </a:lnTo>
                  <a:lnTo>
                    <a:pt x="2008541" y="160457"/>
                  </a:lnTo>
                  <a:lnTo>
                    <a:pt x="2051972" y="145924"/>
                  </a:lnTo>
                  <a:lnTo>
                    <a:pt x="2095699" y="132044"/>
                  </a:lnTo>
                  <a:lnTo>
                    <a:pt x="2139715" y="118822"/>
                  </a:lnTo>
                  <a:lnTo>
                    <a:pt x="2184013" y="106264"/>
                  </a:lnTo>
                  <a:lnTo>
                    <a:pt x="2228590" y="94376"/>
                  </a:lnTo>
                  <a:lnTo>
                    <a:pt x="2273438" y="83164"/>
                  </a:lnTo>
                  <a:lnTo>
                    <a:pt x="2318552" y="72634"/>
                  </a:lnTo>
                  <a:lnTo>
                    <a:pt x="2363927" y="62791"/>
                  </a:lnTo>
                  <a:lnTo>
                    <a:pt x="2409555" y="53640"/>
                  </a:lnTo>
                  <a:lnTo>
                    <a:pt x="2455433" y="45189"/>
                  </a:lnTo>
                  <a:lnTo>
                    <a:pt x="2501553" y="37443"/>
                  </a:lnTo>
                  <a:lnTo>
                    <a:pt x="2547911" y="30406"/>
                  </a:lnTo>
                  <a:lnTo>
                    <a:pt x="2594499" y="24086"/>
                  </a:lnTo>
                  <a:lnTo>
                    <a:pt x="2641314" y="18488"/>
                  </a:lnTo>
                  <a:lnTo>
                    <a:pt x="2688348" y="13618"/>
                  </a:lnTo>
                  <a:lnTo>
                    <a:pt x="2735596" y="9480"/>
                  </a:lnTo>
                  <a:lnTo>
                    <a:pt x="2783052" y="6083"/>
                  </a:lnTo>
                  <a:lnTo>
                    <a:pt x="2830711" y="3430"/>
                  </a:lnTo>
                  <a:lnTo>
                    <a:pt x="2878567" y="1528"/>
                  </a:lnTo>
                  <a:lnTo>
                    <a:pt x="2926613" y="383"/>
                  </a:lnTo>
                  <a:lnTo>
                    <a:pt x="2974845" y="0"/>
                  </a:lnTo>
                  <a:lnTo>
                    <a:pt x="3025160" y="424"/>
                  </a:lnTo>
                  <a:lnTo>
                    <a:pt x="3075377" y="1697"/>
                  </a:lnTo>
                  <a:lnTo>
                    <a:pt x="3125488" y="3812"/>
                  </a:lnTo>
                  <a:lnTo>
                    <a:pt x="3175482" y="6767"/>
                  </a:lnTo>
                  <a:lnTo>
                    <a:pt x="3225349" y="10558"/>
                  </a:lnTo>
                  <a:lnTo>
                    <a:pt x="3275081" y="15179"/>
                  </a:lnTo>
                  <a:lnTo>
                    <a:pt x="3324667" y="20629"/>
                  </a:lnTo>
                  <a:lnTo>
                    <a:pt x="3374098" y="26901"/>
                  </a:lnTo>
                  <a:lnTo>
                    <a:pt x="3423365" y="33993"/>
                  </a:lnTo>
                  <a:lnTo>
                    <a:pt x="3472457" y="41900"/>
                  </a:lnTo>
                  <a:lnTo>
                    <a:pt x="3521365" y="50619"/>
                  </a:lnTo>
                  <a:lnTo>
                    <a:pt x="3570079" y="60146"/>
                  </a:lnTo>
                  <a:lnTo>
                    <a:pt x="3618590" y="70475"/>
                  </a:lnTo>
                  <a:lnTo>
                    <a:pt x="3666889" y="81605"/>
                  </a:lnTo>
                  <a:lnTo>
                    <a:pt x="3714965" y="93529"/>
                  </a:lnTo>
                  <a:lnTo>
                    <a:pt x="3762809" y="106246"/>
                  </a:lnTo>
                  <a:lnTo>
                    <a:pt x="3810411" y="119750"/>
                  </a:lnTo>
                  <a:lnTo>
                    <a:pt x="3857762" y="134037"/>
                  </a:lnTo>
                  <a:lnTo>
                    <a:pt x="3904852" y="149104"/>
                  </a:lnTo>
                  <a:lnTo>
                    <a:pt x="3951671" y="164947"/>
                  </a:lnTo>
                  <a:lnTo>
                    <a:pt x="3998210" y="181561"/>
                  </a:lnTo>
                  <a:lnTo>
                    <a:pt x="4044460" y="198943"/>
                  </a:lnTo>
                  <a:lnTo>
                    <a:pt x="4090410" y="217088"/>
                  </a:lnTo>
                  <a:lnTo>
                    <a:pt x="4136051" y="235993"/>
                  </a:lnTo>
                  <a:lnTo>
                    <a:pt x="4181373" y="255654"/>
                  </a:lnTo>
                  <a:lnTo>
                    <a:pt x="4226368" y="276067"/>
                  </a:lnTo>
                  <a:lnTo>
                    <a:pt x="4271024" y="297227"/>
                  </a:lnTo>
                  <a:lnTo>
                    <a:pt x="4315333" y="319131"/>
                  </a:lnTo>
                  <a:lnTo>
                    <a:pt x="4359284" y="341775"/>
                  </a:lnTo>
                  <a:lnTo>
                    <a:pt x="4402869" y="365154"/>
                  </a:lnTo>
                  <a:lnTo>
                    <a:pt x="4446078" y="389265"/>
                  </a:lnTo>
                  <a:lnTo>
                    <a:pt x="4488900" y="414104"/>
                  </a:lnTo>
                  <a:lnTo>
                    <a:pt x="4531327" y="439667"/>
                  </a:lnTo>
                  <a:lnTo>
                    <a:pt x="4573349" y="465949"/>
                  </a:lnTo>
                  <a:lnTo>
                    <a:pt x="4614956" y="492948"/>
                  </a:lnTo>
                  <a:lnTo>
                    <a:pt x="4656138" y="520658"/>
                  </a:lnTo>
                  <a:lnTo>
                    <a:pt x="4696887" y="549076"/>
                  </a:lnTo>
                  <a:lnTo>
                    <a:pt x="4737191" y="578198"/>
                  </a:lnTo>
                  <a:lnTo>
                    <a:pt x="4777043" y="608020"/>
                  </a:lnTo>
                  <a:lnTo>
                    <a:pt x="4816431" y="638537"/>
                  </a:lnTo>
                  <a:lnTo>
                    <a:pt x="4855347" y="669747"/>
                  </a:lnTo>
                  <a:lnTo>
                    <a:pt x="4893781" y="701644"/>
                  </a:lnTo>
                  <a:lnTo>
                    <a:pt x="4931722" y="734226"/>
                  </a:lnTo>
                  <a:lnTo>
                    <a:pt x="4969163" y="767487"/>
                  </a:lnTo>
                  <a:lnTo>
                    <a:pt x="5006092" y="801425"/>
                  </a:lnTo>
                  <a:lnTo>
                    <a:pt x="5042501" y="836034"/>
                  </a:lnTo>
                  <a:lnTo>
                    <a:pt x="5078379" y="871312"/>
                  </a:lnTo>
                  <a:lnTo>
                    <a:pt x="5113657" y="907190"/>
                  </a:lnTo>
                  <a:lnTo>
                    <a:pt x="5148266" y="943599"/>
                  </a:lnTo>
                  <a:lnTo>
                    <a:pt x="5182204" y="980528"/>
                  </a:lnTo>
                  <a:lnTo>
                    <a:pt x="5215465" y="1017969"/>
                  </a:lnTo>
                  <a:lnTo>
                    <a:pt x="5248047" y="1055911"/>
                  </a:lnTo>
                  <a:lnTo>
                    <a:pt x="5279944" y="1094344"/>
                  </a:lnTo>
                  <a:lnTo>
                    <a:pt x="5311154" y="1133260"/>
                  </a:lnTo>
                  <a:lnTo>
                    <a:pt x="5341671" y="1172648"/>
                  </a:lnTo>
                  <a:lnTo>
                    <a:pt x="5371493" y="1212500"/>
                  </a:lnTo>
                  <a:lnTo>
                    <a:pt x="5400615" y="1252804"/>
                  </a:lnTo>
                  <a:lnTo>
                    <a:pt x="5429033" y="1293553"/>
                  </a:lnTo>
                  <a:lnTo>
                    <a:pt x="5456743" y="1334735"/>
                  </a:lnTo>
                  <a:lnTo>
                    <a:pt x="5483742" y="1376342"/>
                  </a:lnTo>
                  <a:lnTo>
                    <a:pt x="5510024" y="1418364"/>
                  </a:lnTo>
                  <a:lnTo>
                    <a:pt x="5535587" y="1460791"/>
                  </a:lnTo>
                  <a:lnTo>
                    <a:pt x="5560426" y="1503613"/>
                  </a:lnTo>
                  <a:lnTo>
                    <a:pt x="5584537" y="1546822"/>
                  </a:lnTo>
                  <a:lnTo>
                    <a:pt x="5607916" y="1590407"/>
                  </a:lnTo>
                  <a:lnTo>
                    <a:pt x="5630560" y="1634358"/>
                  </a:lnTo>
                  <a:lnTo>
                    <a:pt x="5652464" y="1678667"/>
                  </a:lnTo>
                  <a:lnTo>
                    <a:pt x="5673624" y="1723323"/>
                  </a:lnTo>
                  <a:lnTo>
                    <a:pt x="5694036" y="1768317"/>
                  </a:lnTo>
                  <a:lnTo>
                    <a:pt x="5713697" y="1813640"/>
                  </a:lnTo>
                  <a:lnTo>
                    <a:pt x="5732602" y="1859281"/>
                  </a:lnTo>
                  <a:lnTo>
                    <a:pt x="5750748" y="1905231"/>
                  </a:lnTo>
                  <a:lnTo>
                    <a:pt x="5768130" y="1951480"/>
                  </a:lnTo>
                  <a:lnTo>
                    <a:pt x="5784744" y="1998020"/>
                  </a:lnTo>
                  <a:lnTo>
                    <a:pt x="5800587" y="2044839"/>
                  </a:lnTo>
                  <a:lnTo>
                    <a:pt x="5815654" y="2091929"/>
                  </a:lnTo>
                  <a:lnTo>
                    <a:pt x="5829941" y="2139280"/>
                  </a:lnTo>
                  <a:lnTo>
                    <a:pt x="5843445" y="2186882"/>
                  </a:lnTo>
                  <a:lnTo>
                    <a:pt x="5856161" y="2234726"/>
                  </a:lnTo>
                  <a:lnTo>
                    <a:pt x="5868086" y="2282802"/>
                  </a:lnTo>
                  <a:lnTo>
                    <a:pt x="5879215" y="2331100"/>
                  </a:lnTo>
                  <a:lnTo>
                    <a:pt x="5889545" y="2379612"/>
                  </a:lnTo>
                  <a:lnTo>
                    <a:pt x="5899071" y="2428326"/>
                  </a:lnTo>
                  <a:lnTo>
                    <a:pt x="5907790" y="2477234"/>
                  </a:lnTo>
                  <a:lnTo>
                    <a:pt x="5915697" y="2526326"/>
                  </a:lnTo>
                  <a:lnTo>
                    <a:pt x="5922789" y="2575592"/>
                  </a:lnTo>
                  <a:lnTo>
                    <a:pt x="5929062" y="2625023"/>
                  </a:lnTo>
                  <a:lnTo>
                    <a:pt x="5934511" y="2674610"/>
                  </a:lnTo>
                  <a:lnTo>
                    <a:pt x="5939133" y="2724341"/>
                  </a:lnTo>
                  <a:lnTo>
                    <a:pt x="5942923" y="2774209"/>
                  </a:lnTo>
                  <a:lnTo>
                    <a:pt x="5945878" y="2824203"/>
                  </a:lnTo>
                  <a:lnTo>
                    <a:pt x="5947994" y="2874313"/>
                  </a:lnTo>
                  <a:lnTo>
                    <a:pt x="5949266" y="2924530"/>
                  </a:lnTo>
                  <a:lnTo>
                    <a:pt x="5949691" y="2974845"/>
                  </a:lnTo>
                  <a:lnTo>
                    <a:pt x="5949308" y="3023077"/>
                  </a:lnTo>
                  <a:lnTo>
                    <a:pt x="5948162" y="3071124"/>
                  </a:lnTo>
                  <a:lnTo>
                    <a:pt x="5946261" y="3118979"/>
                  </a:lnTo>
                  <a:lnTo>
                    <a:pt x="5943608" y="3166638"/>
                  </a:lnTo>
                  <a:lnTo>
                    <a:pt x="5940210" y="3214095"/>
                  </a:lnTo>
                  <a:lnTo>
                    <a:pt x="5936073" y="3261343"/>
                  </a:lnTo>
                  <a:lnTo>
                    <a:pt x="5931202" y="3308377"/>
                  </a:lnTo>
                  <a:lnTo>
                    <a:pt x="5925604" y="3355191"/>
                  </a:lnTo>
                  <a:lnTo>
                    <a:pt x="5919284" y="3401780"/>
                  </a:lnTo>
                  <a:lnTo>
                    <a:pt x="5912248" y="3448138"/>
                  </a:lnTo>
                  <a:lnTo>
                    <a:pt x="5904501" y="3494258"/>
                  </a:lnTo>
                  <a:lnTo>
                    <a:pt x="5896050" y="3540135"/>
                  </a:lnTo>
                  <a:lnTo>
                    <a:pt x="5886900" y="3585764"/>
                  </a:lnTo>
                  <a:lnTo>
                    <a:pt x="5877057" y="3631138"/>
                  </a:lnTo>
                  <a:lnTo>
                    <a:pt x="5866526" y="3676253"/>
                  </a:lnTo>
                  <a:lnTo>
                    <a:pt x="5855314" y="3721101"/>
                  </a:lnTo>
                  <a:lnTo>
                    <a:pt x="5843427" y="3765677"/>
                  </a:lnTo>
                  <a:lnTo>
                    <a:pt x="5830869" y="3809976"/>
                  </a:lnTo>
                  <a:lnTo>
                    <a:pt x="5817647" y="3853992"/>
                  </a:lnTo>
                  <a:lnTo>
                    <a:pt x="5803767" y="3897718"/>
                  </a:lnTo>
                  <a:lnTo>
                    <a:pt x="5789234" y="3941150"/>
                  </a:lnTo>
                  <a:lnTo>
                    <a:pt x="5774054" y="3984281"/>
                  </a:lnTo>
                  <a:lnTo>
                    <a:pt x="5758233" y="4027106"/>
                  </a:lnTo>
                  <a:lnTo>
                    <a:pt x="5741776" y="4069619"/>
                  </a:lnTo>
                  <a:lnTo>
                    <a:pt x="5724690" y="4111813"/>
                  </a:lnTo>
                  <a:lnTo>
                    <a:pt x="5706980" y="4153684"/>
                  </a:lnTo>
                  <a:lnTo>
                    <a:pt x="5688653" y="4195226"/>
                  </a:lnTo>
                  <a:lnTo>
                    <a:pt x="5669712" y="4236432"/>
                  </a:lnTo>
                  <a:lnTo>
                    <a:pt x="5650166" y="4277298"/>
                  </a:lnTo>
                  <a:lnTo>
                    <a:pt x="5630019" y="4317816"/>
                  </a:lnTo>
                  <a:lnTo>
                    <a:pt x="5609276" y="4357982"/>
                  </a:lnTo>
                  <a:lnTo>
                    <a:pt x="5587945" y="4397790"/>
                  </a:lnTo>
                  <a:lnTo>
                    <a:pt x="5566030" y="4437233"/>
                  </a:lnTo>
                  <a:lnTo>
                    <a:pt x="5543537" y="4476307"/>
                  </a:lnTo>
                  <a:lnTo>
                    <a:pt x="5520473" y="4515005"/>
                  </a:lnTo>
                  <a:lnTo>
                    <a:pt x="5496843" y="4553322"/>
                  </a:lnTo>
                  <a:lnTo>
                    <a:pt x="5472652" y="4591251"/>
                  </a:lnTo>
                  <a:lnTo>
                    <a:pt x="5447907" y="4628788"/>
                  </a:lnTo>
                  <a:lnTo>
                    <a:pt x="5422612" y="4665926"/>
                  </a:lnTo>
                  <a:lnTo>
                    <a:pt x="5396775" y="4702659"/>
                  </a:lnTo>
                  <a:lnTo>
                    <a:pt x="5370401" y="4738982"/>
                  </a:lnTo>
                  <a:lnTo>
                    <a:pt x="5343495" y="4774889"/>
                  </a:lnTo>
                  <a:lnTo>
                    <a:pt x="5316064" y="4810375"/>
                  </a:lnTo>
                  <a:lnTo>
                    <a:pt x="5288112" y="4845432"/>
                  </a:lnTo>
                  <a:lnTo>
                    <a:pt x="5259647" y="4880057"/>
                  </a:lnTo>
                  <a:lnTo>
                    <a:pt x="5230673" y="4914242"/>
                  </a:lnTo>
                  <a:lnTo>
                    <a:pt x="5201196" y="4947982"/>
                  </a:lnTo>
                  <a:lnTo>
                    <a:pt x="5171223" y="4981272"/>
                  </a:lnTo>
                  <a:lnTo>
                    <a:pt x="5140758" y="5014105"/>
                  </a:lnTo>
                  <a:lnTo>
                    <a:pt x="5109808" y="5046476"/>
                  </a:lnTo>
                  <a:lnTo>
                    <a:pt x="5078379" y="5078379"/>
                  </a:lnTo>
                  <a:lnTo>
                    <a:pt x="5046476" y="5109808"/>
                  </a:lnTo>
                  <a:lnTo>
                    <a:pt x="5014105" y="5140758"/>
                  </a:lnTo>
                  <a:lnTo>
                    <a:pt x="4981272" y="5171223"/>
                  </a:lnTo>
                  <a:lnTo>
                    <a:pt x="4947982" y="5201196"/>
                  </a:lnTo>
                  <a:lnTo>
                    <a:pt x="4914242" y="5230673"/>
                  </a:lnTo>
                  <a:lnTo>
                    <a:pt x="4880057" y="5259647"/>
                  </a:lnTo>
                  <a:lnTo>
                    <a:pt x="4845432" y="5288112"/>
                  </a:lnTo>
                  <a:lnTo>
                    <a:pt x="4810375" y="5316064"/>
                  </a:lnTo>
                  <a:lnTo>
                    <a:pt x="4774889" y="5343495"/>
                  </a:lnTo>
                  <a:lnTo>
                    <a:pt x="4738982" y="5370401"/>
                  </a:lnTo>
                  <a:lnTo>
                    <a:pt x="4702659" y="5396776"/>
                  </a:lnTo>
                  <a:lnTo>
                    <a:pt x="4665926" y="5422613"/>
                  </a:lnTo>
                  <a:lnTo>
                    <a:pt x="4628788" y="5447907"/>
                  </a:lnTo>
                  <a:lnTo>
                    <a:pt x="4591251" y="5472652"/>
                  </a:lnTo>
                  <a:lnTo>
                    <a:pt x="4553322" y="5496843"/>
                  </a:lnTo>
                  <a:lnTo>
                    <a:pt x="4515005" y="5520473"/>
                  </a:lnTo>
                  <a:lnTo>
                    <a:pt x="4476307" y="5543538"/>
                  </a:lnTo>
                  <a:lnTo>
                    <a:pt x="4437233" y="5566030"/>
                  </a:lnTo>
                  <a:lnTo>
                    <a:pt x="4397790" y="5587945"/>
                  </a:lnTo>
                  <a:lnTo>
                    <a:pt x="4357982" y="5609277"/>
                  </a:lnTo>
                  <a:lnTo>
                    <a:pt x="4317816" y="5630019"/>
                  </a:lnTo>
                  <a:lnTo>
                    <a:pt x="4277298" y="5650166"/>
                  </a:lnTo>
                  <a:lnTo>
                    <a:pt x="4236432" y="5669713"/>
                  </a:lnTo>
                  <a:lnTo>
                    <a:pt x="4195226" y="5688653"/>
                  </a:lnTo>
                  <a:lnTo>
                    <a:pt x="4153684" y="5706981"/>
                  </a:lnTo>
                  <a:lnTo>
                    <a:pt x="4111813" y="5724691"/>
                  </a:lnTo>
                  <a:lnTo>
                    <a:pt x="4069619" y="5741777"/>
                  </a:lnTo>
                  <a:lnTo>
                    <a:pt x="4027106" y="5758233"/>
                  </a:lnTo>
                  <a:lnTo>
                    <a:pt x="3984281" y="5774054"/>
                  </a:lnTo>
                  <a:lnTo>
                    <a:pt x="3941150" y="5789234"/>
                  </a:lnTo>
                  <a:lnTo>
                    <a:pt x="3897718" y="5803767"/>
                  </a:lnTo>
                  <a:lnTo>
                    <a:pt x="3853992" y="5817647"/>
                  </a:lnTo>
                  <a:lnTo>
                    <a:pt x="3809976" y="5830869"/>
                  </a:lnTo>
                  <a:lnTo>
                    <a:pt x="3765677" y="5843427"/>
                  </a:lnTo>
                  <a:lnTo>
                    <a:pt x="3721101" y="5855315"/>
                  </a:lnTo>
                  <a:lnTo>
                    <a:pt x="3676253" y="5866527"/>
                  </a:lnTo>
                  <a:lnTo>
                    <a:pt x="3631139" y="5877057"/>
                  </a:lnTo>
                  <a:lnTo>
                    <a:pt x="3585764" y="5886900"/>
                  </a:lnTo>
                  <a:lnTo>
                    <a:pt x="3540135" y="5896051"/>
                  </a:lnTo>
                  <a:lnTo>
                    <a:pt x="3494258" y="5904502"/>
                  </a:lnTo>
                  <a:lnTo>
                    <a:pt x="3448138" y="5912248"/>
                  </a:lnTo>
                  <a:lnTo>
                    <a:pt x="3401780" y="5919285"/>
                  </a:lnTo>
                  <a:lnTo>
                    <a:pt x="3355191" y="5925605"/>
                  </a:lnTo>
                  <a:lnTo>
                    <a:pt x="3308377" y="5931203"/>
                  </a:lnTo>
                  <a:lnTo>
                    <a:pt x="3261343" y="5936073"/>
                  </a:lnTo>
                  <a:lnTo>
                    <a:pt x="3214095" y="5940210"/>
                  </a:lnTo>
                  <a:lnTo>
                    <a:pt x="3166638" y="5943608"/>
                  </a:lnTo>
                  <a:lnTo>
                    <a:pt x="3118979" y="5946261"/>
                  </a:lnTo>
                  <a:lnTo>
                    <a:pt x="3071124" y="5948163"/>
                  </a:lnTo>
                  <a:lnTo>
                    <a:pt x="3023077" y="5949308"/>
                  </a:lnTo>
                  <a:lnTo>
                    <a:pt x="2974845" y="5949691"/>
                  </a:lnTo>
                  <a:lnTo>
                    <a:pt x="2926613" y="5949308"/>
                  </a:lnTo>
                  <a:lnTo>
                    <a:pt x="2878567" y="5948163"/>
                  </a:lnTo>
                  <a:lnTo>
                    <a:pt x="2830711" y="5946261"/>
                  </a:lnTo>
                  <a:lnTo>
                    <a:pt x="2783052" y="5943608"/>
                  </a:lnTo>
                  <a:lnTo>
                    <a:pt x="2735596" y="5940210"/>
                  </a:lnTo>
                  <a:lnTo>
                    <a:pt x="2688348" y="5936073"/>
                  </a:lnTo>
                  <a:lnTo>
                    <a:pt x="2641314" y="5931203"/>
                  </a:lnTo>
                  <a:lnTo>
                    <a:pt x="2594499" y="5925605"/>
                  </a:lnTo>
                  <a:lnTo>
                    <a:pt x="2547911" y="5919285"/>
                  </a:lnTo>
                  <a:lnTo>
                    <a:pt x="2501553" y="5912248"/>
                  </a:lnTo>
                  <a:lnTo>
                    <a:pt x="2455433" y="5904502"/>
                  </a:lnTo>
                  <a:lnTo>
                    <a:pt x="2409555" y="5896051"/>
                  </a:lnTo>
                  <a:lnTo>
                    <a:pt x="2363927" y="5886900"/>
                  </a:lnTo>
                  <a:lnTo>
                    <a:pt x="2318552" y="5877057"/>
                  </a:lnTo>
                  <a:lnTo>
                    <a:pt x="2273438" y="5866527"/>
                  </a:lnTo>
                  <a:lnTo>
                    <a:pt x="2228590" y="5855315"/>
                  </a:lnTo>
                  <a:lnTo>
                    <a:pt x="2184013" y="5843427"/>
                  </a:lnTo>
                  <a:lnTo>
                    <a:pt x="2139715" y="5830869"/>
                  </a:lnTo>
                  <a:lnTo>
                    <a:pt x="2095699" y="5817647"/>
                  </a:lnTo>
                  <a:lnTo>
                    <a:pt x="2051972" y="5803767"/>
                  </a:lnTo>
                  <a:lnTo>
                    <a:pt x="2008541" y="5789234"/>
                  </a:lnTo>
                  <a:lnTo>
                    <a:pt x="1965410" y="5774054"/>
                  </a:lnTo>
                  <a:lnTo>
                    <a:pt x="1922585" y="5758233"/>
                  </a:lnTo>
                  <a:lnTo>
                    <a:pt x="1880072" y="5741777"/>
                  </a:lnTo>
                  <a:lnTo>
                    <a:pt x="1837877" y="5724691"/>
                  </a:lnTo>
                  <a:lnTo>
                    <a:pt x="1796006" y="5706981"/>
                  </a:lnTo>
                  <a:lnTo>
                    <a:pt x="1754465" y="5688653"/>
                  </a:lnTo>
                  <a:lnTo>
                    <a:pt x="1713259" y="5669713"/>
                  </a:lnTo>
                  <a:lnTo>
                    <a:pt x="1672393" y="5650166"/>
                  </a:lnTo>
                  <a:lnTo>
                    <a:pt x="1631875" y="5630019"/>
                  </a:lnTo>
                  <a:lnTo>
                    <a:pt x="1591709" y="5609277"/>
                  </a:lnTo>
                  <a:lnTo>
                    <a:pt x="1551901" y="5587945"/>
                  </a:lnTo>
                  <a:lnTo>
                    <a:pt x="1512457" y="5566030"/>
                  </a:lnTo>
                  <a:lnTo>
                    <a:pt x="1473384" y="5543538"/>
                  </a:lnTo>
                  <a:lnTo>
                    <a:pt x="1434686" y="5520473"/>
                  </a:lnTo>
                  <a:lnTo>
                    <a:pt x="1396369" y="5496843"/>
                  </a:lnTo>
                  <a:lnTo>
                    <a:pt x="1358439" y="5472652"/>
                  </a:lnTo>
                  <a:lnTo>
                    <a:pt x="1320903" y="5447907"/>
                  </a:lnTo>
                  <a:lnTo>
                    <a:pt x="1283765" y="5422613"/>
                  </a:lnTo>
                  <a:lnTo>
                    <a:pt x="1247032" y="5396776"/>
                  </a:lnTo>
                  <a:lnTo>
                    <a:pt x="1210709" y="5370401"/>
                  </a:lnTo>
                  <a:lnTo>
                    <a:pt x="1174801" y="5343495"/>
                  </a:lnTo>
                  <a:lnTo>
                    <a:pt x="1139316" y="5316064"/>
                  </a:lnTo>
                  <a:lnTo>
                    <a:pt x="1104259" y="5288112"/>
                  </a:lnTo>
                  <a:lnTo>
                    <a:pt x="1069634" y="5259647"/>
                  </a:lnTo>
                  <a:lnTo>
                    <a:pt x="1035449" y="5230673"/>
                  </a:lnTo>
                  <a:lnTo>
                    <a:pt x="1001709" y="5201196"/>
                  </a:lnTo>
                  <a:lnTo>
                    <a:pt x="968419" y="5171223"/>
                  </a:lnTo>
                  <a:lnTo>
                    <a:pt x="935586" y="5140758"/>
                  </a:lnTo>
                  <a:lnTo>
                    <a:pt x="903215" y="5109808"/>
                  </a:lnTo>
                  <a:lnTo>
                    <a:pt x="871312" y="5078379"/>
                  </a:lnTo>
                  <a:lnTo>
                    <a:pt x="839882" y="5046476"/>
                  </a:lnTo>
                  <a:lnTo>
                    <a:pt x="808933" y="5014105"/>
                  </a:lnTo>
                  <a:lnTo>
                    <a:pt x="778468" y="4981272"/>
                  </a:lnTo>
                  <a:lnTo>
                    <a:pt x="748495" y="4947982"/>
                  </a:lnTo>
                  <a:lnTo>
                    <a:pt x="719018" y="4914242"/>
                  </a:lnTo>
                  <a:lnTo>
                    <a:pt x="690044" y="4880057"/>
                  </a:lnTo>
                  <a:lnTo>
                    <a:pt x="661579" y="4845432"/>
                  </a:lnTo>
                  <a:lnTo>
                    <a:pt x="633627" y="4810375"/>
                  </a:lnTo>
                  <a:lnTo>
                    <a:pt x="606196" y="4774889"/>
                  </a:lnTo>
                  <a:lnTo>
                    <a:pt x="579290" y="4738982"/>
                  </a:lnTo>
                  <a:lnTo>
                    <a:pt x="552915" y="4702659"/>
                  </a:lnTo>
                  <a:lnTo>
                    <a:pt x="527078" y="4665926"/>
                  </a:lnTo>
                  <a:lnTo>
                    <a:pt x="501784" y="4628788"/>
                  </a:lnTo>
                  <a:lnTo>
                    <a:pt x="477039" y="4591251"/>
                  </a:lnTo>
                  <a:lnTo>
                    <a:pt x="452848" y="4553322"/>
                  </a:lnTo>
                  <a:lnTo>
                    <a:pt x="429218" y="4515005"/>
                  </a:lnTo>
                  <a:lnTo>
                    <a:pt x="406153" y="4476307"/>
                  </a:lnTo>
                  <a:lnTo>
                    <a:pt x="383661" y="4437233"/>
                  </a:lnTo>
                  <a:lnTo>
                    <a:pt x="361746" y="4397790"/>
                  </a:lnTo>
                  <a:lnTo>
                    <a:pt x="340414" y="4357982"/>
                  </a:lnTo>
                  <a:lnTo>
                    <a:pt x="319672" y="4317816"/>
                  </a:lnTo>
                  <a:lnTo>
                    <a:pt x="299525" y="4277298"/>
                  </a:lnTo>
                  <a:lnTo>
                    <a:pt x="279978" y="4236432"/>
                  </a:lnTo>
                  <a:lnTo>
                    <a:pt x="261038" y="4195226"/>
                  </a:lnTo>
                  <a:lnTo>
                    <a:pt x="242710" y="4153684"/>
                  </a:lnTo>
                  <a:lnTo>
                    <a:pt x="225000" y="4111813"/>
                  </a:lnTo>
                  <a:lnTo>
                    <a:pt x="207914" y="4069619"/>
                  </a:lnTo>
                  <a:lnTo>
                    <a:pt x="191458" y="4027106"/>
                  </a:lnTo>
                  <a:lnTo>
                    <a:pt x="175637" y="3984281"/>
                  </a:lnTo>
                  <a:lnTo>
                    <a:pt x="160457" y="3941150"/>
                  </a:lnTo>
                  <a:lnTo>
                    <a:pt x="145924" y="3897718"/>
                  </a:lnTo>
                  <a:lnTo>
                    <a:pt x="132044" y="3853992"/>
                  </a:lnTo>
                  <a:lnTo>
                    <a:pt x="118822" y="3809976"/>
                  </a:lnTo>
                  <a:lnTo>
                    <a:pt x="106264" y="3765677"/>
                  </a:lnTo>
                  <a:lnTo>
                    <a:pt x="94376" y="3721101"/>
                  </a:lnTo>
                  <a:lnTo>
                    <a:pt x="83164" y="3676253"/>
                  </a:lnTo>
                  <a:lnTo>
                    <a:pt x="72634" y="3631138"/>
                  </a:lnTo>
                  <a:lnTo>
                    <a:pt x="62791" y="3585764"/>
                  </a:lnTo>
                  <a:lnTo>
                    <a:pt x="53640" y="3540135"/>
                  </a:lnTo>
                  <a:lnTo>
                    <a:pt x="45189" y="3494258"/>
                  </a:lnTo>
                  <a:lnTo>
                    <a:pt x="37443" y="3448138"/>
                  </a:lnTo>
                  <a:lnTo>
                    <a:pt x="30406" y="3401780"/>
                  </a:lnTo>
                  <a:lnTo>
                    <a:pt x="24086" y="3355191"/>
                  </a:lnTo>
                  <a:lnTo>
                    <a:pt x="18488" y="3308377"/>
                  </a:lnTo>
                  <a:lnTo>
                    <a:pt x="13618" y="3261343"/>
                  </a:lnTo>
                  <a:lnTo>
                    <a:pt x="9480" y="3214095"/>
                  </a:lnTo>
                  <a:lnTo>
                    <a:pt x="6083" y="3166638"/>
                  </a:lnTo>
                  <a:lnTo>
                    <a:pt x="3430" y="3118979"/>
                  </a:lnTo>
                  <a:lnTo>
                    <a:pt x="1528" y="3071124"/>
                  </a:lnTo>
                  <a:lnTo>
                    <a:pt x="383" y="3023077"/>
                  </a:lnTo>
                  <a:lnTo>
                    <a:pt x="0" y="2974845"/>
                  </a:lnTo>
                  <a:close/>
                </a:path>
              </a:pathLst>
            </a:custGeom>
            <a:ln w="25399">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object 6"/>
            <p:cNvPicPr/>
            <p:nvPr/>
          </p:nvPicPr>
          <p:blipFill>
            <a:blip r:embed="rId2" cstate="print"/>
            <a:stretch>
              <a:fillRect/>
            </a:stretch>
          </p:blipFill>
          <p:spPr>
            <a:xfrm>
              <a:off x="5463680" y="1947672"/>
              <a:ext cx="5188916" cy="3163973"/>
            </a:xfrm>
            <a:prstGeom prst="rect">
              <a:avLst/>
            </a:prstGeom>
          </p:spPr>
        </p:pic>
      </p:grpSp>
      <p:sp>
        <p:nvSpPr>
          <p:cNvPr id="7" name="object 7"/>
          <p:cNvSpPr txBox="1"/>
          <p:nvPr/>
        </p:nvSpPr>
        <p:spPr>
          <a:xfrm>
            <a:off x="804544" y="1897075"/>
            <a:ext cx="3015615" cy="3167534"/>
          </a:xfrm>
          <a:prstGeom prst="rect">
            <a:avLst/>
          </a:prstGeom>
        </p:spPr>
        <p:txBody>
          <a:bodyPr vert="horz" wrap="square" lIns="0" tIns="88900" rIns="0" bIns="0" rtlCol="0">
            <a:spAutoFit/>
          </a:bodyPr>
          <a:lstStyle/>
          <a:p>
            <a:pPr marL="12700" marR="5080">
              <a:lnSpc>
                <a:spcPts val="4750"/>
              </a:lnSpc>
              <a:spcBef>
                <a:spcPts val="700"/>
              </a:spcBef>
            </a:pPr>
            <a:r>
              <a:rPr sz="4400" spc="-10" dirty="0">
                <a:latin typeface="Times New Roman" panose="02020603050405020304" pitchFamily="18" charset="0"/>
                <a:cs typeface="Times New Roman" panose="02020603050405020304" pitchFamily="18" charset="0"/>
              </a:rPr>
              <a:t>Hearing </a:t>
            </a:r>
            <a:r>
              <a:rPr sz="4400" spc="-20" dirty="0">
                <a:latin typeface="Times New Roman" panose="02020603050405020304" pitchFamily="18" charset="0"/>
                <a:cs typeface="Times New Roman" panose="02020603050405020304" pitchFamily="18" charset="0"/>
              </a:rPr>
              <a:t>Conservation Program</a:t>
            </a:r>
            <a:r>
              <a:rPr sz="4400" spc="-210" dirty="0">
                <a:latin typeface="Times New Roman" panose="02020603050405020304" pitchFamily="18" charset="0"/>
                <a:cs typeface="Times New Roman" panose="02020603050405020304" pitchFamily="18" charset="0"/>
              </a:rPr>
              <a:t> </a:t>
            </a:r>
            <a:r>
              <a:rPr sz="4400" spc="-25" dirty="0">
                <a:latin typeface="Times New Roman" panose="02020603050405020304" pitchFamily="18" charset="0"/>
                <a:cs typeface="Times New Roman" panose="02020603050405020304" pitchFamily="18" charset="0"/>
              </a:rPr>
              <a:t>in </a:t>
            </a:r>
            <a:r>
              <a:rPr sz="4400" spc="-10" dirty="0">
                <a:latin typeface="Times New Roman" panose="02020603050405020304" pitchFamily="18" charset="0"/>
                <a:cs typeface="Times New Roman" panose="02020603050405020304" pitchFamily="18" charset="0"/>
              </a:rPr>
              <a:t>Production industries.</a:t>
            </a:r>
            <a:endParaRPr sz="4400">
              <a:latin typeface="Times New Roman" panose="02020603050405020304" pitchFamily="18" charset="0"/>
              <a:cs typeface="Times New Roman" panose="02020603050405020304" pitchFamily="18"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397478"/>
            <a:ext cx="9622790" cy="774468"/>
          </a:xfrm>
          <a:prstGeom prst="rect">
            <a:avLst/>
          </a:prstGeom>
        </p:spPr>
        <p:txBody>
          <a:bodyPr vert="horz" wrap="square" lIns="0" tIns="218338" rIns="0" bIns="0" rtlCol="0">
            <a:spAutoFit/>
          </a:bodyPr>
          <a:lstStyle/>
          <a:p>
            <a:pPr marL="12700" algn="ctr">
              <a:lnSpc>
                <a:spcPct val="100000"/>
              </a:lnSpc>
              <a:spcBef>
                <a:spcPts val="100"/>
              </a:spcBef>
            </a:pPr>
            <a:r>
              <a:rPr lang="en-US" sz="3600" dirty="0">
                <a:solidFill>
                  <a:srgbClr val="FF0000"/>
                </a:solidFill>
                <a:latin typeface="Times New Roman" panose="02020603050405020304" pitchFamily="18" charset="0"/>
                <a:cs typeface="Times New Roman" panose="02020603050405020304" pitchFamily="18" charset="0"/>
              </a:rPr>
              <a:t>HEARING</a:t>
            </a:r>
            <a:r>
              <a:rPr lang="en-US" sz="3600" spc="-215" dirty="0">
                <a:solidFill>
                  <a:srgbClr val="FF0000"/>
                </a:solidFill>
                <a:latin typeface="Times New Roman" panose="02020603050405020304" pitchFamily="18" charset="0"/>
                <a:cs typeface="Times New Roman" panose="02020603050405020304" pitchFamily="18" charset="0"/>
              </a:rPr>
              <a:t> </a:t>
            </a:r>
            <a:r>
              <a:rPr lang="en-US" sz="3600" spc="-10" dirty="0">
                <a:solidFill>
                  <a:srgbClr val="FF0000"/>
                </a:solidFill>
                <a:latin typeface="Times New Roman" panose="02020603050405020304" pitchFamily="18" charset="0"/>
                <a:cs typeface="Times New Roman" panose="02020603050405020304" pitchFamily="18" charset="0"/>
              </a:rPr>
              <a:t>CONSERVATION</a:t>
            </a:r>
            <a:r>
              <a:rPr lang="en-US" sz="3600" spc="-215" dirty="0">
                <a:solidFill>
                  <a:srgbClr val="FF0000"/>
                </a:solidFill>
                <a:latin typeface="Times New Roman" panose="02020603050405020304" pitchFamily="18" charset="0"/>
                <a:cs typeface="Times New Roman" panose="02020603050405020304" pitchFamily="18" charset="0"/>
              </a:rPr>
              <a:t> </a:t>
            </a:r>
            <a:r>
              <a:rPr lang="en-US" sz="3600" spc="-10" dirty="0">
                <a:solidFill>
                  <a:srgbClr val="FF0000"/>
                </a:solidFill>
                <a:latin typeface="Times New Roman" panose="02020603050405020304" pitchFamily="18" charset="0"/>
                <a:cs typeface="Times New Roman" panose="02020603050405020304" pitchFamily="18" charset="0"/>
              </a:rPr>
              <a:t>PROGRAM</a:t>
            </a:r>
          </a:p>
        </p:txBody>
      </p:sp>
      <p:sp>
        <p:nvSpPr>
          <p:cNvPr id="3" name="object 3"/>
          <p:cNvSpPr txBox="1"/>
          <p:nvPr/>
        </p:nvSpPr>
        <p:spPr>
          <a:xfrm>
            <a:off x="893082" y="1371600"/>
            <a:ext cx="10334625" cy="3628879"/>
          </a:xfrm>
          <a:prstGeom prst="rect">
            <a:avLst/>
          </a:prstGeom>
        </p:spPr>
        <p:txBody>
          <a:bodyPr vert="horz" wrap="square" lIns="0" tIns="16510" rIns="0" bIns="0" rtlCol="0">
            <a:spAutoFit/>
          </a:bodyPr>
          <a:lstStyle/>
          <a:p>
            <a:pPr marL="240029" indent="-182245" algn="just">
              <a:lnSpc>
                <a:spcPct val="100000"/>
              </a:lnSpc>
              <a:spcBef>
                <a:spcPts val="130"/>
              </a:spcBef>
              <a:buFont typeface="Arial MT"/>
              <a:buChar char="•"/>
              <a:tabLst>
                <a:tab pos="240029" algn="l"/>
              </a:tabLst>
            </a:pPr>
            <a:r>
              <a:rPr sz="2400" dirty="0">
                <a:latin typeface="Times New Roman" panose="02020603050405020304" pitchFamily="18" charset="0"/>
                <a:cs typeface="Times New Roman" panose="02020603050405020304" pitchFamily="18" charset="0"/>
              </a:rPr>
              <a:t>Hearing</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conservation programs are designed to prevent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hearing</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loss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noise.</a:t>
            </a:r>
            <a:endParaRPr sz="2400" dirty="0">
              <a:latin typeface="Times New Roman" panose="02020603050405020304" pitchFamily="18" charset="0"/>
              <a:cs typeface="Times New Roman" panose="02020603050405020304" pitchFamily="18" charset="0"/>
            </a:endParaRPr>
          </a:p>
          <a:p>
            <a:pPr marL="240029" marR="223520" indent="-182245" algn="just">
              <a:lnSpc>
                <a:spcPct val="131700"/>
              </a:lnSpc>
              <a:spcBef>
                <a:spcPts val="994"/>
              </a:spcBef>
              <a:buFont typeface="Arial MT"/>
              <a:buChar char="•"/>
              <a:tabLst>
                <a:tab pos="241300" algn="l"/>
              </a:tabLst>
            </a:pPr>
            <a:r>
              <a:rPr sz="2400" dirty="0">
                <a:latin typeface="Times New Roman" panose="02020603050405020304" pitchFamily="18" charset="0"/>
                <a:cs typeface="Times New Roman" panose="02020603050405020304" pitchFamily="18" charset="0"/>
              </a:rPr>
              <a:t>They</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knowledge about</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risk factors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such as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noise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 </a:t>
            </a:r>
            <a:r>
              <a:rPr sz="2400" spc="-10" dirty="0">
                <a:latin typeface="Times New Roman" panose="02020603050405020304" pitchFamily="18" charset="0"/>
                <a:cs typeface="Times New Roman" panose="02020603050405020304" pitchFamily="18" charset="0"/>
              </a:rPr>
              <a:t>ototoxicity,</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hearing, </a:t>
            </a:r>
            <a:r>
              <a:rPr sz="2400" dirty="0">
                <a:latin typeface="Times New Roman" panose="02020603050405020304" pitchFamily="18" charset="0"/>
                <a:cs typeface="Times New Roman" panose="02020603050405020304" pitchFamily="18" charset="0"/>
              </a:rPr>
              <a:t>hearing</a:t>
            </a:r>
            <a:r>
              <a:rPr sz="2400" spc="4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loss</a:t>
            </a:r>
            <a:endParaRPr sz="2400" dirty="0">
              <a:latin typeface="Times New Roman" panose="02020603050405020304" pitchFamily="18" charset="0"/>
              <a:cs typeface="Times New Roman" panose="02020603050405020304" pitchFamily="18" charset="0"/>
            </a:endParaRPr>
          </a:p>
          <a:p>
            <a:pPr marL="240029" marR="5080" indent="-182245" algn="just">
              <a:lnSpc>
                <a:spcPct val="131700"/>
              </a:lnSpc>
              <a:spcBef>
                <a:spcPts val="1000"/>
              </a:spcBef>
              <a:buFont typeface="Arial MT"/>
              <a:buChar char="•"/>
              <a:tabLst>
                <a:tab pos="241300" algn="l"/>
              </a:tabLst>
            </a:pPr>
            <a:r>
              <a:rPr sz="2400" dirty="0">
                <a:latin typeface="Times New Roman" panose="02020603050405020304" pitchFamily="18" charset="0"/>
                <a:cs typeface="Times New Roman" panose="02020603050405020304" pitchFamily="18" charset="0"/>
              </a:rPr>
              <a:t>Also</a:t>
            </a:r>
            <a:r>
              <a:rPr sz="2400" spc="2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must</a:t>
            </a:r>
            <a:r>
              <a:rPr sz="2400" spc="2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aware</a:t>
            </a:r>
            <a:r>
              <a:rPr sz="2400" spc="2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2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protective</a:t>
            </a:r>
            <a:r>
              <a:rPr sz="2400" spc="2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measures</a:t>
            </a:r>
            <a:r>
              <a:rPr sz="2400" spc="2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2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prevent</a:t>
            </a:r>
            <a:r>
              <a:rPr sz="2400" spc="2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hearing</a:t>
            </a:r>
            <a:r>
              <a:rPr sz="2400" spc="2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loss</a:t>
            </a:r>
            <a:r>
              <a:rPr sz="2400" spc="2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a:t>
            </a:r>
            <a:r>
              <a:rPr sz="2400" spc="2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home,</a:t>
            </a:r>
            <a:r>
              <a:rPr sz="2400" spc="27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in 	</a:t>
            </a:r>
            <a:r>
              <a:rPr sz="2400" dirty="0">
                <a:latin typeface="Times New Roman" panose="02020603050405020304" pitchFamily="18" charset="0"/>
                <a:cs typeface="Times New Roman" panose="02020603050405020304" pitchFamily="18" charset="0"/>
              </a:rPr>
              <a:t>school,</a:t>
            </a:r>
            <a:r>
              <a:rPr sz="2400" spc="1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military</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a:t>
            </a:r>
            <a:r>
              <a:rPr sz="2400" spc="1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social/recreational</a:t>
            </a:r>
            <a:r>
              <a:rPr sz="2400" spc="1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events,</a:t>
            </a:r>
            <a:r>
              <a:rPr sz="2400" spc="12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and </a:t>
            </a:r>
            <a:r>
              <a:rPr lang="en-US"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legislative</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requirements.</a:t>
            </a:r>
            <a:endParaRPr sz="2400" dirty="0">
              <a:latin typeface="Times New Roman" panose="02020603050405020304" pitchFamily="18" charset="0"/>
              <a:cs typeface="Times New Roman" panose="02020603050405020304" pitchFamily="18" charset="0"/>
            </a:endParaRPr>
          </a:p>
          <a:p>
            <a:pPr marL="12700" algn="just">
              <a:lnSpc>
                <a:spcPct val="100000"/>
              </a:lnSpc>
              <a:spcBef>
                <a:spcPts val="1435"/>
              </a:spcBef>
            </a:pPr>
            <a:r>
              <a:rPr sz="2400" i="1" dirty="0">
                <a:solidFill>
                  <a:srgbClr val="F15573"/>
                </a:solidFill>
                <a:latin typeface="Times New Roman" panose="02020603050405020304" pitchFamily="18" charset="0"/>
                <a:cs typeface="Times New Roman" panose="02020603050405020304" pitchFamily="18" charset="0"/>
              </a:rPr>
              <a:t>ototoxicity:</a:t>
            </a:r>
            <a:r>
              <a:rPr sz="2400" i="1" spc="5" dirty="0">
                <a:solidFill>
                  <a:srgbClr val="F15573"/>
                </a:solidFill>
                <a:latin typeface="Times New Roman" panose="02020603050405020304" pitchFamily="18" charset="0"/>
                <a:cs typeface="Times New Roman" panose="02020603050405020304" pitchFamily="18" charset="0"/>
              </a:rPr>
              <a:t> </a:t>
            </a:r>
            <a:r>
              <a:rPr sz="2400" i="1" dirty="0">
                <a:solidFill>
                  <a:srgbClr val="F15573"/>
                </a:solidFill>
                <a:latin typeface="Times New Roman" panose="02020603050405020304" pitchFamily="18" charset="0"/>
                <a:cs typeface="Times New Roman" panose="02020603050405020304" pitchFamily="18" charset="0"/>
              </a:rPr>
              <a:t>hearing</a:t>
            </a:r>
            <a:r>
              <a:rPr sz="2400" i="1" spc="20" dirty="0">
                <a:solidFill>
                  <a:srgbClr val="F15573"/>
                </a:solidFill>
                <a:latin typeface="Times New Roman" panose="02020603050405020304" pitchFamily="18" charset="0"/>
                <a:cs typeface="Times New Roman" panose="02020603050405020304" pitchFamily="18" charset="0"/>
              </a:rPr>
              <a:t> </a:t>
            </a:r>
            <a:r>
              <a:rPr sz="2400" i="1" dirty="0">
                <a:solidFill>
                  <a:srgbClr val="F15573"/>
                </a:solidFill>
                <a:latin typeface="Times New Roman" panose="02020603050405020304" pitchFamily="18" charset="0"/>
                <a:cs typeface="Times New Roman" panose="02020603050405020304" pitchFamily="18" charset="0"/>
              </a:rPr>
              <a:t>or</a:t>
            </a:r>
            <a:r>
              <a:rPr sz="2400" i="1" spc="10" dirty="0">
                <a:solidFill>
                  <a:srgbClr val="F15573"/>
                </a:solidFill>
                <a:latin typeface="Times New Roman" panose="02020603050405020304" pitchFamily="18" charset="0"/>
                <a:cs typeface="Times New Roman" panose="02020603050405020304" pitchFamily="18" charset="0"/>
              </a:rPr>
              <a:t> </a:t>
            </a:r>
            <a:r>
              <a:rPr sz="2400" i="1" dirty="0">
                <a:solidFill>
                  <a:srgbClr val="F15573"/>
                </a:solidFill>
                <a:latin typeface="Times New Roman" panose="02020603050405020304" pitchFamily="18" charset="0"/>
                <a:cs typeface="Times New Roman" panose="02020603050405020304" pitchFamily="18" charset="0"/>
              </a:rPr>
              <a:t>balance</a:t>
            </a:r>
            <a:r>
              <a:rPr sz="2400" i="1" spc="15" dirty="0">
                <a:solidFill>
                  <a:srgbClr val="F15573"/>
                </a:solidFill>
                <a:latin typeface="Times New Roman" panose="02020603050405020304" pitchFamily="18" charset="0"/>
                <a:cs typeface="Times New Roman" panose="02020603050405020304" pitchFamily="18" charset="0"/>
              </a:rPr>
              <a:t> </a:t>
            </a:r>
            <a:r>
              <a:rPr sz="2400" i="1" dirty="0">
                <a:solidFill>
                  <a:srgbClr val="F15573"/>
                </a:solidFill>
                <a:latin typeface="Times New Roman" panose="02020603050405020304" pitchFamily="18" charset="0"/>
                <a:cs typeface="Times New Roman" panose="02020603050405020304" pitchFamily="18" charset="0"/>
              </a:rPr>
              <a:t>problems</a:t>
            </a:r>
            <a:r>
              <a:rPr sz="2400" i="1" spc="20" dirty="0">
                <a:solidFill>
                  <a:srgbClr val="F15573"/>
                </a:solidFill>
                <a:latin typeface="Times New Roman" panose="02020603050405020304" pitchFamily="18" charset="0"/>
                <a:cs typeface="Times New Roman" panose="02020603050405020304" pitchFamily="18" charset="0"/>
              </a:rPr>
              <a:t> </a:t>
            </a:r>
            <a:r>
              <a:rPr sz="2400" i="1" dirty="0">
                <a:solidFill>
                  <a:srgbClr val="F15573"/>
                </a:solidFill>
                <a:latin typeface="Times New Roman" panose="02020603050405020304" pitchFamily="18" charset="0"/>
                <a:cs typeface="Times New Roman" panose="02020603050405020304" pitchFamily="18" charset="0"/>
              </a:rPr>
              <a:t>due</a:t>
            </a:r>
            <a:r>
              <a:rPr sz="2400" i="1" spc="15" dirty="0">
                <a:solidFill>
                  <a:srgbClr val="F15573"/>
                </a:solidFill>
                <a:latin typeface="Times New Roman" panose="02020603050405020304" pitchFamily="18" charset="0"/>
                <a:cs typeface="Times New Roman" panose="02020603050405020304" pitchFamily="18" charset="0"/>
              </a:rPr>
              <a:t> </a:t>
            </a:r>
            <a:r>
              <a:rPr sz="2400" i="1" dirty="0">
                <a:solidFill>
                  <a:srgbClr val="F15573"/>
                </a:solidFill>
                <a:latin typeface="Times New Roman" panose="02020603050405020304" pitchFamily="18" charset="0"/>
                <a:cs typeface="Times New Roman" panose="02020603050405020304" pitchFamily="18" charset="0"/>
              </a:rPr>
              <a:t>to</a:t>
            </a:r>
            <a:r>
              <a:rPr sz="2400" i="1" spc="15" dirty="0">
                <a:solidFill>
                  <a:srgbClr val="F15573"/>
                </a:solidFill>
                <a:latin typeface="Times New Roman" panose="02020603050405020304" pitchFamily="18" charset="0"/>
                <a:cs typeface="Times New Roman" panose="02020603050405020304" pitchFamily="18" charset="0"/>
              </a:rPr>
              <a:t> </a:t>
            </a:r>
            <a:r>
              <a:rPr sz="2400" i="1" dirty="0">
                <a:solidFill>
                  <a:srgbClr val="F15573"/>
                </a:solidFill>
                <a:latin typeface="Times New Roman" panose="02020603050405020304" pitchFamily="18" charset="0"/>
                <a:cs typeface="Times New Roman" panose="02020603050405020304" pitchFamily="18" charset="0"/>
              </a:rPr>
              <a:t>a</a:t>
            </a:r>
            <a:r>
              <a:rPr sz="2400" i="1" spc="20" dirty="0">
                <a:solidFill>
                  <a:srgbClr val="F15573"/>
                </a:solidFill>
                <a:latin typeface="Times New Roman" panose="02020603050405020304" pitchFamily="18" charset="0"/>
                <a:cs typeface="Times New Roman" panose="02020603050405020304" pitchFamily="18" charset="0"/>
              </a:rPr>
              <a:t> </a:t>
            </a:r>
            <a:r>
              <a:rPr sz="2400" i="1" spc="-10" dirty="0">
                <a:solidFill>
                  <a:srgbClr val="F15573"/>
                </a:solidFill>
                <a:latin typeface="Times New Roman" panose="02020603050405020304" pitchFamily="18" charset="0"/>
                <a:cs typeface="Times New Roman" panose="02020603050405020304" pitchFamily="18" charset="0"/>
              </a:rPr>
              <a:t>medicine.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397478"/>
            <a:ext cx="9622790" cy="589802"/>
          </a:xfrm>
          <a:prstGeom prst="rect">
            <a:avLst/>
          </a:prstGeom>
        </p:spPr>
        <p:txBody>
          <a:bodyPr vert="horz" wrap="square" lIns="0" tIns="218338" rIns="0" bIns="0" rtlCol="0">
            <a:spAutoFit/>
          </a:bodyPr>
          <a:lstStyle/>
          <a:p>
            <a:pPr marL="12700">
              <a:lnSpc>
                <a:spcPct val="100000"/>
              </a:lnSpc>
              <a:spcBef>
                <a:spcPts val="100"/>
              </a:spcBef>
            </a:pPr>
            <a:r>
              <a:rPr sz="2400" dirty="0">
                <a:latin typeface="Times New Roman" panose="02020603050405020304" pitchFamily="18" charset="0"/>
                <a:cs typeface="Times New Roman" panose="02020603050405020304" pitchFamily="18" charset="0"/>
              </a:rPr>
              <a:t>Hearing</a:t>
            </a:r>
            <a:r>
              <a:rPr sz="2400" spc="-2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Conservation</a:t>
            </a:r>
            <a:r>
              <a:rPr sz="2400" spc="-2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Program</a:t>
            </a:r>
          </a:p>
        </p:txBody>
      </p:sp>
      <p:sp>
        <p:nvSpPr>
          <p:cNvPr id="3" name="object 3"/>
          <p:cNvSpPr txBox="1"/>
          <p:nvPr/>
        </p:nvSpPr>
        <p:spPr>
          <a:xfrm>
            <a:off x="685800" y="1219200"/>
            <a:ext cx="11506200" cy="3351559"/>
          </a:xfrm>
          <a:prstGeom prst="rect">
            <a:avLst/>
          </a:prstGeom>
        </p:spPr>
        <p:txBody>
          <a:bodyPr vert="horz" wrap="square" lIns="0" tIns="12700" rIns="0" bIns="0" rtlCol="0">
            <a:spAutoFit/>
          </a:bodyPr>
          <a:lstStyle/>
          <a:p>
            <a:pPr marL="191770" marR="5080" indent="-179705" algn="just">
              <a:lnSpc>
                <a:spcPct val="139500"/>
              </a:lnSpc>
              <a:spcBef>
                <a:spcPts val="100"/>
              </a:spcBef>
              <a:buFont typeface="Arial MT"/>
              <a:buChar char="•"/>
              <a:tabLst>
                <a:tab pos="191770" algn="l"/>
              </a:tabLst>
            </a:pPr>
            <a:r>
              <a:rPr sz="2400" dirty="0">
                <a:latin typeface="Times New Roman" panose="02020603050405020304" pitchFamily="18" charset="0"/>
                <a:cs typeface="Times New Roman" panose="02020603050405020304" pitchFamily="18" charset="0"/>
              </a:rPr>
              <a:t>Occupational</a:t>
            </a:r>
            <a:r>
              <a:rPr sz="2400" spc="4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Safety</a:t>
            </a:r>
            <a:r>
              <a:rPr sz="2400" spc="4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4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Health</a:t>
            </a:r>
            <a:r>
              <a:rPr sz="2400" spc="4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Administration</a:t>
            </a:r>
            <a:r>
              <a:rPr sz="2400" spc="4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(OSHA)</a:t>
            </a:r>
            <a:r>
              <a:rPr sz="2400" spc="4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requires</a:t>
            </a:r>
            <a:r>
              <a:rPr sz="2400" spc="44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hearing conservation</a:t>
            </a:r>
            <a:r>
              <a:rPr sz="2400" spc="-9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program</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(HCP)</a:t>
            </a:r>
            <a:r>
              <a:rPr sz="2400" spc="-70" dirty="0">
                <a:latin typeface="Times New Roman" panose="02020603050405020304" pitchFamily="18" charset="0"/>
                <a:cs typeface="Times New Roman" panose="02020603050405020304" pitchFamily="18" charset="0"/>
              </a:rPr>
              <a:t> </a:t>
            </a:r>
            <a:r>
              <a:rPr sz="2400" spc="-10" dirty="0">
                <a:solidFill>
                  <a:srgbClr val="0070C0"/>
                </a:solidFill>
                <a:latin typeface="Times New Roman" panose="02020603050405020304" pitchFamily="18" charset="0"/>
                <a:cs typeface="Times New Roman" panose="02020603050405020304" pitchFamily="18" charset="0"/>
              </a:rPr>
              <a:t>"whenever</a:t>
            </a:r>
            <a:r>
              <a:rPr sz="2400" spc="-90" dirty="0">
                <a:solidFill>
                  <a:srgbClr val="0070C0"/>
                </a:solidFill>
                <a:latin typeface="Times New Roman" panose="02020603050405020304" pitchFamily="18" charset="0"/>
                <a:cs typeface="Times New Roman" panose="02020603050405020304" pitchFamily="18" charset="0"/>
              </a:rPr>
              <a:t> </a:t>
            </a:r>
            <a:r>
              <a:rPr sz="2400" spc="-10" dirty="0">
                <a:solidFill>
                  <a:srgbClr val="0070C0"/>
                </a:solidFill>
                <a:latin typeface="Times New Roman" panose="02020603050405020304" pitchFamily="18" charset="0"/>
                <a:cs typeface="Times New Roman" panose="02020603050405020304" pitchFamily="18" charset="0"/>
              </a:rPr>
              <a:t>employee</a:t>
            </a:r>
            <a:r>
              <a:rPr sz="2400" spc="-9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noise</a:t>
            </a:r>
            <a:r>
              <a:rPr sz="2400" spc="-90" dirty="0">
                <a:solidFill>
                  <a:srgbClr val="0070C0"/>
                </a:solidFill>
                <a:latin typeface="Times New Roman" panose="02020603050405020304" pitchFamily="18" charset="0"/>
                <a:cs typeface="Times New Roman" panose="02020603050405020304" pitchFamily="18" charset="0"/>
              </a:rPr>
              <a:t> </a:t>
            </a:r>
            <a:r>
              <a:rPr sz="2400" spc="-10" dirty="0">
                <a:solidFill>
                  <a:srgbClr val="0070C0"/>
                </a:solidFill>
                <a:latin typeface="Times New Roman" panose="02020603050405020304" pitchFamily="18" charset="0"/>
                <a:cs typeface="Times New Roman" panose="02020603050405020304" pitchFamily="18" charset="0"/>
              </a:rPr>
              <a:t>exposures</a:t>
            </a:r>
            <a:r>
              <a:rPr sz="2400" spc="-9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equal</a:t>
            </a:r>
            <a:r>
              <a:rPr sz="2400" spc="-55" dirty="0">
                <a:solidFill>
                  <a:srgbClr val="0070C0"/>
                </a:solidFill>
                <a:latin typeface="Times New Roman" panose="02020603050405020304" pitchFamily="18" charset="0"/>
                <a:cs typeface="Times New Roman" panose="02020603050405020304" pitchFamily="18" charset="0"/>
              </a:rPr>
              <a:t> </a:t>
            </a:r>
            <a:r>
              <a:rPr sz="2400" spc="-25" dirty="0">
                <a:solidFill>
                  <a:srgbClr val="0070C0"/>
                </a:solidFill>
                <a:latin typeface="Times New Roman" panose="02020603050405020304" pitchFamily="18" charset="0"/>
                <a:cs typeface="Times New Roman" panose="02020603050405020304" pitchFamily="18" charset="0"/>
              </a:rPr>
              <a:t>or </a:t>
            </a:r>
            <a:r>
              <a:rPr sz="2400" spc="-10" dirty="0">
                <a:solidFill>
                  <a:srgbClr val="0070C0"/>
                </a:solidFill>
                <a:latin typeface="Times New Roman" panose="02020603050405020304" pitchFamily="18" charset="0"/>
                <a:cs typeface="Times New Roman" panose="02020603050405020304" pitchFamily="18" charset="0"/>
              </a:rPr>
              <a:t>exceed</a:t>
            </a:r>
            <a:r>
              <a:rPr sz="2400" spc="-4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an</a:t>
            </a:r>
            <a:r>
              <a:rPr sz="2400" spc="-45" dirty="0">
                <a:solidFill>
                  <a:srgbClr val="0070C0"/>
                </a:solidFill>
                <a:latin typeface="Times New Roman" panose="02020603050405020304" pitchFamily="18" charset="0"/>
                <a:cs typeface="Times New Roman" panose="02020603050405020304" pitchFamily="18" charset="0"/>
              </a:rPr>
              <a:t> </a:t>
            </a:r>
            <a:r>
              <a:rPr sz="2400" spc="-25" dirty="0">
                <a:solidFill>
                  <a:srgbClr val="0070C0"/>
                </a:solidFill>
                <a:latin typeface="Times New Roman" panose="02020603050405020304" pitchFamily="18" charset="0"/>
                <a:cs typeface="Times New Roman" panose="02020603050405020304" pitchFamily="18" charset="0"/>
              </a:rPr>
              <a:t>8-</a:t>
            </a:r>
            <a:r>
              <a:rPr sz="2400" dirty="0">
                <a:solidFill>
                  <a:srgbClr val="0070C0"/>
                </a:solidFill>
                <a:latin typeface="Times New Roman" panose="02020603050405020304" pitchFamily="18" charset="0"/>
                <a:cs typeface="Times New Roman" panose="02020603050405020304" pitchFamily="18" charset="0"/>
              </a:rPr>
              <a:t>hour</a:t>
            </a:r>
            <a:r>
              <a:rPr sz="2400" spc="-50" dirty="0">
                <a:solidFill>
                  <a:srgbClr val="0070C0"/>
                </a:solidFill>
                <a:latin typeface="Times New Roman" panose="02020603050405020304" pitchFamily="18" charset="0"/>
                <a:cs typeface="Times New Roman" panose="02020603050405020304" pitchFamily="18" charset="0"/>
              </a:rPr>
              <a:t> </a:t>
            </a:r>
            <a:r>
              <a:rPr sz="2400" spc="-25" dirty="0">
                <a:solidFill>
                  <a:srgbClr val="0070C0"/>
                </a:solidFill>
                <a:latin typeface="Times New Roman" panose="02020603050405020304" pitchFamily="18" charset="0"/>
                <a:cs typeface="Times New Roman" panose="02020603050405020304" pitchFamily="18" charset="0"/>
              </a:rPr>
              <a:t>Time-</a:t>
            </a:r>
            <a:r>
              <a:rPr sz="2400" spc="-20" dirty="0">
                <a:solidFill>
                  <a:srgbClr val="0070C0"/>
                </a:solidFill>
                <a:latin typeface="Times New Roman" panose="02020603050405020304" pitchFamily="18" charset="0"/>
                <a:cs typeface="Times New Roman" panose="02020603050405020304" pitchFamily="18" charset="0"/>
              </a:rPr>
              <a:t>Weighted</a:t>
            </a:r>
            <a:r>
              <a:rPr sz="2400" spc="-45" dirty="0">
                <a:solidFill>
                  <a:srgbClr val="0070C0"/>
                </a:solidFill>
                <a:latin typeface="Times New Roman" panose="02020603050405020304" pitchFamily="18" charset="0"/>
                <a:cs typeface="Times New Roman" panose="02020603050405020304" pitchFamily="18" charset="0"/>
              </a:rPr>
              <a:t> </a:t>
            </a:r>
            <a:r>
              <a:rPr sz="2400" spc="-20" dirty="0">
                <a:solidFill>
                  <a:srgbClr val="0070C0"/>
                </a:solidFill>
                <a:latin typeface="Times New Roman" panose="02020603050405020304" pitchFamily="18" charset="0"/>
                <a:cs typeface="Times New Roman" panose="02020603050405020304" pitchFamily="18" charset="0"/>
              </a:rPr>
              <a:t>Average</a:t>
            </a:r>
            <a:r>
              <a:rPr sz="2400" spc="-4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sound</a:t>
            </a:r>
            <a:r>
              <a:rPr sz="2400" spc="-4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level</a:t>
            </a:r>
            <a:r>
              <a:rPr sz="2400" spc="-50" dirty="0">
                <a:solidFill>
                  <a:srgbClr val="0070C0"/>
                </a:solidFill>
                <a:latin typeface="Times New Roman" panose="02020603050405020304" pitchFamily="18" charset="0"/>
                <a:cs typeface="Times New Roman" panose="02020603050405020304" pitchFamily="18" charset="0"/>
              </a:rPr>
              <a:t> </a:t>
            </a:r>
            <a:r>
              <a:rPr sz="2400" spc="-10" dirty="0">
                <a:solidFill>
                  <a:srgbClr val="0070C0"/>
                </a:solidFill>
                <a:latin typeface="Times New Roman" panose="02020603050405020304" pitchFamily="18" charset="0"/>
                <a:cs typeface="Times New Roman" panose="02020603050405020304" pitchFamily="18" charset="0"/>
              </a:rPr>
              <a:t>(TWA)</a:t>
            </a:r>
            <a:r>
              <a:rPr sz="2400" spc="-4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of</a:t>
            </a:r>
            <a:r>
              <a:rPr sz="2400" spc="-4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85</a:t>
            </a:r>
            <a:r>
              <a:rPr sz="2400" spc="-50" dirty="0">
                <a:solidFill>
                  <a:srgbClr val="0070C0"/>
                </a:solidFill>
                <a:latin typeface="Times New Roman" panose="02020603050405020304" pitchFamily="18" charset="0"/>
                <a:cs typeface="Times New Roman" panose="02020603050405020304" pitchFamily="18" charset="0"/>
              </a:rPr>
              <a:t> </a:t>
            </a:r>
            <a:r>
              <a:rPr sz="2400" spc="-10" dirty="0">
                <a:solidFill>
                  <a:srgbClr val="0070C0"/>
                </a:solidFill>
                <a:latin typeface="Times New Roman" panose="02020603050405020304" pitchFamily="18" charset="0"/>
                <a:cs typeface="Times New Roman" panose="02020603050405020304" pitchFamily="18" charset="0"/>
              </a:rPr>
              <a:t>decibels </a:t>
            </a:r>
            <a:r>
              <a:rPr sz="2400" dirty="0">
                <a:solidFill>
                  <a:srgbClr val="0070C0"/>
                </a:solidFill>
                <a:latin typeface="Times New Roman" panose="02020603050405020304" pitchFamily="18" charset="0"/>
                <a:cs typeface="Times New Roman" panose="02020603050405020304" pitchFamily="18" charset="0"/>
              </a:rPr>
              <a:t>(dB)</a:t>
            </a:r>
            <a:r>
              <a:rPr sz="2400" spc="19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measured</a:t>
            </a:r>
            <a:r>
              <a:rPr sz="2400" spc="19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on</a:t>
            </a:r>
            <a:r>
              <a:rPr sz="2400" spc="20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the</a:t>
            </a:r>
            <a:r>
              <a:rPr sz="2400" spc="19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A</a:t>
            </a:r>
            <a:r>
              <a:rPr sz="2400" spc="19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scale</a:t>
            </a:r>
            <a:r>
              <a:rPr sz="2400" spc="19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(slow</a:t>
            </a:r>
            <a:r>
              <a:rPr sz="2400" spc="19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response)</a:t>
            </a:r>
            <a:r>
              <a:rPr sz="2400" spc="19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or,</a:t>
            </a:r>
            <a:r>
              <a:rPr sz="2400" spc="195"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equivalently,</a:t>
            </a:r>
            <a:r>
              <a:rPr sz="2400" spc="19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a</a:t>
            </a:r>
            <a:r>
              <a:rPr sz="2400" spc="200" dirty="0">
                <a:solidFill>
                  <a:srgbClr val="0070C0"/>
                </a:solidFill>
                <a:latin typeface="Times New Roman" panose="02020603050405020304" pitchFamily="18" charset="0"/>
                <a:cs typeface="Times New Roman" panose="02020603050405020304" pitchFamily="18" charset="0"/>
              </a:rPr>
              <a:t> </a:t>
            </a:r>
            <a:r>
              <a:rPr sz="2400" dirty="0">
                <a:solidFill>
                  <a:srgbClr val="0070C0"/>
                </a:solidFill>
                <a:latin typeface="Times New Roman" panose="02020603050405020304" pitchFamily="18" charset="0"/>
                <a:cs typeface="Times New Roman" panose="02020603050405020304" pitchFamily="18" charset="0"/>
              </a:rPr>
              <a:t>dose</a:t>
            </a:r>
            <a:r>
              <a:rPr sz="2400" spc="190" dirty="0">
                <a:solidFill>
                  <a:srgbClr val="0070C0"/>
                </a:solidFill>
                <a:latin typeface="Times New Roman" panose="02020603050405020304" pitchFamily="18" charset="0"/>
                <a:cs typeface="Times New Roman" panose="02020603050405020304" pitchFamily="18" charset="0"/>
              </a:rPr>
              <a:t> </a:t>
            </a:r>
            <a:r>
              <a:rPr sz="2400" spc="-25" dirty="0">
                <a:solidFill>
                  <a:srgbClr val="0070C0"/>
                </a:solidFill>
                <a:latin typeface="Times New Roman" panose="02020603050405020304" pitchFamily="18" charset="0"/>
                <a:cs typeface="Times New Roman" panose="02020603050405020304" pitchFamily="18" charset="0"/>
              </a:rPr>
              <a:t>of </a:t>
            </a:r>
            <a:r>
              <a:rPr sz="2400" dirty="0">
                <a:solidFill>
                  <a:srgbClr val="0070C0"/>
                </a:solidFill>
                <a:latin typeface="Times New Roman" panose="02020603050405020304" pitchFamily="18" charset="0"/>
                <a:cs typeface="Times New Roman" panose="02020603050405020304" pitchFamily="18" charset="0"/>
              </a:rPr>
              <a:t>fifty</a:t>
            </a:r>
            <a:r>
              <a:rPr sz="2400" spc="-70" dirty="0">
                <a:solidFill>
                  <a:srgbClr val="0070C0"/>
                </a:solidFill>
                <a:latin typeface="Times New Roman" panose="02020603050405020304" pitchFamily="18" charset="0"/>
                <a:cs typeface="Times New Roman" panose="02020603050405020304" pitchFamily="18" charset="0"/>
              </a:rPr>
              <a:t> </a:t>
            </a:r>
            <a:r>
              <a:rPr sz="2400" spc="-10" dirty="0">
                <a:solidFill>
                  <a:srgbClr val="0070C0"/>
                </a:solidFill>
                <a:latin typeface="Times New Roman" panose="02020603050405020304" pitchFamily="18" charset="0"/>
                <a:cs typeface="Times New Roman" panose="02020603050405020304" pitchFamily="18" charset="0"/>
              </a:rPr>
              <a:t>percent."</a:t>
            </a:r>
            <a:endParaRPr sz="2400" dirty="0">
              <a:latin typeface="Times New Roman" panose="02020603050405020304" pitchFamily="18" charset="0"/>
              <a:cs typeface="Times New Roman" panose="02020603050405020304" pitchFamily="18" charset="0"/>
            </a:endParaRPr>
          </a:p>
          <a:p>
            <a:pPr marL="191135" marR="4281805" indent="-179070" algn="just">
              <a:lnSpc>
                <a:spcPct val="171500"/>
              </a:lnSpc>
              <a:buFont typeface="Arial MT"/>
              <a:buChar char="•"/>
              <a:tabLst>
                <a:tab pos="260350" algn="l"/>
              </a:tabLst>
            </a:pPr>
            <a:r>
              <a:rPr sz="2400" dirty="0">
                <a:latin typeface="Times New Roman" panose="02020603050405020304" pitchFamily="18" charset="0"/>
                <a:cs typeface="Times New Roman" panose="02020603050405020304" pitchFamily="18" charset="0"/>
              </a:rPr>
              <a:t>This</a:t>
            </a:r>
            <a:r>
              <a:rPr sz="2400" spc="-6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8-</a:t>
            </a:r>
            <a:r>
              <a:rPr sz="2400" dirty="0">
                <a:latin typeface="Times New Roman" panose="02020603050405020304" pitchFamily="18" charset="0"/>
                <a:cs typeface="Times New Roman" panose="02020603050405020304" pitchFamily="18" charset="0"/>
              </a:rPr>
              <a:t>hour</a:t>
            </a:r>
            <a:r>
              <a:rPr sz="2400" spc="-5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timeweighted</a:t>
            </a:r>
            <a:r>
              <a:rPr sz="2400" spc="-5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average</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known</a:t>
            </a:r>
            <a:r>
              <a:rPr lang="en-US"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sz="2400" spc="-65" dirty="0">
                <a:latin typeface="Times New Roman" panose="02020603050405020304" pitchFamily="18" charset="0"/>
                <a:cs typeface="Times New Roman" panose="02020603050405020304" pitchFamily="18" charset="0"/>
              </a:rPr>
              <a:t> </a:t>
            </a:r>
            <a:r>
              <a:rPr sz="2400" i="1" u="heavy" spc="-10" dirty="0">
                <a:solidFill>
                  <a:srgbClr val="7030A0"/>
                </a:solidFill>
                <a:uFill>
                  <a:solidFill>
                    <a:srgbClr val="7030A0"/>
                  </a:solidFill>
                </a:uFill>
                <a:latin typeface="Times New Roman" panose="02020603050405020304" pitchFamily="18" charset="0"/>
                <a:cs typeface="Times New Roman" panose="02020603050405020304" pitchFamily="18" charset="0"/>
              </a:rPr>
              <a:t>exposure</a:t>
            </a:r>
            <a:r>
              <a:rPr sz="2400" i="1" u="heavy" spc="-70" dirty="0">
                <a:solidFill>
                  <a:srgbClr val="7030A0"/>
                </a:solidFill>
                <a:uFill>
                  <a:solidFill>
                    <a:srgbClr val="7030A0"/>
                  </a:solidFill>
                </a:uFill>
                <a:latin typeface="Times New Roman" panose="02020603050405020304" pitchFamily="18" charset="0"/>
                <a:cs typeface="Times New Roman" panose="02020603050405020304" pitchFamily="18" charset="0"/>
              </a:rPr>
              <a:t> </a:t>
            </a:r>
            <a:r>
              <a:rPr sz="2400" i="1" u="heavy" dirty="0">
                <a:solidFill>
                  <a:srgbClr val="7030A0"/>
                </a:solidFill>
                <a:uFill>
                  <a:solidFill>
                    <a:srgbClr val="7030A0"/>
                  </a:solidFill>
                </a:uFill>
                <a:latin typeface="Times New Roman" panose="02020603050405020304" pitchFamily="18" charset="0"/>
                <a:cs typeface="Times New Roman" panose="02020603050405020304" pitchFamily="18" charset="0"/>
              </a:rPr>
              <a:t>action</a:t>
            </a:r>
            <a:r>
              <a:rPr sz="2400" i="1" u="heavy" spc="-65" dirty="0">
                <a:solidFill>
                  <a:srgbClr val="7030A0"/>
                </a:solidFill>
                <a:uFill>
                  <a:solidFill>
                    <a:srgbClr val="7030A0"/>
                  </a:solidFill>
                </a:uFill>
                <a:latin typeface="Times New Roman" panose="02020603050405020304" pitchFamily="18" charset="0"/>
                <a:cs typeface="Times New Roman" panose="02020603050405020304" pitchFamily="18" charset="0"/>
              </a:rPr>
              <a:t> </a:t>
            </a:r>
            <a:r>
              <a:rPr sz="2400" i="1" u="heavy" spc="-20" dirty="0">
                <a:solidFill>
                  <a:srgbClr val="7030A0"/>
                </a:solidFill>
                <a:uFill>
                  <a:solidFill>
                    <a:srgbClr val="7030A0"/>
                  </a:solidFill>
                </a:uFill>
                <a:latin typeface="Times New Roman" panose="02020603050405020304" pitchFamily="18" charset="0"/>
                <a:cs typeface="Times New Roman" panose="02020603050405020304" pitchFamily="18" charset="0"/>
              </a:rPr>
              <a:t>value</a:t>
            </a: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6629400" y="3886200"/>
            <a:ext cx="5236563" cy="2560508"/>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397478"/>
            <a:ext cx="9622790" cy="959134"/>
          </a:xfrm>
          <a:prstGeom prst="rect">
            <a:avLst/>
          </a:prstGeom>
        </p:spPr>
        <p:txBody>
          <a:bodyPr vert="horz" wrap="square" lIns="0" tIns="218338" rIns="0" bIns="0" rtlCol="0">
            <a:spAutoFit/>
          </a:bodyPr>
          <a:lstStyle/>
          <a:p>
            <a:pPr marL="12700">
              <a:lnSpc>
                <a:spcPct val="100000"/>
              </a:lnSpc>
              <a:spcBef>
                <a:spcPts val="100"/>
              </a:spcBef>
            </a:pPr>
            <a:r>
              <a:rPr dirty="0">
                <a:latin typeface="Times New Roman" panose="02020603050405020304" pitchFamily="18" charset="0"/>
                <a:cs typeface="Times New Roman" panose="02020603050405020304" pitchFamily="18" charset="0"/>
              </a:rPr>
              <a:t>Benefits</a:t>
            </a:r>
            <a:r>
              <a:rPr spc="-114"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114"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HCP</a:t>
            </a:r>
          </a:p>
        </p:txBody>
      </p:sp>
      <p:sp>
        <p:nvSpPr>
          <p:cNvPr id="3" name="object 3"/>
          <p:cNvSpPr txBox="1"/>
          <p:nvPr/>
        </p:nvSpPr>
        <p:spPr>
          <a:xfrm>
            <a:off x="964547" y="1836801"/>
            <a:ext cx="10288905" cy="1906740"/>
          </a:xfrm>
          <a:prstGeom prst="rect">
            <a:avLst/>
          </a:prstGeom>
        </p:spPr>
        <p:txBody>
          <a:bodyPr vert="horz" wrap="square" lIns="0" tIns="12700" rIns="0" bIns="0" rtlCol="0">
            <a:spAutoFit/>
          </a:bodyPr>
          <a:lstStyle/>
          <a:p>
            <a:pPr marL="187325" indent="-174625" algn="just">
              <a:lnSpc>
                <a:spcPct val="100000"/>
              </a:lnSpc>
              <a:spcBef>
                <a:spcPts val="100"/>
              </a:spcBef>
              <a:buFont typeface="Arial MT"/>
              <a:buChar char="•"/>
              <a:tabLst>
                <a:tab pos="187325" algn="l"/>
              </a:tabLst>
            </a:pPr>
            <a:r>
              <a:rPr sz="2000" spc="-10" dirty="0">
                <a:latin typeface="Times New Roman" panose="02020603050405020304" pitchFamily="18" charset="0"/>
                <a:cs typeface="Times New Roman" panose="02020603050405020304" pitchFamily="18" charset="0"/>
              </a:rPr>
              <a:t>Prevention</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occupational</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hearing</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loss.</a:t>
            </a:r>
            <a:endParaRPr sz="2000" dirty="0">
              <a:latin typeface="Times New Roman" panose="02020603050405020304" pitchFamily="18" charset="0"/>
              <a:cs typeface="Times New Roman" panose="02020603050405020304" pitchFamily="18" charset="0"/>
            </a:endParaRPr>
          </a:p>
          <a:p>
            <a:pPr marL="186690" marR="5080" indent="-174625" algn="just">
              <a:lnSpc>
                <a:spcPct val="150000"/>
              </a:lnSpc>
              <a:spcBef>
                <a:spcPts val="1000"/>
              </a:spcBef>
              <a:buFont typeface="Arial MT"/>
              <a:buChar char="•"/>
              <a:tabLst>
                <a:tab pos="187960" algn="l"/>
              </a:tabLst>
            </a:pPr>
            <a:r>
              <a:rPr sz="2000" dirty="0">
                <a:latin typeface="Times New Roman" panose="02020603050405020304" pitchFamily="18" charset="0"/>
                <a:cs typeface="Times New Roman" panose="02020603050405020304" pitchFamily="18" charset="0"/>
              </a:rPr>
              <a:t>provides</a:t>
            </a:r>
            <a:r>
              <a:rPr sz="2000" spc="3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3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health</a:t>
            </a:r>
            <a:r>
              <a:rPr sz="2000" spc="3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screening</a:t>
            </a:r>
            <a:r>
              <a:rPr sz="2000" spc="3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benefit,</a:t>
            </a:r>
            <a:r>
              <a:rPr sz="2000" spc="3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since</a:t>
            </a:r>
            <a:r>
              <a:rPr sz="2000" spc="31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non-</a:t>
            </a:r>
            <a:r>
              <a:rPr sz="2000" dirty="0">
                <a:latin typeface="Times New Roman" panose="02020603050405020304" pitchFamily="18" charset="0"/>
                <a:cs typeface="Times New Roman" panose="02020603050405020304" pitchFamily="18" charset="0"/>
              </a:rPr>
              <a:t>occupational</a:t>
            </a:r>
            <a:r>
              <a:rPr sz="2000" spc="31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hearing 	</a:t>
            </a:r>
            <a:r>
              <a:rPr sz="2000" dirty="0">
                <a:latin typeface="Times New Roman" panose="02020603050405020304" pitchFamily="18" charset="0"/>
                <a:cs typeface="Times New Roman" panose="02020603050405020304" pitchFamily="18" charset="0"/>
              </a:rPr>
              <a:t>losses</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potentially</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treatable</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ear</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diseases</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often</a:t>
            </a:r>
            <a:r>
              <a:rPr sz="2000" spc="1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detected 	through</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annual</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audiograms.</a:t>
            </a:r>
            <a:endParaRPr sz="2000" dirty="0">
              <a:latin typeface="Times New Roman" panose="02020603050405020304" pitchFamily="18" charset="0"/>
              <a:cs typeface="Times New Roman" panose="02020603050405020304" pitchFamily="18" charset="0"/>
            </a:endParaRPr>
          </a:p>
          <a:p>
            <a:pPr marL="186690" marR="29845" indent="-174625" algn="just">
              <a:lnSpc>
                <a:spcPct val="150000"/>
              </a:lnSpc>
              <a:spcBef>
                <a:spcPts val="1000"/>
              </a:spcBef>
              <a:buFont typeface="Arial MT"/>
              <a:buChar char="•"/>
              <a:tabLst>
                <a:tab pos="187960" algn="l"/>
              </a:tabLst>
            </a:pPr>
            <a:r>
              <a:rPr sz="2000" dirty="0">
                <a:latin typeface="Times New Roman" panose="02020603050405020304" pitchFamily="18" charset="0"/>
                <a:cs typeface="Times New Roman" panose="02020603050405020304" pitchFamily="18" charset="0"/>
              </a:rPr>
              <a:t>Lowering</a:t>
            </a:r>
            <a:r>
              <a:rPr sz="2000" spc="5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noise</a:t>
            </a:r>
            <a:r>
              <a:rPr sz="2000" spc="5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exposure</a:t>
            </a:r>
            <a:r>
              <a:rPr sz="2000" spc="5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also</a:t>
            </a:r>
            <a:r>
              <a:rPr sz="2000" spc="5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reduces</a:t>
            </a:r>
            <a:r>
              <a:rPr sz="2000" spc="5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potential</a:t>
            </a:r>
            <a:r>
              <a:rPr sz="2000" spc="5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stress</a:t>
            </a:r>
            <a:r>
              <a:rPr sz="2000" spc="5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1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fatigue 	</a:t>
            </a:r>
            <a:r>
              <a:rPr sz="2000" dirty="0">
                <a:latin typeface="Times New Roman" panose="02020603050405020304" pitchFamily="18" charset="0"/>
                <a:cs typeface="Times New Roman" panose="02020603050405020304" pitchFamily="18" charset="0"/>
              </a:rPr>
              <a:t>related</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noise.</a:t>
            </a:r>
            <a:endParaRPr sz="2000" dirty="0">
              <a:latin typeface="Times New Roman" panose="02020603050405020304" pitchFamily="18" charset="0"/>
              <a:cs typeface="Times New Roman" panose="02020603050405020304" pitchFamily="18" charset="0"/>
            </a:endParaRPr>
          </a:p>
        </p:txBody>
      </p:sp>
      <p:sp>
        <p:nvSpPr>
          <p:cNvPr id="4" name="object 3"/>
          <p:cNvSpPr txBox="1"/>
          <p:nvPr/>
        </p:nvSpPr>
        <p:spPr>
          <a:xfrm>
            <a:off x="970897" y="3886200"/>
            <a:ext cx="10282555" cy="1590179"/>
          </a:xfrm>
          <a:prstGeom prst="rect">
            <a:avLst/>
          </a:prstGeom>
        </p:spPr>
        <p:txBody>
          <a:bodyPr vert="horz" wrap="square" lIns="0" tIns="12700" rIns="0" bIns="0" rtlCol="0">
            <a:spAutoFit/>
          </a:bodyPr>
          <a:lstStyle/>
          <a:p>
            <a:pPr marL="186690" marR="36195" indent="-174625">
              <a:lnSpc>
                <a:spcPct val="150000"/>
              </a:lnSpc>
              <a:spcBef>
                <a:spcPts val="100"/>
              </a:spcBef>
              <a:buFont typeface="Arial MT"/>
              <a:buChar char="•"/>
              <a:tabLst>
                <a:tab pos="187960" algn="l"/>
                <a:tab pos="1518285" algn="l"/>
                <a:tab pos="2201545" algn="l"/>
                <a:tab pos="3405504" algn="l"/>
                <a:tab pos="4357370" algn="l"/>
                <a:tab pos="6092190" algn="l"/>
                <a:tab pos="6821170" algn="l"/>
                <a:tab pos="7773034" algn="l"/>
                <a:tab pos="9175115" algn="l"/>
                <a:tab pos="9549765" algn="l"/>
              </a:tabLst>
            </a:pPr>
            <a:r>
              <a:rPr sz="2000" spc="-10" dirty="0">
                <a:latin typeface="Times New Roman" panose="02020603050405020304" pitchFamily="18" charset="0"/>
                <a:cs typeface="Times New Roman" panose="02020603050405020304" pitchFamily="18" charset="0"/>
              </a:rPr>
              <a:t>workers</a:t>
            </a:r>
            <a:r>
              <a:rPr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will</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remain</a:t>
            </a:r>
            <a:r>
              <a:rPr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more</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productive</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and</a:t>
            </a:r>
            <a:r>
              <a:rPr sz="20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more</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versatile</a:t>
            </a:r>
            <a:r>
              <a:rPr sz="200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if</a:t>
            </a:r>
            <a:r>
              <a:rPr sz="20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their 	communication</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abilities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impaired.</a:t>
            </a:r>
            <a:endParaRPr sz="2000" dirty="0">
              <a:latin typeface="Times New Roman" panose="02020603050405020304" pitchFamily="18" charset="0"/>
              <a:cs typeface="Times New Roman" panose="02020603050405020304" pitchFamily="18" charset="0"/>
            </a:endParaRPr>
          </a:p>
          <a:p>
            <a:pPr marL="187325" indent="-174625">
              <a:lnSpc>
                <a:spcPct val="100000"/>
              </a:lnSpc>
              <a:spcBef>
                <a:spcPts val="2680"/>
              </a:spcBef>
              <a:buFont typeface="Arial MT"/>
              <a:buChar char="•"/>
              <a:tabLst>
                <a:tab pos="187325" algn="l"/>
              </a:tabLst>
            </a:pPr>
            <a:r>
              <a:rPr sz="2000" spc="-20" dirty="0">
                <a:latin typeface="Times New Roman" panose="02020603050405020304" pitchFamily="18" charset="0"/>
                <a:cs typeface="Times New Roman" panose="02020603050405020304" pitchFamily="18" charset="0"/>
              </a:rPr>
              <a:t>Effective</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HCPs</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reduce</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accident</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rates</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promote</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work</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efficiency.</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397478"/>
            <a:ext cx="9622790" cy="959134"/>
          </a:xfrm>
          <a:prstGeom prst="rect">
            <a:avLst/>
          </a:prstGeom>
        </p:spPr>
        <p:txBody>
          <a:bodyPr vert="horz" wrap="square" lIns="0" tIns="218338" rIns="0" bIns="0" rtlCol="0">
            <a:spAutoFit/>
          </a:bodyPr>
          <a:lstStyle/>
          <a:p>
            <a:pPr marL="12700">
              <a:lnSpc>
                <a:spcPct val="100000"/>
              </a:lnSpc>
              <a:spcBef>
                <a:spcPts val="100"/>
              </a:spcBef>
            </a:pPr>
            <a:r>
              <a:rPr dirty="0">
                <a:solidFill>
                  <a:srgbClr val="FF0000"/>
                </a:solidFill>
                <a:latin typeface="Times New Roman" panose="02020603050405020304" pitchFamily="18" charset="0"/>
                <a:cs typeface="Times New Roman" panose="02020603050405020304" pitchFamily="18" charset="0"/>
              </a:rPr>
              <a:t>Key</a:t>
            </a:r>
            <a:r>
              <a:rPr spc="-165" dirty="0">
                <a:solidFill>
                  <a:srgbClr val="FF0000"/>
                </a:solidFill>
                <a:latin typeface="Times New Roman" panose="02020603050405020304" pitchFamily="18" charset="0"/>
                <a:cs typeface="Times New Roman" panose="02020603050405020304" pitchFamily="18" charset="0"/>
              </a:rPr>
              <a:t> </a:t>
            </a:r>
            <a:r>
              <a:rPr dirty="0">
                <a:solidFill>
                  <a:srgbClr val="FF0000"/>
                </a:solidFill>
                <a:latin typeface="Times New Roman" panose="02020603050405020304" pitchFamily="18" charset="0"/>
                <a:cs typeface="Times New Roman" panose="02020603050405020304" pitchFamily="18" charset="0"/>
              </a:rPr>
              <a:t>elements</a:t>
            </a:r>
            <a:r>
              <a:rPr spc="-165" dirty="0">
                <a:solidFill>
                  <a:srgbClr val="FF0000"/>
                </a:solidFill>
                <a:latin typeface="Times New Roman" panose="02020603050405020304" pitchFamily="18" charset="0"/>
                <a:cs typeface="Times New Roman" panose="02020603050405020304" pitchFamily="18" charset="0"/>
              </a:rPr>
              <a:t> </a:t>
            </a:r>
            <a:r>
              <a:rPr dirty="0">
                <a:solidFill>
                  <a:srgbClr val="FF0000"/>
                </a:solidFill>
                <a:latin typeface="Times New Roman" panose="02020603050405020304" pitchFamily="18" charset="0"/>
                <a:cs typeface="Times New Roman" panose="02020603050405020304" pitchFamily="18" charset="0"/>
              </a:rPr>
              <a:t>of</a:t>
            </a:r>
            <a:r>
              <a:rPr spc="-165" dirty="0">
                <a:solidFill>
                  <a:srgbClr val="FF0000"/>
                </a:solidFill>
                <a:latin typeface="Times New Roman" panose="02020603050405020304" pitchFamily="18" charset="0"/>
                <a:cs typeface="Times New Roman" panose="02020603050405020304" pitchFamily="18" charset="0"/>
              </a:rPr>
              <a:t> </a:t>
            </a:r>
            <a:r>
              <a:rPr spc="-25" dirty="0">
                <a:solidFill>
                  <a:srgbClr val="FF0000"/>
                </a:solidFill>
                <a:latin typeface="Times New Roman" panose="02020603050405020304" pitchFamily="18" charset="0"/>
                <a:cs typeface="Times New Roman" panose="02020603050405020304" pitchFamily="18" charset="0"/>
              </a:rPr>
              <a:t>HCP</a:t>
            </a:r>
          </a:p>
        </p:txBody>
      </p:sp>
      <p:sp>
        <p:nvSpPr>
          <p:cNvPr id="3" name="object 3"/>
          <p:cNvSpPr txBox="1"/>
          <p:nvPr/>
        </p:nvSpPr>
        <p:spPr>
          <a:xfrm>
            <a:off x="819063" y="1836801"/>
            <a:ext cx="6801484" cy="3703578"/>
          </a:xfrm>
          <a:prstGeom prst="rect">
            <a:avLst/>
          </a:prstGeom>
        </p:spPr>
        <p:txBody>
          <a:bodyPr vert="horz" wrap="square" lIns="0" tIns="12700" rIns="0" bIns="0" rtlCol="0">
            <a:spAutoFit/>
          </a:bodyPr>
          <a:lstStyle/>
          <a:p>
            <a:pPr marL="619125" indent="-606425">
              <a:lnSpc>
                <a:spcPct val="100000"/>
              </a:lnSpc>
              <a:spcBef>
                <a:spcPts val="100"/>
              </a:spcBef>
              <a:buAutoNum type="arabicPeriod"/>
              <a:tabLst>
                <a:tab pos="619125" algn="l"/>
              </a:tabLst>
            </a:pPr>
            <a:r>
              <a:rPr sz="2400" dirty="0">
                <a:solidFill>
                  <a:srgbClr val="833C0B"/>
                </a:solidFill>
                <a:latin typeface="Times New Roman" panose="02020603050405020304" pitchFamily="18" charset="0"/>
                <a:cs typeface="Times New Roman" panose="02020603050405020304" pitchFamily="18" charset="0"/>
              </a:rPr>
              <a:t>Noise</a:t>
            </a:r>
            <a:r>
              <a:rPr sz="2400" spc="-25" dirty="0">
                <a:solidFill>
                  <a:srgbClr val="833C0B"/>
                </a:solidFill>
                <a:latin typeface="Times New Roman" panose="02020603050405020304" pitchFamily="18" charset="0"/>
                <a:cs typeface="Times New Roman" panose="02020603050405020304" pitchFamily="18" charset="0"/>
              </a:rPr>
              <a:t> </a:t>
            </a:r>
            <a:r>
              <a:rPr sz="2400" spc="-10" dirty="0">
                <a:solidFill>
                  <a:srgbClr val="833C0B"/>
                </a:solidFill>
                <a:latin typeface="Times New Roman" panose="02020603050405020304" pitchFamily="18" charset="0"/>
                <a:cs typeface="Times New Roman" panose="02020603050405020304" pitchFamily="18" charset="0"/>
              </a:rPr>
              <a:t>Monitoring</a:t>
            </a:r>
            <a:endParaRPr sz="2400" dirty="0">
              <a:latin typeface="Times New Roman" panose="02020603050405020304" pitchFamily="18" charset="0"/>
              <a:cs typeface="Times New Roman" panose="02020603050405020304" pitchFamily="18" charset="0"/>
            </a:endParaRPr>
          </a:p>
          <a:p>
            <a:pPr marL="619125" indent="-606425">
              <a:lnSpc>
                <a:spcPct val="100000"/>
              </a:lnSpc>
              <a:spcBef>
                <a:spcPts val="2345"/>
              </a:spcBef>
              <a:buAutoNum type="arabicPeriod"/>
              <a:tabLst>
                <a:tab pos="619125" algn="l"/>
              </a:tabLst>
            </a:pPr>
            <a:r>
              <a:rPr sz="2400" spc="-10" dirty="0">
                <a:solidFill>
                  <a:srgbClr val="833C0B"/>
                </a:solidFill>
                <a:latin typeface="Times New Roman" panose="02020603050405020304" pitchFamily="18" charset="0"/>
                <a:cs typeface="Times New Roman" panose="02020603050405020304" pitchFamily="18" charset="0"/>
              </a:rPr>
              <a:t>Audiometric</a:t>
            </a:r>
            <a:r>
              <a:rPr sz="2400" spc="-65" dirty="0">
                <a:solidFill>
                  <a:srgbClr val="833C0B"/>
                </a:solidFill>
                <a:latin typeface="Times New Roman" panose="02020603050405020304" pitchFamily="18" charset="0"/>
                <a:cs typeface="Times New Roman" panose="02020603050405020304" pitchFamily="18" charset="0"/>
              </a:rPr>
              <a:t> </a:t>
            </a:r>
            <a:r>
              <a:rPr sz="2400" spc="-10" dirty="0">
                <a:solidFill>
                  <a:srgbClr val="833C0B"/>
                </a:solidFill>
                <a:latin typeface="Times New Roman" panose="02020603050405020304" pitchFamily="18" charset="0"/>
                <a:cs typeface="Times New Roman" panose="02020603050405020304" pitchFamily="18" charset="0"/>
              </a:rPr>
              <a:t>testing</a:t>
            </a:r>
            <a:endParaRPr sz="2400" dirty="0">
              <a:latin typeface="Times New Roman" panose="02020603050405020304" pitchFamily="18" charset="0"/>
              <a:cs typeface="Times New Roman" panose="02020603050405020304" pitchFamily="18" charset="0"/>
            </a:endParaRPr>
          </a:p>
          <a:p>
            <a:pPr marL="619125" indent="-606425">
              <a:lnSpc>
                <a:spcPct val="100000"/>
              </a:lnSpc>
              <a:spcBef>
                <a:spcPts val="2340"/>
              </a:spcBef>
              <a:buAutoNum type="arabicPeriod"/>
              <a:tabLst>
                <a:tab pos="619125" algn="l"/>
              </a:tabLst>
            </a:pPr>
            <a:r>
              <a:rPr sz="2400" dirty="0">
                <a:solidFill>
                  <a:srgbClr val="833C0B"/>
                </a:solidFill>
                <a:latin typeface="Times New Roman" panose="02020603050405020304" pitchFamily="18" charset="0"/>
                <a:cs typeface="Times New Roman" panose="02020603050405020304" pitchFamily="18" charset="0"/>
              </a:rPr>
              <a:t>Hearing</a:t>
            </a:r>
            <a:r>
              <a:rPr sz="2400" spc="-65" dirty="0">
                <a:solidFill>
                  <a:srgbClr val="833C0B"/>
                </a:solidFill>
                <a:latin typeface="Times New Roman" panose="02020603050405020304" pitchFamily="18" charset="0"/>
                <a:cs typeface="Times New Roman" panose="02020603050405020304" pitchFamily="18" charset="0"/>
              </a:rPr>
              <a:t> </a:t>
            </a:r>
            <a:r>
              <a:rPr sz="2400" dirty="0">
                <a:solidFill>
                  <a:srgbClr val="833C0B"/>
                </a:solidFill>
                <a:latin typeface="Times New Roman" panose="02020603050405020304" pitchFamily="18" charset="0"/>
                <a:cs typeface="Times New Roman" panose="02020603050405020304" pitchFamily="18" charset="0"/>
              </a:rPr>
              <a:t>protection</a:t>
            </a:r>
            <a:r>
              <a:rPr sz="2400" spc="-60" dirty="0">
                <a:solidFill>
                  <a:srgbClr val="833C0B"/>
                </a:solidFill>
                <a:latin typeface="Times New Roman" panose="02020603050405020304" pitchFamily="18" charset="0"/>
                <a:cs typeface="Times New Roman" panose="02020603050405020304" pitchFamily="18" charset="0"/>
              </a:rPr>
              <a:t> </a:t>
            </a:r>
            <a:r>
              <a:rPr sz="2400" dirty="0">
                <a:solidFill>
                  <a:srgbClr val="833C0B"/>
                </a:solidFill>
                <a:latin typeface="Times New Roman" panose="02020603050405020304" pitchFamily="18" charset="0"/>
                <a:cs typeface="Times New Roman" panose="02020603050405020304" pitchFamily="18" charset="0"/>
              </a:rPr>
              <a:t>selection</a:t>
            </a:r>
            <a:r>
              <a:rPr sz="2400" spc="-60" dirty="0">
                <a:solidFill>
                  <a:srgbClr val="833C0B"/>
                </a:solidFill>
                <a:latin typeface="Times New Roman" panose="02020603050405020304" pitchFamily="18" charset="0"/>
                <a:cs typeface="Times New Roman" panose="02020603050405020304" pitchFamily="18" charset="0"/>
              </a:rPr>
              <a:t> </a:t>
            </a:r>
            <a:r>
              <a:rPr sz="2400" dirty="0">
                <a:solidFill>
                  <a:srgbClr val="833C0B"/>
                </a:solidFill>
                <a:latin typeface="Times New Roman" panose="02020603050405020304" pitchFamily="18" charset="0"/>
                <a:cs typeface="Times New Roman" panose="02020603050405020304" pitchFamily="18" charset="0"/>
              </a:rPr>
              <a:t>and</a:t>
            </a:r>
            <a:r>
              <a:rPr sz="2400" spc="-60" dirty="0">
                <a:solidFill>
                  <a:srgbClr val="833C0B"/>
                </a:solidFill>
                <a:latin typeface="Times New Roman" panose="02020603050405020304" pitchFamily="18" charset="0"/>
                <a:cs typeface="Times New Roman" panose="02020603050405020304" pitchFamily="18" charset="0"/>
              </a:rPr>
              <a:t> </a:t>
            </a:r>
            <a:r>
              <a:rPr sz="2400" dirty="0">
                <a:solidFill>
                  <a:srgbClr val="833C0B"/>
                </a:solidFill>
                <a:latin typeface="Times New Roman" panose="02020603050405020304" pitchFamily="18" charset="0"/>
                <a:cs typeface="Times New Roman" panose="02020603050405020304" pitchFamily="18" charset="0"/>
              </a:rPr>
              <a:t>fit</a:t>
            </a:r>
            <a:r>
              <a:rPr sz="2400" spc="-60" dirty="0">
                <a:solidFill>
                  <a:srgbClr val="833C0B"/>
                </a:solidFill>
                <a:latin typeface="Times New Roman" panose="02020603050405020304" pitchFamily="18" charset="0"/>
                <a:cs typeface="Times New Roman" panose="02020603050405020304" pitchFamily="18" charset="0"/>
              </a:rPr>
              <a:t> </a:t>
            </a:r>
            <a:r>
              <a:rPr sz="2400" spc="-10" dirty="0">
                <a:solidFill>
                  <a:srgbClr val="833C0B"/>
                </a:solidFill>
                <a:latin typeface="Times New Roman" panose="02020603050405020304" pitchFamily="18" charset="0"/>
                <a:cs typeface="Times New Roman" panose="02020603050405020304" pitchFamily="18" charset="0"/>
              </a:rPr>
              <a:t>testing</a:t>
            </a:r>
            <a:endParaRPr sz="2400" dirty="0">
              <a:latin typeface="Times New Roman" panose="02020603050405020304" pitchFamily="18" charset="0"/>
              <a:cs typeface="Times New Roman" panose="02020603050405020304" pitchFamily="18" charset="0"/>
            </a:endParaRPr>
          </a:p>
          <a:p>
            <a:pPr marL="619125" indent="-606425">
              <a:lnSpc>
                <a:spcPct val="100000"/>
              </a:lnSpc>
              <a:spcBef>
                <a:spcPts val="2345"/>
              </a:spcBef>
              <a:buAutoNum type="arabicPeriod"/>
              <a:tabLst>
                <a:tab pos="619125" algn="l"/>
              </a:tabLst>
            </a:pPr>
            <a:r>
              <a:rPr sz="2400" dirty="0">
                <a:solidFill>
                  <a:srgbClr val="833C0B"/>
                </a:solidFill>
                <a:latin typeface="Times New Roman" panose="02020603050405020304" pitchFamily="18" charset="0"/>
                <a:cs typeface="Times New Roman" panose="02020603050405020304" pitchFamily="18" charset="0"/>
              </a:rPr>
              <a:t>Employee</a:t>
            </a:r>
            <a:r>
              <a:rPr sz="2400" spc="-80" dirty="0">
                <a:solidFill>
                  <a:srgbClr val="833C0B"/>
                </a:solidFill>
                <a:latin typeface="Times New Roman" panose="02020603050405020304" pitchFamily="18" charset="0"/>
                <a:cs typeface="Times New Roman" panose="02020603050405020304" pitchFamily="18" charset="0"/>
              </a:rPr>
              <a:t> </a:t>
            </a:r>
            <a:r>
              <a:rPr sz="2400" dirty="0">
                <a:solidFill>
                  <a:srgbClr val="833C0B"/>
                </a:solidFill>
                <a:latin typeface="Times New Roman" panose="02020603050405020304" pitchFamily="18" charset="0"/>
                <a:cs typeface="Times New Roman" panose="02020603050405020304" pitchFamily="18" charset="0"/>
              </a:rPr>
              <a:t>training</a:t>
            </a:r>
            <a:r>
              <a:rPr sz="2400" spc="-80" dirty="0">
                <a:solidFill>
                  <a:srgbClr val="833C0B"/>
                </a:solidFill>
                <a:latin typeface="Times New Roman" panose="02020603050405020304" pitchFamily="18" charset="0"/>
                <a:cs typeface="Times New Roman" panose="02020603050405020304" pitchFamily="18" charset="0"/>
              </a:rPr>
              <a:t> </a:t>
            </a:r>
            <a:r>
              <a:rPr sz="2400" dirty="0">
                <a:solidFill>
                  <a:srgbClr val="833C0B"/>
                </a:solidFill>
                <a:latin typeface="Times New Roman" panose="02020603050405020304" pitchFamily="18" charset="0"/>
                <a:cs typeface="Times New Roman" panose="02020603050405020304" pitchFamily="18" charset="0"/>
              </a:rPr>
              <a:t>and</a:t>
            </a:r>
            <a:r>
              <a:rPr sz="2400" spc="-80" dirty="0">
                <a:solidFill>
                  <a:srgbClr val="833C0B"/>
                </a:solidFill>
                <a:latin typeface="Times New Roman" panose="02020603050405020304" pitchFamily="18" charset="0"/>
                <a:cs typeface="Times New Roman" panose="02020603050405020304" pitchFamily="18" charset="0"/>
              </a:rPr>
              <a:t> </a:t>
            </a:r>
            <a:r>
              <a:rPr sz="2400" spc="-10" dirty="0">
                <a:solidFill>
                  <a:srgbClr val="833C0B"/>
                </a:solidFill>
                <a:latin typeface="Times New Roman" panose="02020603050405020304" pitchFamily="18" charset="0"/>
                <a:cs typeface="Times New Roman" panose="02020603050405020304" pitchFamily="18" charset="0"/>
              </a:rPr>
              <a:t>education</a:t>
            </a:r>
            <a:endParaRPr sz="2400" dirty="0">
              <a:latin typeface="Times New Roman" panose="02020603050405020304" pitchFamily="18" charset="0"/>
              <a:cs typeface="Times New Roman" panose="02020603050405020304" pitchFamily="18" charset="0"/>
            </a:endParaRPr>
          </a:p>
          <a:p>
            <a:pPr marL="619125" indent="-606425">
              <a:lnSpc>
                <a:spcPct val="100000"/>
              </a:lnSpc>
              <a:spcBef>
                <a:spcPts val="2345"/>
              </a:spcBef>
              <a:buAutoNum type="arabicPeriod"/>
              <a:tabLst>
                <a:tab pos="619125" algn="l"/>
              </a:tabLst>
            </a:pPr>
            <a:r>
              <a:rPr sz="2400" spc="-10" dirty="0">
                <a:solidFill>
                  <a:srgbClr val="833C0B"/>
                </a:solidFill>
                <a:latin typeface="Times New Roman" panose="02020603050405020304" pitchFamily="18" charset="0"/>
                <a:cs typeface="Times New Roman" panose="02020603050405020304" pitchFamily="18" charset="0"/>
              </a:rPr>
              <a:t>Record</a:t>
            </a:r>
            <a:r>
              <a:rPr sz="2400" spc="-105" dirty="0">
                <a:solidFill>
                  <a:srgbClr val="833C0B"/>
                </a:solidFill>
                <a:latin typeface="Times New Roman" panose="02020603050405020304" pitchFamily="18" charset="0"/>
                <a:cs typeface="Times New Roman" panose="02020603050405020304" pitchFamily="18" charset="0"/>
              </a:rPr>
              <a:t> </a:t>
            </a:r>
            <a:r>
              <a:rPr sz="2400" spc="-10" dirty="0">
                <a:solidFill>
                  <a:srgbClr val="833C0B"/>
                </a:solidFill>
                <a:latin typeface="Times New Roman" panose="02020603050405020304" pitchFamily="18" charset="0"/>
                <a:cs typeface="Times New Roman" panose="02020603050405020304" pitchFamily="18" charset="0"/>
              </a:rPr>
              <a:t>keeping</a:t>
            </a:r>
            <a:endParaRPr sz="2400" dirty="0">
              <a:latin typeface="Times New Roman" panose="02020603050405020304" pitchFamily="18" charset="0"/>
              <a:cs typeface="Times New Roman" panose="02020603050405020304" pitchFamily="18" charset="0"/>
            </a:endParaRPr>
          </a:p>
          <a:p>
            <a:pPr marL="619125" indent="-606425">
              <a:lnSpc>
                <a:spcPct val="100000"/>
              </a:lnSpc>
              <a:spcBef>
                <a:spcPts val="2345"/>
              </a:spcBef>
              <a:buAutoNum type="arabicPeriod"/>
              <a:tabLst>
                <a:tab pos="619125" algn="l"/>
              </a:tabLst>
            </a:pPr>
            <a:r>
              <a:rPr sz="2400" dirty="0">
                <a:solidFill>
                  <a:srgbClr val="833C0B"/>
                </a:solidFill>
                <a:latin typeface="Times New Roman" panose="02020603050405020304" pitchFamily="18" charset="0"/>
                <a:cs typeface="Times New Roman" panose="02020603050405020304" pitchFamily="18" charset="0"/>
              </a:rPr>
              <a:t>Program</a:t>
            </a:r>
            <a:r>
              <a:rPr sz="2400" spc="-160" dirty="0">
                <a:solidFill>
                  <a:srgbClr val="833C0B"/>
                </a:solidFill>
                <a:latin typeface="Times New Roman" panose="02020603050405020304" pitchFamily="18" charset="0"/>
                <a:cs typeface="Times New Roman" panose="02020603050405020304" pitchFamily="18" charset="0"/>
              </a:rPr>
              <a:t> </a:t>
            </a:r>
            <a:r>
              <a:rPr sz="2400" spc="-10" dirty="0">
                <a:solidFill>
                  <a:srgbClr val="833C0B"/>
                </a:solidFill>
                <a:latin typeface="Times New Roman" panose="02020603050405020304" pitchFamily="18" charset="0"/>
                <a:cs typeface="Times New Roman" panose="02020603050405020304" pitchFamily="18" charset="0"/>
              </a:rPr>
              <a:t>Evaluation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25400"/>
            <a:ext cx="9622790" cy="959134"/>
          </a:xfrm>
          <a:prstGeom prst="rect">
            <a:avLst/>
          </a:prstGeom>
        </p:spPr>
        <p:txBody>
          <a:bodyPr vert="horz" wrap="square" lIns="0" tIns="218338" rIns="0" bIns="0" rtlCol="0">
            <a:spAutoFit/>
          </a:bodyPr>
          <a:lstStyle/>
          <a:p>
            <a:pPr marL="12700">
              <a:lnSpc>
                <a:spcPct val="100000"/>
              </a:lnSpc>
              <a:spcBef>
                <a:spcPts val="100"/>
              </a:spcBef>
            </a:pPr>
            <a:r>
              <a:rPr dirty="0">
                <a:latin typeface="Times New Roman" panose="02020603050405020304" pitchFamily="18" charset="0"/>
                <a:cs typeface="Times New Roman" panose="02020603050405020304" pitchFamily="18" charset="0"/>
              </a:rPr>
              <a:t>Key</a:t>
            </a:r>
            <a:r>
              <a:rPr spc="-1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elements</a:t>
            </a:r>
            <a:r>
              <a:rPr spc="-1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16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HCP</a:t>
            </a:r>
          </a:p>
        </p:txBody>
      </p:sp>
      <p:sp>
        <p:nvSpPr>
          <p:cNvPr id="3" name="object 3"/>
          <p:cNvSpPr txBox="1"/>
          <p:nvPr/>
        </p:nvSpPr>
        <p:spPr>
          <a:xfrm>
            <a:off x="457200" y="1295400"/>
            <a:ext cx="6934200" cy="4610236"/>
          </a:xfrm>
          <a:prstGeom prst="rect">
            <a:avLst/>
          </a:prstGeom>
        </p:spPr>
        <p:txBody>
          <a:bodyPr vert="horz" wrap="square" lIns="0" tIns="11430" rIns="0" bIns="0" rtlCol="0">
            <a:spAutoFit/>
          </a:bodyPr>
          <a:lstStyle/>
          <a:p>
            <a:pPr marL="668020" indent="-599440">
              <a:lnSpc>
                <a:spcPct val="100000"/>
              </a:lnSpc>
              <a:spcBef>
                <a:spcPts val="90"/>
              </a:spcBef>
              <a:buAutoNum type="arabicPeriod"/>
              <a:tabLst>
                <a:tab pos="668020" algn="l"/>
              </a:tabLst>
            </a:pPr>
            <a:r>
              <a:rPr sz="2400" u="heavy" dirty="0">
                <a:solidFill>
                  <a:srgbClr val="833C0B"/>
                </a:solidFill>
                <a:uFill>
                  <a:solidFill>
                    <a:srgbClr val="833C0B"/>
                  </a:solidFill>
                </a:uFill>
                <a:latin typeface="Times New Roman" panose="02020603050405020304" pitchFamily="18" charset="0"/>
                <a:cs typeface="Times New Roman" panose="02020603050405020304" pitchFamily="18" charset="0"/>
              </a:rPr>
              <a:t>Noise</a:t>
            </a:r>
            <a:r>
              <a:rPr sz="2400" u="heavy" spc="-75"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4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Monitoring</a:t>
            </a:r>
            <a:endParaRPr sz="2400" dirty="0">
              <a:latin typeface="Times New Roman" panose="02020603050405020304" pitchFamily="18" charset="0"/>
              <a:cs typeface="Times New Roman" panose="02020603050405020304" pitchFamily="18" charset="0"/>
            </a:endParaRPr>
          </a:p>
          <a:p>
            <a:pPr marL="382270" marR="5080" indent="-261620" algn="just">
              <a:lnSpc>
                <a:spcPts val="2800"/>
              </a:lnSpc>
              <a:spcBef>
                <a:spcPts val="2340"/>
              </a:spcBef>
            </a:pPr>
            <a:r>
              <a:rPr sz="2400" spc="-20" dirty="0">
                <a:latin typeface="Times New Roman" panose="02020603050405020304" pitchFamily="18" charset="0"/>
                <a:cs typeface="Times New Roman" panose="02020603050405020304" pitchFamily="18" charset="0"/>
              </a:rPr>
              <a:t>o</a:t>
            </a:r>
            <a:r>
              <a:rPr sz="2400" spc="-106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measure</a:t>
            </a:r>
            <a:r>
              <a:rPr sz="2400" spc="7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7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intensity</a:t>
            </a:r>
            <a:r>
              <a:rPr sz="2400" spc="76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or</a:t>
            </a:r>
            <a:r>
              <a:rPr sz="2400" spc="7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loudness,</a:t>
            </a:r>
            <a:r>
              <a:rPr sz="2400" spc="7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and</a:t>
            </a:r>
            <a:r>
              <a:rPr sz="2400" spc="7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76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duration</a:t>
            </a:r>
            <a:r>
              <a:rPr sz="2400" spc="76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of</a:t>
            </a:r>
            <a:r>
              <a:rPr sz="2400" spc="7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sound</a:t>
            </a:r>
            <a:r>
              <a:rPr sz="2400" spc="76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in</a:t>
            </a:r>
            <a:r>
              <a:rPr sz="2400" spc="7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the</a:t>
            </a:r>
            <a:r>
              <a:rPr sz="2400" spc="-1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workplace.</a:t>
            </a:r>
            <a:endParaRPr sz="2400" dirty="0">
              <a:latin typeface="Times New Roman" panose="02020603050405020304" pitchFamily="18" charset="0"/>
              <a:cs typeface="Times New Roman" panose="02020603050405020304" pitchFamily="18" charset="0"/>
            </a:endParaRPr>
          </a:p>
          <a:p>
            <a:pPr marL="456565" lvl="1" indent="-335915" algn="just">
              <a:lnSpc>
                <a:spcPct val="100000"/>
              </a:lnSpc>
              <a:spcBef>
                <a:spcPts val="635"/>
              </a:spcBef>
              <a:buFont typeface="Courier New"/>
              <a:buChar char="o"/>
              <a:tabLst>
                <a:tab pos="456565" algn="l"/>
              </a:tabLst>
            </a:pPr>
            <a:r>
              <a:rPr sz="2400" dirty="0">
                <a:latin typeface="Times New Roman" panose="02020603050405020304" pitchFamily="18" charset="0"/>
                <a:cs typeface="Times New Roman" panose="02020603050405020304" pitchFamily="18" charset="0"/>
              </a:rPr>
              <a:t>It</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might</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either:</a:t>
            </a:r>
            <a:endParaRPr sz="2400" dirty="0">
              <a:latin typeface="Times New Roman" panose="02020603050405020304" pitchFamily="18" charset="0"/>
              <a:cs typeface="Times New Roman" panose="02020603050405020304" pitchFamily="18" charset="0"/>
            </a:endParaRPr>
          </a:p>
          <a:p>
            <a:pPr marL="382270" marR="56515" indent="-370205" algn="just">
              <a:lnSpc>
                <a:spcPts val="2800"/>
              </a:lnSpc>
              <a:spcBef>
                <a:spcPts val="1040"/>
              </a:spcBef>
            </a:pPr>
            <a:r>
              <a:rPr sz="2400" spc="225" dirty="0">
                <a:solidFill>
                  <a:srgbClr val="525252"/>
                </a:solidFill>
                <a:latin typeface="Times New Roman" panose="02020603050405020304" pitchFamily="18" charset="0"/>
                <a:cs typeface="Times New Roman" panose="02020603050405020304" pitchFamily="18" charset="0"/>
              </a:rPr>
              <a:t>✔</a:t>
            </a:r>
            <a:r>
              <a:rPr sz="2400" spc="-185" dirty="0">
                <a:solidFill>
                  <a:srgbClr val="525252"/>
                </a:solidFill>
                <a:latin typeface="Times New Roman" panose="02020603050405020304" pitchFamily="18" charset="0"/>
                <a:cs typeface="Times New Roman" panose="02020603050405020304" pitchFamily="18" charset="0"/>
              </a:rPr>
              <a:t> </a:t>
            </a:r>
            <a:r>
              <a:rPr sz="2400" i="1" dirty="0">
                <a:solidFill>
                  <a:srgbClr val="525252"/>
                </a:solidFill>
                <a:latin typeface="Times New Roman" panose="02020603050405020304" pitchFamily="18" charset="0"/>
                <a:cs typeface="Times New Roman" panose="02020603050405020304" pitchFamily="18" charset="0"/>
              </a:rPr>
              <a:t>Area</a:t>
            </a:r>
            <a:r>
              <a:rPr sz="2400" i="1" spc="409" dirty="0">
                <a:solidFill>
                  <a:srgbClr val="525252"/>
                </a:solidFill>
                <a:latin typeface="Times New Roman" panose="02020603050405020304" pitchFamily="18" charset="0"/>
                <a:cs typeface="Times New Roman" panose="02020603050405020304" pitchFamily="18" charset="0"/>
              </a:rPr>
              <a:t> </a:t>
            </a:r>
            <a:r>
              <a:rPr sz="2400" i="1" dirty="0">
                <a:solidFill>
                  <a:srgbClr val="525252"/>
                </a:solidFill>
                <a:latin typeface="Times New Roman" panose="02020603050405020304" pitchFamily="18" charset="0"/>
                <a:cs typeface="Times New Roman" panose="02020603050405020304" pitchFamily="18" charset="0"/>
              </a:rPr>
              <a:t>monitoring:</a:t>
            </a:r>
            <a:r>
              <a:rPr sz="2400" i="1" spc="520" dirty="0">
                <a:solidFill>
                  <a:srgbClr val="525252"/>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measure</a:t>
            </a:r>
            <a:r>
              <a:rPr sz="2400" spc="4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average</a:t>
            </a:r>
            <a:r>
              <a:rPr sz="2400" spc="4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levels</a:t>
            </a:r>
            <a:r>
              <a:rPr sz="2400" spc="4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4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4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workplace</a:t>
            </a:r>
            <a:r>
              <a:rPr sz="2400" spc="4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using</a:t>
            </a:r>
            <a:r>
              <a:rPr sz="2400" spc="490" dirty="0">
                <a:latin typeface="Times New Roman" panose="02020603050405020304" pitchFamily="18" charset="0"/>
                <a:cs typeface="Times New Roman" panose="02020603050405020304" pitchFamily="18" charset="0"/>
              </a:rPr>
              <a:t> </a:t>
            </a:r>
            <a:r>
              <a:rPr sz="2400" spc="-50" dirty="0">
                <a:latin typeface="Times New Roman" panose="02020603050405020304" pitchFamily="18" charset="0"/>
                <a:cs typeface="Times New Roman" panose="02020603050405020304" pitchFamily="18" charset="0"/>
              </a:rPr>
              <a:t>a </a:t>
            </a:r>
            <a:r>
              <a:rPr sz="2400" dirty="0">
                <a:latin typeface="Times New Roman" panose="02020603050405020304" pitchFamily="18" charset="0"/>
                <a:cs typeface="Times New Roman" panose="02020603050405020304" pitchFamily="18" charset="0"/>
              </a:rPr>
              <a:t>sound</a:t>
            </a:r>
            <a:r>
              <a:rPr sz="2400" spc="-1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level</a:t>
            </a:r>
            <a:r>
              <a:rPr sz="2400" spc="-1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meter.</a:t>
            </a:r>
            <a:r>
              <a:rPr sz="2400" spc="28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OR</a:t>
            </a:r>
            <a:endParaRPr sz="2400" dirty="0">
              <a:latin typeface="Times New Roman" panose="02020603050405020304" pitchFamily="18" charset="0"/>
              <a:cs typeface="Times New Roman" panose="02020603050405020304" pitchFamily="18" charset="0"/>
            </a:endParaRPr>
          </a:p>
          <a:p>
            <a:pPr marL="382270" marR="23495" indent="-370205" algn="just">
              <a:lnSpc>
                <a:spcPts val="2800"/>
              </a:lnSpc>
              <a:spcBef>
                <a:spcPts val="990"/>
              </a:spcBef>
            </a:pPr>
            <a:r>
              <a:rPr sz="2400" spc="225" dirty="0">
                <a:solidFill>
                  <a:srgbClr val="525252"/>
                </a:solidFill>
                <a:latin typeface="Times New Roman" panose="02020603050405020304" pitchFamily="18" charset="0"/>
                <a:cs typeface="Times New Roman" panose="02020603050405020304" pitchFamily="18" charset="0"/>
              </a:rPr>
              <a:t>✔</a:t>
            </a:r>
            <a:r>
              <a:rPr sz="2400" spc="-185" dirty="0">
                <a:solidFill>
                  <a:srgbClr val="525252"/>
                </a:solidFill>
                <a:latin typeface="Times New Roman" panose="02020603050405020304" pitchFamily="18" charset="0"/>
                <a:cs typeface="Times New Roman" panose="02020603050405020304" pitchFamily="18" charset="0"/>
              </a:rPr>
              <a:t> </a:t>
            </a:r>
            <a:r>
              <a:rPr sz="2400" i="1" dirty="0">
                <a:solidFill>
                  <a:srgbClr val="525252"/>
                </a:solidFill>
                <a:latin typeface="Times New Roman" panose="02020603050405020304" pitchFamily="18" charset="0"/>
                <a:cs typeface="Times New Roman" panose="02020603050405020304" pitchFamily="18" charset="0"/>
              </a:rPr>
              <a:t>Personal</a:t>
            </a:r>
            <a:r>
              <a:rPr sz="2400" i="1" spc="-100" dirty="0">
                <a:solidFill>
                  <a:srgbClr val="525252"/>
                </a:solidFill>
                <a:latin typeface="Times New Roman" panose="02020603050405020304" pitchFamily="18" charset="0"/>
                <a:cs typeface="Times New Roman" panose="02020603050405020304" pitchFamily="18" charset="0"/>
              </a:rPr>
              <a:t> </a:t>
            </a:r>
            <a:r>
              <a:rPr sz="2400" i="1" dirty="0">
                <a:solidFill>
                  <a:srgbClr val="525252"/>
                </a:solidFill>
                <a:latin typeface="Times New Roman" panose="02020603050405020304" pitchFamily="18" charset="0"/>
                <a:cs typeface="Times New Roman" panose="02020603050405020304" pitchFamily="18" charset="0"/>
              </a:rPr>
              <a:t>noise</a:t>
            </a:r>
            <a:r>
              <a:rPr sz="2400" i="1" spc="15" dirty="0">
                <a:solidFill>
                  <a:srgbClr val="525252"/>
                </a:solidFill>
                <a:latin typeface="Times New Roman" panose="02020603050405020304" pitchFamily="18" charset="0"/>
                <a:cs typeface="Times New Roman" panose="02020603050405020304" pitchFamily="18" charset="0"/>
              </a:rPr>
              <a:t> </a:t>
            </a:r>
            <a:r>
              <a:rPr sz="2400" i="1" dirty="0">
                <a:solidFill>
                  <a:srgbClr val="525252"/>
                </a:solidFill>
                <a:latin typeface="Times New Roman" panose="02020603050405020304" pitchFamily="18" charset="0"/>
                <a:cs typeface="Times New Roman" panose="02020603050405020304" pitchFamily="18" charset="0"/>
              </a:rPr>
              <a:t>(dosimetry):</a:t>
            </a:r>
            <a:r>
              <a:rPr sz="2400" i="1" spc="45" dirty="0">
                <a:solidFill>
                  <a:srgbClr val="525252"/>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worker</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wears</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microphone</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clipped</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a:t>
            </a:r>
            <a:r>
              <a:rPr sz="2400" spc="1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shoulder,</a:t>
            </a:r>
            <a:r>
              <a:rPr sz="2400" spc="3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near</a:t>
            </a:r>
            <a:r>
              <a:rPr sz="2400" spc="3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3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ear,</a:t>
            </a:r>
            <a:r>
              <a:rPr sz="2400" spc="3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3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it</a:t>
            </a:r>
            <a:r>
              <a:rPr sz="2400" spc="3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measure</a:t>
            </a:r>
            <a:r>
              <a:rPr sz="2400" spc="3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what</a:t>
            </a:r>
            <a:r>
              <a:rPr sz="2400" spc="3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they're</a:t>
            </a:r>
            <a:r>
              <a:rPr sz="2400" spc="3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exposed</a:t>
            </a:r>
            <a:r>
              <a:rPr sz="2400" spc="3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all</a:t>
            </a:r>
            <a:r>
              <a:rPr sz="2400" spc="35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day </a:t>
            </a:r>
            <a:r>
              <a:rPr sz="2400" dirty="0">
                <a:latin typeface="Times New Roman" panose="02020603050405020304" pitchFamily="18" charset="0"/>
                <a:cs typeface="Times New Roman" panose="02020603050405020304" pitchFamily="18" charset="0"/>
              </a:rPr>
              <a:t>which</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gives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more</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accurate</a:t>
            </a:r>
            <a:r>
              <a:rPr sz="2400" spc="-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measurement</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7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unprotected</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noise</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exposure.</a:t>
            </a:r>
            <a:endParaRPr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2400" y="436024"/>
            <a:ext cx="4240530" cy="283755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3065" y="3962400"/>
            <a:ext cx="3860651" cy="22098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62001" y="457200"/>
            <a:ext cx="7696200" cy="2423740"/>
          </a:xfrm>
          <a:prstGeom prst="rect">
            <a:avLst/>
          </a:prstGeom>
        </p:spPr>
        <p:txBody>
          <a:bodyPr vert="horz" wrap="square" lIns="0" tIns="12700" rIns="0" bIns="0" rtlCol="0">
            <a:spAutoFit/>
          </a:bodyPr>
          <a:lstStyle/>
          <a:p>
            <a:pPr marL="645160" indent="-632460">
              <a:lnSpc>
                <a:spcPct val="100000"/>
              </a:lnSpc>
              <a:spcBef>
                <a:spcPts val="100"/>
              </a:spcBef>
              <a:buFont typeface="Arial MT"/>
              <a:buAutoNum type="arabicPeriod" startAt="2"/>
              <a:tabLst>
                <a:tab pos="645160" algn="l"/>
              </a:tabLst>
            </a:pPr>
            <a:r>
              <a:rPr sz="20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Audiometric</a:t>
            </a:r>
            <a:r>
              <a:rPr sz="2000" u="heavy" spc="-85"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testing</a:t>
            </a:r>
            <a:endParaRPr sz="2000" dirty="0">
              <a:latin typeface="Times New Roman" panose="02020603050405020304" pitchFamily="18" charset="0"/>
              <a:cs typeface="Times New Roman" panose="02020603050405020304" pitchFamily="18" charset="0"/>
            </a:endParaRPr>
          </a:p>
          <a:p>
            <a:pPr marL="358140" marR="5080" lvl="1" indent="-262890">
              <a:lnSpc>
                <a:spcPct val="150000"/>
              </a:lnSpc>
              <a:spcBef>
                <a:spcPts val="1000"/>
              </a:spcBef>
              <a:buFont typeface="Courier New"/>
              <a:buChar char="o"/>
              <a:tabLst>
                <a:tab pos="359410" algn="l"/>
              </a:tabLst>
            </a:pPr>
            <a:r>
              <a:rPr sz="2000" dirty="0">
                <a:latin typeface="Times New Roman" panose="02020603050405020304" pitchFamily="18" charset="0"/>
                <a:cs typeface="Times New Roman" panose="02020603050405020304" pitchFamily="18" charset="0"/>
              </a:rPr>
              <a:t>It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annual</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hearing</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test</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employees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enrolled</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7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a:t>
            </a:r>
            <a:r>
              <a:rPr lang="en-US" sz="2000" spc="-2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HCP.</a:t>
            </a:r>
            <a:endParaRPr sz="2000" dirty="0">
              <a:latin typeface="Times New Roman" panose="02020603050405020304" pitchFamily="18" charset="0"/>
              <a:cs typeface="Times New Roman" panose="02020603050405020304" pitchFamily="18" charset="0"/>
            </a:endParaRPr>
          </a:p>
          <a:p>
            <a:pPr marL="358140" marR="15240" lvl="1" indent="-262890">
              <a:lnSpc>
                <a:spcPct val="150000"/>
              </a:lnSpc>
              <a:spcBef>
                <a:spcPts val="1000"/>
              </a:spcBef>
              <a:buFont typeface="Courier New"/>
              <a:buChar char="o"/>
              <a:tabLst>
                <a:tab pos="359410" algn="l"/>
              </a:tabLst>
            </a:pPr>
            <a:r>
              <a:rPr sz="2000" dirty="0">
                <a:latin typeface="Times New Roman" panose="02020603050405020304" pitchFamily="18" charset="0"/>
                <a:cs typeface="Times New Roman" panose="02020603050405020304" pitchFamily="18" charset="0"/>
              </a:rPr>
              <a:t>It</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has</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done</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appropriate</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test</a:t>
            </a:r>
            <a:r>
              <a:rPr sz="2000" spc="2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environment,</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like</a:t>
            </a:r>
            <a:r>
              <a:rPr sz="2000" spc="2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t>
            </a:r>
            <a:r>
              <a:rPr sz="2000" spc="2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audio</a:t>
            </a:r>
            <a:r>
              <a:rPr lang="en-US"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booth</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very</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quiet</a:t>
            </a:r>
            <a:r>
              <a:rPr sz="2000" spc="-3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room.</a:t>
            </a:r>
            <a:endParaRPr sz="2000" dirty="0">
              <a:latin typeface="Times New Roman" panose="02020603050405020304" pitchFamily="18" charset="0"/>
              <a:cs typeface="Times New Roman" panose="02020603050405020304" pitchFamily="18" charset="0"/>
            </a:endParaRPr>
          </a:p>
        </p:txBody>
      </p:sp>
      <p:sp>
        <p:nvSpPr>
          <p:cNvPr id="4" name="object 3"/>
          <p:cNvSpPr txBox="1"/>
          <p:nvPr/>
        </p:nvSpPr>
        <p:spPr>
          <a:xfrm>
            <a:off x="762001" y="2971800"/>
            <a:ext cx="7467600" cy="2885405"/>
          </a:xfrm>
          <a:prstGeom prst="rect">
            <a:avLst/>
          </a:prstGeom>
        </p:spPr>
        <p:txBody>
          <a:bodyPr vert="horz" wrap="square" lIns="0" tIns="12700" rIns="0" bIns="0" rtlCol="0">
            <a:spAutoFit/>
          </a:bodyPr>
          <a:lstStyle/>
          <a:p>
            <a:pPr marL="641350" indent="-593090" algn="just">
              <a:lnSpc>
                <a:spcPct val="100000"/>
              </a:lnSpc>
              <a:spcBef>
                <a:spcPts val="100"/>
              </a:spcBef>
              <a:buAutoNum type="arabicPeriod" startAt="3"/>
              <a:tabLst>
                <a:tab pos="641350" algn="l"/>
              </a:tabLst>
            </a:pPr>
            <a:r>
              <a:rPr sz="2000" u="heavy" dirty="0">
                <a:solidFill>
                  <a:srgbClr val="833C0B"/>
                </a:solidFill>
                <a:uFill>
                  <a:solidFill>
                    <a:srgbClr val="833C0B"/>
                  </a:solidFill>
                </a:uFill>
                <a:latin typeface="Times New Roman" panose="02020603050405020304" pitchFamily="18" charset="0"/>
                <a:cs typeface="Times New Roman" panose="02020603050405020304" pitchFamily="18" charset="0"/>
              </a:rPr>
              <a:t>Hearing</a:t>
            </a:r>
            <a:r>
              <a:rPr sz="2000" u="heavy" spc="-45"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protection</a:t>
            </a:r>
            <a:r>
              <a:rPr sz="2000" u="heavy" spc="-40"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dirty="0">
                <a:solidFill>
                  <a:srgbClr val="833C0B"/>
                </a:solidFill>
                <a:uFill>
                  <a:solidFill>
                    <a:srgbClr val="833C0B"/>
                  </a:solidFill>
                </a:uFill>
                <a:latin typeface="Times New Roman" panose="02020603050405020304" pitchFamily="18" charset="0"/>
                <a:cs typeface="Times New Roman" panose="02020603050405020304" pitchFamily="18" charset="0"/>
              </a:rPr>
              <a:t>selection</a:t>
            </a:r>
            <a:r>
              <a:rPr sz="2000" u="heavy" spc="-40"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dirty="0">
                <a:solidFill>
                  <a:srgbClr val="833C0B"/>
                </a:solidFill>
                <a:uFill>
                  <a:solidFill>
                    <a:srgbClr val="833C0B"/>
                  </a:solidFill>
                </a:uFill>
                <a:latin typeface="Times New Roman" panose="02020603050405020304" pitchFamily="18" charset="0"/>
                <a:cs typeface="Times New Roman" panose="02020603050405020304" pitchFamily="18" charset="0"/>
              </a:rPr>
              <a:t>and</a:t>
            </a:r>
            <a:r>
              <a:rPr sz="2000" u="heavy" spc="-40"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dirty="0">
                <a:solidFill>
                  <a:srgbClr val="833C0B"/>
                </a:solidFill>
                <a:uFill>
                  <a:solidFill>
                    <a:srgbClr val="833C0B"/>
                  </a:solidFill>
                </a:uFill>
                <a:latin typeface="Times New Roman" panose="02020603050405020304" pitchFamily="18" charset="0"/>
                <a:cs typeface="Times New Roman" panose="02020603050405020304" pitchFamily="18" charset="0"/>
              </a:rPr>
              <a:t>fit</a:t>
            </a:r>
            <a:r>
              <a:rPr sz="2000" u="heavy" spc="-40"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testing</a:t>
            </a:r>
            <a:endParaRPr sz="2000" dirty="0">
              <a:latin typeface="Times New Roman" panose="02020603050405020304" pitchFamily="18" charset="0"/>
              <a:cs typeface="Times New Roman" panose="02020603050405020304" pitchFamily="18" charset="0"/>
            </a:endParaRPr>
          </a:p>
          <a:p>
            <a:pPr marL="275590" marR="5080" lvl="1" indent="-262890" algn="just">
              <a:lnSpc>
                <a:spcPct val="150000"/>
              </a:lnSpc>
              <a:spcBef>
                <a:spcPts val="1000"/>
              </a:spcBef>
              <a:buFont typeface="Courier New"/>
              <a:buChar char="o"/>
              <a:tabLst>
                <a:tab pos="276860" algn="l"/>
              </a:tabLst>
            </a:pPr>
            <a:r>
              <a:rPr sz="2000" dirty="0">
                <a:latin typeface="Times New Roman" panose="02020603050405020304" pitchFamily="18" charset="0"/>
                <a:cs typeface="Times New Roman" panose="02020603050405020304" pitchFamily="18" charset="0"/>
              </a:rPr>
              <a:t>The</a:t>
            </a:r>
            <a:r>
              <a:rPr sz="2000" spc="5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employer</a:t>
            </a:r>
            <a:r>
              <a:rPr sz="2000" spc="5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must</a:t>
            </a:r>
            <a:r>
              <a:rPr sz="2000" spc="5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provide</a:t>
            </a:r>
            <a:r>
              <a:rPr sz="2000" spc="5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various</a:t>
            </a:r>
            <a:r>
              <a:rPr sz="2000" spc="5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hearing</a:t>
            </a:r>
            <a:r>
              <a:rPr sz="2000" spc="5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protection</a:t>
            </a:r>
            <a:r>
              <a:rPr sz="2000" spc="5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types</a:t>
            </a:r>
            <a:r>
              <a:rPr sz="2000" spc="55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with 	</a:t>
            </a:r>
            <a:r>
              <a:rPr sz="2000" dirty="0">
                <a:latin typeface="Times New Roman" panose="02020603050405020304" pitchFamily="18" charset="0"/>
                <a:cs typeface="Times New Roman" panose="02020603050405020304" pitchFamily="18" charset="0"/>
              </a:rPr>
              <a:t>suitable</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attenuation</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characteristics.</a:t>
            </a:r>
            <a:endParaRPr sz="2000" dirty="0">
              <a:latin typeface="Times New Roman" panose="02020603050405020304" pitchFamily="18" charset="0"/>
              <a:cs typeface="Times New Roman" panose="02020603050405020304" pitchFamily="18" charset="0"/>
            </a:endParaRPr>
          </a:p>
          <a:p>
            <a:pPr marL="275590" marR="16510" lvl="1" indent="-262890" algn="just">
              <a:lnSpc>
                <a:spcPct val="150000"/>
              </a:lnSpc>
              <a:spcBef>
                <a:spcPts val="1000"/>
              </a:spcBef>
              <a:buFont typeface="Courier New"/>
              <a:buChar char="o"/>
              <a:tabLst>
                <a:tab pos="276860" algn="l"/>
              </a:tabLst>
            </a:pPr>
            <a:r>
              <a:rPr sz="2000" dirty="0">
                <a:latin typeface="Times New Roman" panose="02020603050405020304" pitchFamily="18" charset="0"/>
                <a:cs typeface="Times New Roman" panose="02020603050405020304" pitchFamily="18" charset="0"/>
              </a:rPr>
              <a:t>Earplug</a:t>
            </a:r>
            <a:r>
              <a:rPr sz="2000" spc="70" dirty="0">
                <a:latin typeface="Times New Roman" panose="02020603050405020304" pitchFamily="18" charset="0"/>
                <a:cs typeface="Times New Roman" panose="02020603050405020304" pitchFamily="18" charset="0"/>
              </a:rPr>
              <a:t>  </a:t>
            </a:r>
            <a:r>
              <a:rPr sz="2000" spc="-35" dirty="0">
                <a:latin typeface="Times New Roman" panose="02020603050405020304" pitchFamily="18" charset="0"/>
                <a:cs typeface="Times New Roman" panose="02020603050405020304" pitchFamily="18" charset="0"/>
              </a:rPr>
              <a:t>fit-</a:t>
            </a:r>
            <a:r>
              <a:rPr sz="2000" dirty="0">
                <a:latin typeface="Times New Roman" panose="02020603050405020304" pitchFamily="18" charset="0"/>
                <a:cs typeface="Times New Roman" panose="02020603050405020304" pitchFamily="18" charset="0"/>
              </a:rPr>
              <a:t>testing</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determines</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if</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employees</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receiving</a:t>
            </a:r>
            <a:r>
              <a:rPr sz="2000" spc="7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optimal 	</a:t>
            </a:r>
            <a:r>
              <a:rPr sz="2000" dirty="0">
                <a:latin typeface="Times New Roman" panose="02020603050405020304" pitchFamily="18" charset="0"/>
                <a:cs typeface="Times New Roman" panose="02020603050405020304" pitchFamily="18" charset="0"/>
              </a:rPr>
              <a:t>protection</a:t>
            </a:r>
            <a:r>
              <a:rPr sz="2000" spc="1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1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their</a:t>
            </a:r>
            <a:r>
              <a:rPr sz="2000" spc="1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noise</a:t>
            </a:r>
            <a:r>
              <a:rPr sz="2000" spc="1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environment,</a:t>
            </a:r>
            <a:r>
              <a:rPr sz="2000" spc="1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1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they</a:t>
            </a:r>
            <a:r>
              <a:rPr sz="2000" spc="1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require</a:t>
            </a:r>
            <a:r>
              <a:rPr sz="2000" spc="1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additional 	</a:t>
            </a:r>
            <a:r>
              <a:rPr sz="2000" dirty="0">
                <a:latin typeface="Times New Roman" panose="02020603050405020304" pitchFamily="18" charset="0"/>
                <a:cs typeface="Times New Roman" panose="02020603050405020304" pitchFamily="18" charset="0"/>
              </a:rPr>
              <a:t>training,</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need</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different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model</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hearing</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protector.</a:t>
            </a:r>
            <a:endParaRPr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200" y="807057"/>
            <a:ext cx="2657475" cy="172402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600" y="3505200"/>
            <a:ext cx="3397968" cy="20574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609600" y="533400"/>
            <a:ext cx="6172200" cy="2295500"/>
          </a:xfrm>
          <a:prstGeom prst="rect">
            <a:avLst/>
          </a:prstGeom>
        </p:spPr>
        <p:txBody>
          <a:bodyPr vert="horz" wrap="square" lIns="0" tIns="12700" rIns="0" bIns="0" rtlCol="0">
            <a:spAutoFit/>
          </a:bodyPr>
          <a:lstStyle/>
          <a:p>
            <a:pPr marL="48260" algn="just">
              <a:lnSpc>
                <a:spcPct val="100000"/>
              </a:lnSpc>
              <a:spcBef>
                <a:spcPts val="100"/>
              </a:spcBef>
            </a:pPr>
            <a:r>
              <a:rPr sz="2000" dirty="0">
                <a:solidFill>
                  <a:srgbClr val="833C0B"/>
                </a:solidFill>
                <a:latin typeface="Times New Roman" panose="02020603050405020304" pitchFamily="18" charset="0"/>
                <a:cs typeface="Times New Roman" panose="02020603050405020304" pitchFamily="18" charset="0"/>
              </a:rPr>
              <a:t>4.</a:t>
            </a:r>
            <a:r>
              <a:rPr sz="2000" spc="-60" dirty="0">
                <a:solidFill>
                  <a:srgbClr val="833C0B"/>
                </a:solidFill>
                <a:latin typeface="Times New Roman" panose="02020603050405020304" pitchFamily="18" charset="0"/>
                <a:cs typeface="Times New Roman" panose="02020603050405020304" pitchFamily="18" charset="0"/>
              </a:rPr>
              <a:t> </a:t>
            </a:r>
            <a:r>
              <a:rPr sz="2000" u="heavy" dirty="0">
                <a:solidFill>
                  <a:srgbClr val="833C0B"/>
                </a:solidFill>
                <a:uFill>
                  <a:solidFill>
                    <a:srgbClr val="833C0B"/>
                  </a:solidFill>
                </a:uFill>
                <a:latin typeface="Times New Roman" panose="02020603050405020304" pitchFamily="18" charset="0"/>
                <a:cs typeface="Times New Roman" panose="02020603050405020304" pitchFamily="18" charset="0"/>
              </a:rPr>
              <a:t>Employee</a:t>
            </a:r>
            <a:r>
              <a:rPr sz="2000" u="heavy" spc="-60"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dirty="0">
                <a:solidFill>
                  <a:srgbClr val="833C0B"/>
                </a:solidFill>
                <a:uFill>
                  <a:solidFill>
                    <a:srgbClr val="833C0B"/>
                  </a:solidFill>
                </a:uFill>
                <a:latin typeface="Times New Roman" panose="02020603050405020304" pitchFamily="18" charset="0"/>
                <a:cs typeface="Times New Roman" panose="02020603050405020304" pitchFamily="18" charset="0"/>
              </a:rPr>
              <a:t>training</a:t>
            </a:r>
            <a:r>
              <a:rPr sz="2000" u="heavy" spc="-60"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dirty="0">
                <a:solidFill>
                  <a:srgbClr val="833C0B"/>
                </a:solidFill>
                <a:uFill>
                  <a:solidFill>
                    <a:srgbClr val="833C0B"/>
                  </a:solidFill>
                </a:uFill>
                <a:latin typeface="Times New Roman" panose="02020603050405020304" pitchFamily="18" charset="0"/>
                <a:cs typeface="Times New Roman" panose="02020603050405020304" pitchFamily="18" charset="0"/>
              </a:rPr>
              <a:t>and</a:t>
            </a:r>
            <a:r>
              <a:rPr sz="2000" u="heavy" spc="-60"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0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education</a:t>
            </a:r>
            <a:endParaRPr sz="2000" dirty="0">
              <a:latin typeface="Times New Roman" panose="02020603050405020304" pitchFamily="18" charset="0"/>
              <a:cs typeface="Times New Roman" panose="02020603050405020304" pitchFamily="18" charset="0"/>
            </a:endParaRPr>
          </a:p>
          <a:p>
            <a:pPr marL="276860" marR="5080" indent="-264160" algn="just">
              <a:lnSpc>
                <a:spcPct val="150000"/>
              </a:lnSpc>
              <a:spcBef>
                <a:spcPts val="1000"/>
              </a:spcBef>
            </a:pPr>
            <a:r>
              <a:rPr sz="2000" dirty="0">
                <a:latin typeface="Times New Roman" panose="02020603050405020304" pitchFamily="18" charset="0"/>
                <a:cs typeface="Times New Roman" panose="02020603050405020304" pitchFamily="18" charset="0"/>
              </a:rPr>
              <a:t>o</a:t>
            </a:r>
            <a:r>
              <a:rPr sz="2000" spc="-12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a:t>
            </a:r>
            <a:r>
              <a:rPr sz="2000" spc="-60" dirty="0">
                <a:latin typeface="Times New Roman" panose="02020603050405020304" pitchFamily="18" charset="0"/>
                <a:cs typeface="Times New Roman" panose="02020603050405020304" pitchFamily="18" charset="0"/>
              </a:rPr>
              <a:t>r</a:t>
            </a:r>
            <a:r>
              <a:rPr sz="2000" spc="-5" dirty="0">
                <a:latin typeface="Times New Roman" panose="02020603050405020304" pitchFamily="18" charset="0"/>
                <a:cs typeface="Times New Roman" panose="02020603050405020304" pitchFamily="18" charset="0"/>
              </a:rPr>
              <a:t>ainin</a:t>
            </a:r>
            <a:r>
              <a:rPr sz="2000" dirty="0">
                <a:latin typeface="Times New Roman" panose="02020603050405020304" pitchFamily="18" charset="0"/>
                <a:cs typeface="Times New Roman" panose="02020603050405020304" pitchFamily="18" charset="0"/>
              </a:rPr>
              <a:t>g</a:t>
            </a:r>
            <a:r>
              <a:rPr sz="2000" spc="60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should</a:t>
            </a:r>
            <a:r>
              <a:rPr sz="2000" spc="60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includ</a:t>
            </a:r>
            <a:r>
              <a:rPr sz="2000" dirty="0">
                <a:latin typeface="Times New Roman" panose="02020603050405020304" pitchFamily="18" charset="0"/>
                <a:cs typeface="Times New Roman" panose="02020603050405020304" pitchFamily="18" charset="0"/>
              </a:rPr>
              <a:t>e</a:t>
            </a:r>
            <a:r>
              <a:rPr sz="2000" spc="60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a:t>
            </a:r>
            <a:r>
              <a:rPr sz="2000" spc="-20" dirty="0">
                <a:latin typeface="Times New Roman" panose="02020603050405020304" pitchFamily="18" charset="0"/>
                <a:cs typeface="Times New Roman" panose="02020603050405020304" pitchFamily="18" charset="0"/>
              </a:rPr>
              <a:t>n</a:t>
            </a:r>
            <a:r>
              <a:rPr sz="2000" spc="-60" dirty="0">
                <a:latin typeface="Times New Roman" panose="02020603050405020304" pitchFamily="18" charset="0"/>
                <a:cs typeface="Times New Roman" panose="02020603050405020304" pitchFamily="18" charset="0"/>
              </a:rPr>
              <a:t>f</a:t>
            </a:r>
            <a:r>
              <a:rPr sz="2000" dirty="0">
                <a:latin typeface="Times New Roman" panose="02020603050405020304" pitchFamily="18" charset="0"/>
                <a:cs typeface="Times New Roman" panose="02020603050405020304" pitchFamily="18" charset="0"/>
              </a:rPr>
              <a:t>orm</a:t>
            </a:r>
            <a:r>
              <a:rPr sz="2000" spc="-3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tio</a:t>
            </a:r>
            <a:r>
              <a:rPr sz="2000" dirty="0">
                <a:latin typeface="Times New Roman" panose="02020603050405020304" pitchFamily="18" charset="0"/>
                <a:cs typeface="Times New Roman" panose="02020603050405020304" pitchFamily="18" charset="0"/>
              </a:rPr>
              <a:t>n</a:t>
            </a:r>
            <a:r>
              <a:rPr sz="2000" spc="60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on</a:t>
            </a:r>
            <a:r>
              <a:rPr sz="2000" spc="60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a:t>
            </a:r>
            <a:r>
              <a:rPr sz="2000" dirty="0">
                <a:latin typeface="Times New Roman" panose="02020603050405020304" pitchFamily="18" charset="0"/>
                <a:cs typeface="Times New Roman" panose="02020603050405020304" pitchFamily="18" charset="0"/>
              </a:rPr>
              <a:t>e</a:t>
            </a:r>
            <a:r>
              <a:rPr sz="2000" spc="605" dirty="0">
                <a:latin typeface="Times New Roman" panose="02020603050405020304" pitchFamily="18" charset="0"/>
                <a:cs typeface="Times New Roman" panose="02020603050405020304" pitchFamily="18" charset="0"/>
              </a:rPr>
              <a:t> </a:t>
            </a:r>
            <a:r>
              <a:rPr sz="2000" spc="-30" dirty="0">
                <a:latin typeface="Times New Roman" panose="02020603050405020304" pitchFamily="18" charset="0"/>
                <a:cs typeface="Times New Roman" panose="02020603050405020304" pitchFamily="18" charset="0"/>
              </a:rPr>
              <a:t>effects</a:t>
            </a:r>
            <a:r>
              <a:rPr sz="2000" spc="60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a:t>
            </a:r>
            <a:r>
              <a:rPr sz="2000" dirty="0">
                <a:latin typeface="Times New Roman" panose="02020603050405020304" pitchFamily="18" charset="0"/>
                <a:cs typeface="Times New Roman" panose="02020603050405020304" pitchFamily="18" charset="0"/>
              </a:rPr>
              <a:t>f</a:t>
            </a:r>
            <a:r>
              <a:rPr sz="2000" spc="60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noise</a:t>
            </a:r>
            <a:r>
              <a:rPr sz="2000" dirty="0">
                <a:latin typeface="Times New Roman" panose="02020603050405020304" pitchFamily="18" charset="0"/>
                <a:cs typeface="Times New Roman" panose="02020603050405020304" pitchFamily="18" charset="0"/>
              </a:rPr>
              <a:t>,</a:t>
            </a:r>
            <a:r>
              <a:rPr sz="2000" spc="60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about</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hearin</a:t>
            </a:r>
            <a:r>
              <a:rPr sz="2000" dirty="0">
                <a:latin typeface="Times New Roman" panose="02020603050405020304" pitchFamily="18" charset="0"/>
                <a:cs typeface="Times New Roman" panose="02020603050405020304" pitchFamily="18" charset="0"/>
              </a:rPr>
              <a:t>g</a:t>
            </a:r>
            <a:r>
              <a:rPr sz="2000" spc="14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protectors,</a:t>
            </a:r>
            <a:r>
              <a:rPr sz="2000" spc="14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a:t>
            </a:r>
            <a:r>
              <a:rPr sz="2000" dirty="0">
                <a:latin typeface="Times New Roman" panose="02020603050405020304" pitchFamily="18" charset="0"/>
                <a:cs typeface="Times New Roman" panose="02020603050405020304" pitchFamily="18" charset="0"/>
              </a:rPr>
              <a:t>n</a:t>
            </a:r>
            <a:r>
              <a:rPr sz="2000" spc="145"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e</a:t>
            </a:r>
            <a:r>
              <a:rPr sz="2000" dirty="0">
                <a:latin typeface="Times New Roman" panose="02020603050405020304" pitchFamily="18" charset="0"/>
                <a:cs typeface="Times New Roman" panose="02020603050405020304" pitchFamily="18" charset="0"/>
              </a:rPr>
              <a:t>xplan</a:t>
            </a:r>
            <a:r>
              <a:rPr sz="2000" spc="-3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tio</a:t>
            </a:r>
            <a:r>
              <a:rPr sz="2000" dirty="0">
                <a:latin typeface="Times New Roman" panose="02020603050405020304" pitchFamily="18" charset="0"/>
                <a:cs typeface="Times New Roman" panose="02020603050405020304" pitchFamily="18" charset="0"/>
              </a:rPr>
              <a:t>n</a:t>
            </a:r>
            <a:r>
              <a:rPr sz="2000" spc="14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a:t>
            </a:r>
            <a:r>
              <a:rPr sz="2000" dirty="0">
                <a:latin typeface="Times New Roman" panose="02020603050405020304" pitchFamily="18" charset="0"/>
                <a:cs typeface="Times New Roman" panose="02020603050405020304" pitchFamily="18" charset="0"/>
              </a:rPr>
              <a:t>f</a:t>
            </a:r>
            <a:r>
              <a:rPr sz="2000" spc="1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14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hearin</a:t>
            </a:r>
            <a:r>
              <a:rPr sz="2000" dirty="0">
                <a:latin typeface="Times New Roman" panose="02020603050405020304" pitchFamily="18" charset="0"/>
                <a:cs typeface="Times New Roman" panose="02020603050405020304" pitchFamily="18" charset="0"/>
              </a:rPr>
              <a:t>g</a:t>
            </a:r>
            <a:r>
              <a:rPr sz="2000" spc="14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test,</a:t>
            </a:r>
            <a:r>
              <a:rPr sz="2000" spc="14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and</a:t>
            </a:r>
            <a:r>
              <a:rPr sz="2000" spc="14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a:t>
            </a:r>
            <a:r>
              <a:rPr sz="2000" spc="-20" dirty="0">
                <a:latin typeface="Times New Roman" panose="02020603050405020304" pitchFamily="18" charset="0"/>
                <a:cs typeface="Times New Roman" panose="02020603050405020304" pitchFamily="18" charset="0"/>
              </a:rPr>
              <a:t>n</a:t>
            </a:r>
            <a:r>
              <a:rPr sz="2000" spc="-60" dirty="0">
                <a:latin typeface="Times New Roman" panose="02020603050405020304" pitchFamily="18" charset="0"/>
                <a:cs typeface="Times New Roman" panose="02020603050405020304" pitchFamily="18" charset="0"/>
              </a:rPr>
              <a:t>f</a:t>
            </a:r>
            <a:r>
              <a:rPr sz="2000" dirty="0">
                <a:latin typeface="Times New Roman" panose="02020603050405020304" pitchFamily="18" charset="0"/>
                <a:cs typeface="Times New Roman" panose="02020603050405020304" pitchFamily="18" charset="0"/>
              </a:rPr>
              <a:t>orm</a:t>
            </a:r>
            <a:r>
              <a:rPr sz="2000" spc="-3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tion </a:t>
            </a:r>
            <a:r>
              <a:rPr sz="2000" spc="-20" dirty="0">
                <a:latin typeface="Times New Roman" panose="02020603050405020304" pitchFamily="18" charset="0"/>
                <a:cs typeface="Times New Roman" panose="02020603050405020304" pitchFamily="18" charset="0"/>
              </a:rPr>
              <a:t>on</a:t>
            </a:r>
            <a:r>
              <a:rPr sz="2000" spc="69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a:t>
            </a:r>
            <a:r>
              <a:rPr sz="2000" dirty="0">
                <a:latin typeface="Times New Roman" panose="02020603050405020304" pitchFamily="18" charset="0"/>
                <a:cs typeface="Times New Roman" panose="02020603050405020304" pitchFamily="18" charset="0"/>
              </a:rPr>
              <a:t>e</a:t>
            </a:r>
            <a:r>
              <a:rPr sz="2000" spc="69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HCP</a:t>
            </a:r>
            <a:r>
              <a:rPr sz="2000" spc="69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itsel</a:t>
            </a:r>
            <a:r>
              <a:rPr sz="2000" dirty="0">
                <a:latin typeface="Times New Roman" panose="02020603050405020304" pitchFamily="18" charset="0"/>
                <a:cs typeface="Times New Roman" panose="02020603050405020304" pitchFamily="18" charset="0"/>
              </a:rPr>
              <a:t>f</a:t>
            </a:r>
            <a:r>
              <a:rPr sz="2000" spc="69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and</a:t>
            </a:r>
            <a:r>
              <a:rPr sz="2000" spc="6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a:t>
            </a:r>
            <a:r>
              <a:rPr sz="2000" spc="-30" dirty="0">
                <a:latin typeface="Times New Roman" panose="02020603050405020304" pitchFamily="18" charset="0"/>
                <a:cs typeface="Times New Roman" panose="02020603050405020304" pitchFamily="18" charset="0"/>
              </a:rPr>
              <a:t>a</a:t>
            </a:r>
            <a:r>
              <a:rPr sz="2000" dirty="0">
                <a:latin typeface="Times New Roman" panose="02020603050405020304" pitchFamily="18" charset="0"/>
                <a:cs typeface="Times New Roman" panose="02020603050405020304" pitchFamily="18" charset="0"/>
              </a:rPr>
              <a:t>t</a:t>
            </a:r>
            <a:r>
              <a:rPr sz="2000" spc="69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a:t>
            </a:r>
            <a:r>
              <a:rPr sz="2000" dirty="0">
                <a:latin typeface="Times New Roman" panose="02020603050405020304" pitchFamily="18" charset="0"/>
                <a:cs typeface="Times New Roman" panose="02020603050405020304" pitchFamily="18" charset="0"/>
              </a:rPr>
              <a:t>s</a:t>
            </a:r>
            <a:r>
              <a:rPr sz="2000" spc="69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expected</a:t>
            </a:r>
            <a:r>
              <a:rPr sz="2000" spc="69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a:t>
            </a:r>
            <a:r>
              <a:rPr sz="2000" dirty="0">
                <a:latin typeface="Times New Roman" panose="02020603050405020304" pitchFamily="18" charset="0"/>
                <a:cs typeface="Times New Roman" panose="02020603050405020304" pitchFamily="18" charset="0"/>
              </a:rPr>
              <a:t>f</a:t>
            </a:r>
            <a:r>
              <a:rPr sz="2000" spc="69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a:t>
            </a:r>
            <a:r>
              <a:rPr sz="2000" dirty="0">
                <a:latin typeface="Times New Roman" panose="02020603050405020304" pitchFamily="18" charset="0"/>
                <a:cs typeface="Times New Roman" panose="02020603050405020304" pitchFamily="18" charset="0"/>
              </a:rPr>
              <a:t>e</a:t>
            </a:r>
            <a:r>
              <a:rPr sz="2000" spc="69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empl</a:t>
            </a:r>
            <a:r>
              <a:rPr sz="2000" spc="-15" dirty="0">
                <a:latin typeface="Times New Roman" panose="02020603050405020304" pitchFamily="18" charset="0"/>
                <a:cs typeface="Times New Roman" panose="02020603050405020304" pitchFamily="18" charset="0"/>
              </a:rPr>
              <a:t>o</a:t>
            </a:r>
            <a:r>
              <a:rPr sz="2000" spc="-40" dirty="0">
                <a:latin typeface="Times New Roman" panose="02020603050405020304" pitchFamily="18" charset="0"/>
                <a:cs typeface="Times New Roman" panose="02020603050405020304" pitchFamily="18" charset="0"/>
              </a:rPr>
              <a:t>y</a:t>
            </a:r>
            <a:r>
              <a:rPr sz="2000" spc="-5" dirty="0">
                <a:latin typeface="Times New Roman" panose="02020603050405020304" pitchFamily="18" charset="0"/>
                <a:cs typeface="Times New Roman" panose="02020603050405020304" pitchFamily="18" charset="0"/>
              </a:rPr>
              <a:t>e</a:t>
            </a:r>
            <a:r>
              <a:rPr sz="2000" dirty="0">
                <a:latin typeface="Times New Roman" panose="02020603050405020304" pitchFamily="18" charset="0"/>
                <a:cs typeface="Times New Roman" panose="02020603050405020304" pitchFamily="18" charset="0"/>
              </a:rPr>
              <a:t>e</a:t>
            </a:r>
            <a:r>
              <a:rPr sz="2000" spc="690" dirty="0">
                <a:latin typeface="Times New Roman" panose="02020603050405020304" pitchFamily="18" charset="0"/>
                <a:cs typeface="Times New Roman" panose="02020603050405020304" pitchFamily="18" charset="0"/>
              </a:rPr>
              <a:t> </a:t>
            </a:r>
            <a:r>
              <a:rPr sz="2000" spc="-60" dirty="0">
                <a:latin typeface="Times New Roman" panose="02020603050405020304" pitchFamily="18" charset="0"/>
                <a:cs typeface="Times New Roman" panose="02020603050405020304" pitchFamily="18" charset="0"/>
              </a:rPr>
              <a:t>f</a:t>
            </a:r>
            <a:r>
              <a:rPr sz="2000" spc="-5" dirty="0">
                <a:latin typeface="Times New Roman" panose="02020603050405020304" pitchFamily="18" charset="0"/>
                <a:cs typeface="Times New Roman" panose="02020603050405020304" pitchFamily="18" charset="0"/>
              </a:rPr>
              <a:t>o</a:t>
            </a:r>
            <a:r>
              <a:rPr sz="2000" dirty="0">
                <a:latin typeface="Times New Roman" panose="02020603050405020304" pitchFamily="18" charset="0"/>
                <a:cs typeface="Times New Roman" panose="02020603050405020304" pitchFamily="18" charset="0"/>
              </a:rPr>
              <a:t>r</a:t>
            </a:r>
            <a:r>
              <a:rPr sz="2000" spc="69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 </a:t>
            </a:r>
            <a:r>
              <a:rPr sz="2000" spc="-30" dirty="0">
                <a:latin typeface="Times New Roman" panose="02020603050405020304" pitchFamily="18" charset="0"/>
                <a:cs typeface="Times New Roman" panose="02020603050405020304" pitchFamily="18" charset="0"/>
              </a:rPr>
              <a:t>program.</a:t>
            </a:r>
            <a:endParaRPr sz="2000" dirty="0">
              <a:latin typeface="Times New Roman" panose="02020603050405020304" pitchFamily="18" charset="0"/>
              <a:cs typeface="Times New Roman" panose="02020603050405020304" pitchFamily="18" charset="0"/>
            </a:endParaRPr>
          </a:p>
        </p:txBody>
      </p:sp>
      <p:sp>
        <p:nvSpPr>
          <p:cNvPr id="5" name="object 3"/>
          <p:cNvSpPr txBox="1">
            <a:spLocks noGrp="1"/>
          </p:cNvSpPr>
          <p:nvPr>
            <p:ph type="body" idx="1"/>
          </p:nvPr>
        </p:nvSpPr>
        <p:spPr>
          <a:xfrm>
            <a:off x="555171" y="2858227"/>
            <a:ext cx="6781800" cy="4067780"/>
          </a:xfrm>
          <a:prstGeom prst="rect">
            <a:avLst/>
          </a:prstGeom>
        </p:spPr>
        <p:txBody>
          <a:bodyPr vert="horz" wrap="square" lIns="0" tIns="122428" rIns="0" bIns="0" rtlCol="0">
            <a:spAutoFit/>
          </a:bodyPr>
          <a:lstStyle/>
          <a:p>
            <a:pPr marL="529590" indent="-398780">
              <a:lnSpc>
                <a:spcPct val="100000"/>
              </a:lnSpc>
              <a:spcBef>
                <a:spcPts val="90"/>
              </a:spcBef>
              <a:buAutoNum type="arabicPeriod" startAt="5"/>
              <a:tabLst>
                <a:tab pos="529590" algn="l"/>
              </a:tabLst>
            </a:pPr>
            <a:r>
              <a:rPr sz="2000" spc="-20" dirty="0">
                <a:latin typeface="Times New Roman" panose="02020603050405020304" pitchFamily="18" charset="0"/>
                <a:cs typeface="Times New Roman" panose="02020603050405020304" pitchFamily="18" charset="0"/>
              </a:rPr>
              <a:t>Record</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Keeping</a:t>
            </a:r>
          </a:p>
          <a:p>
            <a:pPr marL="98425">
              <a:lnSpc>
                <a:spcPct val="100000"/>
              </a:lnSpc>
              <a:spcBef>
                <a:spcPts val="2540"/>
              </a:spcBef>
            </a:pPr>
            <a:r>
              <a:rPr lang="en-US" sz="2000" u="none" spc="-20" dirty="0">
                <a:solidFill>
                  <a:srgbClr val="000000"/>
                </a:solidFill>
                <a:latin typeface="Times New Roman" panose="02020603050405020304" pitchFamily="18" charset="0"/>
                <a:cs typeface="Times New Roman" panose="02020603050405020304" pitchFamily="18" charset="0"/>
              </a:rPr>
              <a:t>E</a:t>
            </a:r>
            <a:r>
              <a:rPr sz="2000" u="none" spc="-20" dirty="0">
                <a:solidFill>
                  <a:srgbClr val="000000"/>
                </a:solidFill>
                <a:latin typeface="Times New Roman" panose="02020603050405020304" pitchFamily="18" charset="0"/>
                <a:cs typeface="Times New Roman" panose="02020603050405020304" pitchFamily="18" charset="0"/>
              </a:rPr>
              <a:t>mployers</a:t>
            </a:r>
            <a:r>
              <a:rPr sz="2000" u="none" spc="-13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should</a:t>
            </a:r>
            <a:r>
              <a:rPr sz="2000" u="none" spc="-70"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document</a:t>
            </a:r>
            <a:r>
              <a:rPr sz="2000" u="none" spc="-70"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the</a:t>
            </a:r>
            <a:r>
              <a:rPr sz="2000" u="none" spc="-70" dirty="0">
                <a:solidFill>
                  <a:srgbClr val="000000"/>
                </a:solidFill>
                <a:latin typeface="Times New Roman" panose="02020603050405020304" pitchFamily="18" charset="0"/>
                <a:cs typeface="Times New Roman" panose="02020603050405020304" pitchFamily="18" charset="0"/>
              </a:rPr>
              <a:t> </a:t>
            </a:r>
            <a:r>
              <a:rPr sz="2000" u="none" spc="-25" dirty="0">
                <a:solidFill>
                  <a:srgbClr val="000000"/>
                </a:solidFill>
                <a:latin typeface="Times New Roman" panose="02020603050405020304" pitchFamily="18" charset="0"/>
                <a:cs typeface="Times New Roman" panose="02020603050405020304" pitchFamily="18" charset="0"/>
              </a:rPr>
              <a:t>workers</a:t>
            </a:r>
            <a:r>
              <a:rPr sz="2000" u="none" spc="-75" dirty="0">
                <a:solidFill>
                  <a:srgbClr val="000000"/>
                </a:solidFill>
                <a:latin typeface="Times New Roman" panose="02020603050405020304" pitchFamily="18" charset="0"/>
                <a:cs typeface="Times New Roman" panose="02020603050405020304" pitchFamily="18" charset="0"/>
              </a:rPr>
              <a:t> </a:t>
            </a:r>
            <a:r>
              <a:rPr sz="2000" u="none" dirty="0">
                <a:solidFill>
                  <a:srgbClr val="000000"/>
                </a:solidFill>
                <a:latin typeface="Times New Roman" panose="02020603050405020304" pitchFamily="18" charset="0"/>
                <a:cs typeface="Times New Roman" panose="02020603050405020304" pitchFamily="18" charset="0"/>
              </a:rPr>
              <a:t>hearing</a:t>
            </a:r>
            <a:r>
              <a:rPr sz="2000" u="none" spc="-70" dirty="0">
                <a:solidFill>
                  <a:srgbClr val="000000"/>
                </a:solidFill>
                <a:latin typeface="Times New Roman" panose="02020603050405020304" pitchFamily="18" charset="0"/>
                <a:cs typeface="Times New Roman" panose="02020603050405020304" pitchFamily="18" charset="0"/>
              </a:rPr>
              <a:t> </a:t>
            </a:r>
            <a:r>
              <a:rPr sz="2000" u="none" spc="-10" dirty="0">
                <a:solidFill>
                  <a:srgbClr val="000000"/>
                </a:solidFill>
                <a:latin typeface="Times New Roman" panose="02020603050405020304" pitchFamily="18" charset="0"/>
                <a:cs typeface="Times New Roman" panose="02020603050405020304" pitchFamily="18" charset="0"/>
              </a:rPr>
              <a:t>history.</a:t>
            </a:r>
          </a:p>
          <a:p>
            <a:pPr marL="359410" marR="10160" lvl="1" indent="-261620">
              <a:lnSpc>
                <a:spcPct val="149400"/>
              </a:lnSpc>
              <a:spcBef>
                <a:spcPts val="1000"/>
              </a:spcBef>
              <a:buFont typeface="Courier New"/>
              <a:buChar char="o"/>
              <a:tabLst>
                <a:tab pos="359410" algn="l"/>
              </a:tabLst>
            </a:pPr>
            <a:r>
              <a:rPr sz="2000" dirty="0">
                <a:latin typeface="Times New Roman" panose="02020603050405020304" pitchFamily="18" charset="0"/>
                <a:cs typeface="Times New Roman" panose="02020603050405020304" pitchFamily="18" charset="0"/>
              </a:rPr>
              <a:t>When</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they</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first</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start</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job,</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they</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baseline</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hearing</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test,</a:t>
            </a:r>
            <a:r>
              <a:rPr sz="2000" spc="-8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then </a:t>
            </a:r>
            <a:r>
              <a:rPr sz="2000" dirty="0">
                <a:latin typeface="Times New Roman" panose="02020603050405020304" pitchFamily="18" charset="0"/>
                <a:cs typeface="Times New Roman" panose="02020603050405020304" pitchFamily="18" charset="0"/>
              </a:rPr>
              <a:t>an</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annual</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audiogram</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after</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look</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any</a:t>
            </a:r>
            <a:r>
              <a:rPr sz="2000" spc="-8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changes.</a:t>
            </a:r>
            <a:endParaRPr sz="2000" dirty="0">
              <a:latin typeface="Times New Roman" panose="02020603050405020304" pitchFamily="18" charset="0"/>
              <a:cs typeface="Times New Roman" panose="02020603050405020304" pitchFamily="18" charset="0"/>
            </a:endParaRPr>
          </a:p>
          <a:p>
            <a:pPr marL="359410" marR="5080" lvl="1" indent="-261620">
              <a:lnSpc>
                <a:spcPct val="149400"/>
              </a:lnSpc>
              <a:spcBef>
                <a:spcPts val="1000"/>
              </a:spcBef>
              <a:buFont typeface="Courier New"/>
              <a:buChar char="o"/>
              <a:tabLst>
                <a:tab pos="359410" algn="l"/>
              </a:tabLst>
            </a:pPr>
            <a:r>
              <a:rPr sz="2000" dirty="0">
                <a:latin typeface="Times New Roman" panose="02020603050405020304" pitchFamily="18" charset="0"/>
                <a:cs typeface="Times New Roman" panose="02020603050405020304" pitchFamily="18" charset="0"/>
              </a:rPr>
              <a:t>All</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these,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along</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any</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evidence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training</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education</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4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kept </a:t>
            </a:r>
            <a:r>
              <a:rPr sz="2000" dirty="0">
                <a:latin typeface="Times New Roman" panose="02020603050405020304" pitchFamily="18" charset="0"/>
                <a:cs typeface="Times New Roman" panose="02020603050405020304" pitchFamily="18" charset="0"/>
              </a:rPr>
              <a:t>as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6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record,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well</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any</a:t>
            </a:r>
            <a:r>
              <a:rPr sz="2000" spc="-60" dirty="0">
                <a:latin typeface="Times New Roman" panose="02020603050405020304" pitchFamily="18" charset="0"/>
                <a:cs typeface="Times New Roman" panose="02020603050405020304" pitchFamily="18" charset="0"/>
              </a:rPr>
              <a:t> </a:t>
            </a:r>
            <a:r>
              <a:rPr sz="2000" spc="-40" dirty="0">
                <a:latin typeface="Times New Roman" panose="02020603050405020304" pitchFamily="18" charset="0"/>
                <a:cs typeface="Times New Roman" panose="02020603050405020304" pitchFamily="18" charset="0"/>
              </a:rPr>
              <a:t>fit-</a:t>
            </a:r>
            <a:r>
              <a:rPr sz="2000" dirty="0">
                <a:latin typeface="Times New Roman" panose="02020603050405020304" pitchFamily="18" charset="0"/>
                <a:cs typeface="Times New Roman" panose="02020603050405020304" pitchFamily="18" charset="0"/>
              </a:rPr>
              <a:t>testing</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results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other</a:t>
            </a:r>
            <a:r>
              <a:rPr sz="2000" spc="-6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relevant</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documents</a:t>
            </a:r>
            <a:endParaRPr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8999" y="533400"/>
            <a:ext cx="4626429" cy="25908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0" y="3738656"/>
            <a:ext cx="4613844" cy="2306922"/>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75660" y="1836801"/>
            <a:ext cx="10340340" cy="1552028"/>
          </a:xfrm>
          <a:prstGeom prst="rect">
            <a:avLst/>
          </a:prstGeom>
        </p:spPr>
        <p:txBody>
          <a:bodyPr vert="horz" wrap="square" lIns="0" tIns="12700" rIns="0" bIns="0" rtlCol="0">
            <a:spAutoFit/>
          </a:bodyPr>
          <a:lstStyle/>
          <a:p>
            <a:pPr marL="48260">
              <a:lnSpc>
                <a:spcPct val="100000"/>
              </a:lnSpc>
              <a:spcBef>
                <a:spcPts val="100"/>
              </a:spcBef>
              <a:tabLst>
                <a:tab pos="478790" algn="l"/>
              </a:tabLst>
            </a:pPr>
            <a:r>
              <a:rPr sz="2400" spc="-25" dirty="0">
                <a:solidFill>
                  <a:srgbClr val="833C0B"/>
                </a:solidFill>
                <a:latin typeface="Times New Roman" panose="02020603050405020304" pitchFamily="18" charset="0"/>
                <a:cs typeface="Times New Roman" panose="02020603050405020304" pitchFamily="18" charset="0"/>
              </a:rPr>
              <a:t>6.</a:t>
            </a:r>
            <a:r>
              <a:rPr sz="2400" dirty="0">
                <a:solidFill>
                  <a:srgbClr val="833C0B"/>
                </a:solidFill>
                <a:latin typeface="Times New Roman" panose="02020603050405020304" pitchFamily="18" charset="0"/>
                <a:cs typeface="Times New Roman" panose="02020603050405020304" pitchFamily="18" charset="0"/>
              </a:rPr>
              <a:t>	</a:t>
            </a:r>
            <a:r>
              <a:rPr sz="24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Program</a:t>
            </a:r>
            <a:r>
              <a:rPr sz="2400" u="heavy" spc="-114" dirty="0">
                <a:solidFill>
                  <a:srgbClr val="833C0B"/>
                </a:solidFill>
                <a:uFill>
                  <a:solidFill>
                    <a:srgbClr val="833C0B"/>
                  </a:solidFill>
                </a:uFill>
                <a:latin typeface="Times New Roman" panose="02020603050405020304" pitchFamily="18" charset="0"/>
                <a:cs typeface="Times New Roman" panose="02020603050405020304" pitchFamily="18" charset="0"/>
              </a:rPr>
              <a:t> </a:t>
            </a:r>
            <a:r>
              <a:rPr sz="2400" u="heavy" spc="-10" dirty="0">
                <a:solidFill>
                  <a:srgbClr val="833C0B"/>
                </a:solidFill>
                <a:uFill>
                  <a:solidFill>
                    <a:srgbClr val="833C0B"/>
                  </a:solidFill>
                </a:uFill>
                <a:latin typeface="Times New Roman" panose="02020603050405020304" pitchFamily="18" charset="0"/>
                <a:cs typeface="Times New Roman" panose="02020603050405020304" pitchFamily="18" charset="0"/>
              </a:rPr>
              <a:t>evaluation</a:t>
            </a:r>
            <a:endParaRPr sz="2400" dirty="0">
              <a:latin typeface="Times New Roman" panose="02020603050405020304" pitchFamily="18" charset="0"/>
              <a:cs typeface="Times New Roman" panose="02020603050405020304" pitchFamily="18" charset="0"/>
            </a:endParaRPr>
          </a:p>
          <a:p>
            <a:pPr marL="276860" marR="5080" indent="-264160">
              <a:lnSpc>
                <a:spcPct val="150000"/>
              </a:lnSpc>
              <a:spcBef>
                <a:spcPts val="1000"/>
              </a:spcBef>
              <a:tabLst>
                <a:tab pos="1898650" algn="l"/>
                <a:tab pos="3263265" algn="l"/>
                <a:tab pos="3881754" algn="l"/>
                <a:tab pos="5885180" algn="l"/>
                <a:tab pos="6317615" algn="l"/>
                <a:tab pos="6936105" algn="l"/>
                <a:tab pos="8390255" algn="l"/>
                <a:tab pos="8872855" algn="l"/>
                <a:tab pos="9914255" algn="l"/>
              </a:tabLst>
            </a:pPr>
            <a:r>
              <a:rPr lang="en-US" sz="2400" dirty="0">
                <a:latin typeface="Times New Roman" panose="02020603050405020304" pitchFamily="18" charset="0"/>
                <a:cs typeface="Times New Roman" panose="02020603050405020304" pitchFamily="18" charset="0"/>
              </a:rPr>
              <a:t>O </a:t>
            </a:r>
            <a:r>
              <a:rPr sz="2400" spc="-128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constantly</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evaluate</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performance</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of</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program,</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by</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asking</a:t>
            </a:r>
            <a:r>
              <a:rPr sz="2400" dirty="0">
                <a:latin typeface="Times New Roman" panose="02020603050405020304" pitchFamily="18" charset="0"/>
                <a:cs typeface="Times New Roman" panose="02020603050405020304" pitchFamily="18" charset="0"/>
              </a:rPr>
              <a:t>	</a:t>
            </a:r>
            <a:r>
              <a:rPr sz="2400" spc="-35" dirty="0">
                <a:latin typeface="Times New Roman" panose="02020603050405020304" pitchFamily="18" charset="0"/>
                <a:cs typeface="Times New Roman" panose="02020603050405020304" pitchFamily="18" charset="0"/>
              </a:rPr>
              <a:t>for </a:t>
            </a:r>
            <a:r>
              <a:rPr sz="2400" dirty="0">
                <a:latin typeface="Times New Roman" panose="02020603050405020304" pitchFamily="18" charset="0"/>
                <a:cs typeface="Times New Roman" panose="02020603050405020304" pitchFamily="18" charset="0"/>
              </a:rPr>
              <a:t>employee</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feedback</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reviewing</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responsibilities</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records</a:t>
            </a:r>
            <a:endParaRPr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0" y="3810000"/>
            <a:ext cx="4343400" cy="26635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3067</TotalTime>
  <Words>4655</Words>
  <Application>Microsoft Office PowerPoint</Application>
  <PresentationFormat>Widescreen</PresentationFormat>
  <Paragraphs>607</Paragraphs>
  <Slides>124</Slides>
  <Notes>8</Notes>
  <HiddenSlides>0</HiddenSlides>
  <MMClips>0</MMClips>
  <ScaleCrop>false</ScaleCrop>
  <HeadingPairs>
    <vt:vector size="4" baseType="variant">
      <vt:variant>
        <vt:lpstr>Theme</vt:lpstr>
      </vt:variant>
      <vt:variant>
        <vt:i4>1</vt:i4>
      </vt:variant>
      <vt:variant>
        <vt:lpstr>Slide Titles</vt:lpstr>
      </vt:variant>
      <vt:variant>
        <vt:i4>124</vt:i4>
      </vt:variant>
    </vt:vector>
  </HeadingPairs>
  <TitlesOfParts>
    <vt:vector size="125" baseType="lpstr">
      <vt:lpstr>Office Theme</vt:lpstr>
      <vt:lpstr>PowerPoint Presentation</vt:lpstr>
      <vt:lpstr>Syllabus</vt:lpstr>
      <vt:lpstr>MACHINERY SAFEGUARD</vt:lpstr>
      <vt:lpstr>Principle of Machine Guarding</vt:lpstr>
      <vt:lpstr>Principle of Machine Guarding</vt:lpstr>
      <vt:lpstr>Principle of Machine Guarding</vt:lpstr>
      <vt:lpstr>Machine Guarding at the Point of Operation</vt:lpstr>
      <vt:lpstr>PowerPoint Presentation</vt:lpstr>
      <vt:lpstr>METHODS OF SAFEGUARDING</vt:lpstr>
      <vt:lpstr>PowerPoint Presentation</vt:lpstr>
      <vt:lpstr>PowerPoint Presentation</vt:lpstr>
      <vt:lpstr>PowerPoint Presentation</vt:lpstr>
      <vt:lpstr>PowerPoint Presentation</vt:lpstr>
      <vt:lpstr>MACHINE SAFEGUARD DEVICES</vt:lpstr>
      <vt:lpstr>1. Presence-Sensing Devices</vt:lpstr>
      <vt:lpstr>1. Presence-Sensing Devices</vt:lpstr>
      <vt:lpstr>2. Pullback Devices</vt:lpstr>
      <vt:lpstr>3. Restraint Devices</vt:lpstr>
      <vt:lpstr>4. Safety Trip Controls</vt:lpstr>
      <vt:lpstr>5. Two-Hand Control Devices</vt:lpstr>
      <vt:lpstr>6. Two-Hand Trip Devices</vt:lpstr>
      <vt:lpstr>TYPES OF GUARDS</vt:lpstr>
      <vt:lpstr>1. Fixed</vt:lpstr>
      <vt:lpstr>PowerPoint Presentation</vt:lpstr>
      <vt:lpstr>PowerPoint Presentation</vt:lpstr>
      <vt:lpstr>2. Interlocked</vt:lpstr>
      <vt:lpstr>PowerPoint Presentation</vt:lpstr>
      <vt:lpstr>3. Adjustable</vt:lpstr>
      <vt:lpstr>PowerPoint Presentation</vt:lpstr>
      <vt:lpstr>4. Self-adjusting</vt:lpstr>
      <vt:lpstr>PowerPoint Presentation</vt:lpstr>
      <vt:lpstr>SAFETY IN TURNING</vt:lpstr>
      <vt:lpstr>PowerPoint Presentation</vt:lpstr>
      <vt:lpstr>PowerPoint Presentation</vt:lpstr>
      <vt:lpstr>PowerPoint Presentation</vt:lpstr>
      <vt:lpstr>PowerPoint Presentation</vt:lpstr>
      <vt:lpstr>PowerPoint Presentation</vt:lpstr>
      <vt:lpstr>PowerPoint Presentation</vt:lpstr>
      <vt:lpstr>SAFETY PRECAUTIONS WHEN DEALING WITH BORING</vt:lpstr>
      <vt:lpstr>PowerPoint Presentation</vt:lpstr>
      <vt:lpstr>PowerPoint Presentation</vt:lpstr>
      <vt:lpstr>SAFETY IN MILLING</vt:lpstr>
      <vt:lpstr>PowerPoint Presentation</vt:lpstr>
      <vt:lpstr>PowerPoint Presentation</vt:lpstr>
      <vt:lpstr>PowerPoint Presentation</vt:lpstr>
      <vt:lpstr>PowerPoint Presentation</vt:lpstr>
      <vt:lpstr>Safety in Grinding Machines</vt:lpstr>
      <vt:lpstr>PowerPoint Presentation</vt:lpstr>
      <vt:lpstr>PowerPoint Presentation</vt:lpstr>
      <vt:lpstr>PowerPoint Presentation</vt:lpstr>
      <vt:lpstr>PowerPoint Presentation</vt:lpstr>
      <vt:lpstr>PowerPoint Presentation</vt:lpstr>
      <vt:lpstr>PowerPoint Presentation</vt:lpstr>
      <vt:lpstr>Safety in Gas Welding</vt:lpstr>
      <vt:lpstr>PowerPoint Presentation</vt:lpstr>
      <vt:lpstr>Storage and Handling </vt:lpstr>
      <vt:lpstr>General Gas Welding Safety Tips </vt:lpstr>
      <vt:lpstr>Personal Protective Equipment </vt:lpstr>
      <vt:lpstr>Proper Ventilation </vt:lpstr>
      <vt:lpstr>Safety in Arc Welding</vt:lpstr>
      <vt:lpstr>What is Arc Welding?</vt:lpstr>
      <vt:lpstr>Arc Welding Safety</vt:lpstr>
      <vt:lpstr>Fumes and Gases</vt:lpstr>
      <vt:lpstr>Electric Shock</vt:lpstr>
      <vt:lpstr>Arc Rays</vt:lpstr>
      <vt:lpstr>Fire and Explosion Hazards</vt:lpstr>
      <vt:lpstr>Noise</vt:lpstr>
      <vt:lpstr>Protective Clothing</vt:lpstr>
      <vt:lpstr>MATERIAL HANDLING</vt:lpstr>
      <vt:lpstr>Safety in Material Handling:</vt:lpstr>
      <vt:lpstr>PowerPoint Presentation</vt:lpstr>
      <vt:lpstr>Types of Material Handling Equipments</vt:lpstr>
      <vt:lpstr>PowerPoint Presentation</vt:lpstr>
      <vt:lpstr>TYPES OF MATERIAL HANDLING EQUIPMENT</vt:lpstr>
      <vt:lpstr>PowerPoint Presentation</vt:lpstr>
      <vt:lpstr>PowerPoint Presentation</vt:lpstr>
      <vt:lpstr>PowerPoint Presentation</vt:lpstr>
      <vt:lpstr>MANUAL MATERIAL HANDLING(MMH)</vt:lpstr>
      <vt:lpstr>PowerPoint Presentation</vt:lpstr>
      <vt:lpstr>PowerPoint Presentation</vt:lpstr>
      <vt:lpstr>PowerPoint Presentation</vt:lpstr>
      <vt:lpstr>Manual Handling Risk Assessment</vt:lpstr>
      <vt:lpstr>How do you carry out a manual handling risk assessment?</vt:lpstr>
      <vt:lpstr>4 KEY AREAS OF MANUAL HANDLING</vt:lpstr>
      <vt:lpstr>PowerPoint Presentation</vt:lpstr>
      <vt:lpstr>PowerPoint Presentation</vt:lpstr>
      <vt:lpstr>Use Proper Lifting Techniques</vt:lpstr>
      <vt:lpstr>Solutions for Pulling</vt:lpstr>
      <vt:lpstr>Push Before Pulling</vt:lpstr>
      <vt:lpstr>MECHANICAL MATERIAL HANDLING</vt:lpstr>
      <vt:lpstr>PowerPoint Presentation</vt:lpstr>
      <vt:lpstr>PowerPoint Presentation</vt:lpstr>
      <vt:lpstr>Mechanical Material handling</vt:lpstr>
      <vt:lpstr>PowerPoint Presentation</vt:lpstr>
      <vt:lpstr>Material Handling equipment-operation &amp; maintenance</vt:lpstr>
      <vt:lpstr>PowerPoint Presentation</vt:lpstr>
      <vt:lpstr>PowerPoint Presentation</vt:lpstr>
      <vt:lpstr>PowerPoint Presentation</vt:lpstr>
      <vt:lpstr>PowerPoint Presentation</vt:lpstr>
      <vt:lpstr>PowerPoint Presentation</vt:lpstr>
      <vt:lpstr>PowerPoint Presentation</vt:lpstr>
      <vt:lpstr>Maintenance of Material Handling equipment</vt:lpstr>
      <vt:lpstr>Maintenance of Material Handling equipment</vt:lpstr>
      <vt:lpstr>Maintenance of Material Handling equipment: Preventive maintenance</vt:lpstr>
      <vt:lpstr>Maintenance of Material Handling equipment: Preventive maintenance</vt:lpstr>
      <vt:lpstr>Maintenance of common elements-wire rope, chains slings, hooks, clamps</vt:lpstr>
      <vt:lpstr>PowerPoint Presentation</vt:lpstr>
      <vt:lpstr>PowerPoint Presentation</vt:lpstr>
      <vt:lpstr>PowerPoint Presentation</vt:lpstr>
      <vt:lpstr>PowerPoint Presentation</vt:lpstr>
      <vt:lpstr>Maintenance of handling equipment: common elements - HOOKS</vt:lpstr>
      <vt:lpstr>Maintenance of handling equipment: common elements - HOOKS</vt:lpstr>
      <vt:lpstr>Maintenance of handling equipment: common elements - HOOKS</vt:lpstr>
      <vt:lpstr>Maintenance of handling equipment: common elements - CLAMPS</vt:lpstr>
      <vt:lpstr>Maintenance of handling equipment: common elements - CLAMPS</vt:lpstr>
      <vt:lpstr>PowerPoint Presentation</vt:lpstr>
      <vt:lpstr>HEARING CONSERVATION PROGRAM</vt:lpstr>
      <vt:lpstr>Hearing Conservation Program</vt:lpstr>
      <vt:lpstr>Benefits of HCP</vt:lpstr>
      <vt:lpstr>Key elements of HCP</vt:lpstr>
      <vt:lpstr>Key elements of HCP</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MCN  401 ISE MODULE 4-1</dc:title>
  <cp:lastModifiedBy>Jasnah Hakkim</cp:lastModifiedBy>
  <cp:revision>49</cp:revision>
  <dcterms:created xsi:type="dcterms:W3CDTF">2024-09-16T03:24:08Z</dcterms:created>
  <dcterms:modified xsi:type="dcterms:W3CDTF">2024-11-02T03:25:04Z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