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K+uFGkxbZqb7L/+97YscWBhYl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3141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Internet Multicasting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Prepared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Divya K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Adi Shankara Institute of Engineering &amp; Technology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Kalady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Internet Multicasting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IP protocol can be involved in two types of communication: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</a:t>
            </a:r>
            <a:r>
              <a:rPr b="1" lang="en-US"/>
              <a:t>unicasting and multicasting.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Unicasting is the communication between one sender and one receiver.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one-to-one communication.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However, some processes sometimes need to send the </a:t>
            </a:r>
            <a:r>
              <a:rPr b="1" lang="en-US"/>
              <a:t>same message to a large number of receivers simultaneously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called multicasting, which is a one-to-many communication.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Internet Multicasting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Multicasting is when a group of devices all receive the same messages or packets.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Multicasting works by sharing an IP address between multiple devices.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Any network traffic directed at that IP address will reach all devices that share the IP address, instead of just one device.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much like when a group of employees all receive company emails directed at a certain email alias.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Internet Multicasting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Multicasting has many applications.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multiple stockbrokers can simultaneously be informed of changes in a stock price, or travel agents can be informed of a plane cancellation. Some other applications include distance learning and video-on-demand.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IGMP is a companion to the IP protocol.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IP supports multicasting, using class D addresses.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class D address identifies a group of hosts.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Twenty-eight bits are available for identifying groups, so over 250 million groups can exist at the same 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Internet Multicasting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438835"/>
            <a:ext cx="10515600" cy="4738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</a:t>
            </a:r>
            <a:r>
              <a:rPr b="1" lang="en-US"/>
              <a:t>Internet Multicasting t</a:t>
            </a:r>
            <a:r>
              <a:rPr lang="en-US"/>
              <a:t>wo kinds of group addresses are supported: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 Permanent addresses and Temporary ones. 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permanent group is always there and does not have to be set up. Each permanent group has a permanent group address.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examples of permanent group addresses are: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224.0.0.1 All systems on a LAN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224.0.0.2 All routers on a LAN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224.0.0.5 All OSPF routers on a LAN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224.0.0.6 All designated OSPF routers on a LAN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Temporary groups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Temporary groups must be created before they can be used.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 process can ask its host to join a specific group.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can also ask its host to leave the group.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the last process on a host leaves a group, that group is no longer present on the host.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Each host keeps track of which groups its processes currently belong to.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Multicast routing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Multicast routing is done using spanning trees.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Each multicast router exchanges information with its neighbors, using a modified distance vector protocol in order for each one to construct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a spanning tree per group covering all group members.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Various optimizations are used to prune the tree to eliminate routers and networks not interested in particular groups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IGMP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IGMP is a network layer protocol used to set up multicasting on networks that use the Internet Protocol version 4 (IPv4).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IGMP allows devices to join a multicasting group.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Internet Group Management Protocol (IGMP) is a protocol that allows several devices to share one IP address so they can all receive the same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IGMP is </a:t>
            </a:r>
            <a:r>
              <a:rPr b="1" lang="en-US"/>
              <a:t>not a multicasting routing protocol; it is a protocol that manages group membership.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In any network, there are one or more multicast routers that distribute multicast packets to hosts or other routers.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IGMP protocol gives the multicast routers information about the </a:t>
            </a:r>
            <a:r>
              <a:rPr b="1" lang="en-US"/>
              <a:t>membership status of hosts (routers) connected to the network.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IGMP Messages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two versions of IGMP: IGMPv1 and IGMPv2.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version IGMPv2 has three types of messages: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The Query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b="1" lang="en-US"/>
              <a:t> General </a:t>
            </a:r>
            <a:endParaRPr b="1"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b="1" lang="en-US"/>
              <a:t>Special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The Membership report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The Leave report.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3148" y="3500438"/>
            <a:ext cx="6076950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IGMP Messages</a:t>
            </a:r>
            <a:endParaRPr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IGMP General Membership Query (MQ) messages </a:t>
            </a:r>
            <a:r>
              <a:rPr lang="en-US"/>
              <a:t>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Sent by local multicast routers to its connected subnets to identify the </a:t>
            </a:r>
            <a:r>
              <a:rPr lang="en-US">
                <a:solidFill>
                  <a:srgbClr val="FF0000"/>
                </a:solidFill>
              </a:rPr>
              <a:t>multicast groups</a:t>
            </a:r>
            <a:r>
              <a:rPr lang="en-US"/>
              <a:t> which the multicast clients in the network are interested to subscribe.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IGMP Group-specific Multicast Query (MQ) messages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to determine the members of a particular multicast group.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IGMP Membership Report messages : 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Sent by multicast clients inside the subnet to the router to inform the intention to join a multicast group or in response to a Membership Query (MQ) message sent by the router</a:t>
            </a:r>
            <a:r>
              <a:rPr lang="en-US">
                <a:solidFill>
                  <a:srgbClr val="FF0000"/>
                </a:solidFill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IGMP Leave Group (LG) messages : 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Sent by multicast clients to local multicast routers to inform that they are no longer interested in a particular group.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IGMP Message Format</a:t>
            </a:r>
            <a:br>
              <a:rPr lang="en-US"/>
            </a:br>
            <a:endParaRPr/>
          </a:p>
        </p:txBody>
      </p:sp>
      <p:pic>
        <p:nvPicPr>
          <p:cNvPr id="151" name="Google Shape;151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0862" y="2948781"/>
            <a:ext cx="601027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IGMP Message Format</a:t>
            </a:r>
            <a:br>
              <a:rPr lang="en-US"/>
            </a:br>
            <a:endParaRPr/>
          </a:p>
        </p:txBody>
      </p:sp>
      <p:sp>
        <p:nvSpPr>
          <p:cNvPr id="157" name="Google Shape;15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an 8-bit field and is mainly used to define the type of the message. The value of the type can be in both hexadecimal as well as binary notations.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Maximum Response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size of this field is also 8 bit and it mainly defines the amount of time in which query must be answered. The value of this field is nonzero in the query message; while its value is zero in the other two types.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Checksum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size of this field is 16 bit and it carries the checksum. The checksum is mainly calculated over the 8-byte message.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Group Address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value of this field is 0 in the case of the general query message. In the case of a special query, membership report, and leave report messages the value of this field defines the groupid.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Operations of  IGMP</a:t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/>
              <a:t>Joining a Group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/>
              <a:t>Leaving a group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/>
              <a:t>Monitoring Membership</a:t>
            </a: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Operations of  IGMP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Joining a 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host or a router can join a group.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A host maintains a list of processes that have membership in a group.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When a process wants to join a new group, it sends </a:t>
            </a:r>
            <a:r>
              <a:rPr lang="en-US">
                <a:solidFill>
                  <a:srgbClr val="FF0000"/>
                </a:solidFill>
              </a:rPr>
              <a:t>its request to the host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host adds the name of the process and the name of the requested group to its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If this is the first entry for this particular group, the host sends a membership report message.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this is not the first entry, there is no need to send the membership report.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Operations of  IGMP</a:t>
            </a:r>
            <a:endParaRPr/>
          </a:p>
        </p:txBody>
      </p: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Leaving a 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a host sees that no process is interested in a specific group, it </a:t>
            </a:r>
            <a:r>
              <a:rPr lang="en-US">
                <a:solidFill>
                  <a:srgbClr val="FF0000"/>
                </a:solidFill>
              </a:rPr>
              <a:t>sends a leave report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Similarly, when a router sees that none of the networks connected to its interfaces is interested in a specific group, it sends a leave report about that group.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However, when a multicast router receives a leave report, it cannot immediately remove that group from its list.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because the report comes from just one host or router and there may be other hosts or routers that are still interested in that group.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 make sure, the router sends a special query message and wait for  a specified time for any host or router to respond.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during this time, no interest (membership report) is received, the router assumes that there are no loyal members in the network and remove  the group from its list.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Operations of  IGMP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Monitoring Membership</a:t>
            </a:r>
            <a:r>
              <a:rPr lang="en-US"/>
              <a:t>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multicast router is responsible for monitoring all the hosts or routers in a LAN to see if they want to continue their membership in a group.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router periodically (by default, after every 125 s) sends a general query message.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router expects an answer for each group in its group list; even new groups may respond.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query message has a maximum response time of 10 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query message must be sent by only one router (normally called the query router), also to prevent unnecessary traffic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Working of IGMP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IGMP works on devices that are capable of handling multicast groups and dynamic multicasting.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devices allows the host to join or leave the membership in the multicast group.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communication protocol is operated between host and local multicast router.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a multicast group is created, the multicast group address is in range of class D (224-239) IP addresses and is forwarded as destination IP address in the packet.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Working of IGMP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838200" y="6127233"/>
            <a:ext cx="40446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PIM (Protocol Independent Multicast)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906" y="1797718"/>
            <a:ext cx="9022932" cy="3556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Working of IGMP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838200" y="6127233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L2 or Level-2 devices such as switches are used in between host and multicast router for IGMP snooping.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IGMP snooping is a process to listen to the IGMP network traffic in controlled manner.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Switch receives the message from host and forwards the membership report to the local multicast router.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multicast traffic is further forwarded to remote routers from local multicast routers using PIM (Protocol Independent Multicast) so that clients can receive the message/data packets.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Clients wishing to join the network sends join message in the query and switch intercepts the message and adds the ports of clients to its multicast routing table. 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Advantages  and disadvantages IGMP</a:t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Advantages of IGMP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With the help of this protocol, the bandwidth is utilized efficiently aa because all the shared links are connected.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Using this protocol, the host can immediately leave a multicast group and then join another group.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performance of this protocol is optimized as there is no transmission of junk packets to the host.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Disadvantages of IGMP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Given below are some of the drawbacks of the IGMP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During filtering and security, it does not offers good efficiency.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protocol is vulnerable to Denial of Service(DoS) attacks.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Network congestion can occur due to a lack of TCP.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2022-12-18T12:06:32Z</dcterms:created>
  <dc:creator>csstaff</dc:creator>
</cp:coreProperties>
</file>