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YLAfXe8eik35s5wCBr9RTAH2F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1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15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6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0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0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b="0" i="0" sz="18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title"/>
          </p:nvPr>
        </p:nvSpPr>
        <p:spPr>
          <a:xfrm>
            <a:off x="311700" y="56150"/>
            <a:ext cx="8520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4900">
                <a:latin typeface="Arial"/>
                <a:ea typeface="Arial"/>
                <a:cs typeface="Arial"/>
                <a:sym typeface="Arial"/>
              </a:rPr>
              <a:t>Bridges From 802.x to 802.y</a:t>
            </a:r>
            <a:endParaRPr sz="7900"/>
          </a:p>
        </p:txBody>
      </p:sp>
      <p:sp>
        <p:nvSpPr>
          <p:cNvPr id="60" name="Google Shape;60;p1"/>
          <p:cNvSpPr txBox="1"/>
          <p:nvPr>
            <p:ph idx="1" type="body"/>
          </p:nvPr>
        </p:nvSpPr>
        <p:spPr>
          <a:xfrm>
            <a:off x="311700" y="1171600"/>
            <a:ext cx="8520600" cy="1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 by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Divya K 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 Shankara Institute of Engineering &amp; Technology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Kalady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90249" y="526350"/>
            <a:ext cx="8107945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200"/>
              <a:t>Bridges are a data link layer device and can connect to different networks as well as connect different networks of different types.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200"/>
              <a:t>Bridges from 802.x to 802.y where x &amp; y may both be Ethernet or one can be Ethernet and other may be a token ring, etc.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22175" y="772000"/>
            <a:ext cx="81186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2500"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25" y="236625"/>
            <a:ext cx="8632650" cy="469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idx="1" type="body"/>
          </p:nvPr>
        </p:nvSpPr>
        <p:spPr>
          <a:xfrm>
            <a:off x="672150" y="873150"/>
            <a:ext cx="77997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Note that a bridge connecting k different LANs will have k different MAC sublayers and k different physical layers, one for each type. 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There are many difficulties that one encounters when trying to build a bridge between the various 802 LANs (and MANs)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 sz="2200"/>
              <a:t>Each of the LANs uses a different frame format 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/>
        </p:nvSpPr>
        <p:spPr>
          <a:xfrm>
            <a:off x="652130" y="1171366"/>
            <a:ext cx="7839739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Problems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Any copying between different LANs requires reformatting.</a:t>
            </a:r>
            <a:endParaRPr b="0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 rate problem.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Different 802 LANs have different maximum frame lengths.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Security problem.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Quality of service.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652130" y="663535"/>
            <a:ext cx="7839739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1. Copying between different LANs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Each of the LANs uses a different frame format.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Unlike the differences between Ethernet, token bus, and token ring, which were due to history and big corporate egos, here the differences are to some extent legitimate.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As a result, any copying between different LANs requires reformatting, which takes CPU time, requires a new checksum calculation.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It introduces the possibility of undetected errors due to bad bits in the bridge's memory. </a:t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652130" y="663535"/>
            <a:ext cx="7839739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2. Data rate problem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interconnected LANs do not necessarily run at the same data rate.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When forwarding a long run of back-to-back frames from a fast LAN to a slower one, the bridge will not be able to get rid of the frames as fast as they come in.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Bridges that connect three or more LANs have a similar problem when several LANs are trying to feed the same output LAN at the same time even if all the LANs run at the same speed.</a:t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/>
        </p:nvSpPr>
        <p:spPr>
          <a:xfrm>
            <a:off x="652130" y="832812"/>
            <a:ext cx="7839739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3. Different 802 LANs have different maximum frame lengths.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 obvious problem arises when a long frame must be forwarded onto a LAN that cannot accept it.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There is no provision for reassembling frames out of smaller units. This is not to say that such protocols could not be devised. </a:t>
            </a:r>
            <a:endParaRPr/>
          </a:p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Frames that are too large to be forwarded must be discarded. So basically, there is no solution for this.</a:t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/>
        </p:nvSpPr>
        <p:spPr>
          <a:xfrm>
            <a:off x="652130" y="1002089"/>
            <a:ext cx="7839739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4. Security problems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Both 802.11 and 802.16 support encryption in the data link layer, but the Ethernet does not.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This means that the various encryption services available to the wireless networks are lost when traffic passes over an Ethernet.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One solution to the security problem is to do encryption in a higher layer.</a:t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/>
        </p:nvSpPr>
        <p:spPr>
          <a:xfrm>
            <a:off x="652130" y="1171366"/>
            <a:ext cx="7839739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5. Quality of service</a:t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Both 802.11 and 802.16 provide it in various forms, the former using PCF mode and the latter using constant bit rate connections.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Ethernet has no concept of quality of service.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So the traffic from either of the others will lose its quality of service when passing over an Ethernet.</a:t>
            </a:r>
            <a:endParaRPr b="1" i="0" sz="22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311700" y="2177652"/>
            <a:ext cx="8520600" cy="28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/>
              <a:t>THANK YOU.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Achyuth Unni</dc:creator>
</cp:coreProperties>
</file>