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aem3O8clPed8nVtiSKqwWtyN7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Link State Routing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Prepared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Divya K 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Adi Shankara Institute of Engineering &amp; Technology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Kalady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Link State Routing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Distance vector routing was used in the ARPANET until 1979, when it was replaced by link state routing.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Two primary problems with distance vector routing  is that</a:t>
            </a:r>
            <a:endParaRPr/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FF0000"/>
                </a:solidFill>
              </a:rPr>
              <a:t> It did not take line bandwidth into account when choosing routes.</a:t>
            </a:r>
            <a:endParaRPr/>
          </a:p>
          <a:p>
            <a:pPr indent="-45720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FF0000"/>
                </a:solidFill>
              </a:rPr>
              <a:t>Count-to-infinity problem</a:t>
            </a:r>
            <a:endParaRPr>
              <a:solidFill>
                <a:srgbClr val="FF0000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Link State Routing-steps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446663"/>
            <a:ext cx="10515600" cy="47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Each router must do the following: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1. Discover its neighbors and learn their network addresses.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2. Measure the delay or cost to each of its neighbors.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3. Construct a packet telling all it has just learned.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4. Send this packet to all other routers.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5. Compute the shortest path to every other router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complete topology and all delays are experimentally measured and distributed to every router.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Then Dijkstra's algorithm can be run to find the shortest path to every other  router.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Discover its neighbors and learn their network addresses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a router is booted, its first task is to learn who its neighbors are. 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accomplishes this goal by sending a special HELLO packet on each point-to-point line.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router on the other end is expected </a:t>
            </a:r>
            <a:r>
              <a:rPr lang="en-US" sz="2400">
                <a:solidFill>
                  <a:srgbClr val="FF0000"/>
                </a:solidFill>
              </a:rPr>
              <a:t>to send back a reply giving its name</a:t>
            </a:r>
            <a:r>
              <a:rPr lang="en-US" sz="24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These names must be globally unique because when a distant router later hears that three routers are all connected to </a:t>
            </a:r>
            <a:r>
              <a:rPr i="1" lang="en-US" sz="2400"/>
              <a:t>F, it is essential that it can determine whether </a:t>
            </a:r>
            <a:r>
              <a:rPr lang="en-US" sz="2400"/>
              <a:t>all three mean the same </a:t>
            </a:r>
            <a:r>
              <a:rPr i="1" lang="en-US" sz="2400"/>
              <a:t>F.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762000" y="2422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Measure the delay or cost to each of its neighbors.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This algorithm requires each router to know the estimate of delay to each of  its neighbours. 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most direct way to determine this delay is to send over the line a special ECHO packet that the other side is required to send back immediately.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By measuring the round-trip time and dividing it by two, the sending router can get a reasonable estimate of the delay.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Construct a packet telling all it has just learned.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8890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Once the information needed for the exchange has been collected, the next step is for each router to build a packet containing all the data.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The packet starts with the identity of the sender, followed by a sequence number and age (to be described later) and a list of neighbors</a:t>
            </a:r>
            <a:r>
              <a:rPr lang="en-US" sz="24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The cost to each neighbor is also given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Building the link state packets is easy.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The hard part is determining when to build them.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One possibility is to build them periodically, that is, at regular intervals.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Another possibility is to build them when some significant event occurs, such as a line or neighbor going down or coming back up again or changing its properties appreciably.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Construct a packet telling all it has just learned.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1811338" y="5715000"/>
            <a:ext cx="88566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2800"/>
              <a:buFont typeface="Arial"/>
              <a:buNone/>
            </a:pPr>
            <a:r>
              <a:rPr lang="en-US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(a)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A network. </a:t>
            </a:r>
            <a:r>
              <a:rPr lang="en-US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(b)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The link state packets for this network.</a:t>
            </a:r>
            <a:endParaRPr/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3250" y="2189163"/>
            <a:ext cx="8369300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Send this packet to all other routers</a:t>
            </a:r>
            <a:endParaRPr/>
          </a:p>
        </p:txBody>
      </p:sp>
      <p:sp>
        <p:nvSpPr>
          <p:cNvPr id="128" name="Google Shape;128;p8"/>
          <p:cNvSpPr txBox="1"/>
          <p:nvPr>
            <p:ph idx="1" type="body"/>
          </p:nvPr>
        </p:nvSpPr>
        <p:spPr>
          <a:xfrm>
            <a:off x="838200" y="1433015"/>
            <a:ext cx="10515600" cy="5145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The next step is distributing the link state packets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fundamental idea is to use </a:t>
            </a:r>
            <a:r>
              <a:rPr lang="en-US" sz="2400">
                <a:solidFill>
                  <a:srgbClr val="FF0000"/>
                </a:solidFill>
              </a:rPr>
              <a:t>flooding </a:t>
            </a:r>
            <a:r>
              <a:rPr lang="en-US" sz="2400"/>
              <a:t>to distribute the 	link state packets to all routers.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To keep the flood in check, each packet contains a sequence number that is incremented for each new packet sent.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Routers keep track of all the (source router, sequence) pairs they see.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When a new link state packet comes in, it is checked against the list of packets already seen.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If it is new, it is forwarded on all lines except the one it arrived 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If it is a duplicate, it is discarded.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If a packet with a sequence number lower than the highest one seen so far ever arrives, it is rejected as being obsolete as the router has more recent data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838200" y="365126"/>
            <a:ext cx="10515600" cy="863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Problems with this algorithm</a:t>
            </a: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838200" y="1228300"/>
            <a:ext cx="10515600" cy="541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This algorithm has a few problems, but they are manageable.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•"/>
            </a:pPr>
            <a:r>
              <a:rPr lang="en-US" sz="2400">
                <a:solidFill>
                  <a:schemeClr val="accent2"/>
                </a:solidFill>
              </a:rPr>
              <a:t>First, if the sequence numbers wrap around</a:t>
            </a:r>
            <a:r>
              <a:rPr lang="en-US" sz="2400"/>
              <a:t>, confusion will reign. (Using the sequence numbers again and again once all of them got used up, in order to maintain the continuity of data transfer ” is called Wrap around the concept)</a:t>
            </a:r>
            <a:endParaRPr sz="2400"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solution here is to use a 32-bit sequence number. With one link state packet per second, it would take 137 years to wrap around, so this possibility can be ignored.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•"/>
            </a:pPr>
            <a:r>
              <a:rPr lang="en-US" sz="2400">
                <a:solidFill>
                  <a:schemeClr val="accent2"/>
                </a:solidFill>
              </a:rPr>
              <a:t>Second, if a router ever crashes, </a:t>
            </a:r>
            <a:r>
              <a:rPr lang="en-US" sz="2400"/>
              <a:t>it will lose track of its sequence number.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it starts again at 0, the next packet it sends will be rejected as a duplicate.</a:t>
            </a:r>
            <a:endParaRPr/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Problems with this algorithm</a:t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Third, if a </a:t>
            </a:r>
            <a:r>
              <a:rPr lang="en-US" sz="2400">
                <a:solidFill>
                  <a:schemeClr val="accent2"/>
                </a:solidFill>
              </a:rPr>
              <a:t>sequence number is ever corrupted</a:t>
            </a:r>
            <a:r>
              <a:rPr lang="en-US" sz="2400"/>
              <a:t> and 65,540 is received instead of 4 (a 1-bit error), packets 5 through 65,540 will be rejected , since the current sequence number will be thought to be 65,540.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solution to all these problems is to include the age of each packet after the sequence number and decrement it once per second.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the age hits zero,the information from that router is discarded.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Computing the New Routes</a:t>
            </a:r>
            <a:br>
              <a:rPr b="1" lang="en-US"/>
            </a:b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Once a router has accumulated a full set of link state packets, </a:t>
            </a:r>
            <a:r>
              <a:rPr lang="en-US" sz="2400">
                <a:solidFill>
                  <a:srgbClr val="FF0000"/>
                </a:solidFill>
              </a:rPr>
              <a:t>it can construct the entire network graph</a:t>
            </a:r>
            <a:r>
              <a:rPr lang="en-US" sz="2400"/>
              <a:t> because every link is represented. 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Every link is, in fact, represented twice, once for each direction.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Now Dijkstra’s algorithm can be run locally to construct the shortest paths to all possible destinations.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results of this algorithm tell the router which link to use to reach each destination.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This information is installed in the routing tables,       and normal operation is resumed.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multicast routing</a:t>
            </a:r>
            <a:endParaRPr/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838200" y="1405721"/>
            <a:ext cx="10515600" cy="4995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Some applications require that widely-separated processes work together in groups, for example, a group of processes implementing a distributed database system.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these situations, it is frequently necessary for one process to send a message to all the other members of the group.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If the group is small, it can just send each other member a point-to point message.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If the group is large, this strategy is expensive.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multicast routing</a:t>
            </a:r>
            <a:endParaRPr/>
          </a:p>
        </p:txBody>
      </p:sp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838200" y="1405721"/>
            <a:ext cx="10515600" cy="4995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Sometimes broadcasting can be used, but using broadcasting to inform 1000 machines on a million-node network is inefficient because most receivers are not interested in the message (or worse yet, they are definitely interested but are not supposed to see it).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Thus, we need a way to send messages to well-defined groups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multicast routing</a:t>
            </a:r>
            <a:endParaRPr/>
          </a:p>
        </p:txBody>
      </p:sp>
      <p:sp>
        <p:nvSpPr>
          <p:cNvPr id="164" name="Google Shape;164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Sending messages to well-defined groups  is called </a:t>
            </a:r>
            <a:r>
              <a:rPr b="1" lang="en-US" sz="2000"/>
              <a:t>multicasting, and the routing algorithm </a:t>
            </a:r>
            <a:r>
              <a:rPr lang="en-US" sz="2000"/>
              <a:t>used is called </a:t>
            </a:r>
            <a:r>
              <a:rPr b="1" lang="en-US" sz="2000"/>
              <a:t>multicast routing.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All multicasting schemes require some </a:t>
            </a:r>
            <a:r>
              <a:rPr lang="en-US" sz="2000"/>
              <a:t>way to </a:t>
            </a:r>
            <a:r>
              <a:rPr lang="en-US" sz="2000">
                <a:solidFill>
                  <a:schemeClr val="accent2"/>
                </a:solidFill>
              </a:rPr>
              <a:t>create and destroy groups </a:t>
            </a:r>
            <a:r>
              <a:rPr lang="en-US" sz="2000"/>
              <a:t>and to identify which routers are members of a group.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Each group is identified by a multicast address and that routers know the groups to which they belong.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multicast routing</a:t>
            </a:r>
            <a:endParaRPr/>
          </a:p>
        </p:txBody>
      </p:sp>
      <p:sp>
        <p:nvSpPr>
          <p:cNvPr id="170" name="Google Shape;170;p15"/>
          <p:cNvSpPr txBox="1"/>
          <p:nvPr>
            <p:ph idx="1" type="body"/>
          </p:nvPr>
        </p:nvSpPr>
        <p:spPr>
          <a:xfrm>
            <a:off x="838200" y="1337480"/>
            <a:ext cx="10515600" cy="5172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Multicasting requires group management. Some way is needed to create and destroy groups, and to allow processes to join and leave groups.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a process joins a group, it informs its host of this fact.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It is important that routers know which of their hosts belong to which groups.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Either hosts must inform their routers about changes in group membership, or routers must query their hosts periodically.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Either way, routers learn about which of their hosts are in which groups.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Routers tell their neighbors, so the information propagates through the subnet.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multicast routing</a:t>
            </a:r>
            <a:endParaRPr/>
          </a:p>
        </p:txBody>
      </p:sp>
      <p:sp>
        <p:nvSpPr>
          <p:cNvPr id="176" name="Google Shape;176;p16"/>
          <p:cNvSpPr txBox="1"/>
          <p:nvPr>
            <p:ph idx="1" type="body"/>
          </p:nvPr>
        </p:nvSpPr>
        <p:spPr>
          <a:xfrm>
            <a:off x="532263" y="1460310"/>
            <a:ext cx="9678537" cy="46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To do multicast routing, each router computes a spanning tree covering all other routers.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For example, in Fig.(a) we have two groups, 1 and 2.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Some routers are attached to hosts that belong to one or both of these groups, as indicated in the figure.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 spanning tree for the leftmost router is shown in Fig. (b).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When a process sends a multicast packet to a group, the first router examines its spanning tree and prunes it, removing all lines that do not lead to hosts that are members of the group.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In our example, Fig.(c) shows the pruned spanning tree for group 1.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Similarly, Fig. (d) shows the pruned spanning tree for group 2.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Multicast packets are forwarded only along the appropriate spanning tree.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(a) A network. (b) A spanning tree for the leftmost router</a:t>
            </a:r>
            <a:endParaRPr/>
          </a:p>
        </p:txBody>
      </p:sp>
      <p:pic>
        <p:nvPicPr>
          <p:cNvPr id="182" name="Google Shape;182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2650" y="2527300"/>
            <a:ext cx="7886700" cy="294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>
            <p:ph idx="4294967295" type="sldNum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 (c) A multicast tree for group 1. (d) A multicast tree for group 2.</a:t>
            </a:r>
            <a:endParaRPr/>
          </a:p>
        </p:txBody>
      </p:sp>
      <p:pic>
        <p:nvPicPr>
          <p:cNvPr id="189" name="Google Shape;189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2650" y="2776538"/>
            <a:ext cx="7886700" cy="24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>
            <p:ph idx="4294967295" type="sldNum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Applications</a:t>
            </a:r>
            <a:endParaRPr/>
          </a:p>
        </p:txBody>
      </p:sp>
      <p:sp>
        <p:nvSpPr>
          <p:cNvPr id="196" name="Google Shape;196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Multimedia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Teleconferencing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Database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Distributed computations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Real time workshop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File ,graphics  and messages are exchanged among active group members in real time</a:t>
            </a:r>
            <a:endParaRPr/>
          </a:p>
        </p:txBody>
      </p:sp>
      <p:sp>
        <p:nvSpPr>
          <p:cNvPr id="197" name="Google Shape;197;p19"/>
          <p:cNvSpPr txBox="1"/>
          <p:nvPr>
            <p:ph idx="4294967295" type="sldNum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2022-11-25T16:29:08Z</dcterms:created>
  <dc:creator>DIVYA</dc:creator>
</cp:coreProperties>
</file>