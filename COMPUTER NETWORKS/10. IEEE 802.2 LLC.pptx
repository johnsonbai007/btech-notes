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10287000" cx="18288000"/>
  <p:notesSz cx="18288000" cy="10287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1" roundtripDataSignature="AMtx7mhLCYFtlXqMz/8zYqVuAomt/S7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7"/>
          <p:cNvSpPr txBox="1"/>
          <p:nvPr>
            <p:ph type="title"/>
          </p:nvPr>
        </p:nvSpPr>
        <p:spPr>
          <a:xfrm>
            <a:off x="542270" y="756392"/>
            <a:ext cx="17203459" cy="11836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76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7"/>
          <p:cNvSpPr txBox="1"/>
          <p:nvPr>
            <p:ph idx="1" type="body"/>
          </p:nvPr>
        </p:nvSpPr>
        <p:spPr>
          <a:xfrm>
            <a:off x="597994" y="2953850"/>
            <a:ext cx="17092010" cy="640651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4950">
                <a:solidFill>
                  <a:schemeClr val="dk1"/>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7"/>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8" name="Shape 18"/>
        <p:cNvGrpSpPr/>
        <p:nvPr/>
      </p:nvGrpSpPr>
      <p:grpSpPr>
        <a:xfrm>
          <a:off x="0" y="0"/>
          <a:ext cx="0" cy="0"/>
          <a:chOff x="0" y="0"/>
          <a:chExt cx="0" cy="0"/>
        </a:xfrm>
      </p:grpSpPr>
      <p:sp>
        <p:nvSpPr>
          <p:cNvPr id="19" name="Google Shape;19;p1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 name="Shape 22"/>
        <p:cNvGrpSpPr/>
        <p:nvPr/>
      </p:nvGrpSpPr>
      <p:grpSpPr>
        <a:xfrm>
          <a:off x="0" y="0"/>
          <a:ext cx="0" cy="0"/>
          <a:chOff x="0" y="0"/>
          <a:chExt cx="0" cy="0"/>
        </a:xfrm>
      </p:grpSpPr>
      <p:sp>
        <p:nvSpPr>
          <p:cNvPr id="23" name="Google Shape;23;p19"/>
          <p:cNvSpPr txBox="1"/>
          <p:nvPr>
            <p:ph type="title"/>
          </p:nvPr>
        </p:nvSpPr>
        <p:spPr>
          <a:xfrm>
            <a:off x="542270" y="756392"/>
            <a:ext cx="17203459" cy="11836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76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20"/>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21"/>
          <p:cNvSpPr txBox="1"/>
          <p:nvPr>
            <p:ph type="title"/>
          </p:nvPr>
        </p:nvSpPr>
        <p:spPr>
          <a:xfrm>
            <a:off x="542270" y="756392"/>
            <a:ext cx="17203459" cy="118363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760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21"/>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p:nvPr/>
        </p:nvSpPr>
        <p:spPr>
          <a:xfrm>
            <a:off x="0" y="0"/>
            <a:ext cx="18288000" cy="10287000"/>
          </a:xfrm>
          <a:custGeom>
            <a:rect b="b" l="l" r="r" t="t"/>
            <a:pathLst>
              <a:path extrusionOk="0" h="10287000" w="18288000">
                <a:moveTo>
                  <a:pt x="18287998" y="10286999"/>
                </a:moveTo>
                <a:lnTo>
                  <a:pt x="0" y="10286999"/>
                </a:lnTo>
                <a:lnTo>
                  <a:pt x="0" y="0"/>
                </a:lnTo>
                <a:lnTo>
                  <a:pt x="18287998" y="0"/>
                </a:lnTo>
                <a:lnTo>
                  <a:pt x="18287998" y="10286999"/>
                </a:lnTo>
                <a:close/>
              </a:path>
            </a:pathLst>
          </a:custGeom>
          <a:solidFill>
            <a:srgbClr val="F5F1E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16"/>
          <p:cNvSpPr txBox="1"/>
          <p:nvPr>
            <p:ph type="title"/>
          </p:nvPr>
        </p:nvSpPr>
        <p:spPr>
          <a:xfrm>
            <a:off x="542270" y="756392"/>
            <a:ext cx="17203459" cy="118363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76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6"/>
          <p:cNvSpPr txBox="1"/>
          <p:nvPr>
            <p:ph idx="1" type="body"/>
          </p:nvPr>
        </p:nvSpPr>
        <p:spPr>
          <a:xfrm>
            <a:off x="597994" y="2953850"/>
            <a:ext cx="17092010" cy="640651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4950" u="none" cap="none" strike="noStrike">
                <a:solidFill>
                  <a:schemeClr val="dk1"/>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6"/>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b="0" u="non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hyperlink" Target="https://www.geeksforgeeks.org/basic-frame-structure-of-hdlc/" TargetMode="External"/><Relationship Id="rId5" Type="http://schemas.openxmlformats.org/officeDocument/2006/relationships/hyperlink" Target="https://www.geeksforgeeks.org/basic-frame-structure-of-hdlc/"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p:nvPr/>
        </p:nvSpPr>
        <p:spPr>
          <a:xfrm>
            <a:off x="0" y="2722184"/>
            <a:ext cx="5297805" cy="7565390"/>
          </a:xfrm>
          <a:custGeom>
            <a:rect b="b" l="l" r="r" t="t"/>
            <a:pathLst>
              <a:path extrusionOk="0" h="7565390" w="5297805">
                <a:moveTo>
                  <a:pt x="5297790" y="7564815"/>
                </a:moveTo>
                <a:lnTo>
                  <a:pt x="0" y="7564815"/>
                </a:lnTo>
                <a:lnTo>
                  <a:pt x="0" y="0"/>
                </a:lnTo>
                <a:lnTo>
                  <a:pt x="33902" y="9063"/>
                </a:lnTo>
                <a:lnTo>
                  <a:pt x="83838" y="23116"/>
                </a:lnTo>
                <a:lnTo>
                  <a:pt x="133395" y="37762"/>
                </a:lnTo>
                <a:lnTo>
                  <a:pt x="182574" y="52991"/>
                </a:lnTo>
                <a:lnTo>
                  <a:pt x="231376" y="68792"/>
                </a:lnTo>
                <a:lnTo>
                  <a:pt x="279802" y="85154"/>
                </a:lnTo>
                <a:lnTo>
                  <a:pt x="327851" y="102069"/>
                </a:lnTo>
                <a:lnTo>
                  <a:pt x="375525" y="119526"/>
                </a:lnTo>
                <a:lnTo>
                  <a:pt x="422823" y="137514"/>
                </a:lnTo>
                <a:lnTo>
                  <a:pt x="469747" y="156024"/>
                </a:lnTo>
                <a:lnTo>
                  <a:pt x="516297" y="175045"/>
                </a:lnTo>
                <a:lnTo>
                  <a:pt x="562473" y="194568"/>
                </a:lnTo>
                <a:lnTo>
                  <a:pt x="608276" y="214581"/>
                </a:lnTo>
                <a:lnTo>
                  <a:pt x="653706" y="235075"/>
                </a:lnTo>
                <a:lnTo>
                  <a:pt x="698764" y="256039"/>
                </a:lnTo>
                <a:lnTo>
                  <a:pt x="743451" y="277464"/>
                </a:lnTo>
                <a:lnTo>
                  <a:pt x="787767" y="299340"/>
                </a:lnTo>
                <a:lnTo>
                  <a:pt x="831712" y="321655"/>
                </a:lnTo>
                <a:lnTo>
                  <a:pt x="875287" y="344400"/>
                </a:lnTo>
                <a:lnTo>
                  <a:pt x="918492" y="367565"/>
                </a:lnTo>
                <a:lnTo>
                  <a:pt x="961329" y="391140"/>
                </a:lnTo>
                <a:lnTo>
                  <a:pt x="1003797" y="415114"/>
                </a:lnTo>
                <a:lnTo>
                  <a:pt x="1045897" y="439478"/>
                </a:lnTo>
                <a:lnTo>
                  <a:pt x="1087630" y="464220"/>
                </a:lnTo>
                <a:lnTo>
                  <a:pt x="1128996" y="489332"/>
                </a:lnTo>
                <a:lnTo>
                  <a:pt x="1169995" y="514802"/>
                </a:lnTo>
                <a:lnTo>
                  <a:pt x="1210629" y="540621"/>
                </a:lnTo>
                <a:lnTo>
                  <a:pt x="1250897" y="566778"/>
                </a:lnTo>
                <a:lnTo>
                  <a:pt x="1290800" y="593264"/>
                </a:lnTo>
                <a:lnTo>
                  <a:pt x="1330339" y="620067"/>
                </a:lnTo>
                <a:lnTo>
                  <a:pt x="1369514" y="647179"/>
                </a:lnTo>
                <a:lnTo>
                  <a:pt x="1408326" y="674588"/>
                </a:lnTo>
                <a:lnTo>
                  <a:pt x="1446775" y="702285"/>
                </a:lnTo>
                <a:lnTo>
                  <a:pt x="1484862" y="730260"/>
                </a:lnTo>
                <a:lnTo>
                  <a:pt x="1522587" y="758501"/>
                </a:lnTo>
                <a:lnTo>
                  <a:pt x="1559951" y="787000"/>
                </a:lnTo>
                <a:lnTo>
                  <a:pt x="1596954" y="815745"/>
                </a:lnTo>
                <a:lnTo>
                  <a:pt x="1633596" y="844728"/>
                </a:lnTo>
                <a:lnTo>
                  <a:pt x="1669879" y="873937"/>
                </a:lnTo>
                <a:lnTo>
                  <a:pt x="1705803" y="903362"/>
                </a:lnTo>
                <a:lnTo>
                  <a:pt x="1741369" y="932994"/>
                </a:lnTo>
                <a:lnTo>
                  <a:pt x="1776576" y="962821"/>
                </a:lnTo>
                <a:lnTo>
                  <a:pt x="1811425" y="992835"/>
                </a:lnTo>
                <a:lnTo>
                  <a:pt x="1845917" y="1023024"/>
                </a:lnTo>
                <a:lnTo>
                  <a:pt x="1880053" y="1053379"/>
                </a:lnTo>
                <a:lnTo>
                  <a:pt x="1913833" y="1083889"/>
                </a:lnTo>
                <a:lnTo>
                  <a:pt x="1947257" y="1114545"/>
                </a:lnTo>
                <a:lnTo>
                  <a:pt x="1980326" y="1145335"/>
                </a:lnTo>
                <a:lnTo>
                  <a:pt x="2013040" y="1176251"/>
                </a:lnTo>
                <a:lnTo>
                  <a:pt x="2045400" y="1207281"/>
                </a:lnTo>
                <a:lnTo>
                  <a:pt x="2077407" y="1238416"/>
                </a:lnTo>
                <a:lnTo>
                  <a:pt x="2109061" y="1269645"/>
                </a:lnTo>
                <a:lnTo>
                  <a:pt x="2140363" y="1300959"/>
                </a:lnTo>
                <a:lnTo>
                  <a:pt x="2171312" y="1332346"/>
                </a:lnTo>
                <a:lnTo>
                  <a:pt x="2201910" y="1363797"/>
                </a:lnTo>
                <a:lnTo>
                  <a:pt x="2232157" y="1395302"/>
                </a:lnTo>
                <a:lnTo>
                  <a:pt x="2262054" y="1426851"/>
                </a:lnTo>
                <a:lnTo>
                  <a:pt x="2291601" y="1458433"/>
                </a:lnTo>
                <a:lnTo>
                  <a:pt x="2320798" y="1490038"/>
                </a:lnTo>
                <a:lnTo>
                  <a:pt x="2349646" y="1521656"/>
                </a:lnTo>
                <a:lnTo>
                  <a:pt x="2378147" y="1553278"/>
                </a:lnTo>
                <a:lnTo>
                  <a:pt x="2406299" y="1584892"/>
                </a:lnTo>
                <a:lnTo>
                  <a:pt x="2434104" y="1616488"/>
                </a:lnTo>
                <a:lnTo>
                  <a:pt x="2461562" y="1648057"/>
                </a:lnTo>
                <a:lnTo>
                  <a:pt x="2488674" y="1679588"/>
                </a:lnTo>
                <a:lnTo>
                  <a:pt x="2515440" y="1711071"/>
                </a:lnTo>
                <a:lnTo>
                  <a:pt x="2541861" y="1742496"/>
                </a:lnTo>
                <a:lnTo>
                  <a:pt x="2567937" y="1773852"/>
                </a:lnTo>
                <a:lnTo>
                  <a:pt x="2593669" y="1805130"/>
                </a:lnTo>
                <a:lnTo>
                  <a:pt x="2619057" y="1836320"/>
                </a:lnTo>
                <a:lnTo>
                  <a:pt x="2644102" y="1867411"/>
                </a:lnTo>
                <a:lnTo>
                  <a:pt x="2668804" y="1898392"/>
                </a:lnTo>
                <a:lnTo>
                  <a:pt x="2693164" y="1929255"/>
                </a:lnTo>
                <a:lnTo>
                  <a:pt x="2717183" y="1959988"/>
                </a:lnTo>
                <a:lnTo>
                  <a:pt x="2740860" y="1990582"/>
                </a:lnTo>
                <a:lnTo>
                  <a:pt x="2764197" y="2021026"/>
                </a:lnTo>
                <a:lnTo>
                  <a:pt x="2809850" y="2081425"/>
                </a:lnTo>
                <a:lnTo>
                  <a:pt x="2854148" y="2141103"/>
                </a:lnTo>
                <a:lnTo>
                  <a:pt x="2897093" y="2199979"/>
                </a:lnTo>
                <a:lnTo>
                  <a:pt x="2938690" y="2257972"/>
                </a:lnTo>
                <a:lnTo>
                  <a:pt x="2978943" y="2315001"/>
                </a:lnTo>
                <a:lnTo>
                  <a:pt x="3766510" y="3858534"/>
                </a:lnTo>
                <a:lnTo>
                  <a:pt x="4741438" y="6164391"/>
                </a:lnTo>
                <a:lnTo>
                  <a:pt x="5297790" y="7564815"/>
                </a:lnTo>
                <a:close/>
              </a:path>
            </a:pathLst>
          </a:custGeom>
          <a:solidFill>
            <a:srgbClr val="D3B09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 name="Google Shape;45;p1"/>
          <p:cNvGrpSpPr/>
          <p:nvPr/>
        </p:nvGrpSpPr>
        <p:grpSpPr>
          <a:xfrm>
            <a:off x="13021509" y="0"/>
            <a:ext cx="5266691" cy="3978275"/>
            <a:chOff x="13021509" y="0"/>
            <a:chExt cx="5266691" cy="3978275"/>
          </a:xfrm>
        </p:grpSpPr>
        <p:sp>
          <p:nvSpPr>
            <p:cNvPr id="46" name="Google Shape;46;p1"/>
            <p:cNvSpPr/>
            <p:nvPr/>
          </p:nvSpPr>
          <p:spPr>
            <a:xfrm>
              <a:off x="13021509" y="0"/>
              <a:ext cx="5266690" cy="3978275"/>
            </a:xfrm>
            <a:custGeom>
              <a:rect b="b" l="l" r="r" t="t"/>
              <a:pathLst>
                <a:path extrusionOk="0" h="3978275" w="5266690">
                  <a:moveTo>
                    <a:pt x="3807499" y="3977818"/>
                  </a:moveTo>
                  <a:lnTo>
                    <a:pt x="3713592" y="3976554"/>
                  </a:lnTo>
                  <a:lnTo>
                    <a:pt x="3666633" y="3975211"/>
                  </a:lnTo>
                  <a:lnTo>
                    <a:pt x="3619685" y="3973374"/>
                  </a:lnTo>
                  <a:lnTo>
                    <a:pt x="3572757" y="3971028"/>
                  </a:lnTo>
                  <a:lnTo>
                    <a:pt x="3525859" y="3968157"/>
                  </a:lnTo>
                  <a:lnTo>
                    <a:pt x="3479000" y="3964746"/>
                  </a:lnTo>
                  <a:lnTo>
                    <a:pt x="3432191" y="3960780"/>
                  </a:lnTo>
                  <a:lnTo>
                    <a:pt x="3385440" y="3956244"/>
                  </a:lnTo>
                  <a:lnTo>
                    <a:pt x="3338759" y="3951122"/>
                  </a:lnTo>
                  <a:lnTo>
                    <a:pt x="3292157" y="3945398"/>
                  </a:lnTo>
                  <a:lnTo>
                    <a:pt x="3245643" y="3939059"/>
                  </a:lnTo>
                  <a:lnTo>
                    <a:pt x="3199228" y="3932088"/>
                  </a:lnTo>
                  <a:lnTo>
                    <a:pt x="3152922" y="3924470"/>
                  </a:lnTo>
                  <a:lnTo>
                    <a:pt x="3106733" y="3916190"/>
                  </a:lnTo>
                  <a:lnTo>
                    <a:pt x="3060673" y="3907233"/>
                  </a:lnTo>
                  <a:lnTo>
                    <a:pt x="3014751" y="3897583"/>
                  </a:lnTo>
                  <a:lnTo>
                    <a:pt x="2968976" y="3887225"/>
                  </a:lnTo>
                  <a:lnTo>
                    <a:pt x="2923359" y="3876144"/>
                  </a:lnTo>
                  <a:lnTo>
                    <a:pt x="2877909" y="3864324"/>
                  </a:lnTo>
                  <a:lnTo>
                    <a:pt x="2832636" y="3851750"/>
                  </a:lnTo>
                  <a:lnTo>
                    <a:pt x="2787551" y="3838408"/>
                  </a:lnTo>
                  <a:lnTo>
                    <a:pt x="2742662" y="3824281"/>
                  </a:lnTo>
                  <a:lnTo>
                    <a:pt x="2697980" y="3809355"/>
                  </a:lnTo>
                  <a:lnTo>
                    <a:pt x="2653515" y="3793613"/>
                  </a:lnTo>
                  <a:lnTo>
                    <a:pt x="2609276" y="3777042"/>
                  </a:lnTo>
                  <a:lnTo>
                    <a:pt x="2565273" y="3759625"/>
                  </a:lnTo>
                  <a:lnTo>
                    <a:pt x="2521516" y="3741348"/>
                  </a:lnTo>
                  <a:lnTo>
                    <a:pt x="2478016" y="3722194"/>
                  </a:lnTo>
                  <a:lnTo>
                    <a:pt x="2434780" y="3702149"/>
                  </a:lnTo>
                  <a:lnTo>
                    <a:pt x="2391821" y="3681198"/>
                  </a:lnTo>
                  <a:lnTo>
                    <a:pt x="2349147" y="3659325"/>
                  </a:lnTo>
                  <a:lnTo>
                    <a:pt x="2306768" y="3636515"/>
                  </a:lnTo>
                  <a:lnTo>
                    <a:pt x="2264694" y="3612752"/>
                  </a:lnTo>
                  <a:lnTo>
                    <a:pt x="2222935" y="3588022"/>
                  </a:lnTo>
                  <a:lnTo>
                    <a:pt x="2181500" y="3562309"/>
                  </a:lnTo>
                  <a:lnTo>
                    <a:pt x="2140400" y="3535598"/>
                  </a:lnTo>
                  <a:lnTo>
                    <a:pt x="2099645" y="3507873"/>
                  </a:lnTo>
                  <a:lnTo>
                    <a:pt x="2059244" y="3479119"/>
                  </a:lnTo>
                  <a:lnTo>
                    <a:pt x="2019206" y="3449322"/>
                  </a:lnTo>
                  <a:lnTo>
                    <a:pt x="1979543" y="3418465"/>
                  </a:lnTo>
                  <a:lnTo>
                    <a:pt x="1940263" y="3386534"/>
                  </a:lnTo>
                  <a:lnTo>
                    <a:pt x="1901377" y="3353513"/>
                  </a:lnTo>
                  <a:lnTo>
                    <a:pt x="1862895" y="3319386"/>
                  </a:lnTo>
                  <a:lnTo>
                    <a:pt x="1824825" y="3284140"/>
                  </a:lnTo>
                  <a:lnTo>
                    <a:pt x="1787179" y="3247757"/>
                  </a:lnTo>
                  <a:lnTo>
                    <a:pt x="1749965" y="3210224"/>
                  </a:lnTo>
                  <a:lnTo>
                    <a:pt x="1713194" y="3171525"/>
                  </a:lnTo>
                  <a:lnTo>
                    <a:pt x="1676876" y="3131644"/>
                  </a:lnTo>
                  <a:lnTo>
                    <a:pt x="1641020" y="3090566"/>
                  </a:lnTo>
                  <a:lnTo>
                    <a:pt x="1605636" y="3048276"/>
                  </a:lnTo>
                  <a:lnTo>
                    <a:pt x="1545039" y="2974731"/>
                  </a:lnTo>
                  <a:lnTo>
                    <a:pt x="1485901" y="2903780"/>
                  </a:lnTo>
                  <a:lnTo>
                    <a:pt x="1428208" y="2835353"/>
                  </a:lnTo>
                  <a:lnTo>
                    <a:pt x="1371947" y="2769379"/>
                  </a:lnTo>
                  <a:lnTo>
                    <a:pt x="1317105" y="2705789"/>
                  </a:lnTo>
                  <a:lnTo>
                    <a:pt x="1263669" y="2644511"/>
                  </a:lnTo>
                  <a:lnTo>
                    <a:pt x="1211626" y="2585476"/>
                  </a:lnTo>
                  <a:lnTo>
                    <a:pt x="1160963" y="2528612"/>
                  </a:lnTo>
                  <a:lnTo>
                    <a:pt x="1111666" y="2473849"/>
                  </a:lnTo>
                  <a:lnTo>
                    <a:pt x="1063723" y="2421117"/>
                  </a:lnTo>
                  <a:lnTo>
                    <a:pt x="1017120" y="2370345"/>
                  </a:lnTo>
                  <a:lnTo>
                    <a:pt x="927882" y="2274400"/>
                  </a:lnTo>
                  <a:lnTo>
                    <a:pt x="843847" y="2185449"/>
                  </a:lnTo>
                  <a:lnTo>
                    <a:pt x="498048" y="1825881"/>
                  </a:lnTo>
                  <a:lnTo>
                    <a:pt x="469973" y="1796053"/>
                  </a:lnTo>
                  <a:lnTo>
                    <a:pt x="443028" y="1767057"/>
                  </a:lnTo>
                  <a:lnTo>
                    <a:pt x="417200" y="1738823"/>
                  </a:lnTo>
                  <a:lnTo>
                    <a:pt x="368841" y="1684359"/>
                  </a:lnTo>
                  <a:lnTo>
                    <a:pt x="324793" y="1632097"/>
                  </a:lnTo>
                  <a:lnTo>
                    <a:pt x="284950" y="1581472"/>
                  </a:lnTo>
                  <a:lnTo>
                    <a:pt x="249207" y="1531921"/>
                  </a:lnTo>
                  <a:lnTo>
                    <a:pt x="217460" y="1482880"/>
                  </a:lnTo>
                  <a:lnTo>
                    <a:pt x="189602" y="1433785"/>
                  </a:lnTo>
                  <a:lnTo>
                    <a:pt x="165528" y="1384072"/>
                  </a:lnTo>
                  <a:lnTo>
                    <a:pt x="145135" y="1333178"/>
                  </a:lnTo>
                  <a:lnTo>
                    <a:pt x="128316" y="1280537"/>
                  </a:lnTo>
                  <a:lnTo>
                    <a:pt x="114967" y="1225588"/>
                  </a:lnTo>
                  <a:lnTo>
                    <a:pt x="104982" y="1167764"/>
                  </a:lnTo>
                  <a:lnTo>
                    <a:pt x="98631" y="1114622"/>
                  </a:lnTo>
                  <a:lnTo>
                    <a:pt x="95780" y="1090326"/>
                  </a:lnTo>
                  <a:lnTo>
                    <a:pt x="92688" y="1064738"/>
                  </a:lnTo>
                  <a:lnTo>
                    <a:pt x="89377" y="1037886"/>
                  </a:lnTo>
                  <a:lnTo>
                    <a:pt x="74395" y="918375"/>
                  </a:lnTo>
                  <a:lnTo>
                    <a:pt x="70325" y="885608"/>
                  </a:lnTo>
                  <a:lnTo>
                    <a:pt x="61955" y="816801"/>
                  </a:lnTo>
                  <a:lnTo>
                    <a:pt x="53424" y="743808"/>
                  </a:lnTo>
                  <a:lnTo>
                    <a:pt x="49154" y="705811"/>
                  </a:lnTo>
                  <a:lnTo>
                    <a:pt x="44911" y="666850"/>
                  </a:lnTo>
                  <a:lnTo>
                    <a:pt x="40717" y="626952"/>
                  </a:lnTo>
                  <a:lnTo>
                    <a:pt x="36594" y="586144"/>
                  </a:lnTo>
                  <a:lnTo>
                    <a:pt x="32565" y="544454"/>
                  </a:lnTo>
                  <a:lnTo>
                    <a:pt x="28653" y="501909"/>
                  </a:lnTo>
                  <a:lnTo>
                    <a:pt x="24879" y="458536"/>
                  </a:lnTo>
                  <a:lnTo>
                    <a:pt x="21265" y="414363"/>
                  </a:lnTo>
                  <a:lnTo>
                    <a:pt x="17834" y="369417"/>
                  </a:lnTo>
                  <a:lnTo>
                    <a:pt x="14609" y="323725"/>
                  </a:lnTo>
                  <a:lnTo>
                    <a:pt x="11612" y="277315"/>
                  </a:lnTo>
                  <a:lnTo>
                    <a:pt x="8865" y="230214"/>
                  </a:lnTo>
                  <a:lnTo>
                    <a:pt x="6389" y="182449"/>
                  </a:lnTo>
                  <a:lnTo>
                    <a:pt x="4209" y="134048"/>
                  </a:lnTo>
                  <a:lnTo>
                    <a:pt x="2345" y="85038"/>
                  </a:lnTo>
                  <a:lnTo>
                    <a:pt x="821" y="35446"/>
                  </a:lnTo>
                  <a:lnTo>
                    <a:pt x="0" y="0"/>
                  </a:lnTo>
                  <a:lnTo>
                    <a:pt x="5266490" y="0"/>
                  </a:lnTo>
                  <a:lnTo>
                    <a:pt x="5266490" y="3834140"/>
                  </a:lnTo>
                  <a:lnTo>
                    <a:pt x="4862054" y="3894229"/>
                  </a:lnTo>
                  <a:lnTo>
                    <a:pt x="4639724" y="3923178"/>
                  </a:lnTo>
                  <a:lnTo>
                    <a:pt x="4503891" y="3938589"/>
                  </a:lnTo>
                  <a:lnTo>
                    <a:pt x="4366555" y="3952029"/>
                  </a:lnTo>
                  <a:lnTo>
                    <a:pt x="4227983" y="3963084"/>
                  </a:lnTo>
                  <a:lnTo>
                    <a:pt x="4135045" y="3968926"/>
                  </a:lnTo>
                  <a:lnTo>
                    <a:pt x="4041754" y="3973402"/>
                  </a:lnTo>
                  <a:lnTo>
                    <a:pt x="3948189" y="3976391"/>
                  </a:lnTo>
                  <a:lnTo>
                    <a:pt x="3854428" y="3977770"/>
                  </a:lnTo>
                  <a:lnTo>
                    <a:pt x="3807499" y="3977818"/>
                  </a:lnTo>
                  <a:close/>
                </a:path>
              </a:pathLst>
            </a:custGeom>
            <a:solidFill>
              <a:srgbClr val="E1915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1"/>
            <p:cNvSpPr/>
            <p:nvPr/>
          </p:nvSpPr>
          <p:spPr>
            <a:xfrm>
              <a:off x="13528240" y="0"/>
              <a:ext cx="4759960" cy="3773804"/>
            </a:xfrm>
            <a:custGeom>
              <a:rect b="b" l="l" r="r" t="t"/>
              <a:pathLst>
                <a:path extrusionOk="0" h="3773804" w="4759959">
                  <a:moveTo>
                    <a:pt x="2740513" y="3773637"/>
                  </a:moveTo>
                  <a:lnTo>
                    <a:pt x="2693781" y="3773364"/>
                  </a:lnTo>
                  <a:lnTo>
                    <a:pt x="2647037" y="3772450"/>
                  </a:lnTo>
                  <a:lnTo>
                    <a:pt x="2600299" y="3770867"/>
                  </a:lnTo>
                  <a:lnTo>
                    <a:pt x="2553585" y="3768585"/>
                  </a:lnTo>
                  <a:lnTo>
                    <a:pt x="2506916" y="3765574"/>
                  </a:lnTo>
                  <a:lnTo>
                    <a:pt x="2460309" y="3761806"/>
                  </a:lnTo>
                  <a:lnTo>
                    <a:pt x="2413785" y="3757250"/>
                  </a:lnTo>
                  <a:lnTo>
                    <a:pt x="2367360" y="3751877"/>
                  </a:lnTo>
                  <a:lnTo>
                    <a:pt x="2321055" y="3745659"/>
                  </a:lnTo>
                  <a:lnTo>
                    <a:pt x="2274889" y="3738565"/>
                  </a:lnTo>
                  <a:lnTo>
                    <a:pt x="2228879" y="3730566"/>
                  </a:lnTo>
                  <a:lnTo>
                    <a:pt x="2183046" y="3721633"/>
                  </a:lnTo>
                  <a:lnTo>
                    <a:pt x="2137407" y="3711736"/>
                  </a:lnTo>
                  <a:lnTo>
                    <a:pt x="2091983" y="3700846"/>
                  </a:lnTo>
                  <a:lnTo>
                    <a:pt x="2046791" y="3688933"/>
                  </a:lnTo>
                  <a:lnTo>
                    <a:pt x="2001851" y="3675968"/>
                  </a:lnTo>
                  <a:lnTo>
                    <a:pt x="1957181" y="3661921"/>
                  </a:lnTo>
                  <a:lnTo>
                    <a:pt x="1912801" y="3646764"/>
                  </a:lnTo>
                  <a:lnTo>
                    <a:pt x="1868729" y="3630467"/>
                  </a:lnTo>
                  <a:lnTo>
                    <a:pt x="1824985" y="3612999"/>
                  </a:lnTo>
                  <a:lnTo>
                    <a:pt x="1781586" y="3594333"/>
                  </a:lnTo>
                  <a:lnTo>
                    <a:pt x="1738552" y="3574438"/>
                  </a:lnTo>
                  <a:lnTo>
                    <a:pt x="1695902" y="3553285"/>
                  </a:lnTo>
                  <a:lnTo>
                    <a:pt x="1653655" y="3530845"/>
                  </a:lnTo>
                  <a:lnTo>
                    <a:pt x="1611830" y="3507088"/>
                  </a:lnTo>
                  <a:lnTo>
                    <a:pt x="1570445" y="3481984"/>
                  </a:lnTo>
                  <a:lnTo>
                    <a:pt x="1529520" y="3455505"/>
                  </a:lnTo>
                  <a:lnTo>
                    <a:pt x="1489072" y="3427621"/>
                  </a:lnTo>
                  <a:lnTo>
                    <a:pt x="1449122" y="3398302"/>
                  </a:lnTo>
                  <a:lnTo>
                    <a:pt x="1409688" y="3367520"/>
                  </a:lnTo>
                  <a:lnTo>
                    <a:pt x="1370789" y="3335244"/>
                  </a:lnTo>
                  <a:lnTo>
                    <a:pt x="1332444" y="3301445"/>
                  </a:lnTo>
                  <a:lnTo>
                    <a:pt x="1294672" y="3266094"/>
                  </a:lnTo>
                  <a:lnTo>
                    <a:pt x="1257491" y="3229162"/>
                  </a:lnTo>
                  <a:lnTo>
                    <a:pt x="1220920" y="3190618"/>
                  </a:lnTo>
                  <a:lnTo>
                    <a:pt x="1184980" y="3150434"/>
                  </a:lnTo>
                  <a:lnTo>
                    <a:pt x="1149687" y="3108580"/>
                  </a:lnTo>
                  <a:lnTo>
                    <a:pt x="1088585" y="3034561"/>
                  </a:lnTo>
                  <a:lnTo>
                    <a:pt x="1029573" y="2964227"/>
                  </a:lnTo>
                  <a:lnTo>
                    <a:pt x="972622" y="2897433"/>
                  </a:lnTo>
                  <a:lnTo>
                    <a:pt x="917706" y="2834037"/>
                  </a:lnTo>
                  <a:lnTo>
                    <a:pt x="864799" y="2773895"/>
                  </a:lnTo>
                  <a:lnTo>
                    <a:pt x="813873" y="2716863"/>
                  </a:lnTo>
                  <a:lnTo>
                    <a:pt x="764901" y="2662798"/>
                  </a:lnTo>
                  <a:lnTo>
                    <a:pt x="717857" y="2611556"/>
                  </a:lnTo>
                  <a:lnTo>
                    <a:pt x="672713" y="2562995"/>
                  </a:lnTo>
                  <a:lnTo>
                    <a:pt x="629442" y="2516970"/>
                  </a:lnTo>
                  <a:lnTo>
                    <a:pt x="588018" y="2473338"/>
                  </a:lnTo>
                  <a:lnTo>
                    <a:pt x="376742" y="2253766"/>
                  </a:lnTo>
                  <a:lnTo>
                    <a:pt x="347489" y="2222868"/>
                  </a:lnTo>
                  <a:lnTo>
                    <a:pt x="319868" y="2193216"/>
                  </a:lnTo>
                  <a:lnTo>
                    <a:pt x="293850" y="2164666"/>
                  </a:lnTo>
                  <a:lnTo>
                    <a:pt x="246519" y="2110296"/>
                  </a:lnTo>
                  <a:lnTo>
                    <a:pt x="205282" y="2058613"/>
                  </a:lnTo>
                  <a:lnTo>
                    <a:pt x="169922" y="2008467"/>
                  </a:lnTo>
                  <a:lnTo>
                    <a:pt x="140224" y="1958711"/>
                  </a:lnTo>
                  <a:lnTo>
                    <a:pt x="115972" y="1908198"/>
                  </a:lnTo>
                  <a:lnTo>
                    <a:pt x="96952" y="1855780"/>
                  </a:lnTo>
                  <a:lnTo>
                    <a:pt x="82947" y="1800309"/>
                  </a:lnTo>
                  <a:lnTo>
                    <a:pt x="73742" y="1740636"/>
                  </a:lnTo>
                  <a:lnTo>
                    <a:pt x="71074" y="1717325"/>
                  </a:lnTo>
                  <a:lnTo>
                    <a:pt x="68050" y="1692178"/>
                  </a:lnTo>
                  <a:lnTo>
                    <a:pt x="64713" y="1665250"/>
                  </a:lnTo>
                  <a:lnTo>
                    <a:pt x="53270" y="1574311"/>
                  </a:lnTo>
                  <a:lnTo>
                    <a:pt x="49123" y="1540792"/>
                  </a:lnTo>
                  <a:lnTo>
                    <a:pt x="40596" y="1469270"/>
                  </a:lnTo>
                  <a:lnTo>
                    <a:pt x="36303" y="1431373"/>
                  </a:lnTo>
                  <a:lnTo>
                    <a:pt x="32049" y="1392125"/>
                  </a:lnTo>
                  <a:lnTo>
                    <a:pt x="27877" y="1351577"/>
                  </a:lnTo>
                  <a:lnTo>
                    <a:pt x="23833" y="1309785"/>
                  </a:lnTo>
                  <a:lnTo>
                    <a:pt x="19958" y="1266803"/>
                  </a:lnTo>
                  <a:lnTo>
                    <a:pt x="16298" y="1222683"/>
                  </a:lnTo>
                  <a:lnTo>
                    <a:pt x="12896" y="1177479"/>
                  </a:lnTo>
                  <a:lnTo>
                    <a:pt x="9797" y="1131245"/>
                  </a:lnTo>
                  <a:lnTo>
                    <a:pt x="7043" y="1084036"/>
                  </a:lnTo>
                  <a:lnTo>
                    <a:pt x="4679" y="1035904"/>
                  </a:lnTo>
                  <a:lnTo>
                    <a:pt x="2749" y="986903"/>
                  </a:lnTo>
                  <a:lnTo>
                    <a:pt x="1296" y="937087"/>
                  </a:lnTo>
                  <a:lnTo>
                    <a:pt x="365" y="886509"/>
                  </a:lnTo>
                  <a:lnTo>
                    <a:pt x="0" y="835225"/>
                  </a:lnTo>
                  <a:lnTo>
                    <a:pt x="243" y="783286"/>
                  </a:lnTo>
                  <a:lnTo>
                    <a:pt x="1140" y="730747"/>
                  </a:lnTo>
                  <a:lnTo>
                    <a:pt x="2733" y="677661"/>
                  </a:lnTo>
                  <a:lnTo>
                    <a:pt x="5068" y="624082"/>
                  </a:lnTo>
                  <a:lnTo>
                    <a:pt x="8187" y="570065"/>
                  </a:lnTo>
                  <a:lnTo>
                    <a:pt x="12135" y="515662"/>
                  </a:lnTo>
                  <a:lnTo>
                    <a:pt x="16955" y="460927"/>
                  </a:lnTo>
                  <a:lnTo>
                    <a:pt x="22692" y="405914"/>
                  </a:lnTo>
                  <a:lnTo>
                    <a:pt x="29389" y="350677"/>
                  </a:lnTo>
                  <a:lnTo>
                    <a:pt x="37090" y="295269"/>
                  </a:lnTo>
                  <a:lnTo>
                    <a:pt x="45839" y="239744"/>
                  </a:lnTo>
                  <a:lnTo>
                    <a:pt x="55680" y="184156"/>
                  </a:lnTo>
                  <a:lnTo>
                    <a:pt x="66656" y="128559"/>
                  </a:lnTo>
                  <a:lnTo>
                    <a:pt x="78812" y="73006"/>
                  </a:lnTo>
                  <a:lnTo>
                    <a:pt x="92192" y="17550"/>
                  </a:lnTo>
                  <a:lnTo>
                    <a:pt x="96840" y="0"/>
                  </a:lnTo>
                  <a:lnTo>
                    <a:pt x="4759759" y="0"/>
                  </a:lnTo>
                  <a:lnTo>
                    <a:pt x="4759759" y="3342277"/>
                  </a:lnTo>
                  <a:lnTo>
                    <a:pt x="4753601" y="3345994"/>
                  </a:lnTo>
                  <a:lnTo>
                    <a:pt x="4712127" y="3369987"/>
                  </a:lnTo>
                  <a:lnTo>
                    <a:pt x="4670341" y="3393128"/>
                  </a:lnTo>
                  <a:lnTo>
                    <a:pt x="4628261" y="3415406"/>
                  </a:lnTo>
                  <a:lnTo>
                    <a:pt x="4585901" y="3436811"/>
                  </a:lnTo>
                  <a:lnTo>
                    <a:pt x="4543280" y="3457335"/>
                  </a:lnTo>
                  <a:lnTo>
                    <a:pt x="4500414" y="3476967"/>
                  </a:lnTo>
                  <a:lnTo>
                    <a:pt x="4457320" y="3495697"/>
                  </a:lnTo>
                  <a:lnTo>
                    <a:pt x="4414013" y="3513516"/>
                  </a:lnTo>
                  <a:lnTo>
                    <a:pt x="4370511" y="3530413"/>
                  </a:lnTo>
                  <a:lnTo>
                    <a:pt x="4326831" y="3546379"/>
                  </a:lnTo>
                  <a:lnTo>
                    <a:pt x="4282988" y="3561404"/>
                  </a:lnTo>
                  <a:lnTo>
                    <a:pt x="4239001" y="3575479"/>
                  </a:lnTo>
                  <a:lnTo>
                    <a:pt x="4194884" y="3588593"/>
                  </a:lnTo>
                  <a:lnTo>
                    <a:pt x="4150656" y="3600736"/>
                  </a:lnTo>
                  <a:lnTo>
                    <a:pt x="4106332" y="3611899"/>
                  </a:lnTo>
                  <a:lnTo>
                    <a:pt x="4061930" y="3622072"/>
                  </a:lnTo>
                  <a:lnTo>
                    <a:pt x="4017465" y="3631246"/>
                  </a:lnTo>
                  <a:lnTo>
                    <a:pt x="3972955" y="3639409"/>
                  </a:lnTo>
                  <a:lnTo>
                    <a:pt x="3928416" y="3646553"/>
                  </a:lnTo>
                  <a:lnTo>
                    <a:pt x="3514691" y="3708855"/>
                  </a:lnTo>
                  <a:lnTo>
                    <a:pt x="3338265" y="3732327"/>
                  </a:lnTo>
                  <a:lnTo>
                    <a:pt x="3248314" y="3742811"/>
                  </a:lnTo>
                  <a:lnTo>
                    <a:pt x="3157405" y="3752147"/>
                  </a:lnTo>
                  <a:lnTo>
                    <a:pt x="3065689" y="3760100"/>
                  </a:lnTo>
                  <a:lnTo>
                    <a:pt x="2973318" y="3766433"/>
                  </a:lnTo>
                  <a:lnTo>
                    <a:pt x="2926933" y="3768919"/>
                  </a:lnTo>
                  <a:lnTo>
                    <a:pt x="2880442" y="3770911"/>
                  </a:lnTo>
                  <a:lnTo>
                    <a:pt x="2833862" y="3772382"/>
                  </a:lnTo>
                  <a:lnTo>
                    <a:pt x="2787213" y="3773300"/>
                  </a:lnTo>
                  <a:lnTo>
                    <a:pt x="2740513" y="3773637"/>
                  </a:lnTo>
                  <a:close/>
                </a:path>
              </a:pathLst>
            </a:custGeom>
            <a:solidFill>
              <a:srgbClr val="E7985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 name="Google Shape;48;p1"/>
          <p:cNvSpPr txBox="1"/>
          <p:nvPr>
            <p:ph type="title"/>
          </p:nvPr>
        </p:nvSpPr>
        <p:spPr>
          <a:xfrm>
            <a:off x="542270" y="756392"/>
            <a:ext cx="17203500" cy="1383900"/>
          </a:xfrm>
          <a:prstGeom prst="rect">
            <a:avLst/>
          </a:prstGeom>
          <a:noFill/>
          <a:ln>
            <a:noFill/>
          </a:ln>
        </p:spPr>
        <p:txBody>
          <a:bodyPr anchorCtr="0" anchor="t" bIns="0" lIns="0" spcFirstLastPara="1" rIns="0" wrap="square" tIns="135875">
            <a:spAutoFit/>
          </a:bodyPr>
          <a:lstStyle/>
          <a:p>
            <a:pPr indent="-1649095" lvl="0" marL="1661160" marR="5080" rtl="0" algn="l">
              <a:lnSpc>
                <a:spcPct val="109259"/>
              </a:lnSpc>
              <a:spcBef>
                <a:spcPts val="0"/>
              </a:spcBef>
              <a:spcAft>
                <a:spcPts val="0"/>
              </a:spcAft>
              <a:buNone/>
            </a:pPr>
            <a:r>
              <a:rPr lang="en-US" sz="8100">
                <a:solidFill>
                  <a:srgbClr val="181818"/>
                </a:solidFill>
              </a:rPr>
              <a:t>IEEE 802.2 Logical  Link Control</a:t>
            </a:r>
            <a:endParaRPr sz="8100"/>
          </a:p>
        </p:txBody>
      </p:sp>
      <p:sp>
        <p:nvSpPr>
          <p:cNvPr id="49" name="Google Shape;49;p1"/>
          <p:cNvSpPr/>
          <p:nvPr/>
        </p:nvSpPr>
        <p:spPr>
          <a:xfrm>
            <a:off x="16508700" y="2963531"/>
            <a:ext cx="1779905" cy="2021205"/>
          </a:xfrm>
          <a:custGeom>
            <a:rect b="b" l="l" r="r" t="t"/>
            <a:pathLst>
              <a:path extrusionOk="0" h="2021204" w="1779905">
                <a:moveTo>
                  <a:pt x="962043" y="2020785"/>
                </a:moveTo>
                <a:lnTo>
                  <a:pt x="915755" y="2019390"/>
                </a:lnTo>
                <a:lnTo>
                  <a:pt x="869563" y="2016020"/>
                </a:lnTo>
                <a:lnTo>
                  <a:pt x="823614" y="2010448"/>
                </a:lnTo>
                <a:lnTo>
                  <a:pt x="778052" y="2002451"/>
                </a:lnTo>
                <a:lnTo>
                  <a:pt x="733023" y="1991802"/>
                </a:lnTo>
                <a:lnTo>
                  <a:pt x="688672" y="1978276"/>
                </a:lnTo>
                <a:lnTo>
                  <a:pt x="645143" y="1961647"/>
                </a:lnTo>
                <a:lnTo>
                  <a:pt x="602583" y="1941690"/>
                </a:lnTo>
                <a:lnTo>
                  <a:pt x="561135" y="1918180"/>
                </a:lnTo>
                <a:lnTo>
                  <a:pt x="520946" y="1890891"/>
                </a:lnTo>
                <a:lnTo>
                  <a:pt x="482160" y="1859598"/>
                </a:lnTo>
                <a:lnTo>
                  <a:pt x="444923" y="1824075"/>
                </a:lnTo>
                <a:lnTo>
                  <a:pt x="409380" y="1784097"/>
                </a:lnTo>
                <a:lnTo>
                  <a:pt x="350931" y="1714335"/>
                </a:lnTo>
                <a:lnTo>
                  <a:pt x="298050" y="1653935"/>
                </a:lnTo>
                <a:lnTo>
                  <a:pt x="250536" y="1601814"/>
                </a:lnTo>
                <a:lnTo>
                  <a:pt x="208186" y="1556888"/>
                </a:lnTo>
                <a:lnTo>
                  <a:pt x="138171" y="1484284"/>
                </a:lnTo>
                <a:lnTo>
                  <a:pt x="110102" y="1454439"/>
                </a:lnTo>
                <a:lnTo>
                  <a:pt x="66829" y="1402240"/>
                </a:lnTo>
                <a:lnTo>
                  <a:pt x="39363" y="1352805"/>
                </a:lnTo>
                <a:lnTo>
                  <a:pt x="26089" y="1297463"/>
                </a:lnTo>
                <a:lnTo>
                  <a:pt x="23168" y="1272842"/>
                </a:lnTo>
                <a:lnTo>
                  <a:pt x="19482" y="1243444"/>
                </a:lnTo>
                <a:lnTo>
                  <a:pt x="11147" y="1171950"/>
                </a:lnTo>
                <a:lnTo>
                  <a:pt x="7169" y="1130674"/>
                </a:lnTo>
                <a:lnTo>
                  <a:pt x="3761" y="1086256"/>
                </a:lnTo>
                <a:lnTo>
                  <a:pt x="1260" y="1039106"/>
                </a:lnTo>
                <a:lnTo>
                  <a:pt x="0" y="989633"/>
                </a:lnTo>
                <a:lnTo>
                  <a:pt x="314" y="938247"/>
                </a:lnTo>
                <a:lnTo>
                  <a:pt x="2537" y="885356"/>
                </a:lnTo>
                <a:lnTo>
                  <a:pt x="7004" y="831370"/>
                </a:lnTo>
                <a:lnTo>
                  <a:pt x="14049" y="776698"/>
                </a:lnTo>
                <a:lnTo>
                  <a:pt x="24007" y="721749"/>
                </a:lnTo>
                <a:lnTo>
                  <a:pt x="37212" y="666932"/>
                </a:lnTo>
                <a:lnTo>
                  <a:pt x="53998" y="612657"/>
                </a:lnTo>
                <a:lnTo>
                  <a:pt x="74700" y="559332"/>
                </a:lnTo>
                <a:lnTo>
                  <a:pt x="99652" y="507367"/>
                </a:lnTo>
                <a:lnTo>
                  <a:pt x="129189" y="457171"/>
                </a:lnTo>
                <a:lnTo>
                  <a:pt x="170718" y="393886"/>
                </a:lnTo>
                <a:lnTo>
                  <a:pt x="207579" y="339512"/>
                </a:lnTo>
                <a:lnTo>
                  <a:pt x="240859" y="292999"/>
                </a:lnTo>
                <a:lnTo>
                  <a:pt x="271645" y="253298"/>
                </a:lnTo>
                <a:lnTo>
                  <a:pt x="301026" y="219362"/>
                </a:lnTo>
                <a:lnTo>
                  <a:pt x="330089" y="190142"/>
                </a:lnTo>
                <a:lnTo>
                  <a:pt x="359921" y="164588"/>
                </a:lnTo>
                <a:lnTo>
                  <a:pt x="391611" y="141653"/>
                </a:lnTo>
                <a:lnTo>
                  <a:pt x="426246" y="120287"/>
                </a:lnTo>
                <a:lnTo>
                  <a:pt x="464913" y="99442"/>
                </a:lnTo>
                <a:lnTo>
                  <a:pt x="508700" y="78069"/>
                </a:lnTo>
                <a:lnTo>
                  <a:pt x="558695" y="55121"/>
                </a:lnTo>
                <a:lnTo>
                  <a:pt x="615985" y="29547"/>
                </a:lnTo>
                <a:lnTo>
                  <a:pt x="674588" y="11301"/>
                </a:lnTo>
                <a:lnTo>
                  <a:pt x="746678" y="1706"/>
                </a:lnTo>
                <a:lnTo>
                  <a:pt x="787136" y="0"/>
                </a:lnTo>
                <a:lnTo>
                  <a:pt x="830192" y="272"/>
                </a:lnTo>
                <a:lnTo>
                  <a:pt x="875589" y="2462"/>
                </a:lnTo>
                <a:lnTo>
                  <a:pt x="923069" y="6509"/>
                </a:lnTo>
                <a:lnTo>
                  <a:pt x="972373" y="12351"/>
                </a:lnTo>
                <a:lnTo>
                  <a:pt x="1023244" y="19926"/>
                </a:lnTo>
                <a:lnTo>
                  <a:pt x="1075425" y="29174"/>
                </a:lnTo>
                <a:lnTo>
                  <a:pt x="1128656" y="40034"/>
                </a:lnTo>
                <a:lnTo>
                  <a:pt x="1182681" y="52443"/>
                </a:lnTo>
                <a:lnTo>
                  <a:pt x="1237241" y="66341"/>
                </a:lnTo>
                <a:lnTo>
                  <a:pt x="1292079" y="81667"/>
                </a:lnTo>
                <a:lnTo>
                  <a:pt x="1346937" y="98359"/>
                </a:lnTo>
                <a:lnTo>
                  <a:pt x="1401556" y="116356"/>
                </a:lnTo>
                <a:lnTo>
                  <a:pt x="1455680" y="135596"/>
                </a:lnTo>
                <a:lnTo>
                  <a:pt x="1509050" y="156019"/>
                </a:lnTo>
                <a:lnTo>
                  <a:pt x="1561408" y="177563"/>
                </a:lnTo>
                <a:lnTo>
                  <a:pt x="1612497" y="200166"/>
                </a:lnTo>
                <a:lnTo>
                  <a:pt x="1662058" y="223768"/>
                </a:lnTo>
                <a:lnTo>
                  <a:pt x="1709834" y="248308"/>
                </a:lnTo>
                <a:lnTo>
                  <a:pt x="1755567" y="273723"/>
                </a:lnTo>
                <a:lnTo>
                  <a:pt x="1779299" y="288055"/>
                </a:lnTo>
                <a:lnTo>
                  <a:pt x="1779299" y="1809891"/>
                </a:lnTo>
                <a:lnTo>
                  <a:pt x="1740930" y="1837423"/>
                </a:lnTo>
                <a:lnTo>
                  <a:pt x="1700488" y="1863415"/>
                </a:lnTo>
                <a:lnTo>
                  <a:pt x="1659106" y="1887073"/>
                </a:lnTo>
                <a:lnTo>
                  <a:pt x="1616912" y="1908319"/>
                </a:lnTo>
                <a:lnTo>
                  <a:pt x="1574038" y="1927076"/>
                </a:lnTo>
                <a:lnTo>
                  <a:pt x="1530613" y="1943268"/>
                </a:lnTo>
                <a:lnTo>
                  <a:pt x="1486768" y="1956817"/>
                </a:lnTo>
                <a:lnTo>
                  <a:pt x="1442632" y="1967646"/>
                </a:lnTo>
                <a:lnTo>
                  <a:pt x="1398335" y="1975678"/>
                </a:lnTo>
                <a:lnTo>
                  <a:pt x="1233685" y="2000294"/>
                </a:lnTo>
                <a:lnTo>
                  <a:pt x="1189862" y="2006017"/>
                </a:lnTo>
                <a:lnTo>
                  <a:pt x="1145265" y="2011118"/>
                </a:lnTo>
                <a:lnTo>
                  <a:pt x="1100040" y="2015371"/>
                </a:lnTo>
                <a:lnTo>
                  <a:pt x="1054331" y="2018550"/>
                </a:lnTo>
                <a:lnTo>
                  <a:pt x="1008284" y="2020429"/>
                </a:lnTo>
                <a:lnTo>
                  <a:pt x="962043" y="2020785"/>
                </a:lnTo>
                <a:close/>
              </a:path>
            </a:pathLst>
          </a:custGeom>
          <a:solidFill>
            <a:srgbClr val="A5583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1"/>
          <p:cNvSpPr txBox="1"/>
          <p:nvPr/>
        </p:nvSpPr>
        <p:spPr>
          <a:xfrm>
            <a:off x="9926308" y="6565306"/>
            <a:ext cx="7567800" cy="801000"/>
          </a:xfrm>
          <a:prstGeom prst="rect">
            <a:avLst/>
          </a:prstGeom>
          <a:noFill/>
          <a:ln>
            <a:noFill/>
          </a:ln>
        </p:spPr>
        <p:txBody>
          <a:bodyPr anchorCtr="0" anchor="t" bIns="0" lIns="0" spcFirstLastPara="1" rIns="0" wrap="square" tIns="183500">
            <a:spAutoFit/>
          </a:bodyPr>
          <a:lstStyle/>
          <a:p>
            <a:pPr indent="0" lvl="0" marL="2281555" marR="0" rtl="0" algn="l">
              <a:lnSpc>
                <a:spcPct val="100000"/>
              </a:lnSpc>
              <a:spcBef>
                <a:spcPts val="750"/>
              </a:spcBef>
              <a:spcAft>
                <a:spcPts val="0"/>
              </a:spcAft>
              <a:buNone/>
            </a:pPr>
            <a:r>
              <a:t/>
            </a:r>
            <a:endParaRPr sz="4000">
              <a:solidFill>
                <a:schemeClr val="dk1"/>
              </a:solidFill>
              <a:latin typeface="Cambria"/>
              <a:ea typeface="Cambria"/>
              <a:cs typeface="Cambria"/>
              <a:sym typeface="Cambria"/>
            </a:endParaRPr>
          </a:p>
        </p:txBody>
      </p:sp>
      <p:sp>
        <p:nvSpPr>
          <p:cNvPr id="51" name="Google Shape;51;p1"/>
          <p:cNvSpPr txBox="1"/>
          <p:nvPr>
            <p:ph idx="1" type="body"/>
          </p:nvPr>
        </p:nvSpPr>
        <p:spPr>
          <a:xfrm>
            <a:off x="597994" y="2953850"/>
            <a:ext cx="17091900" cy="20919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2400"/>
              <a:buFont typeface="Arial"/>
              <a:buNone/>
            </a:pPr>
            <a:r>
              <a:rPr b="0" lang="en-US" sz="2400">
                <a:latin typeface="Calibri"/>
                <a:ea typeface="Calibri"/>
                <a:cs typeface="Calibri"/>
                <a:sym typeface="Calibri"/>
              </a:rPr>
              <a:t>Prepared by</a:t>
            </a:r>
            <a:endParaRPr b="0"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b="0" lang="en-US" sz="2400">
                <a:latin typeface="Calibri"/>
                <a:ea typeface="Calibri"/>
                <a:cs typeface="Calibri"/>
                <a:sym typeface="Calibri"/>
              </a:rPr>
              <a:t>Divya K S</a:t>
            </a:r>
            <a:endParaRPr b="0"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b="0" lang="en-US" sz="2400">
                <a:latin typeface="Calibri"/>
                <a:ea typeface="Calibri"/>
                <a:cs typeface="Calibri"/>
                <a:sym typeface="Calibri"/>
              </a:rPr>
              <a:t>Adi Shankara Institute of Engineering &amp; Technology </a:t>
            </a:r>
            <a:endParaRPr b="0" sz="2400">
              <a:latin typeface="Calibri"/>
              <a:ea typeface="Calibri"/>
              <a:cs typeface="Calibri"/>
              <a:sym typeface="Calibri"/>
            </a:endParaRPr>
          </a:p>
          <a:p>
            <a:pPr indent="0" lvl="0" marL="0" rtl="0" algn="l">
              <a:lnSpc>
                <a:spcPct val="90000"/>
              </a:lnSpc>
              <a:spcBef>
                <a:spcPts val="0"/>
              </a:spcBef>
              <a:spcAft>
                <a:spcPts val="0"/>
              </a:spcAft>
              <a:buClr>
                <a:schemeClr val="dk1"/>
              </a:buClr>
              <a:buSzPts val="2400"/>
              <a:buFont typeface="Arial"/>
              <a:buNone/>
            </a:pPr>
            <a:r>
              <a:rPr b="0" lang="en-US" sz="2400">
                <a:latin typeface="Calibri"/>
                <a:ea typeface="Calibri"/>
                <a:cs typeface="Calibri"/>
                <a:sym typeface="Calibri"/>
              </a:rPr>
              <a:t>Kalady</a:t>
            </a:r>
            <a:endParaRPr b="0" sz="2400">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p:nvPr/>
        </p:nvSpPr>
        <p:spPr>
          <a:xfrm>
            <a:off x="12513516" y="0"/>
            <a:ext cx="5774690" cy="4298315"/>
          </a:xfrm>
          <a:custGeom>
            <a:rect b="b" l="l" r="r" t="t"/>
            <a:pathLst>
              <a:path extrusionOk="0" h="4298315" w="5774690">
                <a:moveTo>
                  <a:pt x="5774482" y="4297932"/>
                </a:moveTo>
                <a:lnTo>
                  <a:pt x="5736910" y="4284943"/>
                </a:lnTo>
                <a:lnTo>
                  <a:pt x="5315977" y="4122369"/>
                </a:lnTo>
                <a:lnTo>
                  <a:pt x="4642541" y="3841494"/>
                </a:lnTo>
                <a:lnTo>
                  <a:pt x="4586369" y="3816691"/>
                </a:lnTo>
                <a:lnTo>
                  <a:pt x="4526730" y="3789041"/>
                </a:lnTo>
                <a:lnTo>
                  <a:pt x="4463768" y="3758629"/>
                </a:lnTo>
                <a:lnTo>
                  <a:pt x="4397628" y="3725540"/>
                </a:lnTo>
                <a:lnTo>
                  <a:pt x="4363410" y="3708018"/>
                </a:lnTo>
                <a:lnTo>
                  <a:pt x="4328452" y="3689859"/>
                </a:lnTo>
                <a:lnTo>
                  <a:pt x="4292771" y="3671072"/>
                </a:lnTo>
                <a:lnTo>
                  <a:pt x="4256385" y="3651669"/>
                </a:lnTo>
                <a:lnTo>
                  <a:pt x="4219312" y="3631661"/>
                </a:lnTo>
                <a:lnTo>
                  <a:pt x="4181570" y="3611057"/>
                </a:lnTo>
                <a:lnTo>
                  <a:pt x="4143178" y="3589868"/>
                </a:lnTo>
                <a:lnTo>
                  <a:pt x="4104152" y="3568105"/>
                </a:lnTo>
                <a:lnTo>
                  <a:pt x="4064511" y="3545779"/>
                </a:lnTo>
                <a:lnTo>
                  <a:pt x="4024273" y="3522900"/>
                </a:lnTo>
                <a:lnTo>
                  <a:pt x="3983456" y="3499479"/>
                </a:lnTo>
                <a:lnTo>
                  <a:pt x="3942078" y="3475526"/>
                </a:lnTo>
                <a:lnTo>
                  <a:pt x="3900157" y="3451052"/>
                </a:lnTo>
                <a:lnTo>
                  <a:pt x="3857711" y="3426067"/>
                </a:lnTo>
                <a:lnTo>
                  <a:pt x="3814758" y="3400583"/>
                </a:lnTo>
                <a:lnTo>
                  <a:pt x="3771315" y="3374609"/>
                </a:lnTo>
                <a:lnTo>
                  <a:pt x="3727401" y="3348156"/>
                </a:lnTo>
                <a:lnTo>
                  <a:pt x="3683034" y="3321235"/>
                </a:lnTo>
                <a:lnTo>
                  <a:pt x="3638232" y="3293857"/>
                </a:lnTo>
                <a:lnTo>
                  <a:pt x="3593012" y="3266031"/>
                </a:lnTo>
                <a:lnTo>
                  <a:pt x="3547393" y="3237769"/>
                </a:lnTo>
                <a:lnTo>
                  <a:pt x="3501393" y="3209082"/>
                </a:lnTo>
                <a:lnTo>
                  <a:pt x="3455029" y="3179979"/>
                </a:lnTo>
                <a:lnTo>
                  <a:pt x="3408320" y="3150471"/>
                </a:lnTo>
                <a:lnTo>
                  <a:pt x="3361283" y="3120569"/>
                </a:lnTo>
                <a:lnTo>
                  <a:pt x="3313937" y="3090284"/>
                </a:lnTo>
                <a:lnTo>
                  <a:pt x="3266299" y="3059626"/>
                </a:lnTo>
                <a:lnTo>
                  <a:pt x="3218388" y="3028606"/>
                </a:lnTo>
                <a:lnTo>
                  <a:pt x="3170221" y="2997234"/>
                </a:lnTo>
                <a:lnTo>
                  <a:pt x="3121817" y="2965520"/>
                </a:lnTo>
                <a:lnTo>
                  <a:pt x="3073193" y="2933477"/>
                </a:lnTo>
                <a:lnTo>
                  <a:pt x="3024368" y="2901113"/>
                </a:lnTo>
                <a:lnTo>
                  <a:pt x="2975359" y="2868440"/>
                </a:lnTo>
                <a:lnTo>
                  <a:pt x="2926184" y="2835468"/>
                </a:lnTo>
                <a:lnTo>
                  <a:pt x="2876861" y="2802207"/>
                </a:lnTo>
                <a:lnTo>
                  <a:pt x="2827409" y="2768670"/>
                </a:lnTo>
                <a:lnTo>
                  <a:pt x="2777845" y="2734865"/>
                </a:lnTo>
                <a:lnTo>
                  <a:pt x="2728187" y="2700804"/>
                </a:lnTo>
                <a:lnTo>
                  <a:pt x="2678453" y="2666496"/>
                </a:lnTo>
                <a:lnTo>
                  <a:pt x="2628661" y="2631954"/>
                </a:lnTo>
                <a:lnTo>
                  <a:pt x="2578830" y="2597187"/>
                </a:lnTo>
                <a:lnTo>
                  <a:pt x="2528977" y="2562206"/>
                </a:lnTo>
                <a:lnTo>
                  <a:pt x="2479119" y="2527021"/>
                </a:lnTo>
                <a:lnTo>
                  <a:pt x="2429276" y="2491643"/>
                </a:lnTo>
                <a:lnTo>
                  <a:pt x="2379465" y="2456084"/>
                </a:lnTo>
                <a:lnTo>
                  <a:pt x="2329704" y="2420352"/>
                </a:lnTo>
                <a:lnTo>
                  <a:pt x="2280010" y="2384459"/>
                </a:lnTo>
                <a:lnTo>
                  <a:pt x="2230403" y="2348415"/>
                </a:lnTo>
                <a:lnTo>
                  <a:pt x="2180899" y="2312232"/>
                </a:lnTo>
                <a:lnTo>
                  <a:pt x="2131518" y="2275919"/>
                </a:lnTo>
                <a:lnTo>
                  <a:pt x="2082276" y="2239487"/>
                </a:lnTo>
                <a:lnTo>
                  <a:pt x="2033192" y="2202947"/>
                </a:lnTo>
                <a:lnTo>
                  <a:pt x="1984284" y="2166310"/>
                </a:lnTo>
                <a:lnTo>
                  <a:pt x="1935570" y="2129585"/>
                </a:lnTo>
                <a:lnTo>
                  <a:pt x="1887067" y="2092784"/>
                </a:lnTo>
                <a:lnTo>
                  <a:pt x="1838794" y="2055917"/>
                </a:lnTo>
                <a:lnTo>
                  <a:pt x="1790769" y="2018995"/>
                </a:lnTo>
                <a:lnTo>
                  <a:pt x="1743009" y="1982028"/>
                </a:lnTo>
                <a:lnTo>
                  <a:pt x="1695534" y="1945027"/>
                </a:lnTo>
                <a:lnTo>
                  <a:pt x="1648359" y="1908002"/>
                </a:lnTo>
                <a:lnTo>
                  <a:pt x="1601504" y="1870964"/>
                </a:lnTo>
                <a:lnTo>
                  <a:pt x="1554987" y="1833924"/>
                </a:lnTo>
                <a:lnTo>
                  <a:pt x="1508826" y="1796893"/>
                </a:lnTo>
                <a:lnTo>
                  <a:pt x="1463038" y="1759880"/>
                </a:lnTo>
                <a:lnTo>
                  <a:pt x="1417641" y="1722896"/>
                </a:lnTo>
                <a:lnTo>
                  <a:pt x="1372654" y="1685952"/>
                </a:lnTo>
                <a:lnTo>
                  <a:pt x="1328094" y="1649059"/>
                </a:lnTo>
                <a:lnTo>
                  <a:pt x="1283979" y="1612227"/>
                </a:lnTo>
                <a:lnTo>
                  <a:pt x="1240328" y="1575467"/>
                </a:lnTo>
                <a:lnTo>
                  <a:pt x="1197159" y="1538789"/>
                </a:lnTo>
                <a:lnTo>
                  <a:pt x="1154488" y="1502204"/>
                </a:lnTo>
                <a:lnTo>
                  <a:pt x="1112335" y="1465723"/>
                </a:lnTo>
                <a:lnTo>
                  <a:pt x="1070717" y="1429356"/>
                </a:lnTo>
                <a:lnTo>
                  <a:pt x="1029652" y="1393113"/>
                </a:lnTo>
                <a:lnTo>
                  <a:pt x="989159" y="1357006"/>
                </a:lnTo>
                <a:lnTo>
                  <a:pt x="949255" y="1321044"/>
                </a:lnTo>
                <a:lnTo>
                  <a:pt x="909958" y="1285239"/>
                </a:lnTo>
                <a:lnTo>
                  <a:pt x="871286" y="1249601"/>
                </a:lnTo>
                <a:lnTo>
                  <a:pt x="833257" y="1214140"/>
                </a:lnTo>
                <a:lnTo>
                  <a:pt x="795889" y="1178868"/>
                </a:lnTo>
                <a:lnTo>
                  <a:pt x="759200" y="1143794"/>
                </a:lnTo>
                <a:lnTo>
                  <a:pt x="723208" y="1108930"/>
                </a:lnTo>
                <a:lnTo>
                  <a:pt x="687931" y="1074286"/>
                </a:lnTo>
                <a:lnTo>
                  <a:pt x="653387" y="1039872"/>
                </a:lnTo>
                <a:lnTo>
                  <a:pt x="619594" y="1005700"/>
                </a:lnTo>
                <a:lnTo>
                  <a:pt x="586570" y="971779"/>
                </a:lnTo>
                <a:lnTo>
                  <a:pt x="554333" y="938120"/>
                </a:lnTo>
                <a:lnTo>
                  <a:pt x="522901" y="904735"/>
                </a:lnTo>
                <a:lnTo>
                  <a:pt x="492291" y="871632"/>
                </a:lnTo>
                <a:lnTo>
                  <a:pt x="462523" y="838824"/>
                </a:lnTo>
                <a:lnTo>
                  <a:pt x="433613" y="806321"/>
                </a:lnTo>
                <a:lnTo>
                  <a:pt x="405580" y="774133"/>
                </a:lnTo>
                <a:lnTo>
                  <a:pt x="378441" y="742270"/>
                </a:lnTo>
                <a:lnTo>
                  <a:pt x="352215" y="710744"/>
                </a:lnTo>
                <a:lnTo>
                  <a:pt x="326920" y="679565"/>
                </a:lnTo>
                <a:lnTo>
                  <a:pt x="302574" y="648743"/>
                </a:lnTo>
                <a:lnTo>
                  <a:pt x="279194" y="618290"/>
                </a:lnTo>
                <a:lnTo>
                  <a:pt x="235406" y="558530"/>
                </a:lnTo>
                <a:lnTo>
                  <a:pt x="195700" y="500370"/>
                </a:lnTo>
                <a:lnTo>
                  <a:pt x="160220" y="443895"/>
                </a:lnTo>
                <a:lnTo>
                  <a:pt x="129109" y="389188"/>
                </a:lnTo>
                <a:lnTo>
                  <a:pt x="102512" y="336335"/>
                </a:lnTo>
                <a:lnTo>
                  <a:pt x="80572" y="285421"/>
                </a:lnTo>
                <a:lnTo>
                  <a:pt x="63433" y="236529"/>
                </a:lnTo>
                <a:lnTo>
                  <a:pt x="0" y="0"/>
                </a:lnTo>
                <a:lnTo>
                  <a:pt x="5774482" y="0"/>
                </a:lnTo>
                <a:lnTo>
                  <a:pt x="5774482" y="4297932"/>
                </a:lnTo>
                <a:close/>
              </a:path>
            </a:pathLst>
          </a:custGeom>
          <a:solidFill>
            <a:srgbClr val="D3B09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7" name="Google Shape;57;p2"/>
          <p:cNvGrpSpPr/>
          <p:nvPr/>
        </p:nvGrpSpPr>
        <p:grpSpPr>
          <a:xfrm>
            <a:off x="0" y="3887230"/>
            <a:ext cx="9572624" cy="6400137"/>
            <a:chOff x="0" y="3887230"/>
            <a:chExt cx="9572624" cy="6400137"/>
          </a:xfrm>
        </p:grpSpPr>
        <p:sp>
          <p:nvSpPr>
            <p:cNvPr id="58" name="Google Shape;58;p2"/>
            <p:cNvSpPr/>
            <p:nvPr/>
          </p:nvSpPr>
          <p:spPr>
            <a:xfrm>
              <a:off x="0" y="6232892"/>
              <a:ext cx="5211445" cy="4054475"/>
            </a:xfrm>
            <a:custGeom>
              <a:rect b="b" l="l" r="r" t="t"/>
              <a:pathLst>
                <a:path extrusionOk="0" h="4054475" w="5211445">
                  <a:moveTo>
                    <a:pt x="4994982" y="4054107"/>
                  </a:moveTo>
                  <a:lnTo>
                    <a:pt x="0" y="4054107"/>
                  </a:lnTo>
                  <a:lnTo>
                    <a:pt x="0" y="361393"/>
                  </a:lnTo>
                  <a:lnTo>
                    <a:pt x="43233" y="336929"/>
                  </a:lnTo>
                  <a:lnTo>
                    <a:pt x="81430" y="316333"/>
                  </a:lnTo>
                  <a:lnTo>
                    <a:pt x="121196" y="295679"/>
                  </a:lnTo>
                  <a:lnTo>
                    <a:pt x="162650" y="274851"/>
                  </a:lnTo>
                  <a:lnTo>
                    <a:pt x="205911" y="253734"/>
                  </a:lnTo>
                  <a:lnTo>
                    <a:pt x="251098" y="232211"/>
                  </a:lnTo>
                  <a:lnTo>
                    <a:pt x="347732" y="187491"/>
                  </a:lnTo>
                  <a:lnTo>
                    <a:pt x="569377" y="88119"/>
                  </a:lnTo>
                  <a:lnTo>
                    <a:pt x="622505" y="67113"/>
                  </a:lnTo>
                  <a:lnTo>
                    <a:pt x="680532" y="49070"/>
                  </a:lnTo>
                  <a:lnTo>
                    <a:pt x="743232" y="33935"/>
                  </a:lnTo>
                  <a:lnTo>
                    <a:pt x="810377" y="21654"/>
                  </a:lnTo>
                  <a:lnTo>
                    <a:pt x="881742" y="12174"/>
                  </a:lnTo>
                  <a:lnTo>
                    <a:pt x="957099" y="5441"/>
                  </a:lnTo>
                  <a:lnTo>
                    <a:pt x="996204" y="3088"/>
                  </a:lnTo>
                  <a:lnTo>
                    <a:pt x="1036222" y="1401"/>
                  </a:lnTo>
                  <a:lnTo>
                    <a:pt x="1077125" y="374"/>
                  </a:lnTo>
                  <a:lnTo>
                    <a:pt x="1118884" y="0"/>
                  </a:lnTo>
                  <a:lnTo>
                    <a:pt x="1161472" y="271"/>
                  </a:lnTo>
                  <a:lnTo>
                    <a:pt x="1204859" y="1183"/>
                  </a:lnTo>
                  <a:lnTo>
                    <a:pt x="1249018" y="2727"/>
                  </a:lnTo>
                  <a:lnTo>
                    <a:pt x="1293920" y="4897"/>
                  </a:lnTo>
                  <a:lnTo>
                    <a:pt x="1339537" y="7687"/>
                  </a:lnTo>
                  <a:lnTo>
                    <a:pt x="1385840" y="11089"/>
                  </a:lnTo>
                  <a:lnTo>
                    <a:pt x="1432802" y="15097"/>
                  </a:lnTo>
                  <a:lnTo>
                    <a:pt x="1480393" y="19704"/>
                  </a:lnTo>
                  <a:lnTo>
                    <a:pt x="1528586" y="24903"/>
                  </a:lnTo>
                  <a:lnTo>
                    <a:pt x="1577352" y="30688"/>
                  </a:lnTo>
                  <a:lnTo>
                    <a:pt x="1626663" y="37051"/>
                  </a:lnTo>
                  <a:lnTo>
                    <a:pt x="1726805" y="51488"/>
                  </a:lnTo>
                  <a:lnTo>
                    <a:pt x="1828787" y="68160"/>
                  </a:lnTo>
                  <a:lnTo>
                    <a:pt x="1932382" y="87012"/>
                  </a:lnTo>
                  <a:lnTo>
                    <a:pt x="2037363" y="107990"/>
                  </a:lnTo>
                  <a:lnTo>
                    <a:pt x="2143503" y="131041"/>
                  </a:lnTo>
                  <a:lnTo>
                    <a:pt x="2250576" y="156111"/>
                  </a:lnTo>
                  <a:lnTo>
                    <a:pt x="2358354" y="183146"/>
                  </a:lnTo>
                  <a:lnTo>
                    <a:pt x="2466613" y="212092"/>
                  </a:lnTo>
                  <a:lnTo>
                    <a:pt x="2575124" y="242895"/>
                  </a:lnTo>
                  <a:lnTo>
                    <a:pt x="2683660" y="275501"/>
                  </a:lnTo>
                  <a:lnTo>
                    <a:pt x="2791997" y="309856"/>
                  </a:lnTo>
                  <a:lnTo>
                    <a:pt x="2899906" y="345907"/>
                  </a:lnTo>
                  <a:lnTo>
                    <a:pt x="3007161" y="383599"/>
                  </a:lnTo>
                  <a:lnTo>
                    <a:pt x="3113536" y="422878"/>
                  </a:lnTo>
                  <a:lnTo>
                    <a:pt x="3218803" y="463691"/>
                  </a:lnTo>
                  <a:lnTo>
                    <a:pt x="3322737" y="505984"/>
                  </a:lnTo>
                  <a:lnTo>
                    <a:pt x="3374132" y="527668"/>
                  </a:lnTo>
                  <a:lnTo>
                    <a:pt x="3425110" y="549702"/>
                  </a:lnTo>
                  <a:lnTo>
                    <a:pt x="3475640" y="572079"/>
                  </a:lnTo>
                  <a:lnTo>
                    <a:pt x="3525696" y="594792"/>
                  </a:lnTo>
                  <a:lnTo>
                    <a:pt x="3575247" y="617834"/>
                  </a:lnTo>
                  <a:lnTo>
                    <a:pt x="3624267" y="641200"/>
                  </a:lnTo>
                  <a:lnTo>
                    <a:pt x="3672727" y="664881"/>
                  </a:lnTo>
                  <a:lnTo>
                    <a:pt x="3720599" y="688872"/>
                  </a:lnTo>
                  <a:lnTo>
                    <a:pt x="3767854" y="713165"/>
                  </a:lnTo>
                  <a:lnTo>
                    <a:pt x="3814463" y="737753"/>
                  </a:lnTo>
                  <a:lnTo>
                    <a:pt x="3860399" y="762631"/>
                  </a:lnTo>
                  <a:lnTo>
                    <a:pt x="3905634" y="787791"/>
                  </a:lnTo>
                  <a:lnTo>
                    <a:pt x="3950138" y="813227"/>
                  </a:lnTo>
                  <a:lnTo>
                    <a:pt x="3993884" y="838932"/>
                  </a:lnTo>
                  <a:lnTo>
                    <a:pt x="4036842" y="864898"/>
                  </a:lnTo>
                  <a:lnTo>
                    <a:pt x="4078986" y="891120"/>
                  </a:lnTo>
                  <a:lnTo>
                    <a:pt x="4120287" y="917591"/>
                  </a:lnTo>
                  <a:lnTo>
                    <a:pt x="4160715" y="944303"/>
                  </a:lnTo>
                  <a:lnTo>
                    <a:pt x="4200244" y="971250"/>
                  </a:lnTo>
                  <a:lnTo>
                    <a:pt x="4238844" y="998426"/>
                  </a:lnTo>
                  <a:lnTo>
                    <a:pt x="4276487" y="1025824"/>
                  </a:lnTo>
                  <a:lnTo>
                    <a:pt x="4313145" y="1053436"/>
                  </a:lnTo>
                  <a:lnTo>
                    <a:pt x="4348790" y="1081256"/>
                  </a:lnTo>
                  <a:lnTo>
                    <a:pt x="4383393" y="1109278"/>
                  </a:lnTo>
                  <a:lnTo>
                    <a:pt x="4416926" y="1137495"/>
                  </a:lnTo>
                  <a:lnTo>
                    <a:pt x="4449360" y="1165899"/>
                  </a:lnTo>
                  <a:lnTo>
                    <a:pt x="4480668" y="1194485"/>
                  </a:lnTo>
                  <a:lnTo>
                    <a:pt x="4510820" y="1223245"/>
                  </a:lnTo>
                  <a:lnTo>
                    <a:pt x="4539789" y="1252173"/>
                  </a:lnTo>
                  <a:lnTo>
                    <a:pt x="4567547" y="1281262"/>
                  </a:lnTo>
                  <a:lnTo>
                    <a:pt x="4594064" y="1310505"/>
                  </a:lnTo>
                  <a:lnTo>
                    <a:pt x="4619313" y="1339895"/>
                  </a:lnTo>
                  <a:lnTo>
                    <a:pt x="4665892" y="1399092"/>
                  </a:lnTo>
                  <a:lnTo>
                    <a:pt x="4707057" y="1458798"/>
                  </a:lnTo>
                  <a:lnTo>
                    <a:pt x="4756031" y="1541032"/>
                  </a:lnTo>
                  <a:lnTo>
                    <a:pt x="4785489" y="1592657"/>
                  </a:lnTo>
                  <a:lnTo>
                    <a:pt x="4813916" y="1643721"/>
                  </a:lnTo>
                  <a:lnTo>
                    <a:pt x="4841318" y="1694246"/>
                  </a:lnTo>
                  <a:lnTo>
                    <a:pt x="4867698" y="1744255"/>
                  </a:lnTo>
                  <a:lnTo>
                    <a:pt x="4893063" y="1793769"/>
                  </a:lnTo>
                  <a:lnTo>
                    <a:pt x="4917416" y="1842811"/>
                  </a:lnTo>
                  <a:lnTo>
                    <a:pt x="4940761" y="1891403"/>
                  </a:lnTo>
                  <a:lnTo>
                    <a:pt x="4963105" y="1939566"/>
                  </a:lnTo>
                  <a:lnTo>
                    <a:pt x="4984451" y="1987322"/>
                  </a:lnTo>
                  <a:lnTo>
                    <a:pt x="5004804" y="2034694"/>
                  </a:lnTo>
                  <a:lnTo>
                    <a:pt x="5024168" y="2081704"/>
                  </a:lnTo>
                  <a:lnTo>
                    <a:pt x="5042549" y="2128374"/>
                  </a:lnTo>
                  <a:lnTo>
                    <a:pt x="5059951" y="2174725"/>
                  </a:lnTo>
                  <a:lnTo>
                    <a:pt x="5076379" y="2220780"/>
                  </a:lnTo>
                  <a:lnTo>
                    <a:pt x="5091837" y="2266561"/>
                  </a:lnTo>
                  <a:lnTo>
                    <a:pt x="5106331" y="2312089"/>
                  </a:lnTo>
                  <a:lnTo>
                    <a:pt x="5119864" y="2357388"/>
                  </a:lnTo>
                  <a:lnTo>
                    <a:pt x="5132441" y="2402478"/>
                  </a:lnTo>
                  <a:lnTo>
                    <a:pt x="5144068" y="2447382"/>
                  </a:lnTo>
                  <a:lnTo>
                    <a:pt x="5154748" y="2492123"/>
                  </a:lnTo>
                  <a:lnTo>
                    <a:pt x="5164487" y="2536721"/>
                  </a:lnTo>
                  <a:lnTo>
                    <a:pt x="5173288" y="2581199"/>
                  </a:lnTo>
                  <a:lnTo>
                    <a:pt x="5181158" y="2625579"/>
                  </a:lnTo>
                  <a:lnTo>
                    <a:pt x="5188100" y="2669884"/>
                  </a:lnTo>
                  <a:lnTo>
                    <a:pt x="5194119" y="2714134"/>
                  </a:lnTo>
                  <a:lnTo>
                    <a:pt x="5199220" y="2758353"/>
                  </a:lnTo>
                  <a:lnTo>
                    <a:pt x="5203408" y="2802561"/>
                  </a:lnTo>
                  <a:lnTo>
                    <a:pt x="5206686" y="2846782"/>
                  </a:lnTo>
                  <a:lnTo>
                    <a:pt x="5209061" y="2891037"/>
                  </a:lnTo>
                  <a:lnTo>
                    <a:pt x="5210535" y="2935349"/>
                  </a:lnTo>
                  <a:lnTo>
                    <a:pt x="5211115" y="2979739"/>
                  </a:lnTo>
                  <a:lnTo>
                    <a:pt x="5210805" y="3024229"/>
                  </a:lnTo>
                  <a:lnTo>
                    <a:pt x="5209610" y="3068841"/>
                  </a:lnTo>
                  <a:lnTo>
                    <a:pt x="5207533" y="3113598"/>
                  </a:lnTo>
                  <a:lnTo>
                    <a:pt x="5204580" y="3158521"/>
                  </a:lnTo>
                  <a:lnTo>
                    <a:pt x="5200756" y="3203633"/>
                  </a:lnTo>
                  <a:lnTo>
                    <a:pt x="5196065" y="3248955"/>
                  </a:lnTo>
                  <a:lnTo>
                    <a:pt x="5190512" y="3294510"/>
                  </a:lnTo>
                  <a:lnTo>
                    <a:pt x="5184102" y="3340320"/>
                  </a:lnTo>
                  <a:lnTo>
                    <a:pt x="5176838" y="3386406"/>
                  </a:lnTo>
                  <a:lnTo>
                    <a:pt x="5168727" y="3432790"/>
                  </a:lnTo>
                  <a:lnTo>
                    <a:pt x="5159772" y="3479495"/>
                  </a:lnTo>
                  <a:lnTo>
                    <a:pt x="5149978" y="3526543"/>
                  </a:lnTo>
                  <a:lnTo>
                    <a:pt x="5139350" y="3573956"/>
                  </a:lnTo>
                  <a:lnTo>
                    <a:pt x="5127893" y="3621755"/>
                  </a:lnTo>
                  <a:lnTo>
                    <a:pt x="5115610" y="3669963"/>
                  </a:lnTo>
                  <a:lnTo>
                    <a:pt x="5102508" y="3718602"/>
                  </a:lnTo>
                  <a:lnTo>
                    <a:pt x="5088591" y="3767694"/>
                  </a:lnTo>
                  <a:lnTo>
                    <a:pt x="5073862" y="3817261"/>
                  </a:lnTo>
                  <a:lnTo>
                    <a:pt x="5058328" y="3867325"/>
                  </a:lnTo>
                  <a:lnTo>
                    <a:pt x="5041992" y="3917907"/>
                  </a:lnTo>
                  <a:lnTo>
                    <a:pt x="5024859" y="3969031"/>
                  </a:lnTo>
                  <a:lnTo>
                    <a:pt x="5006934" y="4020717"/>
                  </a:lnTo>
                  <a:lnTo>
                    <a:pt x="4994982" y="4054107"/>
                  </a:lnTo>
                  <a:close/>
                </a:path>
              </a:pathLst>
            </a:custGeom>
            <a:solidFill>
              <a:srgbClr val="67796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p:nvPr/>
          </p:nvSpPr>
          <p:spPr>
            <a:xfrm>
              <a:off x="3232393" y="7703286"/>
              <a:ext cx="2933700" cy="1327150"/>
            </a:xfrm>
            <a:custGeom>
              <a:rect b="b" l="l" r="r" t="t"/>
              <a:pathLst>
                <a:path extrusionOk="0" h="1327150" w="2933700">
                  <a:moveTo>
                    <a:pt x="1261704" y="1327117"/>
                  </a:moveTo>
                  <a:lnTo>
                    <a:pt x="509626" y="1217253"/>
                  </a:lnTo>
                  <a:lnTo>
                    <a:pt x="137574" y="830026"/>
                  </a:lnTo>
                  <a:lnTo>
                    <a:pt x="12162" y="414814"/>
                  </a:lnTo>
                  <a:lnTo>
                    <a:pt x="0" y="220993"/>
                  </a:lnTo>
                  <a:lnTo>
                    <a:pt x="2933391" y="0"/>
                  </a:lnTo>
                  <a:lnTo>
                    <a:pt x="2907271" y="180759"/>
                  </a:lnTo>
                  <a:lnTo>
                    <a:pt x="2724430" y="592618"/>
                  </a:lnTo>
                  <a:lnTo>
                    <a:pt x="2228148" y="1039947"/>
                  </a:lnTo>
                  <a:lnTo>
                    <a:pt x="1261704" y="1327117"/>
                  </a:lnTo>
                  <a:close/>
                </a:path>
              </a:pathLst>
            </a:custGeom>
            <a:solidFill>
              <a:srgbClr val="E1915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0" name="Google Shape;60;p2"/>
            <p:cNvPicPr preferRelativeResize="0"/>
            <p:nvPr/>
          </p:nvPicPr>
          <p:blipFill rotWithShape="1">
            <a:blip r:embed="rId3">
              <a:alphaModFix/>
            </a:blip>
            <a:srcRect b="0" l="0" r="0" t="0"/>
            <a:stretch/>
          </p:blipFill>
          <p:spPr>
            <a:xfrm>
              <a:off x="1028700" y="3887230"/>
              <a:ext cx="8543924" cy="5372099"/>
            </a:xfrm>
            <a:prstGeom prst="rect">
              <a:avLst/>
            </a:prstGeom>
            <a:noFill/>
            <a:ln>
              <a:noFill/>
            </a:ln>
          </p:spPr>
        </p:pic>
      </p:grpSp>
      <p:sp>
        <p:nvSpPr>
          <p:cNvPr id="61" name="Google Shape;61;p2"/>
          <p:cNvSpPr txBox="1"/>
          <p:nvPr>
            <p:ph type="title"/>
          </p:nvPr>
        </p:nvSpPr>
        <p:spPr>
          <a:xfrm>
            <a:off x="1332245" y="1485944"/>
            <a:ext cx="14521815" cy="12598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100">
                <a:solidFill>
                  <a:srgbClr val="181818"/>
                </a:solidFill>
              </a:rPr>
              <a:t>What is Logic link control?</a:t>
            </a:r>
            <a:endParaRPr sz="8100"/>
          </a:p>
        </p:txBody>
      </p:sp>
      <p:sp>
        <p:nvSpPr>
          <p:cNvPr id="62" name="Google Shape;62;p2"/>
          <p:cNvSpPr txBox="1"/>
          <p:nvPr>
            <p:ph idx="1" type="body"/>
          </p:nvPr>
        </p:nvSpPr>
        <p:spPr>
          <a:xfrm>
            <a:off x="445594" y="2281800"/>
            <a:ext cx="17091900" cy="8005200"/>
          </a:xfrm>
          <a:prstGeom prst="rect">
            <a:avLst/>
          </a:prstGeom>
          <a:noFill/>
          <a:ln>
            <a:noFill/>
          </a:ln>
        </p:spPr>
        <p:txBody>
          <a:bodyPr anchorCtr="0" anchor="t" bIns="0" lIns="0" spcFirstLastPara="1" rIns="0" wrap="square" tIns="1989925">
            <a:spAutoFit/>
          </a:bodyPr>
          <a:lstStyle/>
          <a:p>
            <a:pPr indent="0" lvl="0" marL="9411970" marR="5080" rtl="0" algn="l">
              <a:lnSpc>
                <a:spcPct val="110769"/>
              </a:lnSpc>
              <a:spcBef>
                <a:spcPts val="0"/>
              </a:spcBef>
              <a:spcAft>
                <a:spcPts val="0"/>
              </a:spcAft>
              <a:buNone/>
            </a:pPr>
            <a:r>
              <a:rPr b="0" lang="en-US" sz="3250">
                <a:solidFill>
                  <a:srgbClr val="181818"/>
                </a:solidFill>
                <a:latin typeface="Trebuchet MS"/>
                <a:ea typeface="Trebuchet MS"/>
                <a:cs typeface="Trebuchet MS"/>
                <a:sym typeface="Trebuchet MS"/>
              </a:rPr>
              <a:t>In the IEEE 802 reference model of computer  networking, </a:t>
            </a:r>
            <a:r>
              <a:rPr lang="en-US" sz="3250">
                <a:solidFill>
                  <a:srgbClr val="181818"/>
                </a:solidFill>
              </a:rPr>
              <a:t>the logical link control data  communication protocol layer is the upper  sublayer of the data link layer of the seven-  layer OSI model.</a:t>
            </a:r>
            <a:endParaRPr sz="3250">
              <a:latin typeface="Trebuchet MS"/>
              <a:ea typeface="Trebuchet MS"/>
              <a:cs typeface="Trebuchet MS"/>
              <a:sym typeface="Trebuchet MS"/>
            </a:endParaRPr>
          </a:p>
          <a:p>
            <a:pPr indent="0" lvl="0" marL="9411970" marR="935355" rtl="0" algn="l">
              <a:lnSpc>
                <a:spcPct val="108695"/>
              </a:lnSpc>
              <a:spcBef>
                <a:spcPts val="3180"/>
              </a:spcBef>
              <a:spcAft>
                <a:spcPts val="0"/>
              </a:spcAft>
              <a:buNone/>
            </a:pPr>
            <a:r>
              <a:rPr b="0" lang="en-US" sz="3450">
                <a:solidFill>
                  <a:srgbClr val="181818"/>
                </a:solidFill>
                <a:latin typeface="Trebuchet MS"/>
                <a:ea typeface="Trebuchet MS"/>
                <a:cs typeface="Trebuchet MS"/>
                <a:sym typeface="Trebuchet MS"/>
              </a:rPr>
              <a:t>The LLC sublayer acts as an interface  between the media access control  sublayer and the network layer.</a:t>
            </a:r>
            <a:endParaRPr sz="345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p:nvPr/>
        </p:nvSpPr>
        <p:spPr>
          <a:xfrm>
            <a:off x="1028700" y="2057401"/>
            <a:ext cx="9525635" cy="95250"/>
          </a:xfrm>
          <a:custGeom>
            <a:rect b="b" l="l" r="r" t="t"/>
            <a:pathLst>
              <a:path extrusionOk="0" h="95250" w="9525635">
                <a:moveTo>
                  <a:pt x="9525445" y="95249"/>
                </a:moveTo>
                <a:lnTo>
                  <a:pt x="0" y="95249"/>
                </a:lnTo>
                <a:lnTo>
                  <a:pt x="0" y="0"/>
                </a:lnTo>
                <a:lnTo>
                  <a:pt x="9525445" y="0"/>
                </a:lnTo>
                <a:lnTo>
                  <a:pt x="9525445"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3"/>
          <p:cNvSpPr txBox="1"/>
          <p:nvPr>
            <p:ph type="title"/>
          </p:nvPr>
        </p:nvSpPr>
        <p:spPr>
          <a:xfrm>
            <a:off x="1016000" y="958089"/>
            <a:ext cx="9551035" cy="12611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8100">
                <a:solidFill>
                  <a:srgbClr val="181818"/>
                </a:solidFill>
              </a:rPr>
              <a:t>Functions of LLC</a:t>
            </a:r>
            <a:endParaRPr sz="8100"/>
          </a:p>
        </p:txBody>
      </p:sp>
      <p:pic>
        <p:nvPicPr>
          <p:cNvPr id="69" name="Google Shape;69;p3"/>
          <p:cNvPicPr preferRelativeResize="0"/>
          <p:nvPr/>
        </p:nvPicPr>
        <p:blipFill rotWithShape="1">
          <a:blip r:embed="rId3">
            <a:alphaModFix/>
          </a:blip>
          <a:srcRect b="0" l="0" r="0" t="0"/>
          <a:stretch/>
        </p:blipFill>
        <p:spPr>
          <a:xfrm>
            <a:off x="1466849" y="3719899"/>
            <a:ext cx="171450" cy="171449"/>
          </a:xfrm>
          <a:prstGeom prst="rect">
            <a:avLst/>
          </a:prstGeom>
          <a:noFill/>
          <a:ln>
            <a:noFill/>
          </a:ln>
        </p:spPr>
      </p:pic>
      <p:pic>
        <p:nvPicPr>
          <p:cNvPr id="70" name="Google Shape;70;p3"/>
          <p:cNvPicPr preferRelativeResize="0"/>
          <p:nvPr/>
        </p:nvPicPr>
        <p:blipFill rotWithShape="1">
          <a:blip r:embed="rId4">
            <a:alphaModFix/>
          </a:blip>
          <a:srcRect b="0" l="0" r="0" t="0"/>
          <a:stretch/>
        </p:blipFill>
        <p:spPr>
          <a:xfrm>
            <a:off x="1466849" y="4367599"/>
            <a:ext cx="171450" cy="171449"/>
          </a:xfrm>
          <a:prstGeom prst="rect">
            <a:avLst/>
          </a:prstGeom>
          <a:noFill/>
          <a:ln>
            <a:noFill/>
          </a:ln>
        </p:spPr>
      </p:pic>
      <p:pic>
        <p:nvPicPr>
          <p:cNvPr id="71" name="Google Shape;71;p3"/>
          <p:cNvPicPr preferRelativeResize="0"/>
          <p:nvPr/>
        </p:nvPicPr>
        <p:blipFill rotWithShape="1">
          <a:blip r:embed="rId4">
            <a:alphaModFix/>
          </a:blip>
          <a:srcRect b="0" l="0" r="0" t="0"/>
          <a:stretch/>
        </p:blipFill>
        <p:spPr>
          <a:xfrm>
            <a:off x="1466849" y="5015299"/>
            <a:ext cx="171450" cy="171449"/>
          </a:xfrm>
          <a:prstGeom prst="rect">
            <a:avLst/>
          </a:prstGeom>
          <a:noFill/>
          <a:ln>
            <a:noFill/>
          </a:ln>
        </p:spPr>
      </p:pic>
      <p:pic>
        <p:nvPicPr>
          <p:cNvPr id="72" name="Google Shape;72;p3"/>
          <p:cNvPicPr preferRelativeResize="0"/>
          <p:nvPr/>
        </p:nvPicPr>
        <p:blipFill rotWithShape="1">
          <a:blip r:embed="rId5">
            <a:alphaModFix/>
          </a:blip>
          <a:srcRect b="0" l="0" r="0" t="0"/>
          <a:stretch/>
        </p:blipFill>
        <p:spPr>
          <a:xfrm>
            <a:off x="1466849" y="5662999"/>
            <a:ext cx="171450" cy="171449"/>
          </a:xfrm>
          <a:prstGeom prst="rect">
            <a:avLst/>
          </a:prstGeom>
          <a:noFill/>
          <a:ln>
            <a:noFill/>
          </a:ln>
        </p:spPr>
      </p:pic>
      <p:pic>
        <p:nvPicPr>
          <p:cNvPr id="73" name="Google Shape;73;p3"/>
          <p:cNvPicPr preferRelativeResize="0"/>
          <p:nvPr/>
        </p:nvPicPr>
        <p:blipFill rotWithShape="1">
          <a:blip r:embed="rId4">
            <a:alphaModFix/>
          </a:blip>
          <a:srcRect b="0" l="0" r="0" t="0"/>
          <a:stretch/>
        </p:blipFill>
        <p:spPr>
          <a:xfrm>
            <a:off x="1466849" y="6310698"/>
            <a:ext cx="171450" cy="171449"/>
          </a:xfrm>
          <a:prstGeom prst="rect">
            <a:avLst/>
          </a:prstGeom>
          <a:noFill/>
          <a:ln>
            <a:noFill/>
          </a:ln>
        </p:spPr>
      </p:pic>
      <p:pic>
        <p:nvPicPr>
          <p:cNvPr id="74" name="Google Shape;74;p3"/>
          <p:cNvPicPr preferRelativeResize="0"/>
          <p:nvPr/>
        </p:nvPicPr>
        <p:blipFill rotWithShape="1">
          <a:blip r:embed="rId4">
            <a:alphaModFix/>
          </a:blip>
          <a:srcRect b="0" l="0" r="0" t="0"/>
          <a:stretch/>
        </p:blipFill>
        <p:spPr>
          <a:xfrm>
            <a:off x="1466849" y="6958399"/>
            <a:ext cx="171450" cy="171449"/>
          </a:xfrm>
          <a:prstGeom prst="rect">
            <a:avLst/>
          </a:prstGeom>
          <a:noFill/>
          <a:ln>
            <a:noFill/>
          </a:ln>
        </p:spPr>
      </p:pic>
      <p:pic>
        <p:nvPicPr>
          <p:cNvPr id="75" name="Google Shape;75;p3"/>
          <p:cNvPicPr preferRelativeResize="0"/>
          <p:nvPr/>
        </p:nvPicPr>
        <p:blipFill rotWithShape="1">
          <a:blip r:embed="rId6">
            <a:alphaModFix/>
          </a:blip>
          <a:srcRect b="0" l="0" r="0" t="0"/>
          <a:stretch/>
        </p:blipFill>
        <p:spPr>
          <a:xfrm>
            <a:off x="1466849" y="7606099"/>
            <a:ext cx="171450" cy="171449"/>
          </a:xfrm>
          <a:prstGeom prst="rect">
            <a:avLst/>
          </a:prstGeom>
          <a:noFill/>
          <a:ln>
            <a:noFill/>
          </a:ln>
        </p:spPr>
      </p:pic>
      <p:sp>
        <p:nvSpPr>
          <p:cNvPr id="76" name="Google Shape;76;p3"/>
          <p:cNvSpPr txBox="1"/>
          <p:nvPr/>
        </p:nvSpPr>
        <p:spPr>
          <a:xfrm>
            <a:off x="1866850" y="3416763"/>
            <a:ext cx="7789545" cy="4559300"/>
          </a:xfrm>
          <a:prstGeom prst="rect">
            <a:avLst/>
          </a:prstGeom>
          <a:noFill/>
          <a:ln>
            <a:noFill/>
          </a:ln>
        </p:spPr>
        <p:txBody>
          <a:bodyPr anchorCtr="0" anchor="t" bIns="0" lIns="0" spcFirstLastPara="1" rIns="0" wrap="square" tIns="12700">
            <a:spAutoFit/>
          </a:bodyPr>
          <a:lstStyle/>
          <a:p>
            <a:pPr indent="0" lvl="0" marL="12700" marR="2095500" rtl="0" algn="l">
              <a:lnSpc>
                <a:spcPct val="107600"/>
              </a:lnSpc>
              <a:spcBef>
                <a:spcPts val="0"/>
              </a:spcBef>
              <a:spcAft>
                <a:spcPts val="0"/>
              </a:spcAft>
              <a:buNone/>
            </a:pPr>
            <a:r>
              <a:rPr lang="en-US" sz="3950">
                <a:solidFill>
                  <a:srgbClr val="181818"/>
                </a:solidFill>
                <a:latin typeface="Trebuchet MS"/>
                <a:ea typeface="Trebuchet MS"/>
                <a:cs typeface="Trebuchet MS"/>
                <a:sym typeface="Trebuchet MS"/>
              </a:rPr>
              <a:t>Un-ACKed connectionless  ACKed connectionless  ACKed connection oriented  Framing</a:t>
            </a:r>
            <a:endParaRPr sz="3950">
              <a:solidFill>
                <a:schemeClr val="dk1"/>
              </a:solidFill>
              <a:latin typeface="Trebuchet MS"/>
              <a:ea typeface="Trebuchet MS"/>
              <a:cs typeface="Trebuchet MS"/>
              <a:sym typeface="Trebuchet MS"/>
            </a:endParaRPr>
          </a:p>
          <a:p>
            <a:pPr indent="0" lvl="0" marL="12700" marR="5125720" rtl="0" algn="l">
              <a:lnSpc>
                <a:spcPct val="107600"/>
              </a:lnSpc>
              <a:spcBef>
                <a:spcPts val="0"/>
              </a:spcBef>
              <a:spcAft>
                <a:spcPts val="0"/>
              </a:spcAft>
              <a:buNone/>
            </a:pPr>
            <a:r>
              <a:rPr lang="en-US" sz="3950">
                <a:solidFill>
                  <a:srgbClr val="181818"/>
                </a:solidFill>
                <a:latin typeface="Trebuchet MS"/>
                <a:ea typeface="Trebuchet MS"/>
                <a:cs typeface="Trebuchet MS"/>
                <a:sym typeface="Trebuchet MS"/>
              </a:rPr>
              <a:t>Encoding  Error control</a:t>
            </a:r>
            <a:endParaRPr sz="3950">
              <a:solidFill>
                <a:schemeClr val="dk1"/>
              </a:solidFill>
              <a:latin typeface="Trebuchet MS"/>
              <a:ea typeface="Trebuchet MS"/>
              <a:cs typeface="Trebuchet MS"/>
              <a:sym typeface="Trebuchet MS"/>
            </a:endParaRPr>
          </a:p>
          <a:p>
            <a:pPr indent="0" lvl="0" marL="12700" marR="0" rtl="0" algn="l">
              <a:lnSpc>
                <a:spcPct val="100000"/>
              </a:lnSpc>
              <a:spcBef>
                <a:spcPts val="360"/>
              </a:spcBef>
              <a:spcAft>
                <a:spcPts val="0"/>
              </a:spcAft>
              <a:buNone/>
            </a:pPr>
            <a:r>
              <a:rPr lang="en-US" sz="3950">
                <a:solidFill>
                  <a:srgbClr val="181818"/>
                </a:solidFill>
                <a:latin typeface="Trebuchet MS"/>
                <a:ea typeface="Trebuchet MS"/>
                <a:cs typeface="Trebuchet MS"/>
                <a:sym typeface="Trebuchet MS"/>
              </a:rPr>
              <a:t>Flow control (vs. congestion control?)</a:t>
            </a:r>
            <a:endParaRPr sz="3950">
              <a:solidFill>
                <a:schemeClr val="dk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p:nvPr/>
        </p:nvSpPr>
        <p:spPr>
          <a:xfrm>
            <a:off x="3557251" y="2331577"/>
            <a:ext cx="6684009" cy="95250"/>
          </a:xfrm>
          <a:custGeom>
            <a:rect b="b" l="l" r="r" t="t"/>
            <a:pathLst>
              <a:path extrusionOk="0" h="95250" w="6684009">
                <a:moveTo>
                  <a:pt x="6683410" y="95249"/>
                </a:moveTo>
                <a:lnTo>
                  <a:pt x="0" y="95249"/>
                </a:lnTo>
                <a:lnTo>
                  <a:pt x="0" y="0"/>
                </a:lnTo>
                <a:lnTo>
                  <a:pt x="6683410" y="0"/>
                </a:lnTo>
                <a:lnTo>
                  <a:pt x="6683410"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4"/>
          <p:cNvSpPr/>
          <p:nvPr/>
        </p:nvSpPr>
        <p:spPr>
          <a:xfrm>
            <a:off x="10688521" y="2331577"/>
            <a:ext cx="1812289" cy="95250"/>
          </a:xfrm>
          <a:custGeom>
            <a:rect b="b" l="l" r="r" t="t"/>
            <a:pathLst>
              <a:path extrusionOk="0" h="95250" w="1812290">
                <a:moveTo>
                  <a:pt x="1811961" y="95249"/>
                </a:moveTo>
                <a:lnTo>
                  <a:pt x="0" y="95249"/>
                </a:lnTo>
                <a:lnTo>
                  <a:pt x="0" y="0"/>
                </a:lnTo>
                <a:lnTo>
                  <a:pt x="1811961" y="0"/>
                </a:lnTo>
                <a:lnTo>
                  <a:pt x="1811961"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4"/>
          <p:cNvSpPr txBox="1"/>
          <p:nvPr>
            <p:ph type="title"/>
          </p:nvPr>
        </p:nvSpPr>
        <p:spPr>
          <a:xfrm>
            <a:off x="3544551" y="1233122"/>
            <a:ext cx="8968740" cy="12598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100">
                <a:solidFill>
                  <a:srgbClr val="181818"/>
                </a:solidFill>
              </a:rPr>
              <a:t>DDL Sub Layers</a:t>
            </a:r>
            <a:endParaRPr sz="8100"/>
          </a:p>
        </p:txBody>
      </p:sp>
      <p:sp>
        <p:nvSpPr>
          <p:cNvPr id="84" name="Google Shape;84;p4"/>
          <p:cNvSpPr txBox="1"/>
          <p:nvPr/>
        </p:nvSpPr>
        <p:spPr>
          <a:xfrm>
            <a:off x="535098" y="3014991"/>
            <a:ext cx="12638405" cy="471043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3100">
                <a:solidFill>
                  <a:srgbClr val="181818"/>
                </a:solidFill>
                <a:latin typeface="Trebuchet MS"/>
                <a:ea typeface="Trebuchet MS"/>
                <a:cs typeface="Trebuchet MS"/>
                <a:sym typeface="Trebuchet MS"/>
              </a:rPr>
              <a:t>The data link layer is divided into two sublayers:</a:t>
            </a:r>
            <a:endParaRPr sz="3100">
              <a:solidFill>
                <a:schemeClr val="dk1"/>
              </a:solidFill>
              <a:latin typeface="Trebuchet MS"/>
              <a:ea typeface="Trebuchet MS"/>
              <a:cs typeface="Trebuchet MS"/>
              <a:sym typeface="Trebuchet MS"/>
            </a:endParaRPr>
          </a:p>
          <a:p>
            <a:pPr indent="0" lvl="0" marL="0" marR="0" rtl="0" algn="l">
              <a:lnSpc>
                <a:spcPct val="100000"/>
              </a:lnSpc>
              <a:spcBef>
                <a:spcPts val="45"/>
              </a:spcBef>
              <a:spcAft>
                <a:spcPts val="0"/>
              </a:spcAft>
              <a:buNone/>
            </a:pPr>
            <a:r>
              <a:t/>
            </a:r>
            <a:endParaRPr sz="3350">
              <a:solidFill>
                <a:schemeClr val="dk1"/>
              </a:solidFill>
              <a:latin typeface="Trebuchet MS"/>
              <a:ea typeface="Trebuchet MS"/>
              <a:cs typeface="Trebuchet MS"/>
              <a:sym typeface="Trebuchet MS"/>
            </a:endParaRPr>
          </a:p>
          <a:p>
            <a:pPr indent="-203198" lvl="0" marL="12700" marR="121920" rtl="0" algn="l">
              <a:lnSpc>
                <a:spcPct val="108000"/>
              </a:lnSpc>
              <a:spcBef>
                <a:spcPts val="0"/>
              </a:spcBef>
              <a:spcAft>
                <a:spcPts val="0"/>
              </a:spcAft>
              <a:buClr>
                <a:srgbClr val="181818"/>
              </a:buClr>
              <a:buSzPts val="3200"/>
              <a:buFont typeface="Lucida Sans"/>
              <a:buChar char="■"/>
            </a:pPr>
            <a:r>
              <a:rPr lang="en-US" sz="3300">
                <a:solidFill>
                  <a:srgbClr val="181818"/>
                </a:solidFill>
                <a:latin typeface="Trebuchet MS"/>
                <a:ea typeface="Trebuchet MS"/>
                <a:cs typeface="Trebuchet MS"/>
                <a:sym typeface="Trebuchet MS"/>
              </a:rPr>
              <a:t>Logical Link Control (LLC) sublayer provides the logic for the data link.  Thus, it controls the synchronization, flow control, and error checking  functions of the data link layer.</a:t>
            </a:r>
            <a:endParaRPr sz="3300">
              <a:solidFill>
                <a:schemeClr val="dk1"/>
              </a:solidFill>
              <a:latin typeface="Trebuchet MS"/>
              <a:ea typeface="Trebuchet MS"/>
              <a:cs typeface="Trebuchet MS"/>
              <a:sym typeface="Trebuchet MS"/>
            </a:endParaRPr>
          </a:p>
          <a:p>
            <a:pPr indent="0" lvl="0" marL="0" marR="0" rtl="0" algn="l">
              <a:lnSpc>
                <a:spcPct val="100000"/>
              </a:lnSpc>
              <a:spcBef>
                <a:spcPts val="25"/>
              </a:spcBef>
              <a:spcAft>
                <a:spcPts val="0"/>
              </a:spcAft>
              <a:buClr>
                <a:schemeClr val="dk1"/>
              </a:buClr>
              <a:buSzPts val="3450"/>
              <a:buFont typeface="Calibri"/>
              <a:buNone/>
            </a:pPr>
            <a:r>
              <a:t/>
            </a:r>
            <a:endParaRPr sz="3450">
              <a:solidFill>
                <a:schemeClr val="dk1"/>
              </a:solidFill>
              <a:latin typeface="Trebuchet MS"/>
              <a:ea typeface="Trebuchet MS"/>
              <a:cs typeface="Trebuchet MS"/>
              <a:sym typeface="Trebuchet MS"/>
            </a:endParaRPr>
          </a:p>
          <a:p>
            <a:pPr indent="-196850" lvl="0" marL="12700" marR="5080" rtl="0" algn="l">
              <a:lnSpc>
                <a:spcPct val="107400"/>
              </a:lnSpc>
              <a:spcBef>
                <a:spcPts val="0"/>
              </a:spcBef>
              <a:spcAft>
                <a:spcPts val="0"/>
              </a:spcAft>
              <a:buClr>
                <a:srgbClr val="181818"/>
              </a:buClr>
              <a:buSzPts val="3100"/>
              <a:buFont typeface="Lucida Sans"/>
              <a:buChar char="■"/>
            </a:pPr>
            <a:r>
              <a:rPr lang="en-US" sz="3200">
                <a:solidFill>
                  <a:srgbClr val="181818"/>
                </a:solidFill>
                <a:latin typeface="Trebuchet MS"/>
                <a:ea typeface="Trebuchet MS"/>
                <a:cs typeface="Trebuchet MS"/>
                <a:sym typeface="Trebuchet MS"/>
              </a:rPr>
              <a:t>Media Access Control (MAC) sublayer provides control for accessing the  transmission medium. Perform data link functions,that depend on medium  used.</a:t>
            </a:r>
            <a:endParaRPr sz="3200">
              <a:solidFill>
                <a:schemeClr val="dk1"/>
              </a:solidFill>
              <a:latin typeface="Trebuchet MS"/>
              <a:ea typeface="Trebuchet MS"/>
              <a:cs typeface="Trebuchet MS"/>
              <a:sym typeface="Trebuchet MS"/>
            </a:endParaRPr>
          </a:p>
        </p:txBody>
      </p:sp>
      <p:pic>
        <p:nvPicPr>
          <p:cNvPr id="85" name="Google Shape;85;p4"/>
          <p:cNvPicPr preferRelativeResize="0"/>
          <p:nvPr/>
        </p:nvPicPr>
        <p:blipFill rotWithShape="1">
          <a:blip r:embed="rId3">
            <a:alphaModFix/>
          </a:blip>
          <a:srcRect b="0" l="0" r="0" t="0"/>
          <a:stretch/>
        </p:blipFill>
        <p:spPr>
          <a:xfrm>
            <a:off x="13242653" y="2878065"/>
            <a:ext cx="5045346" cy="6381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p:nvPr/>
        </p:nvSpPr>
        <p:spPr>
          <a:xfrm>
            <a:off x="5255089" y="1745104"/>
            <a:ext cx="6142355" cy="95250"/>
          </a:xfrm>
          <a:custGeom>
            <a:rect b="b" l="l" r="r" t="t"/>
            <a:pathLst>
              <a:path extrusionOk="0" h="95250" w="6142355">
                <a:moveTo>
                  <a:pt x="6142136" y="95249"/>
                </a:moveTo>
                <a:lnTo>
                  <a:pt x="0" y="95249"/>
                </a:lnTo>
                <a:lnTo>
                  <a:pt x="0" y="0"/>
                </a:lnTo>
                <a:lnTo>
                  <a:pt x="6142136" y="0"/>
                </a:lnTo>
                <a:lnTo>
                  <a:pt x="6142136"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txBox="1"/>
          <p:nvPr>
            <p:ph type="title"/>
          </p:nvPr>
        </p:nvSpPr>
        <p:spPr>
          <a:xfrm>
            <a:off x="5242389" y="640935"/>
            <a:ext cx="6167755" cy="126682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8150">
                <a:solidFill>
                  <a:srgbClr val="181818"/>
                </a:solidFill>
              </a:rPr>
              <a:t>IEEE 802.2</a:t>
            </a:r>
            <a:endParaRPr sz="8150"/>
          </a:p>
        </p:txBody>
      </p:sp>
      <p:pic>
        <p:nvPicPr>
          <p:cNvPr id="92" name="Google Shape;92;p5"/>
          <p:cNvPicPr preferRelativeResize="0"/>
          <p:nvPr/>
        </p:nvPicPr>
        <p:blipFill rotWithShape="1">
          <a:blip r:embed="rId3">
            <a:alphaModFix/>
          </a:blip>
          <a:srcRect b="0" l="0" r="0" t="0"/>
          <a:stretch/>
        </p:blipFill>
        <p:spPr>
          <a:xfrm>
            <a:off x="2031323" y="2641818"/>
            <a:ext cx="142875" cy="142874"/>
          </a:xfrm>
          <a:prstGeom prst="rect">
            <a:avLst/>
          </a:prstGeom>
          <a:noFill/>
          <a:ln>
            <a:noFill/>
          </a:ln>
        </p:spPr>
      </p:pic>
      <p:pic>
        <p:nvPicPr>
          <p:cNvPr id="93" name="Google Shape;93;p5"/>
          <p:cNvPicPr preferRelativeResize="0"/>
          <p:nvPr/>
        </p:nvPicPr>
        <p:blipFill rotWithShape="1">
          <a:blip r:embed="rId3">
            <a:alphaModFix/>
          </a:blip>
          <a:srcRect b="0" l="0" r="0" t="0"/>
          <a:stretch/>
        </p:blipFill>
        <p:spPr>
          <a:xfrm>
            <a:off x="2031323" y="5842217"/>
            <a:ext cx="142875" cy="142874"/>
          </a:xfrm>
          <a:prstGeom prst="rect">
            <a:avLst/>
          </a:prstGeom>
          <a:noFill/>
          <a:ln>
            <a:noFill/>
          </a:ln>
        </p:spPr>
      </p:pic>
      <p:pic>
        <p:nvPicPr>
          <p:cNvPr id="94" name="Google Shape;94;p5"/>
          <p:cNvPicPr preferRelativeResize="0"/>
          <p:nvPr/>
        </p:nvPicPr>
        <p:blipFill rotWithShape="1">
          <a:blip r:embed="rId3">
            <a:alphaModFix/>
          </a:blip>
          <a:srcRect b="0" l="0" r="0" t="0"/>
          <a:stretch/>
        </p:blipFill>
        <p:spPr>
          <a:xfrm>
            <a:off x="2031323" y="7975818"/>
            <a:ext cx="142875" cy="142874"/>
          </a:xfrm>
          <a:prstGeom prst="rect">
            <a:avLst/>
          </a:prstGeom>
          <a:noFill/>
          <a:ln>
            <a:noFill/>
          </a:ln>
        </p:spPr>
      </p:pic>
      <p:sp>
        <p:nvSpPr>
          <p:cNvPr id="95" name="Google Shape;95;p5"/>
          <p:cNvSpPr txBox="1"/>
          <p:nvPr/>
        </p:nvSpPr>
        <p:spPr>
          <a:xfrm>
            <a:off x="2365541" y="2387544"/>
            <a:ext cx="12543790" cy="6426200"/>
          </a:xfrm>
          <a:prstGeom prst="rect">
            <a:avLst/>
          </a:prstGeom>
          <a:noFill/>
          <a:ln>
            <a:noFill/>
          </a:ln>
        </p:spPr>
        <p:txBody>
          <a:bodyPr anchorCtr="0" anchor="t" bIns="0" lIns="0" spcFirstLastPara="1" rIns="0" wrap="square" tIns="11425">
            <a:spAutoFit/>
          </a:bodyPr>
          <a:lstStyle/>
          <a:p>
            <a:pPr indent="0" lvl="0" marL="12700" marR="5080" rtl="0" algn="l">
              <a:lnSpc>
                <a:spcPct val="109400"/>
              </a:lnSpc>
              <a:spcBef>
                <a:spcPts val="0"/>
              </a:spcBef>
              <a:spcAft>
                <a:spcPts val="0"/>
              </a:spcAft>
              <a:buNone/>
            </a:pPr>
            <a:r>
              <a:rPr lang="en-US" sz="3200">
                <a:solidFill>
                  <a:srgbClr val="181818"/>
                </a:solidFill>
                <a:latin typeface="Trebuchet MS"/>
                <a:ea typeface="Trebuchet MS"/>
                <a:cs typeface="Trebuchet MS"/>
                <a:sym typeface="Trebuchet MS"/>
              </a:rPr>
              <a:t>The IEEE 802.2 standards for Logical Link Control define a programming  interface between that part of the communications software that controls  the network interface card (the Media Access Control and Physical  Medium Dependent components) and the overlying protocol stack (IP,  NetBIOS, NetWare, etc.).</a:t>
            </a:r>
            <a:endParaRPr sz="3200">
              <a:solidFill>
                <a:schemeClr val="dk1"/>
              </a:solidFill>
              <a:latin typeface="Trebuchet MS"/>
              <a:ea typeface="Trebuchet MS"/>
              <a:cs typeface="Trebuchet MS"/>
              <a:sym typeface="Trebuchet MS"/>
            </a:endParaRPr>
          </a:p>
          <a:p>
            <a:pPr indent="0" lvl="0" marL="0" marR="0" rtl="0" algn="l">
              <a:lnSpc>
                <a:spcPct val="100000"/>
              </a:lnSpc>
              <a:spcBef>
                <a:spcPts val="20"/>
              </a:spcBef>
              <a:spcAft>
                <a:spcPts val="0"/>
              </a:spcAft>
              <a:buNone/>
            </a:pPr>
            <a:r>
              <a:t/>
            </a:r>
            <a:endParaRPr sz="3600">
              <a:solidFill>
                <a:schemeClr val="dk1"/>
              </a:solidFill>
              <a:latin typeface="Trebuchet MS"/>
              <a:ea typeface="Trebuchet MS"/>
              <a:cs typeface="Trebuchet MS"/>
              <a:sym typeface="Trebuchet MS"/>
            </a:endParaRPr>
          </a:p>
          <a:p>
            <a:pPr indent="0" lvl="0" marL="12700" marR="236220" rtl="0" algn="l">
              <a:lnSpc>
                <a:spcPct val="109400"/>
              </a:lnSpc>
              <a:spcBef>
                <a:spcPts val="0"/>
              </a:spcBef>
              <a:spcAft>
                <a:spcPts val="0"/>
              </a:spcAft>
              <a:buNone/>
            </a:pPr>
            <a:r>
              <a:rPr b="1" lang="en-US" sz="3200">
                <a:solidFill>
                  <a:srgbClr val="181818"/>
                </a:solidFill>
                <a:latin typeface="Trebuchet MS"/>
                <a:ea typeface="Trebuchet MS"/>
                <a:cs typeface="Trebuchet MS"/>
                <a:sym typeface="Trebuchet MS"/>
              </a:rPr>
              <a:t>The connection between the network interface card and the rest of the  communications system is through a structure called a Service Access  Point .</a:t>
            </a:r>
            <a:endParaRPr sz="3200">
              <a:solidFill>
                <a:schemeClr val="dk1"/>
              </a:solidFill>
              <a:latin typeface="Trebuchet MS"/>
              <a:ea typeface="Trebuchet MS"/>
              <a:cs typeface="Trebuchet MS"/>
              <a:sym typeface="Trebuchet MS"/>
            </a:endParaRPr>
          </a:p>
          <a:p>
            <a:pPr indent="0" lvl="0" marL="0" marR="0" rtl="0" algn="l">
              <a:lnSpc>
                <a:spcPct val="100000"/>
              </a:lnSpc>
              <a:spcBef>
                <a:spcPts val="15"/>
              </a:spcBef>
              <a:spcAft>
                <a:spcPts val="0"/>
              </a:spcAft>
              <a:buNone/>
            </a:pPr>
            <a:r>
              <a:t/>
            </a:r>
            <a:endParaRPr sz="3600">
              <a:solidFill>
                <a:schemeClr val="dk1"/>
              </a:solidFill>
              <a:latin typeface="Trebuchet MS"/>
              <a:ea typeface="Trebuchet MS"/>
              <a:cs typeface="Trebuchet MS"/>
              <a:sym typeface="Trebuchet MS"/>
            </a:endParaRPr>
          </a:p>
          <a:p>
            <a:pPr indent="0" lvl="0" marL="12700" marR="126364" rtl="0" algn="l">
              <a:lnSpc>
                <a:spcPct val="109400"/>
              </a:lnSpc>
              <a:spcBef>
                <a:spcPts val="5"/>
              </a:spcBef>
              <a:spcAft>
                <a:spcPts val="0"/>
              </a:spcAft>
              <a:buNone/>
            </a:pPr>
            <a:r>
              <a:rPr lang="en-US" sz="3200">
                <a:solidFill>
                  <a:srgbClr val="181818"/>
                </a:solidFill>
                <a:latin typeface="Trebuchet MS"/>
                <a:ea typeface="Trebuchet MS"/>
                <a:cs typeface="Trebuchet MS"/>
                <a:sym typeface="Trebuchet MS"/>
              </a:rPr>
              <a:t>The SAP differentiates between communications protocols; there’s a SAP  for NetBIOS, another for SNA, another for NetWare, and so on.</a:t>
            </a:r>
            <a:endParaRPr sz="320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p:nvPr/>
        </p:nvSpPr>
        <p:spPr>
          <a:xfrm>
            <a:off x="3640658" y="2066925"/>
            <a:ext cx="6753225" cy="95250"/>
          </a:xfrm>
          <a:custGeom>
            <a:rect b="b" l="l" r="r" t="t"/>
            <a:pathLst>
              <a:path extrusionOk="0" h="95250" w="6753225">
                <a:moveTo>
                  <a:pt x="6752845" y="95249"/>
                </a:moveTo>
                <a:lnTo>
                  <a:pt x="0" y="95249"/>
                </a:lnTo>
                <a:lnTo>
                  <a:pt x="0" y="0"/>
                </a:lnTo>
                <a:lnTo>
                  <a:pt x="6752845" y="0"/>
                </a:lnTo>
                <a:lnTo>
                  <a:pt x="6752845"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11153930" y="2066925"/>
            <a:ext cx="2681605" cy="95250"/>
          </a:xfrm>
          <a:custGeom>
            <a:rect b="b" l="l" r="r" t="t"/>
            <a:pathLst>
              <a:path extrusionOk="0" h="95250" w="2681605">
                <a:moveTo>
                  <a:pt x="2681008" y="95249"/>
                </a:moveTo>
                <a:lnTo>
                  <a:pt x="0" y="95249"/>
                </a:lnTo>
                <a:lnTo>
                  <a:pt x="0" y="0"/>
                </a:lnTo>
                <a:lnTo>
                  <a:pt x="2681008" y="0"/>
                </a:lnTo>
                <a:lnTo>
                  <a:pt x="2681008" y="95249"/>
                </a:lnTo>
                <a:close/>
              </a:path>
            </a:pathLst>
          </a:custGeom>
          <a:solidFill>
            <a:srgbClr val="18181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txBox="1"/>
          <p:nvPr>
            <p:ph type="title"/>
          </p:nvPr>
        </p:nvSpPr>
        <p:spPr>
          <a:xfrm>
            <a:off x="3627958" y="964088"/>
            <a:ext cx="10220325" cy="126555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US" sz="8100">
                <a:solidFill>
                  <a:srgbClr val="181818"/>
                </a:solidFill>
              </a:rPr>
              <a:t>Protocol Diagrams</a:t>
            </a:r>
            <a:endParaRPr sz="8100"/>
          </a:p>
        </p:txBody>
      </p:sp>
      <p:sp>
        <p:nvSpPr>
          <p:cNvPr id="103" name="Google Shape;103;p6"/>
          <p:cNvSpPr txBox="1"/>
          <p:nvPr/>
        </p:nvSpPr>
        <p:spPr>
          <a:xfrm>
            <a:off x="1155328" y="3000888"/>
            <a:ext cx="11369675" cy="3906520"/>
          </a:xfrm>
          <a:prstGeom prst="rect">
            <a:avLst/>
          </a:prstGeom>
          <a:noFill/>
          <a:ln>
            <a:noFill/>
          </a:ln>
        </p:spPr>
        <p:txBody>
          <a:bodyPr anchorCtr="0" anchor="t" bIns="0" lIns="0" spcFirstLastPara="1" rIns="0" wrap="square" tIns="99675">
            <a:spAutoFit/>
          </a:bodyPr>
          <a:lstStyle/>
          <a:p>
            <a:pPr indent="0" lvl="0" marL="12700" marR="1059180" rtl="0" algn="l">
              <a:lnSpc>
                <a:spcPct val="107311"/>
              </a:lnSpc>
              <a:spcBef>
                <a:spcPts val="0"/>
              </a:spcBef>
              <a:spcAft>
                <a:spcPts val="0"/>
              </a:spcAft>
              <a:buNone/>
            </a:pPr>
            <a:r>
              <a:rPr lang="en-US" sz="4650">
                <a:solidFill>
                  <a:srgbClr val="181818"/>
                </a:solidFill>
                <a:latin typeface="Trebuchet MS"/>
                <a:ea typeface="Trebuchet MS"/>
                <a:cs typeface="Trebuchet MS"/>
                <a:sym typeface="Trebuchet MS"/>
              </a:rPr>
              <a:t>The 802.2 LLC protocols use three message  types —</a:t>
            </a:r>
            <a:endParaRPr sz="4650">
              <a:solidFill>
                <a:schemeClr val="dk1"/>
              </a:solidFill>
              <a:latin typeface="Trebuchet MS"/>
              <a:ea typeface="Trebuchet MS"/>
              <a:cs typeface="Trebuchet MS"/>
              <a:sym typeface="Trebuchet MS"/>
            </a:endParaRPr>
          </a:p>
          <a:p>
            <a:pPr indent="-356869" lvl="0" marL="368935" marR="0" rtl="0" algn="l">
              <a:lnSpc>
                <a:spcPct val="99462"/>
              </a:lnSpc>
              <a:spcBef>
                <a:spcPts val="0"/>
              </a:spcBef>
              <a:spcAft>
                <a:spcPts val="0"/>
              </a:spcAft>
              <a:buClr>
                <a:srgbClr val="181818"/>
              </a:buClr>
              <a:buSzPts val="4650"/>
              <a:buFont typeface="Trebuchet MS"/>
              <a:buChar char="•"/>
            </a:pPr>
            <a:r>
              <a:rPr lang="en-US" sz="4650">
                <a:solidFill>
                  <a:srgbClr val="181818"/>
                </a:solidFill>
                <a:latin typeface="Trebuchet MS"/>
                <a:ea typeface="Trebuchet MS"/>
                <a:cs typeface="Trebuchet MS"/>
                <a:sym typeface="Trebuchet MS"/>
              </a:rPr>
              <a:t>A Request is passed down to request a service</a:t>
            </a:r>
            <a:endParaRPr sz="4650">
              <a:solidFill>
                <a:schemeClr val="dk1"/>
              </a:solidFill>
              <a:latin typeface="Trebuchet MS"/>
              <a:ea typeface="Trebuchet MS"/>
              <a:cs typeface="Trebuchet MS"/>
              <a:sym typeface="Trebuchet MS"/>
            </a:endParaRPr>
          </a:p>
          <a:p>
            <a:pPr indent="-295275" lvl="0" marL="12700" marR="5080" rtl="0" algn="l">
              <a:lnSpc>
                <a:spcPct val="107311"/>
              </a:lnSpc>
              <a:spcBef>
                <a:spcPts val="360"/>
              </a:spcBef>
              <a:spcAft>
                <a:spcPts val="0"/>
              </a:spcAft>
              <a:buClr>
                <a:srgbClr val="181818"/>
              </a:buClr>
              <a:buSzPts val="4650"/>
              <a:buFont typeface="Trebuchet MS"/>
              <a:buChar char="•"/>
            </a:pPr>
            <a:r>
              <a:rPr lang="en-US" sz="4650">
                <a:solidFill>
                  <a:srgbClr val="181818"/>
                </a:solidFill>
                <a:latin typeface="Trebuchet MS"/>
                <a:ea typeface="Trebuchet MS"/>
                <a:cs typeface="Trebuchet MS"/>
                <a:sym typeface="Trebuchet MS"/>
              </a:rPr>
              <a:t>The Request appears at the “peer” service user  as an Indication</a:t>
            </a:r>
            <a:endParaRPr sz="4650">
              <a:solidFill>
                <a:schemeClr val="dk1"/>
              </a:solidFill>
              <a:latin typeface="Trebuchet MS"/>
              <a:ea typeface="Trebuchet MS"/>
              <a:cs typeface="Trebuchet MS"/>
              <a:sym typeface="Trebuchet MS"/>
            </a:endParaRPr>
          </a:p>
          <a:p>
            <a:pPr indent="-356869" lvl="0" marL="368935" marR="0" rtl="0" algn="l">
              <a:lnSpc>
                <a:spcPct val="105806"/>
              </a:lnSpc>
              <a:spcBef>
                <a:spcPts val="0"/>
              </a:spcBef>
              <a:spcAft>
                <a:spcPts val="0"/>
              </a:spcAft>
              <a:buClr>
                <a:srgbClr val="181818"/>
              </a:buClr>
              <a:buSzPts val="4650"/>
              <a:buFont typeface="Trebuchet MS"/>
              <a:buChar char="•"/>
            </a:pPr>
            <a:r>
              <a:rPr lang="en-US" sz="4650">
                <a:solidFill>
                  <a:srgbClr val="181818"/>
                </a:solidFill>
                <a:latin typeface="Trebuchet MS"/>
                <a:ea typeface="Trebuchet MS"/>
                <a:cs typeface="Trebuchet MS"/>
                <a:sym typeface="Trebuchet MS"/>
              </a:rPr>
              <a:t>A confirmation is returned to the requester.</a:t>
            </a:r>
            <a:endParaRPr sz="4650">
              <a:solidFill>
                <a:schemeClr val="dk1"/>
              </a:solidFill>
              <a:latin typeface="Trebuchet MS"/>
              <a:ea typeface="Trebuchet MS"/>
              <a:cs typeface="Trebuchet MS"/>
              <a:sym typeface="Trebuchet MS"/>
            </a:endParaRPr>
          </a:p>
        </p:txBody>
      </p:sp>
      <p:pic>
        <p:nvPicPr>
          <p:cNvPr id="104" name="Google Shape;104;p6"/>
          <p:cNvPicPr preferRelativeResize="0"/>
          <p:nvPr/>
        </p:nvPicPr>
        <p:blipFill rotWithShape="1">
          <a:blip r:embed="rId3">
            <a:alphaModFix/>
          </a:blip>
          <a:srcRect b="0" l="0" r="0" t="0"/>
          <a:stretch/>
        </p:blipFill>
        <p:spPr>
          <a:xfrm>
            <a:off x="11997067" y="3465400"/>
            <a:ext cx="5678470" cy="52101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7"/>
          <p:cNvSpPr/>
          <p:nvPr/>
        </p:nvSpPr>
        <p:spPr>
          <a:xfrm>
            <a:off x="1244944" y="1873531"/>
            <a:ext cx="1375410" cy="95250"/>
          </a:xfrm>
          <a:custGeom>
            <a:rect b="b" l="l" r="r" t="t"/>
            <a:pathLst>
              <a:path extrusionOk="0" h="95250" w="1375410">
                <a:moveTo>
                  <a:pt x="1375341" y="95249"/>
                </a:moveTo>
                <a:lnTo>
                  <a:pt x="0" y="95249"/>
                </a:lnTo>
                <a:lnTo>
                  <a:pt x="0" y="0"/>
                </a:lnTo>
                <a:lnTo>
                  <a:pt x="1375341" y="0"/>
                </a:lnTo>
                <a:lnTo>
                  <a:pt x="1375341" y="952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7"/>
          <p:cNvSpPr/>
          <p:nvPr/>
        </p:nvSpPr>
        <p:spPr>
          <a:xfrm>
            <a:off x="3377551" y="1873531"/>
            <a:ext cx="14147800" cy="95250"/>
          </a:xfrm>
          <a:custGeom>
            <a:rect b="b" l="l" r="r" t="t"/>
            <a:pathLst>
              <a:path extrusionOk="0" h="95250" w="14147800">
                <a:moveTo>
                  <a:pt x="14147551" y="95249"/>
                </a:moveTo>
                <a:lnTo>
                  <a:pt x="0" y="95249"/>
                </a:lnTo>
                <a:lnTo>
                  <a:pt x="0" y="0"/>
                </a:lnTo>
                <a:lnTo>
                  <a:pt x="14147551" y="0"/>
                </a:lnTo>
                <a:lnTo>
                  <a:pt x="14147551" y="952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7"/>
          <p:cNvSpPr txBox="1"/>
          <p:nvPr>
            <p:ph type="title"/>
          </p:nvPr>
        </p:nvSpPr>
        <p:spPr>
          <a:xfrm>
            <a:off x="1232244" y="774981"/>
            <a:ext cx="16306165" cy="12598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100"/>
              <a:t>Logical Link Control-Services</a:t>
            </a:r>
            <a:endParaRPr sz="8100"/>
          </a:p>
        </p:txBody>
      </p:sp>
      <p:sp>
        <p:nvSpPr>
          <p:cNvPr id="112" name="Google Shape;112;p7"/>
          <p:cNvSpPr txBox="1"/>
          <p:nvPr>
            <p:ph idx="1" type="body"/>
          </p:nvPr>
        </p:nvSpPr>
        <p:spPr>
          <a:xfrm>
            <a:off x="597994" y="2953850"/>
            <a:ext cx="17092010" cy="6406515"/>
          </a:xfrm>
          <a:prstGeom prst="rect">
            <a:avLst/>
          </a:prstGeom>
          <a:noFill/>
          <a:ln>
            <a:noFill/>
          </a:ln>
        </p:spPr>
        <p:txBody>
          <a:bodyPr anchorCtr="0" anchor="t" bIns="0" lIns="0" spcFirstLastPara="1" rIns="0" wrap="square" tIns="17775">
            <a:spAutoFit/>
          </a:bodyPr>
          <a:lstStyle/>
          <a:p>
            <a:pPr indent="0" lvl="0" marL="1225550" rtl="0" algn="l">
              <a:lnSpc>
                <a:spcPct val="100000"/>
              </a:lnSpc>
              <a:spcBef>
                <a:spcPts val="0"/>
              </a:spcBef>
              <a:spcAft>
                <a:spcPts val="0"/>
              </a:spcAft>
              <a:buNone/>
            </a:pPr>
            <a:r>
              <a:rPr lang="en-US"/>
              <a:t>The Logical Link Control(LLC) has several service types</a:t>
            </a:r>
            <a:endParaRPr/>
          </a:p>
          <a:p>
            <a:pPr indent="-2621915" lvl="0" marL="3868420" marR="1247140" rtl="0" algn="l">
              <a:lnSpc>
                <a:spcPct val="117100"/>
              </a:lnSpc>
              <a:spcBef>
                <a:spcPts val="5500"/>
              </a:spcBef>
              <a:spcAft>
                <a:spcPts val="0"/>
              </a:spcAft>
              <a:buNone/>
            </a:pPr>
            <a:r>
              <a:rPr lang="en-US" sz="3950"/>
              <a:t>Service type 1,	</a:t>
            </a:r>
            <a:r>
              <a:rPr b="0" lang="en-US" sz="3950">
                <a:latin typeface="Verdana"/>
                <a:ea typeface="Verdana"/>
                <a:cs typeface="Verdana"/>
                <a:sym typeface="Verdana"/>
              </a:rPr>
              <a:t>is a connectionless service with no establishment of a  connection, and an unacknowledged delivery.</a:t>
            </a:r>
            <a:endParaRPr sz="3950">
              <a:latin typeface="Verdana"/>
              <a:ea typeface="Verdana"/>
              <a:cs typeface="Verdana"/>
              <a:sym typeface="Verdana"/>
            </a:endParaRPr>
          </a:p>
          <a:p>
            <a:pPr indent="0" lvl="0" marL="1143635" rtl="0" algn="l">
              <a:lnSpc>
                <a:spcPct val="100000"/>
              </a:lnSpc>
              <a:spcBef>
                <a:spcPts val="0"/>
              </a:spcBef>
              <a:spcAft>
                <a:spcPts val="0"/>
              </a:spcAft>
              <a:buNone/>
            </a:pPr>
            <a:r>
              <a:t/>
            </a:r>
            <a:endParaRPr sz="5150">
              <a:latin typeface="Verdana"/>
              <a:ea typeface="Verdana"/>
              <a:cs typeface="Verdana"/>
              <a:sym typeface="Verdana"/>
            </a:endParaRPr>
          </a:p>
          <a:p>
            <a:pPr indent="0" lvl="0" marL="1156335" rtl="0" algn="l">
              <a:lnSpc>
                <a:spcPct val="100000"/>
              </a:lnSpc>
              <a:spcBef>
                <a:spcPts val="0"/>
              </a:spcBef>
              <a:spcAft>
                <a:spcPts val="0"/>
              </a:spcAft>
              <a:buNone/>
            </a:pPr>
            <a:r>
              <a:rPr lang="en-US" sz="4050"/>
              <a:t>Service type 2,</a:t>
            </a:r>
            <a:r>
              <a:rPr b="0" lang="en-US" sz="4050">
                <a:latin typeface="Verdana"/>
                <a:ea typeface="Verdana"/>
                <a:cs typeface="Verdana"/>
                <a:sym typeface="Verdana"/>
              </a:rPr>
              <a:t>is a connection logical service with an acknowledgement of</a:t>
            </a:r>
            <a:endParaRPr sz="4050">
              <a:latin typeface="Verdana"/>
              <a:ea typeface="Verdana"/>
              <a:cs typeface="Verdana"/>
              <a:sym typeface="Verdana"/>
            </a:endParaRPr>
          </a:p>
          <a:p>
            <a:pPr indent="0" lvl="0" marL="1143000" marR="1143635" rtl="0" algn="ctr">
              <a:lnSpc>
                <a:spcPct val="100000"/>
              </a:lnSpc>
              <a:spcBef>
                <a:spcPts val="840"/>
              </a:spcBef>
              <a:spcAft>
                <a:spcPts val="0"/>
              </a:spcAft>
              <a:buNone/>
            </a:pPr>
            <a:r>
              <a:rPr b="0" lang="en-US" sz="4050">
                <a:latin typeface="Verdana"/>
                <a:ea typeface="Verdana"/>
                <a:cs typeface="Verdana"/>
                <a:sym typeface="Verdana"/>
              </a:rPr>
              <a:t>delivery.</a:t>
            </a:r>
            <a:endParaRPr sz="4050">
              <a:latin typeface="Verdana"/>
              <a:ea typeface="Verdana"/>
              <a:cs typeface="Verdana"/>
              <a:sym typeface="Verdana"/>
            </a:endParaRPr>
          </a:p>
          <a:p>
            <a:pPr indent="0" lvl="0" marL="1143635" rtl="0" algn="l">
              <a:lnSpc>
                <a:spcPct val="100000"/>
              </a:lnSpc>
              <a:spcBef>
                <a:spcPts val="25"/>
              </a:spcBef>
              <a:spcAft>
                <a:spcPts val="0"/>
              </a:spcAft>
              <a:buNone/>
            </a:pPr>
            <a:r>
              <a:t/>
            </a:r>
            <a:endParaRPr sz="5050">
              <a:latin typeface="Verdana"/>
              <a:ea typeface="Verdana"/>
              <a:cs typeface="Verdana"/>
              <a:sym typeface="Verdana"/>
            </a:endParaRPr>
          </a:p>
          <a:p>
            <a:pPr indent="0" lvl="0" marL="1288415" rtl="0" algn="l">
              <a:lnSpc>
                <a:spcPct val="100000"/>
              </a:lnSpc>
              <a:spcBef>
                <a:spcPts val="0"/>
              </a:spcBef>
              <a:spcAft>
                <a:spcPts val="0"/>
              </a:spcAft>
              <a:buNone/>
            </a:pPr>
            <a:r>
              <a:rPr lang="en-US" sz="3900"/>
              <a:t>Service type 3,</a:t>
            </a:r>
            <a:r>
              <a:rPr b="0" lang="en-US" sz="3900">
                <a:latin typeface="Verdana"/>
                <a:ea typeface="Verdana"/>
                <a:cs typeface="Verdana"/>
                <a:sym typeface="Verdana"/>
              </a:rPr>
              <a:t>is a connectionless service with an acknowlegment of delivery.</a:t>
            </a:r>
            <a:endParaRPr sz="3900">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8"/>
          <p:cNvPicPr preferRelativeResize="0"/>
          <p:nvPr/>
        </p:nvPicPr>
        <p:blipFill rotWithShape="1">
          <a:blip r:embed="rId3">
            <a:alphaModFix/>
          </a:blip>
          <a:srcRect b="0" l="0" r="0" t="0"/>
          <a:stretch/>
        </p:blipFill>
        <p:spPr>
          <a:xfrm>
            <a:off x="2854390" y="1213801"/>
            <a:ext cx="12887324" cy="83724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 name="Shape 121"/>
        <p:cNvGrpSpPr/>
        <p:nvPr/>
      </p:nvGrpSpPr>
      <p:grpSpPr>
        <a:xfrm>
          <a:off x="0" y="0"/>
          <a:ext cx="0" cy="0"/>
          <a:chOff x="0" y="0"/>
          <a:chExt cx="0" cy="0"/>
        </a:xfrm>
      </p:grpSpPr>
      <p:sp>
        <p:nvSpPr>
          <p:cNvPr id="122" name="Google Shape;122;p9"/>
          <p:cNvSpPr/>
          <p:nvPr/>
        </p:nvSpPr>
        <p:spPr>
          <a:xfrm>
            <a:off x="5065406" y="1247775"/>
            <a:ext cx="7671434" cy="47625"/>
          </a:xfrm>
          <a:custGeom>
            <a:rect b="b" l="l" r="r" t="t"/>
            <a:pathLst>
              <a:path extrusionOk="0" h="47625" w="7671434">
                <a:moveTo>
                  <a:pt x="7671323" y="47624"/>
                </a:moveTo>
                <a:lnTo>
                  <a:pt x="0" y="47624"/>
                </a:lnTo>
                <a:lnTo>
                  <a:pt x="0" y="0"/>
                </a:lnTo>
                <a:lnTo>
                  <a:pt x="7671323" y="0"/>
                </a:lnTo>
                <a:lnTo>
                  <a:pt x="7671323" y="476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9"/>
          <p:cNvSpPr txBox="1"/>
          <p:nvPr>
            <p:ph type="title"/>
          </p:nvPr>
        </p:nvSpPr>
        <p:spPr>
          <a:xfrm>
            <a:off x="594687" y="647668"/>
            <a:ext cx="12155170" cy="6965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u="sng"/>
              <a:t>Unacknowled</a:t>
            </a:r>
            <a:r>
              <a:rPr lang="en-US" sz="4400"/>
              <a:t>ged Connectionless Service</a:t>
            </a:r>
            <a:endParaRPr sz="4400"/>
          </a:p>
        </p:txBody>
      </p:sp>
      <p:pic>
        <p:nvPicPr>
          <p:cNvPr id="124" name="Google Shape;124;p9"/>
          <p:cNvPicPr preferRelativeResize="0"/>
          <p:nvPr/>
        </p:nvPicPr>
        <p:blipFill rotWithShape="1">
          <a:blip r:embed="rId3">
            <a:alphaModFix/>
          </a:blip>
          <a:srcRect b="0" l="0" r="0" t="0"/>
          <a:stretch/>
        </p:blipFill>
        <p:spPr>
          <a:xfrm>
            <a:off x="996275" y="2043427"/>
            <a:ext cx="142875" cy="142874"/>
          </a:xfrm>
          <a:prstGeom prst="rect">
            <a:avLst/>
          </a:prstGeom>
          <a:noFill/>
          <a:ln>
            <a:noFill/>
          </a:ln>
        </p:spPr>
      </p:pic>
      <p:pic>
        <p:nvPicPr>
          <p:cNvPr id="125" name="Google Shape;125;p9"/>
          <p:cNvPicPr preferRelativeResize="0"/>
          <p:nvPr/>
        </p:nvPicPr>
        <p:blipFill rotWithShape="1">
          <a:blip r:embed="rId3">
            <a:alphaModFix/>
          </a:blip>
          <a:srcRect b="0" l="0" r="0" t="0"/>
          <a:stretch/>
        </p:blipFill>
        <p:spPr>
          <a:xfrm>
            <a:off x="996275" y="3243577"/>
            <a:ext cx="142875" cy="142874"/>
          </a:xfrm>
          <a:prstGeom prst="rect">
            <a:avLst/>
          </a:prstGeom>
          <a:noFill/>
          <a:ln>
            <a:noFill/>
          </a:ln>
        </p:spPr>
      </p:pic>
      <p:sp>
        <p:nvSpPr>
          <p:cNvPr id="126" name="Google Shape;126;p9"/>
          <p:cNvSpPr/>
          <p:nvPr/>
        </p:nvSpPr>
        <p:spPr>
          <a:xfrm>
            <a:off x="4413941" y="5267768"/>
            <a:ext cx="7671434" cy="47625"/>
          </a:xfrm>
          <a:custGeom>
            <a:rect b="b" l="l" r="r" t="t"/>
            <a:pathLst>
              <a:path extrusionOk="0" h="47625" w="7671434">
                <a:moveTo>
                  <a:pt x="7671247" y="47624"/>
                </a:moveTo>
                <a:lnTo>
                  <a:pt x="0" y="47624"/>
                </a:lnTo>
                <a:lnTo>
                  <a:pt x="0" y="0"/>
                </a:lnTo>
                <a:lnTo>
                  <a:pt x="7671247" y="0"/>
                </a:lnTo>
                <a:lnTo>
                  <a:pt x="7671247" y="476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708665" y="6319518"/>
            <a:ext cx="142875" cy="142874"/>
          </a:xfrm>
          <a:prstGeom prst="rect">
            <a:avLst/>
          </a:prstGeom>
          <a:noFill/>
          <a:ln>
            <a:noFill/>
          </a:ln>
        </p:spPr>
      </p:pic>
      <p:pic>
        <p:nvPicPr>
          <p:cNvPr id="128" name="Google Shape;128;p9"/>
          <p:cNvPicPr preferRelativeResize="0"/>
          <p:nvPr/>
        </p:nvPicPr>
        <p:blipFill rotWithShape="1">
          <a:blip r:embed="rId3">
            <a:alphaModFix/>
          </a:blip>
          <a:srcRect b="0" l="0" r="0" t="0"/>
          <a:stretch/>
        </p:blipFill>
        <p:spPr>
          <a:xfrm>
            <a:off x="708665" y="7519668"/>
            <a:ext cx="142875" cy="142874"/>
          </a:xfrm>
          <a:prstGeom prst="rect">
            <a:avLst/>
          </a:prstGeom>
          <a:noFill/>
          <a:ln>
            <a:noFill/>
          </a:ln>
        </p:spPr>
      </p:pic>
      <p:sp>
        <p:nvSpPr>
          <p:cNvPr id="129" name="Google Shape;129;p9"/>
          <p:cNvSpPr txBox="1"/>
          <p:nvPr/>
        </p:nvSpPr>
        <p:spPr>
          <a:xfrm>
            <a:off x="709759" y="1726556"/>
            <a:ext cx="16295369" cy="6701790"/>
          </a:xfrm>
          <a:prstGeom prst="rect">
            <a:avLst/>
          </a:prstGeom>
          <a:noFill/>
          <a:ln>
            <a:noFill/>
          </a:ln>
        </p:spPr>
        <p:txBody>
          <a:bodyPr anchorCtr="0" anchor="t" bIns="0" lIns="0" spcFirstLastPara="1" rIns="0" wrap="square" tIns="12700">
            <a:spAutoFit/>
          </a:bodyPr>
          <a:lstStyle/>
          <a:p>
            <a:pPr indent="0" lvl="0" marL="1364615" marR="2418080" rtl="0" algn="ctr">
              <a:lnSpc>
                <a:spcPct val="115799"/>
              </a:lnSpc>
              <a:spcBef>
                <a:spcPts val="0"/>
              </a:spcBef>
              <a:spcAft>
                <a:spcPts val="0"/>
              </a:spcAft>
              <a:buNone/>
            </a:pPr>
            <a:r>
              <a:rPr lang="en-US" sz="3400">
                <a:solidFill>
                  <a:schemeClr val="dk1"/>
                </a:solidFill>
                <a:latin typeface="Cambria"/>
                <a:ea typeface="Cambria"/>
                <a:cs typeface="Cambria"/>
                <a:sym typeface="Cambria"/>
              </a:rPr>
              <a:t>In this service,destination machine do not send back any  acknowledgment of receiving	frames.</a:t>
            </a:r>
            <a:endParaRPr sz="3400">
              <a:solidFill>
                <a:schemeClr val="dk1"/>
              </a:solidFill>
              <a:latin typeface="Cambria"/>
              <a:ea typeface="Cambria"/>
              <a:cs typeface="Cambria"/>
              <a:sym typeface="Cambria"/>
            </a:endParaRPr>
          </a:p>
          <a:p>
            <a:pPr indent="0" lvl="0" marL="1390650" marR="2444115" rtl="0" algn="ctr">
              <a:lnSpc>
                <a:spcPct val="115799"/>
              </a:lnSpc>
              <a:spcBef>
                <a:spcPts val="0"/>
              </a:spcBef>
              <a:spcAft>
                <a:spcPts val="0"/>
              </a:spcAft>
              <a:buNone/>
            </a:pPr>
            <a:r>
              <a:rPr lang="en-US" sz="3400">
                <a:solidFill>
                  <a:schemeClr val="dk1"/>
                </a:solidFill>
                <a:latin typeface="Cambria"/>
                <a:ea typeface="Cambria"/>
                <a:cs typeface="Cambria"/>
                <a:sym typeface="Cambria"/>
              </a:rPr>
              <a:t>If a frame is lost due to noise,then no attempt is made to  recover it.</a:t>
            </a:r>
            <a:endParaRPr sz="34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None/>
            </a:pPr>
            <a:r>
              <a:t/>
            </a:r>
            <a:endParaRPr sz="3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b="1" lang="en-US" sz="4400" u="sng">
                <a:solidFill>
                  <a:schemeClr val="dk1"/>
                </a:solidFill>
                <a:latin typeface="Cambria"/>
                <a:ea typeface="Cambria"/>
                <a:cs typeface="Cambria"/>
                <a:sym typeface="Cambria"/>
              </a:rPr>
              <a:t>Acknowled</a:t>
            </a:r>
            <a:r>
              <a:rPr b="1" lang="en-US" sz="4400">
                <a:solidFill>
                  <a:schemeClr val="dk1"/>
                </a:solidFill>
                <a:latin typeface="Cambria"/>
                <a:ea typeface="Cambria"/>
                <a:cs typeface="Cambria"/>
                <a:sym typeface="Cambria"/>
              </a:rPr>
              <a:t>ged Connectionless Service</a:t>
            </a:r>
            <a:endParaRPr sz="4400">
              <a:solidFill>
                <a:schemeClr val="dk1"/>
              </a:solidFill>
              <a:latin typeface="Cambria"/>
              <a:ea typeface="Cambria"/>
              <a:cs typeface="Cambria"/>
              <a:sym typeface="Cambria"/>
            </a:endParaRPr>
          </a:p>
          <a:p>
            <a:pPr indent="0" lvl="0" marL="0" marR="0" rtl="0" algn="l">
              <a:lnSpc>
                <a:spcPct val="100000"/>
              </a:lnSpc>
              <a:spcBef>
                <a:spcPts val="15"/>
              </a:spcBef>
              <a:spcAft>
                <a:spcPts val="0"/>
              </a:spcAft>
              <a:buNone/>
            </a:pPr>
            <a:r>
              <a:t/>
            </a:r>
            <a:endParaRPr sz="4450">
              <a:solidFill>
                <a:schemeClr val="dk1"/>
              </a:solidFill>
              <a:latin typeface="Cambria"/>
              <a:ea typeface="Cambria"/>
              <a:cs typeface="Cambria"/>
              <a:sym typeface="Cambria"/>
            </a:endParaRPr>
          </a:p>
          <a:p>
            <a:pPr indent="0" lvl="0" marL="609600" marR="5080" rtl="0" algn="ctr">
              <a:lnSpc>
                <a:spcPct val="115799"/>
              </a:lnSpc>
              <a:spcBef>
                <a:spcPts val="0"/>
              </a:spcBef>
              <a:spcAft>
                <a:spcPts val="0"/>
              </a:spcAft>
              <a:buNone/>
            </a:pPr>
            <a:r>
              <a:rPr lang="en-US" sz="3400">
                <a:solidFill>
                  <a:schemeClr val="dk1"/>
                </a:solidFill>
                <a:latin typeface="Cambria"/>
                <a:ea typeface="Cambria"/>
                <a:cs typeface="Cambria"/>
                <a:sym typeface="Cambria"/>
              </a:rPr>
              <a:t>In this type of service,there	are no connection used but for each frame  receive,the receiver sends an acknowledment to the sender.</a:t>
            </a:r>
            <a:endParaRPr sz="3400">
              <a:solidFill>
                <a:schemeClr val="dk1"/>
              </a:solidFill>
              <a:latin typeface="Cambria"/>
              <a:ea typeface="Cambria"/>
              <a:cs typeface="Cambria"/>
              <a:sym typeface="Cambria"/>
            </a:endParaRPr>
          </a:p>
          <a:p>
            <a:pPr indent="0" lvl="0" marL="1202690" marR="598170" rtl="0" algn="ctr">
              <a:lnSpc>
                <a:spcPct val="115799"/>
              </a:lnSpc>
              <a:spcBef>
                <a:spcPts val="0"/>
              </a:spcBef>
              <a:spcAft>
                <a:spcPts val="0"/>
              </a:spcAft>
              <a:buNone/>
            </a:pPr>
            <a:r>
              <a:rPr lang="en-US" sz="3400">
                <a:solidFill>
                  <a:schemeClr val="dk1"/>
                </a:solidFill>
                <a:latin typeface="Cambria"/>
                <a:ea typeface="Cambria"/>
                <a:cs typeface="Cambria"/>
                <a:sym typeface="Cambria"/>
              </a:rPr>
              <a:t>If a frame is not received within specific time,then the sender will  retransmit it.</a:t>
            </a:r>
            <a:endParaRPr sz="3400">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id="134" name="Google Shape;134;p10"/>
          <p:cNvSpPr/>
          <p:nvPr/>
        </p:nvSpPr>
        <p:spPr>
          <a:xfrm>
            <a:off x="4758139" y="1917668"/>
            <a:ext cx="10302240" cy="57150"/>
          </a:xfrm>
          <a:custGeom>
            <a:rect b="b" l="l" r="r" t="t"/>
            <a:pathLst>
              <a:path extrusionOk="0" h="57150" w="10302240">
                <a:moveTo>
                  <a:pt x="10302075" y="57149"/>
                </a:moveTo>
                <a:lnTo>
                  <a:pt x="0" y="57149"/>
                </a:lnTo>
                <a:lnTo>
                  <a:pt x="0" y="0"/>
                </a:lnTo>
                <a:lnTo>
                  <a:pt x="10302075" y="0"/>
                </a:lnTo>
                <a:lnTo>
                  <a:pt x="10302075" y="571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10"/>
          <p:cNvSpPr txBox="1"/>
          <p:nvPr>
            <p:ph type="title"/>
          </p:nvPr>
        </p:nvSpPr>
        <p:spPr>
          <a:xfrm>
            <a:off x="717748" y="1257268"/>
            <a:ext cx="14355444" cy="756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u="sng"/>
              <a:t>Acknowled</a:t>
            </a:r>
            <a:r>
              <a:rPr lang="en-US" sz="4800"/>
              <a:t>ged Connection Oriented Service</a:t>
            </a:r>
            <a:endParaRPr sz="4800"/>
          </a:p>
        </p:txBody>
      </p:sp>
      <p:pic>
        <p:nvPicPr>
          <p:cNvPr id="136" name="Google Shape;136;p10"/>
          <p:cNvPicPr preferRelativeResize="0"/>
          <p:nvPr/>
        </p:nvPicPr>
        <p:blipFill rotWithShape="1">
          <a:blip r:embed="rId3">
            <a:alphaModFix/>
          </a:blip>
          <a:srcRect b="0" l="0" r="0" t="0"/>
          <a:stretch/>
        </p:blipFill>
        <p:spPr>
          <a:xfrm>
            <a:off x="1409699" y="3276552"/>
            <a:ext cx="152400" cy="152399"/>
          </a:xfrm>
          <a:prstGeom prst="rect">
            <a:avLst/>
          </a:prstGeom>
          <a:noFill/>
          <a:ln>
            <a:noFill/>
          </a:ln>
        </p:spPr>
      </p:pic>
      <p:sp>
        <p:nvSpPr>
          <p:cNvPr id="137" name="Google Shape;137;p10"/>
          <p:cNvSpPr txBox="1"/>
          <p:nvPr/>
        </p:nvSpPr>
        <p:spPr>
          <a:xfrm>
            <a:off x="2150814" y="2962213"/>
            <a:ext cx="13479144" cy="4978400"/>
          </a:xfrm>
          <a:prstGeom prst="rect">
            <a:avLst/>
          </a:prstGeom>
          <a:noFill/>
          <a:ln>
            <a:noFill/>
          </a:ln>
        </p:spPr>
        <p:txBody>
          <a:bodyPr anchorCtr="0" anchor="t" bIns="0" lIns="0" spcFirstLastPara="1" rIns="0" wrap="square" tIns="12050">
            <a:spAutoFit/>
          </a:bodyPr>
          <a:lstStyle/>
          <a:p>
            <a:pPr indent="0" lvl="0" marL="282575" marR="274955" rtl="0" algn="ctr">
              <a:lnSpc>
                <a:spcPct val="116100"/>
              </a:lnSpc>
              <a:spcBef>
                <a:spcPts val="0"/>
              </a:spcBef>
              <a:spcAft>
                <a:spcPts val="0"/>
              </a:spcAft>
              <a:buNone/>
            </a:pPr>
            <a:r>
              <a:rPr lang="en-US" sz="3500">
                <a:solidFill>
                  <a:schemeClr val="dk1"/>
                </a:solidFill>
                <a:latin typeface="Verdana"/>
                <a:ea typeface="Verdana"/>
                <a:cs typeface="Verdana"/>
                <a:sym typeface="Verdana"/>
              </a:rPr>
              <a:t>The source and the destination machine establish a connection before  transmitting the data.</a:t>
            </a:r>
            <a:endParaRPr sz="3500">
              <a:solidFill>
                <a:schemeClr val="dk1"/>
              </a:solidFill>
              <a:latin typeface="Verdana"/>
              <a:ea typeface="Verdana"/>
              <a:cs typeface="Verdana"/>
              <a:sym typeface="Verdana"/>
            </a:endParaRPr>
          </a:p>
          <a:p>
            <a:pPr indent="0" lvl="0" marL="0" marR="0" rtl="0" algn="l">
              <a:lnSpc>
                <a:spcPct val="100000"/>
              </a:lnSpc>
              <a:spcBef>
                <a:spcPts val="15"/>
              </a:spcBef>
              <a:spcAft>
                <a:spcPts val="0"/>
              </a:spcAft>
              <a:buNone/>
            </a:pPr>
            <a:r>
              <a:t/>
            </a:r>
            <a:endParaRPr sz="4000">
              <a:solidFill>
                <a:schemeClr val="dk1"/>
              </a:solidFill>
              <a:latin typeface="Verdana"/>
              <a:ea typeface="Verdana"/>
              <a:cs typeface="Verdana"/>
              <a:sym typeface="Verdana"/>
            </a:endParaRPr>
          </a:p>
          <a:p>
            <a:pPr indent="0" lvl="0" marL="504825" marR="497205" rtl="0" algn="ctr">
              <a:lnSpc>
                <a:spcPct val="116100"/>
              </a:lnSpc>
              <a:spcBef>
                <a:spcPts val="0"/>
              </a:spcBef>
              <a:spcAft>
                <a:spcPts val="0"/>
              </a:spcAft>
              <a:buNone/>
            </a:pPr>
            <a:r>
              <a:rPr lang="en-US" sz="3500">
                <a:solidFill>
                  <a:schemeClr val="dk1"/>
                </a:solidFill>
                <a:latin typeface="Verdana"/>
                <a:ea typeface="Verdana"/>
                <a:cs typeface="Verdana"/>
                <a:sym typeface="Verdana"/>
              </a:rPr>
              <a:t>A specific number given to each frame being sent and data link layer  guarantees that each transmitted frame is received.</a:t>
            </a:r>
            <a:endParaRPr sz="3500">
              <a:solidFill>
                <a:schemeClr val="dk1"/>
              </a:solidFill>
              <a:latin typeface="Verdana"/>
              <a:ea typeface="Verdana"/>
              <a:cs typeface="Verdana"/>
              <a:sym typeface="Verdana"/>
            </a:endParaRPr>
          </a:p>
          <a:p>
            <a:pPr indent="0" lvl="0" marL="0" marR="0" rtl="0" algn="l">
              <a:lnSpc>
                <a:spcPct val="100000"/>
              </a:lnSpc>
              <a:spcBef>
                <a:spcPts val="10"/>
              </a:spcBef>
              <a:spcAft>
                <a:spcPts val="0"/>
              </a:spcAft>
              <a:buNone/>
            </a:pPr>
            <a:r>
              <a:t/>
            </a:r>
            <a:endParaRPr sz="4000">
              <a:solidFill>
                <a:schemeClr val="dk1"/>
              </a:solidFill>
              <a:latin typeface="Verdana"/>
              <a:ea typeface="Verdana"/>
              <a:cs typeface="Verdana"/>
              <a:sym typeface="Verdana"/>
            </a:endParaRPr>
          </a:p>
          <a:p>
            <a:pPr indent="0" lvl="0" marL="12065" marR="5080" rtl="0" algn="ctr">
              <a:lnSpc>
                <a:spcPct val="116100"/>
              </a:lnSpc>
              <a:spcBef>
                <a:spcPts val="0"/>
              </a:spcBef>
              <a:spcAft>
                <a:spcPts val="0"/>
              </a:spcAft>
              <a:buNone/>
            </a:pPr>
            <a:r>
              <a:rPr lang="en-US" sz="3500">
                <a:solidFill>
                  <a:schemeClr val="dk1"/>
                </a:solidFill>
                <a:latin typeface="Verdana"/>
                <a:ea typeface="Verdana"/>
                <a:cs typeface="Verdana"/>
                <a:sym typeface="Verdana"/>
              </a:rPr>
              <a:t>All frames are guaranteed to be received in the same order as the order of  transmission.</a:t>
            </a:r>
            <a:endParaRPr sz="3500">
              <a:solidFill>
                <a:schemeClr val="dk1"/>
              </a:solidFill>
              <a:latin typeface="Verdana"/>
              <a:ea typeface="Verdana"/>
              <a:cs typeface="Verdana"/>
              <a:sym typeface="Verdana"/>
            </a:endParaRPr>
          </a:p>
        </p:txBody>
      </p:sp>
      <p:pic>
        <p:nvPicPr>
          <p:cNvPr id="138" name="Google Shape;138;p10"/>
          <p:cNvPicPr preferRelativeResize="0"/>
          <p:nvPr/>
        </p:nvPicPr>
        <p:blipFill rotWithShape="1">
          <a:blip r:embed="rId3">
            <a:alphaModFix/>
          </a:blip>
          <a:srcRect b="0" l="0" r="0" t="0"/>
          <a:stretch/>
        </p:blipFill>
        <p:spPr>
          <a:xfrm>
            <a:off x="1409699" y="5133926"/>
            <a:ext cx="152400" cy="152399"/>
          </a:xfrm>
          <a:prstGeom prst="rect">
            <a:avLst/>
          </a:prstGeom>
          <a:noFill/>
          <a:ln>
            <a:noFill/>
          </a:ln>
        </p:spPr>
      </p:pic>
      <p:pic>
        <p:nvPicPr>
          <p:cNvPr id="139" name="Google Shape;139;p10"/>
          <p:cNvPicPr preferRelativeResize="0"/>
          <p:nvPr/>
        </p:nvPicPr>
        <p:blipFill rotWithShape="1">
          <a:blip r:embed="rId3">
            <a:alphaModFix/>
          </a:blip>
          <a:srcRect b="0" l="0" r="0" t="0"/>
          <a:stretch/>
        </p:blipFill>
        <p:spPr>
          <a:xfrm>
            <a:off x="1409699" y="6991301"/>
            <a:ext cx="152400" cy="152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3" name="Shape 143"/>
        <p:cNvGrpSpPr/>
        <p:nvPr/>
      </p:nvGrpSpPr>
      <p:grpSpPr>
        <a:xfrm>
          <a:off x="0" y="0"/>
          <a:ext cx="0" cy="0"/>
          <a:chOff x="0" y="0"/>
          <a:chExt cx="0" cy="0"/>
        </a:xfrm>
      </p:grpSpPr>
      <p:sp>
        <p:nvSpPr>
          <p:cNvPr id="144" name="Google Shape;144;p11"/>
          <p:cNvSpPr/>
          <p:nvPr/>
        </p:nvSpPr>
        <p:spPr>
          <a:xfrm>
            <a:off x="2130921" y="1189159"/>
            <a:ext cx="1239520" cy="85725"/>
          </a:xfrm>
          <a:custGeom>
            <a:rect b="b" l="l" r="r" t="t"/>
            <a:pathLst>
              <a:path extrusionOk="0" h="85725" w="1239520">
                <a:moveTo>
                  <a:pt x="1239432" y="85724"/>
                </a:moveTo>
                <a:lnTo>
                  <a:pt x="0" y="85724"/>
                </a:lnTo>
                <a:lnTo>
                  <a:pt x="0" y="0"/>
                </a:lnTo>
                <a:lnTo>
                  <a:pt x="1239432" y="0"/>
                </a:lnTo>
                <a:lnTo>
                  <a:pt x="1239432" y="857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11"/>
          <p:cNvSpPr/>
          <p:nvPr/>
        </p:nvSpPr>
        <p:spPr>
          <a:xfrm>
            <a:off x="4052811" y="1189163"/>
            <a:ext cx="11342370" cy="85725"/>
          </a:xfrm>
          <a:custGeom>
            <a:rect b="b" l="l" r="r" t="t"/>
            <a:pathLst>
              <a:path extrusionOk="0" h="85725" w="11342369">
                <a:moveTo>
                  <a:pt x="11342256" y="0"/>
                </a:moveTo>
                <a:lnTo>
                  <a:pt x="11279365" y="0"/>
                </a:lnTo>
                <a:lnTo>
                  <a:pt x="8933015" y="0"/>
                </a:lnTo>
                <a:lnTo>
                  <a:pt x="0" y="0"/>
                </a:lnTo>
                <a:lnTo>
                  <a:pt x="0" y="85725"/>
                </a:lnTo>
                <a:lnTo>
                  <a:pt x="8933015" y="85725"/>
                </a:lnTo>
                <a:lnTo>
                  <a:pt x="11279365" y="85725"/>
                </a:lnTo>
                <a:lnTo>
                  <a:pt x="11342256" y="85725"/>
                </a:lnTo>
                <a:lnTo>
                  <a:pt x="1134225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11"/>
          <p:cNvSpPr txBox="1"/>
          <p:nvPr>
            <p:ph type="title"/>
          </p:nvPr>
        </p:nvSpPr>
        <p:spPr>
          <a:xfrm>
            <a:off x="2118221" y="201765"/>
            <a:ext cx="13289915" cy="1137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7300"/>
              <a:t>Logical Link Control (LLC)</a:t>
            </a:r>
            <a:endParaRPr sz="7300"/>
          </a:p>
        </p:txBody>
      </p:sp>
      <p:sp>
        <p:nvSpPr>
          <p:cNvPr id="147" name="Google Shape;147;p11"/>
          <p:cNvSpPr/>
          <p:nvPr/>
        </p:nvSpPr>
        <p:spPr>
          <a:xfrm>
            <a:off x="4207966" y="2484559"/>
            <a:ext cx="9110345" cy="85725"/>
          </a:xfrm>
          <a:custGeom>
            <a:rect b="b" l="l" r="r" t="t"/>
            <a:pathLst>
              <a:path extrusionOk="0" h="85725" w="9110344">
                <a:moveTo>
                  <a:pt x="9110066" y="85724"/>
                </a:moveTo>
                <a:lnTo>
                  <a:pt x="0" y="85724"/>
                </a:lnTo>
                <a:lnTo>
                  <a:pt x="0" y="0"/>
                </a:lnTo>
                <a:lnTo>
                  <a:pt x="9110066" y="0"/>
                </a:lnTo>
                <a:lnTo>
                  <a:pt x="9110066" y="8572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11"/>
          <p:cNvSpPr txBox="1"/>
          <p:nvPr/>
        </p:nvSpPr>
        <p:spPr>
          <a:xfrm>
            <a:off x="4195266" y="1497165"/>
            <a:ext cx="9135745" cy="11379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7300">
                <a:solidFill>
                  <a:schemeClr val="dk1"/>
                </a:solidFill>
                <a:latin typeface="Cambria"/>
                <a:ea typeface="Cambria"/>
                <a:cs typeface="Cambria"/>
                <a:sym typeface="Cambria"/>
              </a:rPr>
              <a:t>Protocol Data Unit</a:t>
            </a:r>
            <a:endParaRPr sz="7300">
              <a:solidFill>
                <a:schemeClr val="dk1"/>
              </a:solidFill>
              <a:latin typeface="Cambria"/>
              <a:ea typeface="Cambria"/>
              <a:cs typeface="Cambria"/>
              <a:sym typeface="Cambria"/>
            </a:endParaRPr>
          </a:p>
        </p:txBody>
      </p:sp>
      <p:pic>
        <p:nvPicPr>
          <p:cNvPr id="149" name="Google Shape;149;p11"/>
          <p:cNvPicPr preferRelativeResize="0"/>
          <p:nvPr/>
        </p:nvPicPr>
        <p:blipFill rotWithShape="1">
          <a:blip r:embed="rId3">
            <a:alphaModFix/>
          </a:blip>
          <a:srcRect b="0" l="0" r="0" t="0"/>
          <a:stretch/>
        </p:blipFill>
        <p:spPr>
          <a:xfrm>
            <a:off x="352424" y="3155786"/>
            <a:ext cx="152400" cy="152399"/>
          </a:xfrm>
          <a:prstGeom prst="rect">
            <a:avLst/>
          </a:prstGeom>
          <a:noFill/>
          <a:ln>
            <a:noFill/>
          </a:ln>
        </p:spPr>
      </p:pic>
      <p:sp>
        <p:nvSpPr>
          <p:cNvPr id="150" name="Google Shape;150;p11"/>
          <p:cNvSpPr txBox="1"/>
          <p:nvPr/>
        </p:nvSpPr>
        <p:spPr>
          <a:xfrm>
            <a:off x="714771" y="2864880"/>
            <a:ext cx="16808450" cy="6416675"/>
          </a:xfrm>
          <a:prstGeom prst="rect">
            <a:avLst/>
          </a:prstGeom>
          <a:noFill/>
          <a:ln>
            <a:noFill/>
          </a:ln>
        </p:spPr>
        <p:txBody>
          <a:bodyPr anchorCtr="0" anchor="t" bIns="0" lIns="0" spcFirstLastPara="1" rIns="0" wrap="square" tIns="12700">
            <a:spAutoFit/>
          </a:bodyPr>
          <a:lstStyle/>
          <a:p>
            <a:pPr indent="34290" lvl="0" marL="358775" marR="248920" rtl="0" algn="l">
              <a:lnSpc>
                <a:spcPct val="115500"/>
              </a:lnSpc>
              <a:spcBef>
                <a:spcPts val="0"/>
              </a:spcBef>
              <a:spcAft>
                <a:spcPts val="0"/>
              </a:spcAft>
              <a:buNone/>
            </a:pPr>
            <a:r>
              <a:rPr lang="en-US" sz="3300">
                <a:solidFill>
                  <a:schemeClr val="dk1"/>
                </a:solidFill>
                <a:latin typeface="Verdana"/>
                <a:ea typeface="Verdana"/>
                <a:cs typeface="Verdana"/>
                <a:sym typeface="Verdana"/>
              </a:rPr>
              <a:t>Logical Link Control (LLC) is a sublayer that generally provides the logic for the  data link as it </a:t>
            </a:r>
            <a:r>
              <a:rPr b="1" lang="en-US" sz="3300">
                <a:solidFill>
                  <a:schemeClr val="dk1"/>
                </a:solidFill>
                <a:latin typeface="Arial"/>
                <a:ea typeface="Arial"/>
                <a:cs typeface="Arial"/>
                <a:sym typeface="Arial"/>
              </a:rPr>
              <a:t>controls the synchronization, multiplexing, flow control, and even</a:t>
            </a:r>
            <a:endParaRPr sz="3300">
              <a:solidFill>
                <a:schemeClr val="dk1"/>
              </a:solidFill>
              <a:latin typeface="Arial"/>
              <a:ea typeface="Arial"/>
              <a:cs typeface="Arial"/>
              <a:sym typeface="Arial"/>
            </a:endParaRPr>
          </a:p>
          <a:p>
            <a:pPr indent="0" lvl="0" marL="0" marR="0" rtl="0" algn="ctr">
              <a:lnSpc>
                <a:spcPct val="100000"/>
              </a:lnSpc>
              <a:spcBef>
                <a:spcPts val="615"/>
              </a:spcBef>
              <a:spcAft>
                <a:spcPts val="0"/>
              </a:spcAft>
              <a:buNone/>
            </a:pPr>
            <a:r>
              <a:rPr b="1" lang="en-US" sz="3300">
                <a:solidFill>
                  <a:schemeClr val="dk1"/>
                </a:solidFill>
                <a:latin typeface="Arial"/>
                <a:ea typeface="Arial"/>
                <a:cs typeface="Arial"/>
                <a:sym typeface="Arial"/>
              </a:rPr>
              <a:t>error-checking functions of DLL (Data Link Layer).</a:t>
            </a:r>
            <a:endParaRPr sz="3300">
              <a:solidFill>
                <a:schemeClr val="dk1"/>
              </a:solidFill>
              <a:latin typeface="Arial"/>
              <a:ea typeface="Arial"/>
              <a:cs typeface="Arial"/>
              <a:sym typeface="Arial"/>
            </a:endParaRPr>
          </a:p>
          <a:p>
            <a:pPr indent="0" lvl="0" marL="0" marR="0" rtl="0" algn="l">
              <a:lnSpc>
                <a:spcPct val="100000"/>
              </a:lnSpc>
              <a:spcBef>
                <a:spcPts val="15"/>
              </a:spcBef>
              <a:spcAft>
                <a:spcPts val="0"/>
              </a:spcAft>
              <a:buNone/>
            </a:pPr>
            <a:r>
              <a:t/>
            </a:r>
            <a:endParaRPr sz="4500">
              <a:solidFill>
                <a:schemeClr val="dk1"/>
              </a:solidFill>
              <a:latin typeface="Arial"/>
              <a:ea typeface="Arial"/>
              <a:cs typeface="Arial"/>
              <a:sym typeface="Arial"/>
            </a:endParaRPr>
          </a:p>
          <a:p>
            <a:pPr indent="0" lvl="0" marL="205104" marR="0" rtl="0" algn="ctr">
              <a:lnSpc>
                <a:spcPct val="100000"/>
              </a:lnSpc>
              <a:spcBef>
                <a:spcPts val="0"/>
              </a:spcBef>
              <a:spcAft>
                <a:spcPts val="0"/>
              </a:spcAft>
              <a:buNone/>
            </a:pPr>
            <a:r>
              <a:rPr lang="en-US" sz="3300">
                <a:solidFill>
                  <a:schemeClr val="dk1"/>
                </a:solidFill>
                <a:latin typeface="Verdana"/>
                <a:ea typeface="Verdana"/>
                <a:cs typeface="Verdana"/>
                <a:sym typeface="Verdana"/>
              </a:rPr>
              <a:t>DLL is divided into two sublayers i.e. LLC sublayer and MAC (Medium Access</a:t>
            </a:r>
            <a:endParaRPr sz="3300">
              <a:solidFill>
                <a:schemeClr val="dk1"/>
              </a:solidFill>
              <a:latin typeface="Verdana"/>
              <a:ea typeface="Verdana"/>
              <a:cs typeface="Verdana"/>
              <a:sym typeface="Verdana"/>
            </a:endParaRPr>
          </a:p>
          <a:p>
            <a:pPr indent="0" lvl="0" marL="0" marR="94615" rtl="0" algn="ctr">
              <a:lnSpc>
                <a:spcPct val="100000"/>
              </a:lnSpc>
              <a:spcBef>
                <a:spcPts val="615"/>
              </a:spcBef>
              <a:spcAft>
                <a:spcPts val="0"/>
              </a:spcAft>
              <a:buNone/>
            </a:pPr>
            <a:r>
              <a:rPr lang="en-US" sz="3300">
                <a:solidFill>
                  <a:schemeClr val="dk1"/>
                </a:solidFill>
                <a:latin typeface="Verdana"/>
                <a:ea typeface="Verdana"/>
                <a:cs typeface="Verdana"/>
                <a:sym typeface="Verdana"/>
              </a:rPr>
              <a:t>Control) sublayer.</a:t>
            </a:r>
            <a:endParaRPr sz="3300">
              <a:solidFill>
                <a:schemeClr val="dk1"/>
              </a:solidFill>
              <a:latin typeface="Verdana"/>
              <a:ea typeface="Verdana"/>
              <a:cs typeface="Verdana"/>
              <a:sym typeface="Verdana"/>
            </a:endParaRPr>
          </a:p>
          <a:p>
            <a:pPr indent="0" lvl="0" marL="0" marR="0" rtl="0" algn="l">
              <a:lnSpc>
                <a:spcPct val="100000"/>
              </a:lnSpc>
              <a:spcBef>
                <a:spcPts val="20"/>
              </a:spcBef>
              <a:spcAft>
                <a:spcPts val="0"/>
              </a:spcAft>
              <a:buNone/>
            </a:pPr>
            <a:r>
              <a:t/>
            </a:r>
            <a:endParaRPr sz="3750">
              <a:solidFill>
                <a:schemeClr val="dk1"/>
              </a:solidFill>
              <a:latin typeface="Verdana"/>
              <a:ea typeface="Verdana"/>
              <a:cs typeface="Verdana"/>
              <a:sym typeface="Verdana"/>
            </a:endParaRPr>
          </a:p>
          <a:p>
            <a:pPr indent="0" lvl="0" marL="12700" marR="5080" rtl="0" algn="ctr">
              <a:lnSpc>
                <a:spcPct val="115500"/>
              </a:lnSpc>
              <a:spcBef>
                <a:spcPts val="0"/>
              </a:spcBef>
              <a:spcAft>
                <a:spcPts val="0"/>
              </a:spcAft>
              <a:buNone/>
            </a:pPr>
            <a:r>
              <a:rPr b="1" lang="en-US" sz="3300">
                <a:solidFill>
                  <a:schemeClr val="dk1"/>
                </a:solidFill>
                <a:latin typeface="Arial"/>
                <a:ea typeface="Arial"/>
                <a:cs typeface="Arial"/>
                <a:sym typeface="Arial"/>
              </a:rPr>
              <a:t>The basic model of LLC protocols is modeled after the </a:t>
            </a:r>
            <a:r>
              <a:rPr b="1" lang="en-US" sz="3300" u="sng">
                <a:solidFill>
                  <a:schemeClr val="dk1"/>
                </a:solidFill>
                <a:latin typeface="Arial"/>
                <a:ea typeface="Arial"/>
                <a:cs typeface="Arial"/>
                <a:sym typeface="Arial"/>
                <a:hlinkClick r:id="rId4">
                  <a:extLst>
                    <a:ext uri="{A12FA001-AC4F-418D-AE19-62706E023703}">
                      <ahyp:hlinkClr val="tx"/>
                    </a:ext>
                  </a:extLst>
                </a:hlinkClick>
              </a:rPr>
              <a:t>HDLC (High-Level Data Link </a:t>
            </a:r>
            <a:r>
              <a:rPr b="1" lang="en-US" sz="3300">
                <a:solidFill>
                  <a:schemeClr val="dk1"/>
                </a:solidFill>
                <a:latin typeface="Arial"/>
                <a:ea typeface="Arial"/>
                <a:cs typeface="Arial"/>
                <a:sym typeface="Arial"/>
              </a:rPr>
              <a:t> </a:t>
            </a:r>
            <a:r>
              <a:rPr b="1" lang="en-US" sz="3300" u="sng">
                <a:solidFill>
                  <a:schemeClr val="dk1"/>
                </a:solidFill>
                <a:latin typeface="Arial"/>
                <a:ea typeface="Arial"/>
                <a:cs typeface="Arial"/>
                <a:sym typeface="Arial"/>
                <a:hlinkClick r:id="rId5">
                  <a:extLst>
                    <a:ext uri="{A12FA001-AC4F-418D-AE19-62706E023703}">
                      <ahyp:hlinkClr val="tx"/>
                    </a:ext>
                  </a:extLst>
                </a:hlinkClick>
              </a:rPr>
              <a:t>Control)</a:t>
            </a:r>
            <a:r>
              <a:rPr b="1" lang="en-US" sz="3300">
                <a:solidFill>
                  <a:schemeClr val="dk1"/>
                </a:solidFill>
                <a:latin typeface="Arial"/>
                <a:ea typeface="Arial"/>
                <a:cs typeface="Arial"/>
                <a:sym typeface="Arial"/>
              </a:rPr>
              <a:t>. </a:t>
            </a:r>
            <a:r>
              <a:rPr lang="en-US" sz="3300">
                <a:solidFill>
                  <a:schemeClr val="dk1"/>
                </a:solidFill>
                <a:latin typeface="Verdana"/>
                <a:ea typeface="Verdana"/>
                <a:cs typeface="Verdana"/>
                <a:sym typeface="Verdana"/>
              </a:rPr>
              <a:t>These protocol are unacknowledged connectionless service, Connection-  oriented service, and acknowledgedconnectionless service. </a:t>
            </a:r>
            <a:r>
              <a:rPr b="1" lang="en-US" sz="3300">
                <a:solidFill>
                  <a:schemeClr val="dk1"/>
                </a:solidFill>
                <a:latin typeface="Arial"/>
                <a:ea typeface="Arial"/>
                <a:cs typeface="Arial"/>
                <a:sym typeface="Arial"/>
              </a:rPr>
              <a:t>All of these protocols  use the same PDU (Protocol Data unit).</a:t>
            </a:r>
            <a:endParaRPr sz="3300">
              <a:solidFill>
                <a:schemeClr val="dk1"/>
              </a:solidFill>
              <a:latin typeface="Arial"/>
              <a:ea typeface="Arial"/>
              <a:cs typeface="Arial"/>
              <a:sym typeface="Arial"/>
            </a:endParaRPr>
          </a:p>
        </p:txBody>
      </p:sp>
      <p:pic>
        <p:nvPicPr>
          <p:cNvPr id="151" name="Google Shape;151;p11"/>
          <p:cNvPicPr preferRelativeResize="0"/>
          <p:nvPr/>
        </p:nvPicPr>
        <p:blipFill rotWithShape="1">
          <a:blip r:embed="rId3">
            <a:alphaModFix/>
          </a:blip>
          <a:srcRect b="0" l="0" r="0" t="0"/>
          <a:stretch/>
        </p:blipFill>
        <p:spPr>
          <a:xfrm>
            <a:off x="352424" y="5479886"/>
            <a:ext cx="152400" cy="152399"/>
          </a:xfrm>
          <a:prstGeom prst="rect">
            <a:avLst/>
          </a:prstGeom>
          <a:noFill/>
          <a:ln>
            <a:noFill/>
          </a:ln>
        </p:spPr>
      </p:pic>
      <p:pic>
        <p:nvPicPr>
          <p:cNvPr id="152" name="Google Shape;152;p11"/>
          <p:cNvPicPr preferRelativeResize="0"/>
          <p:nvPr/>
        </p:nvPicPr>
        <p:blipFill rotWithShape="1">
          <a:blip r:embed="rId3">
            <a:alphaModFix/>
          </a:blip>
          <a:srcRect b="0" l="0" r="0" t="0"/>
          <a:stretch/>
        </p:blipFill>
        <p:spPr>
          <a:xfrm>
            <a:off x="352424" y="7222961"/>
            <a:ext cx="152400" cy="1523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p:nvPr/>
        </p:nvSpPr>
        <p:spPr>
          <a:xfrm>
            <a:off x="5387918" y="1565839"/>
            <a:ext cx="7138034" cy="104775"/>
          </a:xfrm>
          <a:custGeom>
            <a:rect b="b" l="l" r="r" t="t"/>
            <a:pathLst>
              <a:path extrusionOk="0" h="104775" w="7138034">
                <a:moveTo>
                  <a:pt x="7137945" y="104774"/>
                </a:moveTo>
                <a:lnTo>
                  <a:pt x="0" y="104774"/>
                </a:lnTo>
                <a:lnTo>
                  <a:pt x="0" y="0"/>
                </a:lnTo>
                <a:lnTo>
                  <a:pt x="7137945" y="0"/>
                </a:lnTo>
                <a:lnTo>
                  <a:pt x="7137945" y="10477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2"/>
          <p:cNvSpPr txBox="1"/>
          <p:nvPr>
            <p:ph type="title"/>
          </p:nvPr>
        </p:nvSpPr>
        <p:spPr>
          <a:xfrm>
            <a:off x="5375218" y="429190"/>
            <a:ext cx="7163434" cy="13055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400"/>
              <a:t>PDU Format</a:t>
            </a:r>
            <a:endParaRPr sz="8400"/>
          </a:p>
        </p:txBody>
      </p:sp>
      <p:pic>
        <p:nvPicPr>
          <p:cNvPr id="159" name="Google Shape;159;p12"/>
          <p:cNvPicPr preferRelativeResize="0"/>
          <p:nvPr/>
        </p:nvPicPr>
        <p:blipFill rotWithShape="1">
          <a:blip r:embed="rId3">
            <a:alphaModFix/>
          </a:blip>
          <a:srcRect b="0" l="0" r="0" t="0"/>
          <a:stretch/>
        </p:blipFill>
        <p:spPr>
          <a:xfrm>
            <a:off x="1829446" y="2118353"/>
            <a:ext cx="14258924" cy="3619499"/>
          </a:xfrm>
          <a:prstGeom prst="rect">
            <a:avLst/>
          </a:prstGeom>
          <a:noFill/>
          <a:ln>
            <a:noFill/>
          </a:ln>
        </p:spPr>
      </p:pic>
      <p:pic>
        <p:nvPicPr>
          <p:cNvPr id="160" name="Google Shape;160;p12"/>
          <p:cNvPicPr preferRelativeResize="0"/>
          <p:nvPr/>
        </p:nvPicPr>
        <p:blipFill rotWithShape="1">
          <a:blip r:embed="rId4">
            <a:alphaModFix/>
          </a:blip>
          <a:srcRect b="0" l="0" r="0" t="0"/>
          <a:stretch/>
        </p:blipFill>
        <p:spPr>
          <a:xfrm>
            <a:off x="2098871" y="7035410"/>
            <a:ext cx="152400" cy="152399"/>
          </a:xfrm>
          <a:prstGeom prst="rect">
            <a:avLst/>
          </a:prstGeom>
          <a:noFill/>
          <a:ln>
            <a:noFill/>
          </a:ln>
        </p:spPr>
      </p:pic>
      <p:sp>
        <p:nvSpPr>
          <p:cNvPr id="161" name="Google Shape;161;p12"/>
          <p:cNvSpPr txBox="1"/>
          <p:nvPr/>
        </p:nvSpPr>
        <p:spPr>
          <a:xfrm>
            <a:off x="2179459" y="5954672"/>
            <a:ext cx="15162530" cy="3303270"/>
          </a:xfrm>
          <a:prstGeom prst="rect">
            <a:avLst/>
          </a:prstGeom>
          <a:noFill/>
          <a:ln>
            <a:noFill/>
          </a:ln>
        </p:spPr>
        <p:txBody>
          <a:bodyPr anchorCtr="0" anchor="t" bIns="0" lIns="0" spcFirstLastPara="1" rIns="0" wrap="square" tIns="12700">
            <a:spAutoFit/>
          </a:bodyPr>
          <a:lstStyle/>
          <a:p>
            <a:pPr indent="0" lvl="0" marL="1856104" marR="0" rtl="0" algn="l">
              <a:lnSpc>
                <a:spcPct val="100000"/>
              </a:lnSpc>
              <a:spcBef>
                <a:spcPts val="0"/>
              </a:spcBef>
              <a:spcAft>
                <a:spcPts val="0"/>
              </a:spcAft>
              <a:buNone/>
            </a:pPr>
            <a:r>
              <a:rPr lang="en-US" sz="3400">
                <a:solidFill>
                  <a:schemeClr val="dk1"/>
                </a:solidFill>
                <a:latin typeface="Verdana"/>
                <a:ea typeface="Verdana"/>
                <a:cs typeface="Verdana"/>
                <a:sym typeface="Verdana"/>
              </a:rPr>
              <a:t>This PDU format basically contains 4 different fields</a:t>
            </a:r>
            <a:endParaRPr sz="3400">
              <a:solidFill>
                <a:schemeClr val="dk1"/>
              </a:solidFill>
              <a:latin typeface="Verdana"/>
              <a:ea typeface="Verdana"/>
              <a:cs typeface="Verdana"/>
              <a:sym typeface="Verdana"/>
            </a:endParaRPr>
          </a:p>
          <a:p>
            <a:pPr indent="0" lvl="0" marL="1157605" marR="0" rtl="0" algn="l">
              <a:lnSpc>
                <a:spcPct val="100000"/>
              </a:lnSpc>
              <a:spcBef>
                <a:spcPts val="2630"/>
              </a:spcBef>
              <a:spcAft>
                <a:spcPts val="0"/>
              </a:spcAft>
              <a:buNone/>
            </a:pPr>
            <a:r>
              <a:rPr b="1" lang="en-US" sz="3500">
                <a:solidFill>
                  <a:schemeClr val="dk1"/>
                </a:solidFill>
                <a:latin typeface="Trebuchet MS"/>
                <a:ea typeface="Trebuchet MS"/>
                <a:cs typeface="Trebuchet MS"/>
                <a:sym typeface="Trebuchet MS"/>
              </a:rPr>
              <a:t>Destination Service Access Point (DSAP) Field</a:t>
            </a:r>
            <a:endParaRPr sz="3500">
              <a:solidFill>
                <a:schemeClr val="dk1"/>
              </a:solidFill>
              <a:latin typeface="Trebuchet MS"/>
              <a:ea typeface="Trebuchet MS"/>
              <a:cs typeface="Trebuchet MS"/>
              <a:sym typeface="Trebuchet MS"/>
            </a:endParaRPr>
          </a:p>
          <a:p>
            <a:pPr indent="76835" lvl="0" marL="12065" marR="5080" rtl="0" algn="ctr">
              <a:lnSpc>
                <a:spcPct val="115799"/>
              </a:lnSpc>
              <a:spcBef>
                <a:spcPts val="720"/>
              </a:spcBef>
              <a:spcAft>
                <a:spcPts val="0"/>
              </a:spcAft>
              <a:buNone/>
            </a:pPr>
            <a:r>
              <a:rPr lang="en-US" sz="3400">
                <a:solidFill>
                  <a:schemeClr val="dk1"/>
                </a:solidFill>
                <a:latin typeface="Verdana"/>
                <a:ea typeface="Verdana"/>
                <a:cs typeface="Verdana"/>
                <a:sym typeface="Verdana"/>
              </a:rPr>
              <a:t>DSAP is generally an 8-bit long field that is used to represent the logical addresses of  the network layer entity meant to receive the message. It indicates whether this is an  individual or group address.</a:t>
            </a:r>
            <a:endParaRPr sz="3400">
              <a:solidFill>
                <a:schemeClr val="dk1"/>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p:nvPr/>
        </p:nvSpPr>
        <p:spPr>
          <a:xfrm>
            <a:off x="4822319" y="2119629"/>
            <a:ext cx="7307580" cy="104775"/>
          </a:xfrm>
          <a:custGeom>
            <a:rect b="b" l="l" r="r" t="t"/>
            <a:pathLst>
              <a:path extrusionOk="0" h="104775" w="7307580">
                <a:moveTo>
                  <a:pt x="7307162" y="104774"/>
                </a:moveTo>
                <a:lnTo>
                  <a:pt x="0" y="104774"/>
                </a:lnTo>
                <a:lnTo>
                  <a:pt x="0" y="0"/>
                </a:lnTo>
                <a:lnTo>
                  <a:pt x="7307162" y="0"/>
                </a:lnTo>
                <a:lnTo>
                  <a:pt x="7307162" y="10477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3"/>
          <p:cNvSpPr txBox="1"/>
          <p:nvPr>
            <p:ph type="title"/>
          </p:nvPr>
        </p:nvSpPr>
        <p:spPr>
          <a:xfrm>
            <a:off x="4809619" y="957643"/>
            <a:ext cx="7332980" cy="1336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600"/>
              <a:t>PDU Format</a:t>
            </a:r>
            <a:endParaRPr sz="8600"/>
          </a:p>
        </p:txBody>
      </p:sp>
      <p:pic>
        <p:nvPicPr>
          <p:cNvPr id="168" name="Google Shape;168;p13"/>
          <p:cNvPicPr preferRelativeResize="0"/>
          <p:nvPr/>
        </p:nvPicPr>
        <p:blipFill rotWithShape="1">
          <a:blip r:embed="rId3">
            <a:alphaModFix/>
          </a:blip>
          <a:srcRect b="0" l="0" r="0" t="0"/>
          <a:stretch/>
        </p:blipFill>
        <p:spPr>
          <a:xfrm>
            <a:off x="1185649" y="3300967"/>
            <a:ext cx="228600" cy="228599"/>
          </a:xfrm>
          <a:prstGeom prst="rect">
            <a:avLst/>
          </a:prstGeom>
          <a:noFill/>
          <a:ln>
            <a:noFill/>
          </a:ln>
        </p:spPr>
      </p:pic>
      <p:pic>
        <p:nvPicPr>
          <p:cNvPr id="169" name="Google Shape;169;p13"/>
          <p:cNvPicPr preferRelativeResize="0"/>
          <p:nvPr/>
        </p:nvPicPr>
        <p:blipFill rotWithShape="1">
          <a:blip r:embed="rId4">
            <a:alphaModFix/>
          </a:blip>
          <a:srcRect b="0" l="0" r="0" t="0"/>
          <a:stretch/>
        </p:blipFill>
        <p:spPr>
          <a:xfrm>
            <a:off x="1392381" y="6673841"/>
            <a:ext cx="238124" cy="238124"/>
          </a:xfrm>
          <a:prstGeom prst="rect">
            <a:avLst/>
          </a:prstGeom>
          <a:noFill/>
          <a:ln>
            <a:noFill/>
          </a:ln>
        </p:spPr>
      </p:pic>
      <p:sp>
        <p:nvSpPr>
          <p:cNvPr id="170" name="Google Shape;170;p13"/>
          <p:cNvSpPr txBox="1"/>
          <p:nvPr/>
        </p:nvSpPr>
        <p:spPr>
          <a:xfrm>
            <a:off x="1562794" y="2559809"/>
            <a:ext cx="15515590" cy="5503545"/>
          </a:xfrm>
          <a:prstGeom prst="rect">
            <a:avLst/>
          </a:prstGeom>
          <a:noFill/>
          <a:ln>
            <a:noFill/>
          </a:ln>
        </p:spPr>
        <p:txBody>
          <a:bodyPr anchorCtr="0" anchor="t" bIns="0" lIns="0" spcFirstLastPara="1" rIns="0" wrap="square" tIns="410825">
            <a:spAutoFit/>
          </a:bodyPr>
          <a:lstStyle/>
          <a:p>
            <a:pPr indent="0" lvl="0" marL="148590" marR="0" rtl="0" algn="l">
              <a:lnSpc>
                <a:spcPct val="100000"/>
              </a:lnSpc>
              <a:spcBef>
                <a:spcPts val="0"/>
              </a:spcBef>
              <a:spcAft>
                <a:spcPts val="0"/>
              </a:spcAft>
              <a:buNone/>
            </a:pPr>
            <a:r>
              <a:rPr b="1" lang="en-US" sz="5300">
                <a:solidFill>
                  <a:schemeClr val="dk1"/>
                </a:solidFill>
                <a:latin typeface="Trebuchet MS"/>
                <a:ea typeface="Trebuchet MS"/>
                <a:cs typeface="Trebuchet MS"/>
                <a:sym typeface="Trebuchet MS"/>
              </a:rPr>
              <a:t>Source Service Access Point (SSAP) Field</a:t>
            </a:r>
            <a:endParaRPr sz="5300">
              <a:solidFill>
                <a:schemeClr val="dk1"/>
              </a:solidFill>
              <a:latin typeface="Trebuchet MS"/>
              <a:ea typeface="Trebuchet MS"/>
              <a:cs typeface="Trebuchet MS"/>
              <a:sym typeface="Trebuchet MS"/>
            </a:endParaRPr>
          </a:p>
          <a:p>
            <a:pPr indent="-340995" lvl="0" marL="451484" marR="5080" rtl="0" algn="l">
              <a:lnSpc>
                <a:spcPct val="116199"/>
              </a:lnSpc>
              <a:spcBef>
                <a:spcPts val="1425"/>
              </a:spcBef>
              <a:spcAft>
                <a:spcPts val="0"/>
              </a:spcAft>
              <a:buNone/>
            </a:pPr>
            <a:r>
              <a:rPr lang="en-US" sz="3550">
                <a:solidFill>
                  <a:schemeClr val="dk1"/>
                </a:solidFill>
                <a:latin typeface="Verdana"/>
                <a:ea typeface="Verdana"/>
                <a:cs typeface="Verdana"/>
                <a:sym typeface="Verdana"/>
              </a:rPr>
              <a:t>SSAP is also an 8-bit long field that is used to represent the logical addresses of the  network layer entity meant to create a message. It indicates whether this is a</a:t>
            </a:r>
            <a:endParaRPr sz="3550">
              <a:solidFill>
                <a:schemeClr val="dk1"/>
              </a:solidFill>
              <a:latin typeface="Verdana"/>
              <a:ea typeface="Verdana"/>
              <a:cs typeface="Verdana"/>
              <a:sym typeface="Verdana"/>
            </a:endParaRPr>
          </a:p>
          <a:p>
            <a:pPr indent="0" lvl="0" marL="12700" marR="0" rtl="0" algn="l">
              <a:lnSpc>
                <a:spcPct val="100000"/>
              </a:lnSpc>
              <a:spcBef>
                <a:spcPts val="690"/>
              </a:spcBef>
              <a:spcAft>
                <a:spcPts val="0"/>
              </a:spcAft>
              <a:buNone/>
            </a:pPr>
            <a:r>
              <a:rPr lang="en-US" sz="3550">
                <a:solidFill>
                  <a:schemeClr val="dk1"/>
                </a:solidFill>
                <a:latin typeface="Verdana"/>
                <a:ea typeface="Verdana"/>
                <a:cs typeface="Verdana"/>
                <a:sym typeface="Verdana"/>
              </a:rPr>
              <a:t>command or response PDU. It simply identifies the SAP that has started the PDU.</a:t>
            </a:r>
            <a:endParaRPr sz="3550">
              <a:solidFill>
                <a:schemeClr val="dk1"/>
              </a:solidFill>
              <a:latin typeface="Verdana"/>
              <a:ea typeface="Verdana"/>
              <a:cs typeface="Verdana"/>
              <a:sym typeface="Verdana"/>
            </a:endParaRPr>
          </a:p>
          <a:p>
            <a:pPr indent="0" lvl="0" marL="389890" marR="0" rtl="0" algn="l">
              <a:lnSpc>
                <a:spcPct val="100000"/>
              </a:lnSpc>
              <a:spcBef>
                <a:spcPts val="3895"/>
              </a:spcBef>
              <a:spcAft>
                <a:spcPts val="0"/>
              </a:spcAft>
              <a:buNone/>
            </a:pPr>
            <a:r>
              <a:rPr b="1" lang="en-US" sz="5400">
                <a:solidFill>
                  <a:schemeClr val="dk1"/>
                </a:solidFill>
                <a:latin typeface="Trebuchet MS"/>
                <a:ea typeface="Trebuchet MS"/>
                <a:cs typeface="Trebuchet MS"/>
                <a:sym typeface="Trebuchet MS"/>
              </a:rPr>
              <a:t>Information Field</a:t>
            </a:r>
            <a:endParaRPr sz="5400">
              <a:solidFill>
                <a:schemeClr val="dk1"/>
              </a:solidFill>
              <a:latin typeface="Trebuchet MS"/>
              <a:ea typeface="Trebuchet MS"/>
              <a:cs typeface="Trebuchet MS"/>
              <a:sym typeface="Trebuchet MS"/>
            </a:endParaRPr>
          </a:p>
          <a:p>
            <a:pPr indent="0" lvl="0" marL="345440" marR="0" rtl="0" algn="l">
              <a:lnSpc>
                <a:spcPct val="100000"/>
              </a:lnSpc>
              <a:spcBef>
                <a:spcPts val="2785"/>
              </a:spcBef>
              <a:spcAft>
                <a:spcPts val="0"/>
              </a:spcAft>
              <a:buNone/>
            </a:pPr>
            <a:r>
              <a:rPr lang="en-US" sz="3500">
                <a:solidFill>
                  <a:schemeClr val="dk1"/>
                </a:solidFill>
                <a:latin typeface="Verdana"/>
                <a:ea typeface="Verdana"/>
                <a:cs typeface="Verdana"/>
                <a:sym typeface="Verdana"/>
              </a:rPr>
              <a:t>This field generally includes data or information.</a:t>
            </a:r>
            <a:endParaRPr sz="3500">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p:nvPr/>
        </p:nvSpPr>
        <p:spPr>
          <a:xfrm>
            <a:off x="4974535" y="2033825"/>
            <a:ext cx="7393305" cy="104775"/>
          </a:xfrm>
          <a:custGeom>
            <a:rect b="b" l="l" r="r" t="t"/>
            <a:pathLst>
              <a:path extrusionOk="0" h="104775" w="7393305">
                <a:moveTo>
                  <a:pt x="7392738" y="104774"/>
                </a:moveTo>
                <a:lnTo>
                  <a:pt x="0" y="104774"/>
                </a:lnTo>
                <a:lnTo>
                  <a:pt x="0" y="0"/>
                </a:lnTo>
                <a:lnTo>
                  <a:pt x="7392738" y="0"/>
                </a:lnTo>
                <a:lnTo>
                  <a:pt x="7392738" y="10477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14"/>
          <p:cNvSpPr txBox="1"/>
          <p:nvPr>
            <p:ph type="title"/>
          </p:nvPr>
        </p:nvSpPr>
        <p:spPr>
          <a:xfrm>
            <a:off x="4961835" y="859075"/>
            <a:ext cx="7418705" cy="135128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700"/>
              <a:t>PDU Format</a:t>
            </a:r>
            <a:endParaRPr sz="8700"/>
          </a:p>
        </p:txBody>
      </p:sp>
      <p:pic>
        <p:nvPicPr>
          <p:cNvPr id="177" name="Google Shape;177;p14"/>
          <p:cNvPicPr preferRelativeResize="0"/>
          <p:nvPr/>
        </p:nvPicPr>
        <p:blipFill rotWithShape="1">
          <a:blip r:embed="rId3">
            <a:alphaModFix/>
          </a:blip>
          <a:srcRect b="0" l="0" r="0" t="0"/>
          <a:stretch/>
        </p:blipFill>
        <p:spPr>
          <a:xfrm>
            <a:off x="1973087" y="3248566"/>
            <a:ext cx="228600" cy="228599"/>
          </a:xfrm>
          <a:prstGeom prst="rect">
            <a:avLst/>
          </a:prstGeom>
          <a:noFill/>
          <a:ln>
            <a:noFill/>
          </a:ln>
        </p:spPr>
      </p:pic>
      <p:sp>
        <p:nvSpPr>
          <p:cNvPr id="178" name="Google Shape;178;p14"/>
          <p:cNvSpPr txBox="1"/>
          <p:nvPr/>
        </p:nvSpPr>
        <p:spPr>
          <a:xfrm>
            <a:off x="1898412" y="2908873"/>
            <a:ext cx="15723235" cy="6597650"/>
          </a:xfrm>
          <a:prstGeom prst="rect">
            <a:avLst/>
          </a:prstGeom>
          <a:noFill/>
          <a:ln>
            <a:noFill/>
          </a:ln>
        </p:spPr>
        <p:txBody>
          <a:bodyPr anchorCtr="0" anchor="t" bIns="0" lIns="0" spcFirstLastPara="1" rIns="0" wrap="square" tIns="12700">
            <a:spAutoFit/>
          </a:bodyPr>
          <a:lstStyle/>
          <a:p>
            <a:pPr indent="0" lvl="0" marL="587375" marR="0" rtl="0" algn="l">
              <a:lnSpc>
                <a:spcPct val="100000"/>
              </a:lnSpc>
              <a:spcBef>
                <a:spcPts val="0"/>
              </a:spcBef>
              <a:spcAft>
                <a:spcPts val="0"/>
              </a:spcAft>
              <a:buNone/>
            </a:pPr>
            <a:r>
              <a:rPr b="1" lang="en-US" sz="5200">
                <a:solidFill>
                  <a:schemeClr val="dk1"/>
                </a:solidFill>
                <a:latin typeface="Trebuchet MS"/>
                <a:ea typeface="Trebuchet MS"/>
                <a:cs typeface="Trebuchet MS"/>
                <a:sym typeface="Trebuchet MS"/>
              </a:rPr>
              <a:t>Control Field</a:t>
            </a:r>
            <a:endParaRPr sz="5200">
              <a:solidFill>
                <a:schemeClr val="dk1"/>
              </a:solidFill>
              <a:latin typeface="Trebuchet MS"/>
              <a:ea typeface="Trebuchet MS"/>
              <a:cs typeface="Trebuchet MS"/>
              <a:sym typeface="Trebuchet MS"/>
            </a:endParaRPr>
          </a:p>
          <a:p>
            <a:pPr indent="-231775" lvl="0" marL="243840" marR="5080" rtl="0" algn="l">
              <a:lnSpc>
                <a:spcPct val="116100"/>
              </a:lnSpc>
              <a:spcBef>
                <a:spcPts val="4035"/>
              </a:spcBef>
              <a:spcAft>
                <a:spcPts val="0"/>
              </a:spcAft>
              <a:buNone/>
            </a:pPr>
            <a:r>
              <a:rPr lang="en-US" sz="3500">
                <a:solidFill>
                  <a:schemeClr val="dk1"/>
                </a:solidFill>
                <a:latin typeface="Verdana"/>
                <a:ea typeface="Verdana"/>
                <a:cs typeface="Verdana"/>
                <a:sym typeface="Verdana"/>
              </a:rPr>
              <a:t>This field identifies and determines the specific PDU and also specifiesvarious control  functions. It is an 8 or 16-bit long field, usually depending on the identity of the PDU.</a:t>
            </a:r>
            <a:endParaRPr sz="3500">
              <a:solidFill>
                <a:schemeClr val="dk1"/>
              </a:solidFill>
              <a:latin typeface="Verdana"/>
              <a:ea typeface="Verdana"/>
              <a:cs typeface="Verdana"/>
              <a:sym typeface="Verdana"/>
            </a:endParaRPr>
          </a:p>
          <a:p>
            <a:pPr indent="-4533900" lvl="0" marL="4777105" marR="5080" rtl="0" algn="l">
              <a:lnSpc>
                <a:spcPct val="139428"/>
              </a:lnSpc>
              <a:spcBef>
                <a:spcPts val="275"/>
              </a:spcBef>
              <a:spcAft>
                <a:spcPts val="0"/>
              </a:spcAft>
              <a:buNone/>
            </a:pPr>
            <a:r>
              <a:rPr lang="en-US" sz="3500">
                <a:solidFill>
                  <a:schemeClr val="dk1"/>
                </a:solidFill>
                <a:latin typeface="Verdana"/>
                <a:ea typeface="Verdana"/>
                <a:cs typeface="Verdana"/>
                <a:sym typeface="Verdana"/>
              </a:rPr>
              <a:t>It is used for flow and error control. There are basically three types of PDU. Each PDU  has a different control field format.</a:t>
            </a:r>
            <a:endParaRPr sz="3500">
              <a:solidFill>
                <a:schemeClr val="dk1"/>
              </a:solidFill>
              <a:latin typeface="Verdana"/>
              <a:ea typeface="Verdana"/>
              <a:cs typeface="Verdana"/>
              <a:sym typeface="Verdana"/>
            </a:endParaRPr>
          </a:p>
          <a:p>
            <a:pPr indent="36195" lvl="0" marL="1205865" marR="10713085" rtl="0" algn="just">
              <a:lnSpc>
                <a:spcPct val="157600"/>
              </a:lnSpc>
              <a:spcBef>
                <a:spcPts val="160"/>
              </a:spcBef>
              <a:spcAft>
                <a:spcPts val="0"/>
              </a:spcAft>
              <a:buNone/>
            </a:pPr>
            <a:r>
              <a:rPr b="1" lang="en-US" sz="4200">
                <a:solidFill>
                  <a:schemeClr val="dk1"/>
                </a:solidFill>
                <a:latin typeface="Trebuchet MS"/>
                <a:ea typeface="Trebuchet MS"/>
                <a:cs typeface="Trebuchet MS"/>
                <a:sym typeface="Trebuchet MS"/>
              </a:rPr>
              <a:t>1.Information(I)  </a:t>
            </a:r>
            <a:r>
              <a:rPr b="1" lang="en-US" sz="3500">
                <a:solidFill>
                  <a:schemeClr val="dk1"/>
                </a:solidFill>
                <a:latin typeface="Arial"/>
                <a:ea typeface="Arial"/>
                <a:cs typeface="Arial"/>
                <a:sym typeface="Arial"/>
              </a:rPr>
              <a:t>2.Supervisory(S)  </a:t>
            </a:r>
            <a:r>
              <a:rPr b="1" lang="en-US" sz="3400">
                <a:solidFill>
                  <a:schemeClr val="dk1"/>
                </a:solidFill>
                <a:latin typeface="Arial"/>
                <a:ea typeface="Arial"/>
                <a:cs typeface="Arial"/>
                <a:sym typeface="Arial"/>
              </a:rPr>
              <a:t>3.Unnumbered(U)</a:t>
            </a:r>
            <a:endParaRPr sz="34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5"/>
          <p:cNvPicPr preferRelativeResize="0"/>
          <p:nvPr/>
        </p:nvPicPr>
        <p:blipFill rotWithShape="1">
          <a:blip r:embed="rId3">
            <a:alphaModFix/>
          </a:blip>
          <a:srcRect b="0" l="0" r="0" t="0"/>
          <a:stretch/>
        </p:blipFill>
        <p:spPr>
          <a:xfrm>
            <a:off x="2188036" y="1266869"/>
            <a:ext cx="13916024" cy="8858249"/>
          </a:xfrm>
          <a:prstGeom prst="rect">
            <a:avLst/>
          </a:prstGeom>
          <a:noFill/>
          <a:ln>
            <a:noFill/>
          </a:ln>
        </p:spPr>
      </p:pic>
      <p:sp>
        <p:nvSpPr>
          <p:cNvPr id="184" name="Google Shape;184;p15"/>
          <p:cNvSpPr txBox="1"/>
          <p:nvPr>
            <p:ph type="title"/>
          </p:nvPr>
        </p:nvSpPr>
        <p:spPr>
          <a:xfrm>
            <a:off x="3952099" y="105722"/>
            <a:ext cx="10894695" cy="12598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100"/>
              <a:t>IEEE 802 Standards</a:t>
            </a:r>
            <a:endParaRPr sz="8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2022-11-20T14:39:41Z</dcterms:created>
  <dc:creator>Aleena 3809</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2022-11-20T00:00:00Z</vt:filetime>
  </property>
  <property fmtid="{D5CDD505-2E9C-101B-9397-08002B2CF9AE}" pid="3" name="Creator">
    <vt:lpwstr>Canva</vt:lpwstr>
  </property>
  <property fmtid="{D5CDD505-2E9C-101B-9397-08002B2CF9AE}" pid="4" name="LastSaved">
    <vt:filetime>2022-11-20T00:00:00Z</vt:filetime>
  </property>
</Properties>
</file>