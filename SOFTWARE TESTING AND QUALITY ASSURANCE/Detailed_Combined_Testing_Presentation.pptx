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34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116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677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020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3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3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52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208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017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80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377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47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29" y="2720181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dirty="0"/>
              <a:t>Utilization of Testing Tools for Automation &amp; Object-Oriented Testing Principles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What is Test Automation?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Automating test execution improves efficiency and accuracy.</a:t>
            </a:r>
          </a:p>
          <a:p>
            <a:r>
              <a:t>It reduces manual effort and allows repeated execution of tests.</a:t>
            </a:r>
          </a:p>
          <a:p>
            <a:r>
              <a:t>Commonly used for regression, performance, and unit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Why Test Automation?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testing is slow and prone to human error.</a:t>
            </a:r>
          </a:p>
          <a:p>
            <a:r>
              <a:t>Automation provides faster, repeatable, and reliable results.</a:t>
            </a:r>
          </a:p>
          <a:p>
            <a:r>
              <a:t>It also supports continuous integration in modern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Types of Testing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tools test application behavior (Selenium, UFT, TestComplete).</a:t>
            </a:r>
          </a:p>
          <a:p>
            <a:r>
              <a:t>Performance tools evaluate load and speed (JMeter, LoadRunner).</a:t>
            </a:r>
          </a:p>
          <a:p>
            <a:r>
              <a:t>Security, unit, and management tools support complete testing lifecycle.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Selecting a Test Automation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tool must be compatible with the application under test.</a:t>
            </a:r>
          </a:p>
          <a:p>
            <a:r>
              <a:t>Integration with CI/CD pipelines is important for continuous testing.</a:t>
            </a:r>
          </a:p>
          <a:p>
            <a:r>
              <a:t>Learning curve, support, and licensing cost must be considered.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Challenges in Test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 requires high initial setup effort and investment.</a:t>
            </a:r>
          </a:p>
          <a:p>
            <a:r>
              <a:t>Automated scripts need continuous maintenance when software changes.</a:t>
            </a:r>
          </a:p>
          <a:p>
            <a:r>
              <a:t>Skilled testers are required to design and manage automation.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Test Automation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Frameworks control execution, comparison of results, and reporting.</a:t>
            </a:r>
          </a:p>
          <a:p>
            <a:r>
              <a:t>They enable reusable and structured automated test design.</a:t>
            </a:r>
          </a:p>
          <a:p>
            <a:r>
              <a:t>JUnit is a common framework used for unit testing in Java.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Object‑Oriented Testing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Encapsulation requires testing through public interfaces only.</a:t>
            </a:r>
          </a:p>
          <a:p>
            <a:r>
              <a:t>Inheritance needs validation of parent and child class behavior.</a:t>
            </a:r>
          </a:p>
          <a:p>
            <a:r>
              <a:t>Polymorphism testing ensures correct dynamic method execution.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Unit Testing in OO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Focuses on individual classes and their internal behavior.</a:t>
            </a:r>
          </a:p>
          <a:p>
            <a:r>
              <a:t>Validates methods, object state changes, and interactions.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Integration Testing in OO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Ensures different objects and classes work together correctly.</a:t>
            </a:r>
          </a:p>
          <a:p>
            <a:r>
              <a:t>Verifies message passing, collaboration, and data 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Importance of Integration &amp; System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failures appear only when the full system is tested.</a:t>
            </a:r>
          </a:p>
          <a:p>
            <a:r>
              <a:t>System testing validates overall software behavior.</a:t>
            </a:r>
          </a:p>
          <a:p>
            <a:r>
              <a:t>This reduces the risk of real‑world software failure.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 increases testing speed, consistency, and coverage.</a:t>
            </a:r>
          </a:p>
          <a:p>
            <a:r>
              <a:t>Object‑oriented testing ensures reliable system design.</a:t>
            </a:r>
          </a:p>
          <a:p>
            <a:r>
              <a:t>Together they significantly improve software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</TotalTime>
  <Words>365</Words>
  <Application>Microsoft Office PowerPoint</Application>
  <PresentationFormat>On-screen Show (4:3)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Utilization of Testing Tools for Automation &amp; Object-Oriented Testing Principles</vt:lpstr>
      <vt:lpstr>What is Test Automation?</vt:lpstr>
      <vt:lpstr>Why Test Automation?</vt:lpstr>
      <vt:lpstr>Types of Testing Tools</vt:lpstr>
      <vt:lpstr>Selecting a Test Automation Tool</vt:lpstr>
      <vt:lpstr>Challenges in Test Automation</vt:lpstr>
      <vt:lpstr>Test Automation Frameworks</vt:lpstr>
      <vt:lpstr>Object‑Oriented Testing Principles</vt:lpstr>
      <vt:lpstr>Unit Testing in OO Systems</vt:lpstr>
      <vt:lpstr>Integration Testing in OO Systems</vt:lpstr>
      <vt:lpstr>Importance of Integration &amp; System Testing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Ansel Sajan</cp:lastModifiedBy>
  <cp:revision>4</cp:revision>
  <dcterms:created xsi:type="dcterms:W3CDTF">2013-01-27T09:14:16Z</dcterms:created>
  <dcterms:modified xsi:type="dcterms:W3CDTF">2026-02-16T06:08:23Z</dcterms:modified>
  <cp:category/>
</cp:coreProperties>
</file>