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BB741-10E4-4EC4-9751-536BDE3E5491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C5004F6B-5473-46E4-9B6A-6FF43CC3987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BB741-10E4-4EC4-9751-536BDE3E5491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4F6B-5473-46E4-9B6A-6FF43CC3987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BB741-10E4-4EC4-9751-536BDE3E5491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5004F6B-5473-46E4-9B6A-6FF43CC3987E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BB741-10E4-4EC4-9751-536BDE3E5491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4F6B-5473-46E4-9B6A-6FF43CC3987E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BB741-10E4-4EC4-9751-536BDE3E5491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4F6B-5473-46E4-9B6A-6FF43CC3987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BB741-10E4-4EC4-9751-536BDE3E5491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4F6B-5473-46E4-9B6A-6FF43CC3987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BB741-10E4-4EC4-9751-536BDE3E5491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4F6B-5473-46E4-9B6A-6FF43CC3987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BB741-10E4-4EC4-9751-536BDE3E5491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4F6B-5473-46E4-9B6A-6FF43CC3987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BB741-10E4-4EC4-9751-536BDE3E5491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5004F6B-5473-46E4-9B6A-6FF43CC3987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BB741-10E4-4EC4-9751-536BDE3E5491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4F6B-5473-46E4-9B6A-6FF43CC3987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BB741-10E4-4EC4-9751-536BDE3E5491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4F6B-5473-46E4-9B6A-6FF43CC3987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7ABB741-10E4-4EC4-9751-536BDE3E5491}" type="datetimeFigureOut">
              <a:rPr lang="en-IN" smtClean="0"/>
              <a:t>21-11-2023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C5004F6B-5473-46E4-9B6A-6FF43CC3987E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mtClean="0"/>
              <a:t>MODULE </a:t>
            </a:r>
            <a:r>
              <a:rPr lang="en-IN" dirty="0" smtClean="0"/>
              <a:t>3 CONTD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0896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8712968" cy="64807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579" y="548680"/>
            <a:ext cx="7871853" cy="5691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928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404664"/>
            <a:ext cx="8640960" cy="612068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87" y="764704"/>
            <a:ext cx="7632848" cy="405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9154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260648"/>
            <a:ext cx="8712968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64704"/>
            <a:ext cx="8324613" cy="2319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5718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88640"/>
            <a:ext cx="9036496" cy="6480720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																																																			          </a:t>
            </a:r>
            <a:r>
              <a:rPr lang="en-IN" sz="1800" b="1" u="sng" dirty="0" smtClean="0">
                <a:latin typeface="Times New Roman" pitchFamily="18" charset="0"/>
                <a:cs typeface="Times New Roman" pitchFamily="18" charset="0"/>
              </a:rPr>
              <a:t>Fig 2</a:t>
            </a:r>
            <a:endParaRPr lang="en-IN" sz="1800" b="1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15" y="116632"/>
            <a:ext cx="4612382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9" y="2849822"/>
            <a:ext cx="4860032" cy="367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925586" y="147990"/>
            <a:ext cx="71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 smtClean="0"/>
              <a:t>Fig 1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4272640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793063"/>
            <a:ext cx="4572000" cy="3888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68" y="260648"/>
            <a:ext cx="4653310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331640" y="13167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 smtClean="0"/>
              <a:t>Fig 3</a:t>
            </a:r>
            <a:endParaRPr lang="en-IN" b="1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6084168" y="2276872"/>
            <a:ext cx="77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 smtClean="0"/>
              <a:t>Fig 4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3885007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88640"/>
            <a:ext cx="8712968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89" y="476672"/>
            <a:ext cx="7725248" cy="5832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5928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188640"/>
            <a:ext cx="8712968" cy="666936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60648"/>
            <a:ext cx="5184576" cy="6457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5945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640960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76672"/>
            <a:ext cx="4680520" cy="5732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2305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188640"/>
            <a:ext cx="8928992" cy="64807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32656"/>
            <a:ext cx="4680520" cy="5840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9995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116632"/>
            <a:ext cx="7772400" cy="778098"/>
          </a:xfrm>
        </p:spPr>
        <p:txBody>
          <a:bodyPr/>
          <a:lstStyle/>
          <a:p>
            <a:pPr algn="ctr"/>
            <a:r>
              <a:rPr lang="en-IN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Polynomial </a:t>
            </a:r>
            <a:r>
              <a:rPr lang="en-IN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Multiplicattion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836712"/>
            <a:ext cx="9144000" cy="583264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96" y="1340768"/>
            <a:ext cx="4645506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43608" y="836712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 smtClean="0"/>
              <a:t>Fig 1</a:t>
            </a:r>
            <a:endParaRPr lang="en-IN" b="1" u="sng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276872"/>
            <a:ext cx="3816424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084168" y="1556792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 smtClean="0"/>
              <a:t>Fig 2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1118119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937574" cy="6336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                         </a:t>
            </a:r>
            <a:r>
              <a:rPr lang="en-IN" sz="1800" b="1" u="sng" dirty="0" smtClean="0">
                <a:latin typeface="Times New Roman" pitchFamily="18" charset="0"/>
                <a:cs typeface="Times New Roman" pitchFamily="18" charset="0"/>
              </a:rPr>
              <a:t> Fig 3</a:t>
            </a: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																																																										       </a:t>
            </a:r>
            <a:r>
              <a:rPr lang="en-IN" sz="1800" b="1" u="sng" dirty="0" smtClean="0">
                <a:latin typeface="Times New Roman" pitchFamily="18" charset="0"/>
                <a:cs typeface="Times New Roman" pitchFamily="18" charset="0"/>
              </a:rPr>
              <a:t>Fig 4</a:t>
            </a:r>
            <a:endParaRPr lang="en-IN" sz="1800" b="1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13064"/>
            <a:ext cx="4285526" cy="3704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688897"/>
            <a:ext cx="4345220" cy="3836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9492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8784976" cy="666936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04664"/>
            <a:ext cx="8031216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284984"/>
            <a:ext cx="8280920" cy="3292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1021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8712968" cy="64807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88640"/>
            <a:ext cx="6480720" cy="6186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3571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8856984" cy="64807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23363"/>
            <a:ext cx="6264696" cy="6343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10302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18</Words>
  <Application>Microsoft Office PowerPoint</Application>
  <PresentationFormat>On-screen Show (4:3)</PresentationFormat>
  <Paragraphs>9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Equity</vt:lpstr>
      <vt:lpstr>MODULE 3 CONTD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Polynomial Multiplicattion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CONTD</dc:title>
  <dc:creator>Ms. Cinita Mary Mathew</dc:creator>
  <cp:lastModifiedBy>Ms. Cinita Mary Mathew</cp:lastModifiedBy>
  <cp:revision>1</cp:revision>
  <dcterms:created xsi:type="dcterms:W3CDTF">2023-11-21T08:01:37Z</dcterms:created>
  <dcterms:modified xsi:type="dcterms:W3CDTF">2023-11-21T08:02:32Z</dcterms:modified>
</cp:coreProperties>
</file>