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9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78" r:id="rId25"/>
    <p:sldId id="281" r:id="rId26"/>
    <p:sldId id="279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48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9" autoAdjust="0"/>
    <p:restoredTop sz="94660"/>
  </p:normalViewPr>
  <p:slideViewPr>
    <p:cSldViewPr>
      <p:cViewPr>
        <p:scale>
          <a:sx n="60" d="100"/>
          <a:sy n="60" d="100"/>
        </p:scale>
        <p:origin x="-774" y="-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DFF8B-9991-4053-949F-97337B3E09E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CC2F1-5DF7-4FDD-BBE9-E6CD94988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210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25AAA3-D5F0-4DDC-93A6-BDF9F5D1F68A}" type="datetimeFigureOut">
              <a:rPr lang="en-IN" smtClean="0"/>
              <a:t>25-10-2023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DATA STRUCTURES – CST 201</a:t>
            </a:r>
            <a:br>
              <a:rPr lang="en-IN" dirty="0" smtClean="0"/>
            </a:br>
            <a:r>
              <a:rPr lang="en-IN" dirty="0" smtClean="0"/>
              <a:t>MODULE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91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0"/>
            <a:ext cx="8579296" cy="659735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219639" cy="6048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624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856984" cy="662473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529472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074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640960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72" y="312688"/>
            <a:ext cx="7867444" cy="5420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1205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435280" cy="575915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2696"/>
            <a:ext cx="7941953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8005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404664"/>
            <a:ext cx="8435280" cy="561513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64704"/>
            <a:ext cx="7759000" cy="3756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2402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568952" cy="674136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90" y="131515"/>
            <a:ext cx="6331442" cy="4593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581128"/>
            <a:ext cx="4359717" cy="1988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3401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856984" cy="674136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6632"/>
            <a:ext cx="5976664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4725144"/>
            <a:ext cx="4402662" cy="1925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8744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404664"/>
            <a:ext cx="8435280" cy="597666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53" y="908720"/>
            <a:ext cx="7935881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834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1560" y="548680"/>
            <a:ext cx="8075240" cy="54711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196752"/>
            <a:ext cx="5472608" cy="4066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568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260648"/>
            <a:ext cx="8568952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02149"/>
            <a:ext cx="7502184" cy="4968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2059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712968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16" y="544150"/>
            <a:ext cx="8705961" cy="5333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8988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640960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48680"/>
            <a:ext cx="8208912" cy="5700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7964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640960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48680"/>
            <a:ext cx="8294793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662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435280" cy="568714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08719"/>
            <a:ext cx="7324724" cy="376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0441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332656"/>
            <a:ext cx="8568952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945064"/>
            <a:ext cx="6980269" cy="464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2417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784976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17" y="620688"/>
            <a:ext cx="7326219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1849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16632"/>
            <a:ext cx="8784976" cy="65527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79" y="404664"/>
            <a:ext cx="7676053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4897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332656"/>
            <a:ext cx="8507288" cy="568714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5"/>
            <a:ext cx="7889245" cy="2251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2482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332656"/>
            <a:ext cx="8568952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56" y="692696"/>
            <a:ext cx="7206836" cy="536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8826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290" y="1484784"/>
            <a:ext cx="6724746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1055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16632"/>
            <a:ext cx="9036496" cy="662473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8071"/>
            <a:ext cx="5688632" cy="4180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239307"/>
            <a:ext cx="4896544" cy="3853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9056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260648"/>
            <a:ext cx="8579296" cy="659735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5184576" cy="2397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052736"/>
            <a:ext cx="3499886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954548"/>
            <a:ext cx="4465001" cy="3903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75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712968" cy="662473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8641"/>
            <a:ext cx="6480719" cy="640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5643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16632"/>
            <a:ext cx="8579296" cy="65527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7382"/>
            <a:ext cx="7488831" cy="6371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1537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19" y="188640"/>
            <a:ext cx="440106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520" y="2975442"/>
            <a:ext cx="4320480" cy="3477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Curved Connector 5"/>
          <p:cNvCxnSpPr/>
          <p:nvPr/>
        </p:nvCxnSpPr>
        <p:spPr>
          <a:xfrm>
            <a:off x="4355976" y="1340768"/>
            <a:ext cx="1944216" cy="136815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820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332656"/>
            <a:ext cx="8507288" cy="568714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836712"/>
            <a:ext cx="5832648" cy="3517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8395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80109"/>
            <a:ext cx="8884096" cy="648925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04664"/>
            <a:ext cx="6120680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268760"/>
            <a:ext cx="4674865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6942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1560" y="620688"/>
            <a:ext cx="8075240" cy="53991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96752"/>
            <a:ext cx="6806873" cy="3732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1390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42314"/>
            <a:ext cx="8352928" cy="6078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0252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332656"/>
            <a:ext cx="8507288" cy="568714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33422"/>
            <a:ext cx="6336704" cy="3151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3350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404664"/>
            <a:ext cx="8435280" cy="561513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48680"/>
            <a:ext cx="8417487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6945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640960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34186"/>
            <a:ext cx="7586294" cy="5875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5497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712968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4664"/>
            <a:ext cx="7857870" cy="5693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7416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31" y="116632"/>
            <a:ext cx="7772400" cy="864096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Merge</a:t>
            </a:r>
            <a:endParaRPr lang="en-IN" sz="3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340768"/>
            <a:ext cx="8784976" cy="540060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60848"/>
            <a:ext cx="3683124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247900"/>
            <a:ext cx="3672408" cy="29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5309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404664"/>
            <a:ext cx="8568952" cy="597666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832342"/>
            <a:ext cx="5904656" cy="4462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5557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476672"/>
            <a:ext cx="8363272" cy="55431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64704"/>
            <a:ext cx="7415961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96176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11665"/>
            <a:ext cx="8105917" cy="602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21343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332656"/>
            <a:ext cx="8568952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84524"/>
            <a:ext cx="7448880" cy="5212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63595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260648"/>
            <a:ext cx="8928992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7083236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390" y="1268760"/>
            <a:ext cx="4250674" cy="179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3083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332656"/>
            <a:ext cx="8363272" cy="568714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620688"/>
            <a:ext cx="6019842" cy="363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3601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88640"/>
            <a:ext cx="8686800" cy="65527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35" y="404664"/>
            <a:ext cx="4248472" cy="1751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824321"/>
            <a:ext cx="3332981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95446"/>
            <a:ext cx="3616677" cy="3848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3631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435280" cy="65527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69702"/>
            <a:ext cx="7848871" cy="6220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1208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0"/>
            <a:ext cx="8784976" cy="685800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4964600" cy="2076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620688"/>
            <a:ext cx="3280608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79" y="2492896"/>
            <a:ext cx="4819154" cy="411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52299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712968" cy="65527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4664"/>
            <a:ext cx="7059341" cy="613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76460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5407569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974" y="908720"/>
            <a:ext cx="5024505" cy="594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27139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16632"/>
            <a:ext cx="8856984" cy="674136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7632848" cy="6624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4103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88640"/>
            <a:ext cx="8856984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6672"/>
            <a:ext cx="4755222" cy="2748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9343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53" y="476672"/>
            <a:ext cx="8162279" cy="6264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89671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12968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620688"/>
            <a:ext cx="5904656" cy="2796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54202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964488" cy="662473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6310"/>
            <a:ext cx="8568952" cy="6439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19817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16632"/>
            <a:ext cx="8686800" cy="590316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08720"/>
            <a:ext cx="6828153" cy="3350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33515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784976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17" y="267784"/>
            <a:ext cx="8690497" cy="5897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96125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640960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4664"/>
            <a:ext cx="8059234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10998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712968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18448"/>
            <a:ext cx="8799377" cy="5918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46875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260648"/>
            <a:ext cx="8363272" cy="575915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48680"/>
            <a:ext cx="5287544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28415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712968" cy="65527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13" y="260648"/>
            <a:ext cx="6999178" cy="6362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39997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077" y="0"/>
            <a:ext cx="7772400" cy="836712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Merge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980728"/>
            <a:ext cx="8964488" cy="561662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3971925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573210"/>
            <a:ext cx="3971925" cy="3583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4427984" y="2996952"/>
            <a:ext cx="360040" cy="3682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4321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76060"/>
            <a:ext cx="6192688" cy="5771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93355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856984" cy="65527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19" y="188640"/>
            <a:ext cx="7990405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53842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7214324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10737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548680"/>
            <a:ext cx="7884630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50678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856984" cy="65527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50" y="332656"/>
            <a:ext cx="8082898" cy="6264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11515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16632"/>
            <a:ext cx="8435280" cy="590316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20688"/>
            <a:ext cx="7176676" cy="3309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3218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856984" cy="65527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692696"/>
            <a:ext cx="4918832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15560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16632"/>
            <a:ext cx="9540552" cy="684076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649316"/>
            <a:ext cx="7367330" cy="5804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36981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640960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4664"/>
            <a:ext cx="7297317" cy="6011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28829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6632"/>
            <a:ext cx="6912768" cy="4088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789040"/>
            <a:ext cx="4297351" cy="2950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43883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260648"/>
            <a:ext cx="8363272" cy="575915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692696"/>
            <a:ext cx="4770367" cy="3262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12017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332656"/>
            <a:ext cx="8424936" cy="568714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836712"/>
            <a:ext cx="5742279" cy="2888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29102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16632"/>
            <a:ext cx="8892480" cy="674136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21315"/>
            <a:ext cx="7781962" cy="6620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62763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404664"/>
            <a:ext cx="8219256" cy="561513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980728"/>
            <a:ext cx="4903043" cy="242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92375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892480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81137"/>
            <a:ext cx="7560840" cy="591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37060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3568" y="260648"/>
            <a:ext cx="8003232" cy="575915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088" y="692696"/>
            <a:ext cx="6971511" cy="3238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0700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9512" y="332656"/>
            <a:ext cx="8712968" cy="62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666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784976" cy="674136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6696744" cy="648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93586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640960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90" y="404664"/>
            <a:ext cx="7703010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32984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20688"/>
            <a:ext cx="6802861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28426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856984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54" y="260648"/>
            <a:ext cx="8370930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67900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476672"/>
            <a:ext cx="8435280" cy="55431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52736"/>
            <a:ext cx="7126643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83132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332656"/>
            <a:ext cx="8363272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944" y="1052736"/>
            <a:ext cx="7107456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22255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640960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78" y="620688"/>
            <a:ext cx="7888397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37208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640960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40" y="692696"/>
            <a:ext cx="7880581" cy="5688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425580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16632"/>
            <a:ext cx="8712968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7938559" cy="5814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53960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404664"/>
            <a:ext cx="8291264" cy="561513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052736"/>
            <a:ext cx="7920880" cy="2908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18341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24744"/>
            <a:ext cx="7772400" cy="489505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296" y="1582212"/>
            <a:ext cx="5822975" cy="2484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67520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260648"/>
            <a:ext cx="9144000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4008115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634" y="1952836"/>
            <a:ext cx="4884365" cy="478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501757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507288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56143"/>
            <a:ext cx="7632848" cy="5437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586582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712968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20688"/>
            <a:ext cx="7660707" cy="302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85217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260648"/>
            <a:ext cx="8568952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4664"/>
            <a:ext cx="6711717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28681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640960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534844"/>
            <a:ext cx="7139227" cy="5126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76850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1611</TotalTime>
  <Words>7</Words>
  <Application>Microsoft Office PowerPoint</Application>
  <PresentationFormat>On-screen Show (4:3)</PresentationFormat>
  <Paragraphs>3</Paragraphs>
  <Slides>91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2" baseType="lpstr">
      <vt:lpstr>Equity</vt:lpstr>
      <vt:lpstr>DATA STRUCTURES – CST 201 MODULE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– CST 201 MODULE 2</dc:title>
  <dc:creator>Ms. Cinita Mary Mathew</dc:creator>
  <cp:lastModifiedBy>Ms. Cinita Mary Mathew</cp:lastModifiedBy>
  <cp:revision>117</cp:revision>
  <cp:lastPrinted>2023-10-25T07:14:01Z</cp:lastPrinted>
  <dcterms:created xsi:type="dcterms:W3CDTF">2023-08-21T04:11:10Z</dcterms:created>
  <dcterms:modified xsi:type="dcterms:W3CDTF">2023-10-25T07:19:47Z</dcterms:modified>
</cp:coreProperties>
</file>