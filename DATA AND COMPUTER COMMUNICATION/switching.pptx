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57" r:id="rId4"/>
    <p:sldId id="259" r:id="rId5"/>
    <p:sldId id="261" r:id="rId6"/>
    <p:sldId id="262" r:id="rId7"/>
    <p:sldId id="264" r:id="rId8"/>
    <p:sldId id="263" r:id="rId9"/>
    <p:sldId id="265" r:id="rId10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3253D-9BF2-3F6C-31AE-93F09AEB9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00BF8A-4DD1-ABF5-20E8-27120844D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0C9FA-F5F7-28B9-2C2A-859A26853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4264-73C2-4078-ACBD-BF7F28CFD9CC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80712-3BFE-DB5D-8E8B-1FD89CE94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5C0CF-E7DB-4878-39B8-7DB93877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A8936-6975-4EFF-AD09-EFC61AAFB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519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3C71F-2A0D-0E89-3D69-31D4B1DB8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2136C-CA74-645F-247F-713D4034F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1EB96-A8D1-1BCB-C8B3-6E6A038F7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4264-73C2-4078-ACBD-BF7F28CFD9CC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32489-3948-9183-495E-CEA86C5A9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6254E-B4BD-EDA4-0A86-7D565E42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A8936-6975-4EFF-AD09-EFC61AAFB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370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7AE76-38B7-67E6-25D7-0648499D7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D1A831-73B7-718B-A33B-F5E8CEA1B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1FCA0-F3F6-6150-2928-AC5AAB3E7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4264-73C2-4078-ACBD-BF7F28CFD9CC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CDDD6-30AC-F30E-B6CD-37D881FB0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A451F-0F3A-9234-6528-3A1E898BE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A8936-6975-4EFF-AD09-EFC61AAFB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885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F9B4B-398A-688E-B3AC-A63652838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20A52-BB2D-6CA7-91AC-9D3F4133C1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718AA5-D12C-F225-6A7B-72CCD3BB8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54756-CC9F-6639-46C5-7E11FEF33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4264-73C2-4078-ACBD-BF7F28CFD9CC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F221CB-AA06-71B8-A9E3-88DDFA5FE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54AE93-A741-A7CC-627A-5A62FBB2B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A8936-6975-4EFF-AD09-EFC61AAFB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488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7FE3F-3B56-2DCA-807F-3DF7C9748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16FA4-1485-E8EF-54D6-02428A883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A4397-3747-58E2-508C-D984C5634C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45BCD-B74D-A64B-4D29-9B4AC3644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2F9904-B9C9-40D8-A970-2D2E1B257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5E15B-F9FF-C324-87A3-7DD5FFDDD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4264-73C2-4078-ACBD-BF7F28CFD9CC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9C2971-C997-E9F0-E59F-AF046A753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715781-4D93-DBEA-42A2-8D4B58B41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A8936-6975-4EFF-AD09-EFC61AAFB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990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F7434-7C49-5B85-1E35-5749B647B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AE0F7C-ACD7-6AAF-DBC1-3E9809488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4264-73C2-4078-ACBD-BF7F28CFD9CC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465CA0-4DED-1ED9-4177-8C1ECC92D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C95EA-E4BB-DBB6-F14C-705BBBFF3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A8936-6975-4EFF-AD09-EFC61AAFB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868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0BA05D-BFEB-37E7-DBD9-FCF9E970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4264-73C2-4078-ACBD-BF7F28CFD9CC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52D79E-A59C-163A-1D2D-5D6FBE305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CFF5B-3158-C22D-7F8E-FC4A9ECBC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A8936-6975-4EFF-AD09-EFC61AAFB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95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58BCA-471B-FAB2-34F0-07686CA96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CEC77-D43F-64EC-C274-2E28DF5EA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AB8C05-2DE6-DC15-94B5-D2259C7D95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F1918E-A492-5838-1A14-5A86DD30B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4264-73C2-4078-ACBD-BF7F28CFD9CC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59D1B-64D1-4AFA-E085-F92ACCE5C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D6316D-49B5-1C82-14C4-A0E8E4B3C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A8936-6975-4EFF-AD09-EFC61AAFB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439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377C7-0BFD-E865-0F7F-6D933F16C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5FBEBB-8C94-88B2-085C-7BB04575B7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A3A4AD-6A26-8CF7-2497-5EECA4532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1607D0-49E9-5108-DB44-FFE25AB1C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4264-73C2-4078-ACBD-BF7F28CFD9CC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F93D8-5354-13E0-52DE-CA6103A3D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1E9E3-D413-19F7-D970-8F991DDFF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A8936-6975-4EFF-AD09-EFC61AAFB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333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2714C-A365-EE21-7C66-497D43212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736375-9AFE-FB3A-7BE6-276575F80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36A1A-A8CB-9D5A-CC91-67BBEEC1E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4264-73C2-4078-ACBD-BF7F28CFD9CC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BB52F-3F20-D3D0-F2C9-4A0CCA4E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080CD-D271-46B6-227A-2A2765A1D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A8936-6975-4EFF-AD09-EFC61AAFB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422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C2E415-1B61-B9C3-3E87-749F4A9620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9BB291-4D70-F4B4-16CA-3526AA14E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C37CD-0357-5487-889D-E9854277C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4264-73C2-4078-ACBD-BF7F28CFD9CC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4B3B9-2307-B296-C397-1BED66894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66DF9-8660-617C-818C-306621E0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A8936-6975-4EFF-AD09-EFC61AAFB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404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8BC009-7C6D-BA72-2AF0-FA771A844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373C4-EF1E-FFC4-AF20-43D3D09C6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73895-12E4-3A6A-0985-530388D556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04264-73C2-4078-ACBD-BF7F28CFD9CC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3F213-5628-DA93-9BF5-37A5F28746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B37AE-4740-6E48-47EF-7E249CA49A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8A8936-6975-4EFF-AD09-EFC61AAFB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5375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3-10 at 9.15.39 AM">
            <a:extLst>
              <a:ext uri="{FF2B5EF4-FFF2-40B4-BE49-F238E27FC236}">
                <a16:creationId xmlns:a16="http://schemas.microsoft.com/office/drawing/2014/main" id="{812E6B9E-2623-A1F0-432E-F5F28B31B91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9075"/>
            <a:ext cx="12192000" cy="641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077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3-10 at 9.15.39 AM (1)">
            <a:extLst>
              <a:ext uri="{FF2B5EF4-FFF2-40B4-BE49-F238E27FC236}">
                <a16:creationId xmlns:a16="http://schemas.microsoft.com/office/drawing/2014/main" id="{3ACB7171-59BC-A023-5BC3-FF044B77ABA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750"/>
            <a:ext cx="121920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598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3-10 at 9.15.38 AM">
            <a:extLst>
              <a:ext uri="{FF2B5EF4-FFF2-40B4-BE49-F238E27FC236}">
                <a16:creationId xmlns:a16="http://schemas.microsoft.com/office/drawing/2014/main" id="{F36007FB-E497-46D4-6EFD-4E7C092CBE4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4325"/>
            <a:ext cx="12192000" cy="622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348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3-10 at 9.15.39 AM (2)">
            <a:extLst>
              <a:ext uri="{FF2B5EF4-FFF2-40B4-BE49-F238E27FC236}">
                <a16:creationId xmlns:a16="http://schemas.microsoft.com/office/drawing/2014/main" id="{5131AF84-46F1-784B-DBB6-B801492DA0B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8" y="0"/>
            <a:ext cx="121253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131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3-10 at 9.15.40 AM (1)">
            <a:extLst>
              <a:ext uri="{FF2B5EF4-FFF2-40B4-BE49-F238E27FC236}">
                <a16:creationId xmlns:a16="http://schemas.microsoft.com/office/drawing/2014/main" id="{BBA72A3E-3F51-FB06-3CFE-1200C2D6085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7650"/>
            <a:ext cx="12192000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786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3-10 at 9.15.40 AM">
            <a:extLst>
              <a:ext uri="{FF2B5EF4-FFF2-40B4-BE49-F238E27FC236}">
                <a16:creationId xmlns:a16="http://schemas.microsoft.com/office/drawing/2014/main" id="{BF585B78-4CBD-F9C3-FC26-09F0BC91347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1475"/>
            <a:ext cx="12192000" cy="61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58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3-10 at 9.15.41 AM">
            <a:extLst>
              <a:ext uri="{FF2B5EF4-FFF2-40B4-BE49-F238E27FC236}">
                <a16:creationId xmlns:a16="http://schemas.microsoft.com/office/drawing/2014/main" id="{66C62215-0988-0852-3373-542A7D60C13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0025"/>
            <a:ext cx="12192000" cy="645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936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3-10 at 9.15.41 AM (1)">
            <a:extLst>
              <a:ext uri="{FF2B5EF4-FFF2-40B4-BE49-F238E27FC236}">
                <a16:creationId xmlns:a16="http://schemas.microsoft.com/office/drawing/2014/main" id="{B46E60FE-099D-84D6-BEF9-E49A8A739BB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0050"/>
            <a:ext cx="12192000" cy="605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85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3-10 at 9.15.42 AM">
            <a:extLst>
              <a:ext uri="{FF2B5EF4-FFF2-40B4-BE49-F238E27FC236}">
                <a16:creationId xmlns:a16="http://schemas.microsoft.com/office/drawing/2014/main" id="{D596FEAE-71E8-0795-308E-F47B7DA7FC1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9550"/>
            <a:ext cx="12192000" cy="643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573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ANJU MARKOSE</dc:creator>
  <cp:lastModifiedBy>ANJU MARKOSE</cp:lastModifiedBy>
  <cp:revision>1</cp:revision>
  <dcterms:created xsi:type="dcterms:W3CDTF">2026-03-10T03:48:38Z</dcterms:created>
  <dcterms:modified xsi:type="dcterms:W3CDTF">2026-03-10T03:50:24Z</dcterms:modified>
</cp:coreProperties>
</file>