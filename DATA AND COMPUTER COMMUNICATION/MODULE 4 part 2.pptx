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2" r:id="rId3"/>
    <p:sldId id="291" r:id="rId4"/>
    <p:sldId id="294" r:id="rId5"/>
    <p:sldId id="293" r:id="rId6"/>
    <p:sldId id="295" r:id="rId7"/>
    <p:sldId id="297" r:id="rId8"/>
    <p:sldId id="257" r:id="rId9"/>
    <p:sldId id="258" r:id="rId10"/>
    <p:sldId id="259" r:id="rId11"/>
    <p:sldId id="260" r:id="rId12"/>
    <p:sldId id="261" r:id="rId13"/>
    <p:sldId id="263" r:id="rId14"/>
    <p:sldId id="264" r:id="rId15"/>
    <p:sldId id="265" r:id="rId16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02BE-0CD7-8EEE-EAF7-17A8FC8AC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AABB2-7058-F281-A5E9-908C4F991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72B9C-D8C3-45EA-5C28-810CAA88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C6513-BC4E-3E1F-0D81-FECA1035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E493B-9F7A-5790-54C9-F411C7D9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60F1-5A47-44DC-44F4-F9EA01DD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E0A3-36FD-E8CA-F97B-E161E0447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1A0B-5737-3875-B2AB-8802DAD2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598E-DA94-E8F1-5B18-43F685DF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9E14-B8FB-4F25-572F-3B4244F4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79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67617-9771-BB3A-C304-2593CA5AF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ED22-8958-1369-0B8F-385ADF517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1123-726A-A0D7-362C-E2D24DA2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05CE9-27D2-F68C-0A07-1CD429CE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9BC0-3028-466B-B128-7F0B849E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23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70F8-3BFD-1AF0-C1BE-565389E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65E7-B6FE-D788-CF6F-10A01DD40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288B7-4DFA-91BC-8984-5AB7F8028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7410-86D8-284A-B36F-1ED50B12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70EA3-C993-7FDF-D2C7-47C03C5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54B85-0224-9686-0C80-667B8AED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94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1EC92-4051-451B-107C-3FF41FC9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26D6D-E2A3-EB8E-DB7A-07C040339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68C32-B440-2E6F-B4AB-2718E6226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5692E-0ED3-5B30-D3E2-DA59A81BC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4FB6C-9214-B269-BAA0-0AA55C48B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D4EB1-2B0A-E3E3-F0FF-427B6D74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80E90A-6995-5799-7914-D05BADAE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C6626E-A842-9741-A639-397DCF77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49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7A180-34CD-BDAF-11BE-EB72CF8B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6EB22-D8D0-6D69-F464-A03C55F01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364F2-8295-12AD-702C-0C9D1CEFA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6D87F8-87A7-C22B-A709-DA70BB58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66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8C1A9F-3493-377E-7880-4E186675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5FCEEF-71C8-C109-0C66-7C41CDC5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4347A-02D2-F03C-42FB-9B6F222C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2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C355D-04C9-E486-C9D0-3BC26F60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FF284-A5F0-F8DD-98B5-8EDAAF18D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F3C31-B047-CAF3-272F-770A30C13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E244E-FB31-5361-6347-C39F8EBE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43E86-5FBF-7E05-EAE8-D3C47BA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57351-4A24-AF52-0E16-72ADF036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13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0E0E-B8F8-3EF6-F775-92C210DFF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FE987-BB06-02A9-2671-1C340E13E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59348-FCDF-6930-C4CE-3B7637BA0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F8EDE-E71A-00DF-FD58-ACCAA29E4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5B9AE-9577-659F-184F-95832D91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A5707-39B3-70CA-BC64-FF20234B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88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80106-9AA9-36E3-5087-217DAD8C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2222E-082B-A0ED-F940-A6920A632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AAAD-E5DF-6D3F-91E5-76C9730A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3CDF3-2246-D355-5EC1-347AC328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A00AF-42AC-C712-E53B-2EBF9B90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56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13438-28CF-417C-C497-1A96B1614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FADA5-F31E-8A67-B5AB-86C606E51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E9BE5-D001-95F5-D304-9C5BD18C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5D669-C3D3-0E23-45D9-FE39EE52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68F3A-6801-D43B-4D35-3BA494C3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12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F6D17-C7E8-ACFF-0DCD-74C4F496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AEA6B-0286-0F73-63FE-16F613A4D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7ED1-2B01-FC70-D054-3DA18773B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8EAE3-00F9-463F-8D2C-37E4A6C8496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A591-B5C6-D024-9309-D341A25D3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BCB6A-7946-1C7F-1BCA-ED08D725A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B33EC-A45F-4338-B849-5E786E5875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33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A4D2-882C-8A75-C7E0-680488420C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Photo Album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6B55D-0DF2-FAA0-D835-34B4BFE758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by ANJU MARKOSE</a:t>
            </a:r>
          </a:p>
        </p:txBody>
      </p:sp>
    </p:spTree>
    <p:extLst>
      <p:ext uri="{BB962C8B-B14F-4D97-AF65-F5344CB8AC3E}">
        <p14:creationId xmlns:p14="http://schemas.microsoft.com/office/powerpoint/2010/main" val="25715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28 AM">
            <a:extLst>
              <a:ext uri="{FF2B5EF4-FFF2-40B4-BE49-F238E27FC236}">
                <a16:creationId xmlns:a16="http://schemas.microsoft.com/office/drawing/2014/main" id="{9C522B67-42FC-3D53-3A77-A70A11CF68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1525"/>
            <a:ext cx="121920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9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28 AM (1)">
            <a:extLst>
              <a:ext uri="{FF2B5EF4-FFF2-40B4-BE49-F238E27FC236}">
                <a16:creationId xmlns:a16="http://schemas.microsoft.com/office/drawing/2014/main" id="{194D12F9-26F5-3F8C-C4C9-A724D57D32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0"/>
            <a:ext cx="112252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3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29 AM">
            <a:extLst>
              <a:ext uri="{FF2B5EF4-FFF2-40B4-BE49-F238E27FC236}">
                <a16:creationId xmlns:a16="http://schemas.microsoft.com/office/drawing/2014/main" id="{61DA7C6D-E3A4-E362-2BA1-D3E3B8EBF7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63" y="0"/>
            <a:ext cx="1113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29 AM (1)">
            <a:extLst>
              <a:ext uri="{FF2B5EF4-FFF2-40B4-BE49-F238E27FC236}">
                <a16:creationId xmlns:a16="http://schemas.microsoft.com/office/drawing/2014/main" id="{4381FD67-BEAF-2F81-BDD5-CA6297DB4E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0"/>
            <a:ext cx="11580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2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30 AM">
            <a:extLst>
              <a:ext uri="{FF2B5EF4-FFF2-40B4-BE49-F238E27FC236}">
                <a16:creationId xmlns:a16="http://schemas.microsoft.com/office/drawing/2014/main" id="{376D969A-D19C-9E08-688A-CD258759639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0"/>
            <a:ext cx="11110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9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0 at 10.17.31 AM">
            <a:extLst>
              <a:ext uri="{FF2B5EF4-FFF2-40B4-BE49-F238E27FC236}">
                <a16:creationId xmlns:a16="http://schemas.microsoft.com/office/drawing/2014/main" id="{31DC137F-9F35-6A51-2D8B-B93486137A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" y="0"/>
            <a:ext cx="11341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2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09 PM">
            <a:extLst>
              <a:ext uri="{FF2B5EF4-FFF2-40B4-BE49-F238E27FC236}">
                <a16:creationId xmlns:a16="http://schemas.microsoft.com/office/drawing/2014/main" id="{A2854B63-7BDF-2CC0-5537-1E4FBC433C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6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0 PM (1)">
            <a:extLst>
              <a:ext uri="{FF2B5EF4-FFF2-40B4-BE49-F238E27FC236}">
                <a16:creationId xmlns:a16="http://schemas.microsoft.com/office/drawing/2014/main" id="{2CA29C82-264B-9B6E-1730-6F211630DBE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37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0 PM (2)">
            <a:extLst>
              <a:ext uri="{FF2B5EF4-FFF2-40B4-BE49-F238E27FC236}">
                <a16:creationId xmlns:a16="http://schemas.microsoft.com/office/drawing/2014/main" id="{C304C79D-772C-657A-DD18-4D0DBE717E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7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0 PM (3)">
            <a:extLst>
              <a:ext uri="{FF2B5EF4-FFF2-40B4-BE49-F238E27FC236}">
                <a16:creationId xmlns:a16="http://schemas.microsoft.com/office/drawing/2014/main" id="{DB1DBAA7-D49B-0E6D-5C6B-1F88A72101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28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0 PM">
            <a:extLst>
              <a:ext uri="{FF2B5EF4-FFF2-40B4-BE49-F238E27FC236}">
                <a16:creationId xmlns:a16="http://schemas.microsoft.com/office/drawing/2014/main" id="{1EBDF78F-0C54-78E5-20A4-46FDDF3E72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79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1 PM (2)">
            <a:extLst>
              <a:ext uri="{FF2B5EF4-FFF2-40B4-BE49-F238E27FC236}">
                <a16:creationId xmlns:a16="http://schemas.microsoft.com/office/drawing/2014/main" id="{883C98C3-FA7C-C695-AD62-4A0DD6DA47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87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1 PM">
            <a:extLst>
              <a:ext uri="{FF2B5EF4-FFF2-40B4-BE49-F238E27FC236}">
                <a16:creationId xmlns:a16="http://schemas.microsoft.com/office/drawing/2014/main" id="{4DBBDE04-F5A5-6DB8-8BB7-60CD66F323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36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02-18 at 3.25.12 PM">
            <a:extLst>
              <a:ext uri="{FF2B5EF4-FFF2-40B4-BE49-F238E27FC236}">
                <a16:creationId xmlns:a16="http://schemas.microsoft.com/office/drawing/2014/main" id="{4FA114BE-CE7A-885F-E01F-EAFC6168482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2775"/>
            <a:ext cx="12192000" cy="563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1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Photo Album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MARKOSE</dc:creator>
  <cp:lastModifiedBy>ANJU MARKOSE</cp:lastModifiedBy>
  <cp:revision>1</cp:revision>
  <dcterms:created xsi:type="dcterms:W3CDTF">2026-02-18T10:07:36Z</dcterms:created>
  <dcterms:modified xsi:type="dcterms:W3CDTF">2026-02-18T10:48:41Z</dcterms:modified>
</cp:coreProperties>
</file>