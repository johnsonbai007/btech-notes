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Lst>
  <p:sldSz cy="6858000" cx="12192000"/>
  <p:notesSz cx="6858000" cy="9144000"/>
  <p:embeddedFontLst>
    <p:embeddedFont>
      <p:font typeface="Century Gothic"/>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9" roundtripDataSignature="AMtx7mggQqQB0iXdMOcC8eFJ/esp/nEK9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CenturyGothic-regular.fntdata"/><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font" Target="fonts/CenturyGothic-italic.fntdata"/><Relationship Id="rId14" Type="http://schemas.openxmlformats.org/officeDocument/2006/relationships/slide" Target="slides/slide10.xml"/><Relationship Id="rId36" Type="http://schemas.openxmlformats.org/officeDocument/2006/relationships/font" Target="fonts/CenturyGothic-bold.fntdata"/><Relationship Id="rId17" Type="http://schemas.openxmlformats.org/officeDocument/2006/relationships/slide" Target="slides/slide13.xml"/><Relationship Id="rId39" Type="http://customschemas.google.com/relationships/presentationmetadata" Target="metadata"/><Relationship Id="rId16" Type="http://schemas.openxmlformats.org/officeDocument/2006/relationships/slide" Target="slides/slide12.xml"/><Relationship Id="rId38" Type="http://schemas.openxmlformats.org/officeDocument/2006/relationships/font" Target="fonts/CenturyGothic-bold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8" name="Shape 38"/>
        <p:cNvGrpSpPr/>
        <p:nvPr/>
      </p:nvGrpSpPr>
      <p:grpSpPr>
        <a:xfrm>
          <a:off x="0" y="0"/>
          <a:ext cx="0" cy="0"/>
          <a:chOff x="0" y="0"/>
          <a:chExt cx="0" cy="0"/>
        </a:xfrm>
      </p:grpSpPr>
      <p:sp>
        <p:nvSpPr>
          <p:cNvPr id="39" name="Google Shape;39;p32"/>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32"/>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41" name="Google Shape;41;p32"/>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2"/>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2"/>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32"/>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5" name="Shape 45"/>
        <p:cNvGrpSpPr/>
        <p:nvPr/>
      </p:nvGrpSpPr>
      <p:grpSpPr>
        <a:xfrm>
          <a:off x="0" y="0"/>
          <a:ext cx="0" cy="0"/>
          <a:chOff x="0" y="0"/>
          <a:chExt cx="0" cy="0"/>
        </a:xfrm>
      </p:grpSpPr>
      <p:sp>
        <p:nvSpPr>
          <p:cNvPr id="46" name="Google Shape;46;p33"/>
          <p:cNvSpPr txBox="1"/>
          <p:nvPr>
            <p:ph type="ctrTitle"/>
          </p:nvPr>
        </p:nvSpPr>
        <p:spPr>
          <a:xfrm>
            <a:off x="2589213" y="2514600"/>
            <a:ext cx="8915399" cy="22627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5400"/>
              <a:buFont typeface="Century Gothic"/>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3"/>
          <p:cNvSpPr txBox="1"/>
          <p:nvPr>
            <p:ph idx="1" type="subTitle"/>
          </p:nvPr>
        </p:nvSpPr>
        <p:spPr>
          <a:xfrm>
            <a:off x="2589213" y="4777379"/>
            <a:ext cx="8915399" cy="1126283"/>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SzPts val="1800"/>
              <a:buNone/>
              <a:defRPr>
                <a:solidFill>
                  <a:srgbClr val="595959"/>
                </a:solidFill>
              </a:defRPr>
            </a:lvl1pPr>
            <a:lvl2pPr lvl="1" algn="ctr">
              <a:spcBef>
                <a:spcPts val="1000"/>
              </a:spcBef>
              <a:spcAft>
                <a:spcPts val="0"/>
              </a:spcAft>
              <a:buSzPts val="1600"/>
              <a:buNone/>
              <a:defRPr>
                <a:solidFill>
                  <a:srgbClr val="888888"/>
                </a:solidFill>
              </a:defRPr>
            </a:lvl2pPr>
            <a:lvl3pPr lvl="2" algn="ctr">
              <a:spcBef>
                <a:spcPts val="1000"/>
              </a:spcBef>
              <a:spcAft>
                <a:spcPts val="0"/>
              </a:spcAft>
              <a:buSzPts val="1400"/>
              <a:buNone/>
              <a:defRPr>
                <a:solidFill>
                  <a:srgbClr val="888888"/>
                </a:solidFill>
              </a:defRPr>
            </a:lvl3pPr>
            <a:lvl4pPr lvl="3" algn="ctr">
              <a:spcBef>
                <a:spcPts val="1000"/>
              </a:spcBef>
              <a:spcAft>
                <a:spcPts val="0"/>
              </a:spcAft>
              <a:buSzPts val="1200"/>
              <a:buNone/>
              <a:defRPr>
                <a:solidFill>
                  <a:srgbClr val="888888"/>
                </a:solidFill>
              </a:defRPr>
            </a:lvl4pPr>
            <a:lvl5pPr lvl="4" algn="ctr">
              <a:spcBef>
                <a:spcPts val="1000"/>
              </a:spcBef>
              <a:spcAft>
                <a:spcPts val="0"/>
              </a:spcAft>
              <a:buSzPts val="1200"/>
              <a:buNone/>
              <a:defRPr>
                <a:solidFill>
                  <a:srgbClr val="888888"/>
                </a:solidFill>
              </a:defRPr>
            </a:lvl5pPr>
            <a:lvl6pPr lvl="5" algn="ctr">
              <a:spcBef>
                <a:spcPts val="1000"/>
              </a:spcBef>
              <a:spcAft>
                <a:spcPts val="0"/>
              </a:spcAft>
              <a:buSzPts val="1200"/>
              <a:buNone/>
              <a:defRPr>
                <a:solidFill>
                  <a:srgbClr val="888888"/>
                </a:solidFill>
              </a:defRPr>
            </a:lvl6pPr>
            <a:lvl7pPr lvl="6" algn="ctr">
              <a:spcBef>
                <a:spcPts val="1000"/>
              </a:spcBef>
              <a:spcAft>
                <a:spcPts val="0"/>
              </a:spcAft>
              <a:buSzPts val="1200"/>
              <a:buNone/>
              <a:defRPr>
                <a:solidFill>
                  <a:srgbClr val="888888"/>
                </a:solidFill>
              </a:defRPr>
            </a:lvl7pPr>
            <a:lvl8pPr lvl="7" algn="ctr">
              <a:spcBef>
                <a:spcPts val="1000"/>
              </a:spcBef>
              <a:spcAft>
                <a:spcPts val="0"/>
              </a:spcAft>
              <a:buSzPts val="1200"/>
              <a:buNone/>
              <a:defRPr>
                <a:solidFill>
                  <a:srgbClr val="888888"/>
                </a:solidFill>
              </a:defRPr>
            </a:lvl8pPr>
            <a:lvl9pPr lvl="8" algn="ctr">
              <a:spcBef>
                <a:spcPts val="1000"/>
              </a:spcBef>
              <a:spcAft>
                <a:spcPts val="0"/>
              </a:spcAft>
              <a:buSzPts val="1200"/>
              <a:buNone/>
              <a:defRPr>
                <a:solidFill>
                  <a:srgbClr val="888888"/>
                </a:solidFill>
              </a:defRPr>
            </a:lvl9pPr>
          </a:lstStyle>
          <a:p/>
        </p:txBody>
      </p:sp>
      <p:sp>
        <p:nvSpPr>
          <p:cNvPr id="48" name="Google Shape;48;p33"/>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33"/>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33"/>
          <p:cNvSpPr/>
          <p:nvPr/>
        </p:nvSpPr>
        <p:spPr>
          <a:xfrm>
            <a:off x="0" y="4323810"/>
            <a:ext cx="1744652" cy="778589"/>
          </a:xfrm>
          <a:custGeom>
            <a:rect b="b" l="l" r="r" t="t"/>
            <a:pathLst>
              <a:path extrusionOk="0" h="166" w="372">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3"/>
          <p:cNvSpPr txBox="1"/>
          <p:nvPr>
            <p:ph idx="12" type="sldNum"/>
          </p:nvPr>
        </p:nvSpPr>
        <p:spPr>
          <a:xfrm>
            <a:off x="531812" y="4529540"/>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2" name="Shape 52"/>
        <p:cNvGrpSpPr/>
        <p:nvPr/>
      </p:nvGrpSpPr>
      <p:grpSpPr>
        <a:xfrm>
          <a:off x="0" y="0"/>
          <a:ext cx="0" cy="0"/>
          <a:chOff x="0" y="0"/>
          <a:chExt cx="0" cy="0"/>
        </a:xfrm>
      </p:grpSpPr>
      <p:sp>
        <p:nvSpPr>
          <p:cNvPr id="53" name="Google Shape;53;p34"/>
          <p:cNvSpPr txBox="1"/>
          <p:nvPr>
            <p:ph type="title"/>
          </p:nvPr>
        </p:nvSpPr>
        <p:spPr>
          <a:xfrm>
            <a:off x="2589212" y="2058750"/>
            <a:ext cx="8915399" cy="14688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4"/>
          <p:cNvSpPr txBox="1"/>
          <p:nvPr>
            <p:ph idx="1" type="body"/>
          </p:nvPr>
        </p:nvSpPr>
        <p:spPr>
          <a:xfrm>
            <a:off x="2589212" y="3530129"/>
            <a:ext cx="8915399"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2000"/>
              <a:buNone/>
              <a:defRPr sz="20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55" name="Google Shape;55;p34"/>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4"/>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4"/>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4"/>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9" name="Shape 59"/>
        <p:cNvGrpSpPr/>
        <p:nvPr/>
      </p:nvGrpSpPr>
      <p:grpSpPr>
        <a:xfrm>
          <a:off x="0" y="0"/>
          <a:ext cx="0" cy="0"/>
          <a:chOff x="0" y="0"/>
          <a:chExt cx="0" cy="0"/>
        </a:xfrm>
      </p:grpSpPr>
      <p:sp>
        <p:nvSpPr>
          <p:cNvPr id="60" name="Google Shape;60;p35"/>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35"/>
          <p:cNvSpPr txBox="1"/>
          <p:nvPr>
            <p:ph idx="1" type="body"/>
          </p:nvPr>
        </p:nvSpPr>
        <p:spPr>
          <a:xfrm>
            <a:off x="2589212" y="2133600"/>
            <a:ext cx="4313864"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62" name="Google Shape;62;p35"/>
          <p:cNvSpPr txBox="1"/>
          <p:nvPr>
            <p:ph idx="2" type="body"/>
          </p:nvPr>
        </p:nvSpPr>
        <p:spPr>
          <a:xfrm>
            <a:off x="7190747" y="2126222"/>
            <a:ext cx="4313864"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63" name="Google Shape;63;p35"/>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5"/>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35"/>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5"/>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7" name="Shape 67"/>
        <p:cNvGrpSpPr/>
        <p:nvPr/>
      </p:nvGrpSpPr>
      <p:grpSpPr>
        <a:xfrm>
          <a:off x="0" y="0"/>
          <a:ext cx="0" cy="0"/>
          <a:chOff x="0" y="0"/>
          <a:chExt cx="0" cy="0"/>
        </a:xfrm>
      </p:grpSpPr>
      <p:sp>
        <p:nvSpPr>
          <p:cNvPr id="68" name="Google Shape;68;p36"/>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36"/>
          <p:cNvSpPr txBox="1"/>
          <p:nvPr>
            <p:ph idx="1" type="body"/>
          </p:nvPr>
        </p:nvSpPr>
        <p:spPr>
          <a:xfrm>
            <a:off x="2939373" y="1972703"/>
            <a:ext cx="3992732"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None/>
              <a:defRPr b="0" sz="2400"/>
            </a:lvl1pPr>
            <a:lvl2pPr indent="-228600" lvl="1" marL="914400" algn="l">
              <a:spcBef>
                <a:spcPts val="1000"/>
              </a:spcBef>
              <a:spcAft>
                <a:spcPts val="0"/>
              </a:spcAft>
              <a:buSzPts val="2000"/>
              <a:buNone/>
              <a:defRPr b="1" sz="2000"/>
            </a:lvl2pPr>
            <a:lvl3pPr indent="-228600" lvl="2" marL="1371600" algn="l">
              <a:spcBef>
                <a:spcPts val="1000"/>
              </a:spcBef>
              <a:spcAft>
                <a:spcPts val="0"/>
              </a:spcAft>
              <a:buSzPts val="1800"/>
              <a:buNone/>
              <a:defRPr b="1" sz="1800"/>
            </a:lvl3pPr>
            <a:lvl4pPr indent="-228600" lvl="3" marL="1828800" algn="l">
              <a:spcBef>
                <a:spcPts val="1000"/>
              </a:spcBef>
              <a:spcAft>
                <a:spcPts val="0"/>
              </a:spcAft>
              <a:buSzPts val="1600"/>
              <a:buNone/>
              <a:defRPr b="1" sz="1600"/>
            </a:lvl4pPr>
            <a:lvl5pPr indent="-228600" lvl="4" marL="2286000" algn="l">
              <a:spcBef>
                <a:spcPts val="1000"/>
              </a:spcBef>
              <a:spcAft>
                <a:spcPts val="0"/>
              </a:spcAft>
              <a:buSzPts val="1600"/>
              <a:buNone/>
              <a:defRPr b="1" sz="1600"/>
            </a:lvl5pPr>
            <a:lvl6pPr indent="-228600" lvl="5" marL="2743200" algn="l">
              <a:spcBef>
                <a:spcPts val="1000"/>
              </a:spcBef>
              <a:spcAft>
                <a:spcPts val="0"/>
              </a:spcAft>
              <a:buSzPts val="1600"/>
              <a:buNone/>
              <a:defRPr b="1" sz="1600"/>
            </a:lvl6pPr>
            <a:lvl7pPr indent="-228600" lvl="6" marL="3200400" algn="l">
              <a:spcBef>
                <a:spcPts val="1000"/>
              </a:spcBef>
              <a:spcAft>
                <a:spcPts val="0"/>
              </a:spcAft>
              <a:buSzPts val="1600"/>
              <a:buNone/>
              <a:defRPr b="1" sz="1600"/>
            </a:lvl7pPr>
            <a:lvl8pPr indent="-228600" lvl="7" marL="3657600" algn="l">
              <a:spcBef>
                <a:spcPts val="1000"/>
              </a:spcBef>
              <a:spcAft>
                <a:spcPts val="0"/>
              </a:spcAft>
              <a:buSzPts val="1600"/>
              <a:buNone/>
              <a:defRPr b="1" sz="1600"/>
            </a:lvl8pPr>
            <a:lvl9pPr indent="-228600" lvl="8" marL="4114800" algn="l">
              <a:spcBef>
                <a:spcPts val="1000"/>
              </a:spcBef>
              <a:spcAft>
                <a:spcPts val="0"/>
              </a:spcAft>
              <a:buSzPts val="1600"/>
              <a:buNone/>
              <a:defRPr b="1" sz="1600"/>
            </a:lvl9pPr>
          </a:lstStyle>
          <a:p/>
        </p:txBody>
      </p:sp>
      <p:sp>
        <p:nvSpPr>
          <p:cNvPr id="70" name="Google Shape;70;p36"/>
          <p:cNvSpPr txBox="1"/>
          <p:nvPr>
            <p:ph idx="2" type="body"/>
          </p:nvPr>
        </p:nvSpPr>
        <p:spPr>
          <a:xfrm>
            <a:off x="2589212" y="2548966"/>
            <a:ext cx="4342893" cy="335406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71" name="Google Shape;71;p36"/>
          <p:cNvSpPr txBox="1"/>
          <p:nvPr>
            <p:ph idx="3" type="body"/>
          </p:nvPr>
        </p:nvSpPr>
        <p:spPr>
          <a:xfrm>
            <a:off x="7506629" y="1969475"/>
            <a:ext cx="3999001"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None/>
              <a:defRPr b="0" sz="2400"/>
            </a:lvl1pPr>
            <a:lvl2pPr indent="-228600" lvl="1" marL="914400" algn="l">
              <a:spcBef>
                <a:spcPts val="1000"/>
              </a:spcBef>
              <a:spcAft>
                <a:spcPts val="0"/>
              </a:spcAft>
              <a:buSzPts val="2000"/>
              <a:buNone/>
              <a:defRPr b="1" sz="2000"/>
            </a:lvl2pPr>
            <a:lvl3pPr indent="-228600" lvl="2" marL="1371600" algn="l">
              <a:spcBef>
                <a:spcPts val="1000"/>
              </a:spcBef>
              <a:spcAft>
                <a:spcPts val="0"/>
              </a:spcAft>
              <a:buSzPts val="1800"/>
              <a:buNone/>
              <a:defRPr b="1" sz="1800"/>
            </a:lvl3pPr>
            <a:lvl4pPr indent="-228600" lvl="3" marL="1828800" algn="l">
              <a:spcBef>
                <a:spcPts val="1000"/>
              </a:spcBef>
              <a:spcAft>
                <a:spcPts val="0"/>
              </a:spcAft>
              <a:buSzPts val="1600"/>
              <a:buNone/>
              <a:defRPr b="1" sz="1600"/>
            </a:lvl4pPr>
            <a:lvl5pPr indent="-228600" lvl="4" marL="2286000" algn="l">
              <a:spcBef>
                <a:spcPts val="1000"/>
              </a:spcBef>
              <a:spcAft>
                <a:spcPts val="0"/>
              </a:spcAft>
              <a:buSzPts val="1600"/>
              <a:buNone/>
              <a:defRPr b="1" sz="1600"/>
            </a:lvl5pPr>
            <a:lvl6pPr indent="-228600" lvl="5" marL="2743200" algn="l">
              <a:spcBef>
                <a:spcPts val="1000"/>
              </a:spcBef>
              <a:spcAft>
                <a:spcPts val="0"/>
              </a:spcAft>
              <a:buSzPts val="1600"/>
              <a:buNone/>
              <a:defRPr b="1" sz="1600"/>
            </a:lvl6pPr>
            <a:lvl7pPr indent="-228600" lvl="6" marL="3200400" algn="l">
              <a:spcBef>
                <a:spcPts val="1000"/>
              </a:spcBef>
              <a:spcAft>
                <a:spcPts val="0"/>
              </a:spcAft>
              <a:buSzPts val="1600"/>
              <a:buNone/>
              <a:defRPr b="1" sz="1600"/>
            </a:lvl7pPr>
            <a:lvl8pPr indent="-228600" lvl="7" marL="3657600" algn="l">
              <a:spcBef>
                <a:spcPts val="1000"/>
              </a:spcBef>
              <a:spcAft>
                <a:spcPts val="0"/>
              </a:spcAft>
              <a:buSzPts val="1600"/>
              <a:buNone/>
              <a:defRPr b="1" sz="1600"/>
            </a:lvl8pPr>
            <a:lvl9pPr indent="-228600" lvl="8" marL="4114800" algn="l">
              <a:spcBef>
                <a:spcPts val="1000"/>
              </a:spcBef>
              <a:spcAft>
                <a:spcPts val="0"/>
              </a:spcAft>
              <a:buSzPts val="1600"/>
              <a:buNone/>
              <a:defRPr b="1" sz="1600"/>
            </a:lvl9pPr>
          </a:lstStyle>
          <a:p/>
        </p:txBody>
      </p:sp>
      <p:sp>
        <p:nvSpPr>
          <p:cNvPr id="72" name="Google Shape;72;p36"/>
          <p:cNvSpPr txBox="1"/>
          <p:nvPr>
            <p:ph idx="4" type="body"/>
          </p:nvPr>
        </p:nvSpPr>
        <p:spPr>
          <a:xfrm>
            <a:off x="7166957" y="2545738"/>
            <a:ext cx="4338674" cy="335406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73" name="Google Shape;73;p36"/>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36"/>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36"/>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6"/>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7" name="Shape 77"/>
        <p:cNvGrpSpPr/>
        <p:nvPr/>
      </p:nvGrpSpPr>
      <p:grpSpPr>
        <a:xfrm>
          <a:off x="0" y="0"/>
          <a:ext cx="0" cy="0"/>
          <a:chOff x="0" y="0"/>
          <a:chExt cx="0" cy="0"/>
        </a:xfrm>
      </p:grpSpPr>
      <p:sp>
        <p:nvSpPr>
          <p:cNvPr id="78" name="Google Shape;78;p37"/>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7"/>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7"/>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37"/>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7"/>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3" name="Shape 83"/>
        <p:cNvGrpSpPr/>
        <p:nvPr/>
      </p:nvGrpSpPr>
      <p:grpSpPr>
        <a:xfrm>
          <a:off x="0" y="0"/>
          <a:ext cx="0" cy="0"/>
          <a:chOff x="0" y="0"/>
          <a:chExt cx="0" cy="0"/>
        </a:xfrm>
      </p:grpSpPr>
      <p:sp>
        <p:nvSpPr>
          <p:cNvPr id="84" name="Google Shape;84;p38"/>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38"/>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38"/>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38"/>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8" name="Shape 88"/>
        <p:cNvGrpSpPr/>
        <p:nvPr/>
      </p:nvGrpSpPr>
      <p:grpSpPr>
        <a:xfrm>
          <a:off x="0" y="0"/>
          <a:ext cx="0" cy="0"/>
          <a:chOff x="0" y="0"/>
          <a:chExt cx="0" cy="0"/>
        </a:xfrm>
      </p:grpSpPr>
      <p:sp>
        <p:nvSpPr>
          <p:cNvPr id="89" name="Google Shape;89;p39"/>
          <p:cNvSpPr txBox="1"/>
          <p:nvPr>
            <p:ph type="title"/>
          </p:nvPr>
        </p:nvSpPr>
        <p:spPr>
          <a:xfrm>
            <a:off x="2589212" y="446088"/>
            <a:ext cx="3505199" cy="97631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2000"/>
              <a:buFont typeface="Century Gothic"/>
              <a:buNone/>
              <a:defRPr b="0"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39"/>
          <p:cNvSpPr txBox="1"/>
          <p:nvPr>
            <p:ph idx="1" type="body"/>
          </p:nvPr>
        </p:nvSpPr>
        <p:spPr>
          <a:xfrm>
            <a:off x="6323012" y="446088"/>
            <a:ext cx="5181600" cy="5414963"/>
          </a:xfrm>
          <a:prstGeom prst="rect">
            <a:avLst/>
          </a:prstGeom>
          <a:noFill/>
          <a:ln>
            <a:noFill/>
          </a:ln>
        </p:spPr>
        <p:txBody>
          <a:bodyPr anchorCtr="0" anchor="ctr"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91" name="Google Shape;91;p39"/>
          <p:cNvSpPr txBox="1"/>
          <p:nvPr>
            <p:ph idx="2" type="body"/>
          </p:nvPr>
        </p:nvSpPr>
        <p:spPr>
          <a:xfrm>
            <a:off x="2589212" y="1598613"/>
            <a:ext cx="3505199" cy="4262436"/>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00"/>
              <a:buNone/>
              <a:defRPr sz="1400"/>
            </a:lvl1pPr>
            <a:lvl2pPr indent="-228600" lvl="1" marL="914400" algn="l">
              <a:spcBef>
                <a:spcPts val="1000"/>
              </a:spcBef>
              <a:spcAft>
                <a:spcPts val="0"/>
              </a:spcAft>
              <a:buSzPts val="1200"/>
              <a:buNone/>
              <a:defRPr sz="1200"/>
            </a:lvl2pPr>
            <a:lvl3pPr indent="-228600" lvl="2" marL="1371600" algn="l">
              <a:spcBef>
                <a:spcPts val="1000"/>
              </a:spcBef>
              <a:spcAft>
                <a:spcPts val="0"/>
              </a:spcAft>
              <a:buSzPts val="1000"/>
              <a:buNone/>
              <a:defRPr sz="1000"/>
            </a:lvl3pPr>
            <a:lvl4pPr indent="-228600" lvl="3" marL="1828800" algn="l">
              <a:spcBef>
                <a:spcPts val="1000"/>
              </a:spcBef>
              <a:spcAft>
                <a:spcPts val="0"/>
              </a:spcAft>
              <a:buSzPts val="900"/>
              <a:buNone/>
              <a:defRPr sz="900"/>
            </a:lvl4pPr>
            <a:lvl5pPr indent="-228600" lvl="4" marL="2286000" algn="l">
              <a:spcBef>
                <a:spcPts val="1000"/>
              </a:spcBef>
              <a:spcAft>
                <a:spcPts val="0"/>
              </a:spcAft>
              <a:buSzPts val="900"/>
              <a:buNone/>
              <a:defRPr sz="900"/>
            </a:lvl5pPr>
            <a:lvl6pPr indent="-228600" lvl="5" marL="2743200" algn="l">
              <a:spcBef>
                <a:spcPts val="1000"/>
              </a:spcBef>
              <a:spcAft>
                <a:spcPts val="0"/>
              </a:spcAft>
              <a:buSzPts val="900"/>
              <a:buNone/>
              <a:defRPr sz="900"/>
            </a:lvl6pPr>
            <a:lvl7pPr indent="-228600" lvl="6" marL="3200400" algn="l">
              <a:spcBef>
                <a:spcPts val="1000"/>
              </a:spcBef>
              <a:spcAft>
                <a:spcPts val="0"/>
              </a:spcAft>
              <a:buSzPts val="900"/>
              <a:buNone/>
              <a:defRPr sz="900"/>
            </a:lvl7pPr>
            <a:lvl8pPr indent="-228600" lvl="7" marL="3657600" algn="l">
              <a:spcBef>
                <a:spcPts val="1000"/>
              </a:spcBef>
              <a:spcAft>
                <a:spcPts val="0"/>
              </a:spcAft>
              <a:buSzPts val="900"/>
              <a:buNone/>
              <a:defRPr sz="900"/>
            </a:lvl8pPr>
            <a:lvl9pPr indent="-228600" lvl="8" marL="4114800" algn="l">
              <a:spcBef>
                <a:spcPts val="1000"/>
              </a:spcBef>
              <a:spcAft>
                <a:spcPts val="0"/>
              </a:spcAft>
              <a:buSzPts val="900"/>
              <a:buNone/>
              <a:defRPr sz="900"/>
            </a:lvl9pPr>
          </a:lstStyle>
          <a:p/>
        </p:txBody>
      </p:sp>
      <p:sp>
        <p:nvSpPr>
          <p:cNvPr id="92" name="Google Shape;92;p39"/>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39"/>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39"/>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9"/>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6" name="Shape 96"/>
        <p:cNvGrpSpPr/>
        <p:nvPr/>
      </p:nvGrpSpPr>
      <p:grpSpPr>
        <a:xfrm>
          <a:off x="0" y="0"/>
          <a:ext cx="0" cy="0"/>
          <a:chOff x="0" y="0"/>
          <a:chExt cx="0" cy="0"/>
        </a:xfrm>
      </p:grpSpPr>
      <p:sp>
        <p:nvSpPr>
          <p:cNvPr id="97" name="Google Shape;97;p40"/>
          <p:cNvSpPr txBox="1"/>
          <p:nvPr>
            <p:ph type="title"/>
          </p:nvPr>
        </p:nvSpPr>
        <p:spPr>
          <a:xfrm>
            <a:off x="2589213" y="4800600"/>
            <a:ext cx="8915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40"/>
          <p:cNvSpPr/>
          <p:nvPr>
            <p:ph idx="2" type="pic"/>
          </p:nvPr>
        </p:nvSpPr>
        <p:spPr>
          <a:xfrm>
            <a:off x="2589212" y="634965"/>
            <a:ext cx="8915400" cy="3854970"/>
          </a:xfrm>
          <a:prstGeom prst="rect">
            <a:avLst/>
          </a:prstGeom>
          <a:noFill/>
          <a:ln>
            <a:noFill/>
          </a:ln>
        </p:spPr>
      </p:sp>
      <p:sp>
        <p:nvSpPr>
          <p:cNvPr id="99" name="Google Shape;99;p40"/>
          <p:cNvSpPr txBox="1"/>
          <p:nvPr>
            <p:ph idx="1" type="body"/>
          </p:nvPr>
        </p:nvSpPr>
        <p:spPr>
          <a:xfrm>
            <a:off x="2589213" y="5367338"/>
            <a:ext cx="8915400" cy="49371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200"/>
              <a:buNone/>
              <a:defRPr sz="1200"/>
            </a:lvl1pPr>
            <a:lvl2pPr indent="-228600" lvl="1" marL="914400" algn="l">
              <a:spcBef>
                <a:spcPts val="1000"/>
              </a:spcBef>
              <a:spcAft>
                <a:spcPts val="0"/>
              </a:spcAft>
              <a:buSzPts val="1200"/>
              <a:buNone/>
              <a:defRPr sz="1200"/>
            </a:lvl2pPr>
            <a:lvl3pPr indent="-228600" lvl="2" marL="1371600" algn="l">
              <a:spcBef>
                <a:spcPts val="1000"/>
              </a:spcBef>
              <a:spcAft>
                <a:spcPts val="0"/>
              </a:spcAft>
              <a:buSzPts val="1000"/>
              <a:buNone/>
              <a:defRPr sz="1000"/>
            </a:lvl3pPr>
            <a:lvl4pPr indent="-228600" lvl="3" marL="1828800" algn="l">
              <a:spcBef>
                <a:spcPts val="1000"/>
              </a:spcBef>
              <a:spcAft>
                <a:spcPts val="0"/>
              </a:spcAft>
              <a:buSzPts val="900"/>
              <a:buNone/>
              <a:defRPr sz="900"/>
            </a:lvl4pPr>
            <a:lvl5pPr indent="-228600" lvl="4" marL="2286000" algn="l">
              <a:spcBef>
                <a:spcPts val="1000"/>
              </a:spcBef>
              <a:spcAft>
                <a:spcPts val="0"/>
              </a:spcAft>
              <a:buSzPts val="900"/>
              <a:buNone/>
              <a:defRPr sz="900"/>
            </a:lvl5pPr>
            <a:lvl6pPr indent="-228600" lvl="5" marL="2743200" algn="l">
              <a:spcBef>
                <a:spcPts val="1000"/>
              </a:spcBef>
              <a:spcAft>
                <a:spcPts val="0"/>
              </a:spcAft>
              <a:buSzPts val="900"/>
              <a:buNone/>
              <a:defRPr sz="900"/>
            </a:lvl6pPr>
            <a:lvl7pPr indent="-228600" lvl="6" marL="3200400" algn="l">
              <a:spcBef>
                <a:spcPts val="1000"/>
              </a:spcBef>
              <a:spcAft>
                <a:spcPts val="0"/>
              </a:spcAft>
              <a:buSzPts val="900"/>
              <a:buNone/>
              <a:defRPr sz="900"/>
            </a:lvl7pPr>
            <a:lvl8pPr indent="-228600" lvl="7" marL="3657600" algn="l">
              <a:spcBef>
                <a:spcPts val="1000"/>
              </a:spcBef>
              <a:spcAft>
                <a:spcPts val="0"/>
              </a:spcAft>
              <a:buSzPts val="900"/>
              <a:buNone/>
              <a:defRPr sz="900"/>
            </a:lvl8pPr>
            <a:lvl9pPr indent="-228600" lvl="8" marL="4114800" algn="l">
              <a:spcBef>
                <a:spcPts val="1000"/>
              </a:spcBef>
              <a:spcAft>
                <a:spcPts val="0"/>
              </a:spcAft>
              <a:buSzPts val="900"/>
              <a:buNone/>
              <a:defRPr sz="900"/>
            </a:lvl9pPr>
          </a:lstStyle>
          <a:p/>
        </p:txBody>
      </p:sp>
      <p:sp>
        <p:nvSpPr>
          <p:cNvPr id="100" name="Google Shape;100;p40"/>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40"/>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40"/>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0"/>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04" name="Shape 104"/>
        <p:cNvGrpSpPr/>
        <p:nvPr/>
      </p:nvGrpSpPr>
      <p:grpSpPr>
        <a:xfrm>
          <a:off x="0" y="0"/>
          <a:ext cx="0" cy="0"/>
          <a:chOff x="0" y="0"/>
          <a:chExt cx="0" cy="0"/>
        </a:xfrm>
      </p:grpSpPr>
      <p:sp>
        <p:nvSpPr>
          <p:cNvPr id="105" name="Google Shape;105;p41"/>
          <p:cNvSpPr txBox="1"/>
          <p:nvPr>
            <p:ph type="title"/>
          </p:nvPr>
        </p:nvSpPr>
        <p:spPr>
          <a:xfrm>
            <a:off x="2589212" y="609600"/>
            <a:ext cx="8915399" cy="311704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41"/>
          <p:cNvSpPr txBox="1"/>
          <p:nvPr>
            <p:ph idx="1" type="body"/>
          </p:nvPr>
        </p:nvSpPr>
        <p:spPr>
          <a:xfrm>
            <a:off x="2589212" y="4354046"/>
            <a:ext cx="8915399" cy="1555864"/>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800"/>
              <a:buNone/>
              <a:defRPr sz="18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107" name="Google Shape;107;p41"/>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41"/>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41"/>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1"/>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11" name="Shape 111"/>
        <p:cNvGrpSpPr/>
        <p:nvPr/>
      </p:nvGrpSpPr>
      <p:grpSpPr>
        <a:xfrm>
          <a:off x="0" y="0"/>
          <a:ext cx="0" cy="0"/>
          <a:chOff x="0" y="0"/>
          <a:chExt cx="0" cy="0"/>
        </a:xfrm>
      </p:grpSpPr>
      <p:sp>
        <p:nvSpPr>
          <p:cNvPr id="112" name="Google Shape;112;p42"/>
          <p:cNvSpPr txBox="1"/>
          <p:nvPr>
            <p:ph type="title"/>
          </p:nvPr>
        </p:nvSpPr>
        <p:spPr>
          <a:xfrm>
            <a:off x="2849949" y="609600"/>
            <a:ext cx="8393926" cy="2895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42"/>
          <p:cNvSpPr txBox="1"/>
          <p:nvPr>
            <p:ph idx="1" type="body"/>
          </p:nvPr>
        </p:nvSpPr>
        <p:spPr>
          <a:xfrm>
            <a:off x="3275012" y="3505200"/>
            <a:ext cx="753655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600"/>
              <a:buFont typeface="Century Gothic"/>
              <a:buNone/>
              <a:defRPr sz="1600">
                <a:solidFill>
                  <a:srgbClr val="7F7F7F"/>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14" name="Google Shape;114;p42"/>
          <p:cNvSpPr txBox="1"/>
          <p:nvPr>
            <p:ph idx="2" type="body"/>
          </p:nvPr>
        </p:nvSpPr>
        <p:spPr>
          <a:xfrm>
            <a:off x="2589212" y="4354046"/>
            <a:ext cx="8915399" cy="1555864"/>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800"/>
              <a:buNone/>
              <a:defRPr sz="18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115" name="Google Shape;115;p42"/>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42"/>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42"/>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2"/>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19" name="Google Shape;119;p42"/>
          <p:cNvSpPr txBox="1"/>
          <p:nvPr/>
        </p:nvSpPr>
        <p:spPr>
          <a:xfrm>
            <a:off x="2467652" y="648005"/>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chemeClr val="accent1"/>
                </a:solidFill>
                <a:latin typeface="Arial"/>
                <a:ea typeface="Arial"/>
                <a:cs typeface="Arial"/>
                <a:sym typeface="Arial"/>
              </a:rPr>
              <a:t>“</a:t>
            </a:r>
            <a:endParaRPr/>
          </a:p>
        </p:txBody>
      </p:sp>
      <p:sp>
        <p:nvSpPr>
          <p:cNvPr id="120" name="Google Shape;120;p42"/>
          <p:cNvSpPr txBox="1"/>
          <p:nvPr/>
        </p:nvSpPr>
        <p:spPr>
          <a:xfrm>
            <a:off x="11114852" y="290530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chemeClr val="accent1"/>
                </a:solidFill>
                <a:latin typeface="Arial"/>
                <a:ea typeface="Arial"/>
                <a:cs typeface="Arial"/>
                <a:sym typeface="Arial"/>
              </a:rPr>
              <a:t>”</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21" name="Shape 121"/>
        <p:cNvGrpSpPr/>
        <p:nvPr/>
      </p:nvGrpSpPr>
      <p:grpSpPr>
        <a:xfrm>
          <a:off x="0" y="0"/>
          <a:ext cx="0" cy="0"/>
          <a:chOff x="0" y="0"/>
          <a:chExt cx="0" cy="0"/>
        </a:xfrm>
      </p:grpSpPr>
      <p:sp>
        <p:nvSpPr>
          <p:cNvPr id="122" name="Google Shape;122;p43"/>
          <p:cNvSpPr txBox="1"/>
          <p:nvPr>
            <p:ph type="title"/>
          </p:nvPr>
        </p:nvSpPr>
        <p:spPr>
          <a:xfrm>
            <a:off x="2589213" y="2438400"/>
            <a:ext cx="8915400" cy="2724845"/>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43"/>
          <p:cNvSpPr txBox="1"/>
          <p:nvPr>
            <p:ph idx="1"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24" name="Google Shape;124;p43"/>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43"/>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43"/>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3"/>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28" name="Shape 128"/>
        <p:cNvGrpSpPr/>
        <p:nvPr/>
      </p:nvGrpSpPr>
      <p:grpSpPr>
        <a:xfrm>
          <a:off x="0" y="0"/>
          <a:ext cx="0" cy="0"/>
          <a:chOff x="0" y="0"/>
          <a:chExt cx="0" cy="0"/>
        </a:xfrm>
      </p:grpSpPr>
      <p:sp>
        <p:nvSpPr>
          <p:cNvPr id="129" name="Google Shape;129;p44"/>
          <p:cNvSpPr txBox="1"/>
          <p:nvPr>
            <p:ph type="title"/>
          </p:nvPr>
        </p:nvSpPr>
        <p:spPr>
          <a:xfrm>
            <a:off x="2849949" y="609600"/>
            <a:ext cx="8393926" cy="2895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44"/>
          <p:cNvSpPr txBox="1"/>
          <p:nvPr>
            <p:ph idx="1" type="body"/>
          </p:nvPr>
        </p:nvSpPr>
        <p:spPr>
          <a:xfrm>
            <a:off x="2589212" y="4343400"/>
            <a:ext cx="8915400" cy="8382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Font typeface="Century Gothic"/>
              <a:buNone/>
              <a:defRPr sz="2400">
                <a:solidFill>
                  <a:schemeClr val="accent1"/>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31" name="Google Shape;131;p44"/>
          <p:cNvSpPr txBox="1"/>
          <p:nvPr>
            <p:ph idx="2"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32" name="Google Shape;132;p44"/>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44"/>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44"/>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44"/>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36" name="Google Shape;136;p44"/>
          <p:cNvSpPr txBox="1"/>
          <p:nvPr/>
        </p:nvSpPr>
        <p:spPr>
          <a:xfrm>
            <a:off x="2467652" y="648005"/>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chemeClr val="accent1"/>
                </a:solidFill>
                <a:latin typeface="Arial"/>
                <a:ea typeface="Arial"/>
                <a:cs typeface="Arial"/>
                <a:sym typeface="Arial"/>
              </a:rPr>
              <a:t>“</a:t>
            </a:r>
            <a:endParaRPr/>
          </a:p>
        </p:txBody>
      </p:sp>
      <p:sp>
        <p:nvSpPr>
          <p:cNvPr id="137" name="Google Shape;137;p44"/>
          <p:cNvSpPr txBox="1"/>
          <p:nvPr/>
        </p:nvSpPr>
        <p:spPr>
          <a:xfrm>
            <a:off x="11114852" y="290530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chemeClr val="accent1"/>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38" name="Shape 138"/>
        <p:cNvGrpSpPr/>
        <p:nvPr/>
      </p:nvGrpSpPr>
      <p:grpSpPr>
        <a:xfrm>
          <a:off x="0" y="0"/>
          <a:ext cx="0" cy="0"/>
          <a:chOff x="0" y="0"/>
          <a:chExt cx="0" cy="0"/>
        </a:xfrm>
      </p:grpSpPr>
      <p:sp>
        <p:nvSpPr>
          <p:cNvPr id="139" name="Google Shape;139;p45"/>
          <p:cNvSpPr txBox="1"/>
          <p:nvPr>
            <p:ph type="title"/>
          </p:nvPr>
        </p:nvSpPr>
        <p:spPr>
          <a:xfrm>
            <a:off x="2589212" y="627407"/>
            <a:ext cx="8915399" cy="288002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45"/>
          <p:cNvSpPr txBox="1"/>
          <p:nvPr>
            <p:ph idx="1" type="body"/>
          </p:nvPr>
        </p:nvSpPr>
        <p:spPr>
          <a:xfrm>
            <a:off x="2589212" y="4343400"/>
            <a:ext cx="8915400" cy="8382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Font typeface="Century Gothic"/>
              <a:buNone/>
              <a:defRPr sz="2400">
                <a:solidFill>
                  <a:schemeClr val="accent1"/>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1" name="Google Shape;141;p45"/>
          <p:cNvSpPr txBox="1"/>
          <p:nvPr>
            <p:ph idx="2"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2" name="Google Shape;142;p45"/>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45"/>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45"/>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5"/>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6" name="Shape 146"/>
        <p:cNvGrpSpPr/>
        <p:nvPr/>
      </p:nvGrpSpPr>
      <p:grpSpPr>
        <a:xfrm>
          <a:off x="0" y="0"/>
          <a:ext cx="0" cy="0"/>
          <a:chOff x="0" y="0"/>
          <a:chExt cx="0" cy="0"/>
        </a:xfrm>
      </p:grpSpPr>
      <p:sp>
        <p:nvSpPr>
          <p:cNvPr id="147" name="Google Shape;147;p46"/>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46"/>
          <p:cNvSpPr txBox="1"/>
          <p:nvPr>
            <p:ph idx="1" type="body"/>
          </p:nvPr>
        </p:nvSpPr>
        <p:spPr>
          <a:xfrm rot="5400000">
            <a:off x="5103812" y="-381000"/>
            <a:ext cx="3886200" cy="891540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9" name="Google Shape;149;p46"/>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46"/>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46"/>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46"/>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3" name="Shape 153"/>
        <p:cNvGrpSpPr/>
        <p:nvPr/>
      </p:nvGrpSpPr>
      <p:grpSpPr>
        <a:xfrm>
          <a:off x="0" y="0"/>
          <a:ext cx="0" cy="0"/>
          <a:chOff x="0" y="0"/>
          <a:chExt cx="0" cy="0"/>
        </a:xfrm>
      </p:grpSpPr>
      <p:sp>
        <p:nvSpPr>
          <p:cNvPr id="154" name="Google Shape;154;p47"/>
          <p:cNvSpPr txBox="1"/>
          <p:nvPr>
            <p:ph type="title"/>
          </p:nvPr>
        </p:nvSpPr>
        <p:spPr>
          <a:xfrm rot="5400000">
            <a:off x="7756704" y="2165513"/>
            <a:ext cx="5283817" cy="2207601"/>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47"/>
          <p:cNvSpPr txBox="1"/>
          <p:nvPr>
            <p:ph idx="1" type="body"/>
          </p:nvPr>
        </p:nvSpPr>
        <p:spPr>
          <a:xfrm rot="5400000">
            <a:off x="3185803" y="30814"/>
            <a:ext cx="5283817" cy="647700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56" name="Google Shape;156;p47"/>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47"/>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47"/>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47"/>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DE6C3"/>
            </a:gs>
          </a:gsLst>
          <a:path path="circle">
            <a:fillToRect b="100%" l="0%" r="100%" t="0%"/>
          </a:path>
          <a:tileRect b="0%" l="-100%" r="0%" t="-100%"/>
        </a:gradFill>
      </p:bgPr>
    </p:bg>
    <p:spTree>
      <p:nvGrpSpPr>
        <p:cNvPr id="5" name="Shape 5"/>
        <p:cNvGrpSpPr/>
        <p:nvPr/>
      </p:nvGrpSpPr>
      <p:grpSpPr>
        <a:xfrm>
          <a:off x="0" y="0"/>
          <a:ext cx="0" cy="0"/>
          <a:chOff x="0" y="0"/>
          <a:chExt cx="0" cy="0"/>
        </a:xfrm>
      </p:grpSpPr>
      <p:grpSp>
        <p:nvGrpSpPr>
          <p:cNvPr id="6" name="Google Shape;6;p31"/>
          <p:cNvGrpSpPr/>
          <p:nvPr/>
        </p:nvGrpSpPr>
        <p:grpSpPr>
          <a:xfrm>
            <a:off x="1" y="228600"/>
            <a:ext cx="2851516" cy="6638628"/>
            <a:chOff x="2487613" y="285750"/>
            <a:chExt cx="2428875" cy="5654676"/>
          </a:xfrm>
        </p:grpSpPr>
        <p:sp>
          <p:nvSpPr>
            <p:cNvPr id="7" name="Google Shape;7;p31"/>
            <p:cNvSpPr/>
            <p:nvPr/>
          </p:nvSpPr>
          <p:spPr>
            <a:xfrm>
              <a:off x="2487613" y="2284413"/>
              <a:ext cx="85725" cy="533400"/>
            </a:xfrm>
            <a:custGeom>
              <a:rect b="b" l="l" r="r" t="t"/>
              <a:pathLst>
                <a:path extrusionOk="0" h="136" w="22">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8;p31"/>
            <p:cNvSpPr/>
            <p:nvPr/>
          </p:nvSpPr>
          <p:spPr>
            <a:xfrm>
              <a:off x="2597151" y="2779713"/>
              <a:ext cx="550863" cy="1978025"/>
            </a:xfrm>
            <a:custGeom>
              <a:rect b="b" l="l" r="r" t="t"/>
              <a:pathLst>
                <a:path extrusionOk="0" h="504" w="14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 name="Google Shape;9;p31"/>
            <p:cNvSpPr/>
            <p:nvPr/>
          </p:nvSpPr>
          <p:spPr>
            <a:xfrm>
              <a:off x="3175001" y="4730750"/>
              <a:ext cx="519113" cy="1209675"/>
            </a:xfrm>
            <a:custGeom>
              <a:rect b="b" l="l" r="r" t="t"/>
              <a:pathLst>
                <a:path extrusionOk="0" h="308" w="132">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31"/>
            <p:cNvSpPr/>
            <p:nvPr/>
          </p:nvSpPr>
          <p:spPr>
            <a:xfrm>
              <a:off x="3305176" y="5630863"/>
              <a:ext cx="146050" cy="309563"/>
            </a:xfrm>
            <a:custGeom>
              <a:rect b="b" l="l" r="r" t="t"/>
              <a:pathLst>
                <a:path extrusionOk="0" h="79" w="37">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31"/>
            <p:cNvSpPr/>
            <p:nvPr/>
          </p:nvSpPr>
          <p:spPr>
            <a:xfrm>
              <a:off x="2573338" y="2817813"/>
              <a:ext cx="700088" cy="2835275"/>
            </a:xfrm>
            <a:custGeom>
              <a:rect b="b" l="l" r="r" t="t"/>
              <a:pathLst>
                <a:path extrusionOk="0" h="722" w="178">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31"/>
            <p:cNvSpPr/>
            <p:nvPr/>
          </p:nvSpPr>
          <p:spPr>
            <a:xfrm>
              <a:off x="2506663" y="285750"/>
              <a:ext cx="90488" cy="2493963"/>
            </a:xfrm>
            <a:custGeom>
              <a:rect b="b" l="l" r="r" t="t"/>
              <a:pathLst>
                <a:path extrusionOk="0" h="635" w="23">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31"/>
            <p:cNvSpPr/>
            <p:nvPr/>
          </p:nvSpPr>
          <p:spPr>
            <a:xfrm>
              <a:off x="2554288" y="2598738"/>
              <a:ext cx="66675" cy="420688"/>
            </a:xfrm>
            <a:custGeom>
              <a:rect b="b" l="l" r="r" t="t"/>
              <a:pathLst>
                <a:path extrusionOk="0" h="107" w="1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31"/>
            <p:cNvSpPr/>
            <p:nvPr/>
          </p:nvSpPr>
          <p:spPr>
            <a:xfrm>
              <a:off x="3143251" y="4757738"/>
              <a:ext cx="161925" cy="873125"/>
            </a:xfrm>
            <a:custGeom>
              <a:rect b="b" l="l" r="r" t="t"/>
              <a:pathLst>
                <a:path extrusionOk="0" h="222" w="41">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31"/>
            <p:cNvSpPr/>
            <p:nvPr/>
          </p:nvSpPr>
          <p:spPr>
            <a:xfrm>
              <a:off x="3148013" y="1282700"/>
              <a:ext cx="1768475" cy="3448050"/>
            </a:xfrm>
            <a:custGeom>
              <a:rect b="b" l="l" r="r" t="t"/>
              <a:pathLst>
                <a:path extrusionOk="0" h="878" w="45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1"/>
            <p:cNvSpPr/>
            <p:nvPr/>
          </p:nvSpPr>
          <p:spPr>
            <a:xfrm>
              <a:off x="3273426" y="5653088"/>
              <a:ext cx="138113" cy="287338"/>
            </a:xfrm>
            <a:custGeom>
              <a:rect b="b" l="l" r="r" t="t"/>
              <a:pathLst>
                <a:path extrusionOk="0" h="73" w="35">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1"/>
            <p:cNvSpPr/>
            <p:nvPr/>
          </p:nvSpPr>
          <p:spPr>
            <a:xfrm>
              <a:off x="3143251" y="4656138"/>
              <a:ext cx="31750" cy="188913"/>
            </a:xfrm>
            <a:custGeom>
              <a:rect b="b" l="l" r="r" t="t"/>
              <a:pathLst>
                <a:path extrusionOk="0" h="48" w="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1"/>
            <p:cNvSpPr/>
            <p:nvPr/>
          </p:nvSpPr>
          <p:spPr>
            <a:xfrm>
              <a:off x="3211513" y="5410200"/>
              <a:ext cx="203200" cy="530225"/>
            </a:xfrm>
            <a:custGeom>
              <a:rect b="b" l="l" r="r" t="t"/>
              <a:pathLst>
                <a:path extrusionOk="0" h="135" w="52">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 name="Google Shape;19;p31"/>
          <p:cNvGrpSpPr/>
          <p:nvPr/>
        </p:nvGrpSpPr>
        <p:grpSpPr>
          <a:xfrm>
            <a:off x="27221" y="-786"/>
            <a:ext cx="2356674" cy="6854039"/>
            <a:chOff x="6627813" y="194833"/>
            <a:chExt cx="1952625" cy="5678918"/>
          </a:xfrm>
        </p:grpSpPr>
        <p:sp>
          <p:nvSpPr>
            <p:cNvPr id="20" name="Google Shape;20;p31"/>
            <p:cNvSpPr/>
            <p:nvPr/>
          </p:nvSpPr>
          <p:spPr>
            <a:xfrm>
              <a:off x="6627813" y="194833"/>
              <a:ext cx="409575" cy="3646488"/>
            </a:xfrm>
            <a:custGeom>
              <a:rect b="b" l="l" r="r" t="t"/>
              <a:pathLst>
                <a:path extrusionOk="0" h="920" w="103">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1"/>
            <p:cNvSpPr/>
            <p:nvPr/>
          </p:nvSpPr>
          <p:spPr>
            <a:xfrm>
              <a:off x="7061201" y="3771900"/>
              <a:ext cx="350838" cy="1309688"/>
            </a:xfrm>
            <a:custGeom>
              <a:rect b="b" l="l" r="r" t="t"/>
              <a:pathLst>
                <a:path extrusionOk="0" h="330" w="88">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1"/>
            <p:cNvSpPr/>
            <p:nvPr/>
          </p:nvSpPr>
          <p:spPr>
            <a:xfrm>
              <a:off x="7439026" y="5053013"/>
              <a:ext cx="357188" cy="820738"/>
            </a:xfrm>
            <a:custGeom>
              <a:rect b="b" l="l" r="r" t="t"/>
              <a:pathLst>
                <a:path extrusionOk="0" h="207" w="9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1"/>
            <p:cNvSpPr/>
            <p:nvPr/>
          </p:nvSpPr>
          <p:spPr>
            <a:xfrm>
              <a:off x="7037388" y="3811588"/>
              <a:ext cx="457200" cy="1852613"/>
            </a:xfrm>
            <a:custGeom>
              <a:rect b="b" l="l" r="r" t="t"/>
              <a:pathLst>
                <a:path extrusionOk="0" h="467" w="115">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1"/>
            <p:cNvSpPr/>
            <p:nvPr/>
          </p:nvSpPr>
          <p:spPr>
            <a:xfrm>
              <a:off x="6992938" y="1263650"/>
              <a:ext cx="144463" cy="2508250"/>
            </a:xfrm>
            <a:custGeom>
              <a:rect b="b" l="l" r="r" t="t"/>
              <a:pathLst>
                <a:path extrusionOk="0" h="633" w="36">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1"/>
            <p:cNvSpPr/>
            <p:nvPr/>
          </p:nvSpPr>
          <p:spPr>
            <a:xfrm>
              <a:off x="7526338" y="5640388"/>
              <a:ext cx="111125" cy="233363"/>
            </a:xfrm>
            <a:custGeom>
              <a:rect b="b" l="l" r="r" t="t"/>
              <a:pathLst>
                <a:path extrusionOk="0" h="59" w="28">
                  <a:moveTo>
                    <a:pt x="22" y="59"/>
                  </a:moveTo>
                  <a:cubicBezTo>
                    <a:pt x="28" y="59"/>
                    <a:pt x="28" y="59"/>
                    <a:pt x="28" y="59"/>
                  </a:cubicBezTo>
                  <a:cubicBezTo>
                    <a:pt x="18" y="40"/>
                    <a:pt x="9" y="20"/>
                    <a:pt x="0" y="0"/>
                  </a:cubicBezTo>
                  <a:cubicBezTo>
                    <a:pt x="6" y="20"/>
                    <a:pt x="13" y="40"/>
                    <a:pt x="22" y="5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1"/>
            <p:cNvSpPr/>
            <p:nvPr/>
          </p:nvSpPr>
          <p:spPr>
            <a:xfrm>
              <a:off x="7021513" y="3598863"/>
              <a:ext cx="68263" cy="423863"/>
            </a:xfrm>
            <a:custGeom>
              <a:rect b="b" l="l" r="r" t="t"/>
              <a:pathLst>
                <a:path extrusionOk="0" h="107" w="1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1"/>
            <p:cNvSpPr/>
            <p:nvPr/>
          </p:nvSpPr>
          <p:spPr>
            <a:xfrm>
              <a:off x="7412038" y="2801938"/>
              <a:ext cx="1168400" cy="2251075"/>
            </a:xfrm>
            <a:custGeom>
              <a:rect b="b" l="l" r="r" t="t"/>
              <a:pathLst>
                <a:path extrusionOk="0" h="568" w="294">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1"/>
            <p:cNvSpPr/>
            <p:nvPr/>
          </p:nvSpPr>
          <p:spPr>
            <a:xfrm>
              <a:off x="7494588" y="5664200"/>
              <a:ext cx="100013" cy="209550"/>
            </a:xfrm>
            <a:custGeom>
              <a:rect b="b" l="l" r="r" t="t"/>
              <a:pathLst>
                <a:path extrusionOk="0" h="53" w="25">
                  <a:moveTo>
                    <a:pt x="0" y="0"/>
                  </a:moveTo>
                  <a:cubicBezTo>
                    <a:pt x="5" y="18"/>
                    <a:pt x="12" y="36"/>
                    <a:pt x="19" y="53"/>
                  </a:cubicBezTo>
                  <a:cubicBezTo>
                    <a:pt x="25" y="53"/>
                    <a:pt x="25" y="53"/>
                    <a:pt x="25" y="53"/>
                  </a:cubicBezTo>
                  <a:cubicBezTo>
                    <a:pt x="16" y="36"/>
                    <a:pt x="8" y="18"/>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1"/>
            <p:cNvSpPr/>
            <p:nvPr/>
          </p:nvSpPr>
          <p:spPr>
            <a:xfrm>
              <a:off x="7412038" y="5081588"/>
              <a:ext cx="114300" cy="558800"/>
            </a:xfrm>
            <a:custGeom>
              <a:rect b="b" l="l" r="r" t="t"/>
              <a:pathLst>
                <a:path extrusionOk="0" h="141" w="29">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1"/>
            <p:cNvSpPr/>
            <p:nvPr/>
          </p:nvSpPr>
          <p:spPr>
            <a:xfrm>
              <a:off x="7412038" y="4978400"/>
              <a:ext cx="31750" cy="188913"/>
            </a:xfrm>
            <a:custGeom>
              <a:rect b="b" l="l" r="r" t="t"/>
              <a:pathLst>
                <a:path extrusionOk="0" h="48" w="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1"/>
            <p:cNvSpPr/>
            <p:nvPr/>
          </p:nvSpPr>
          <p:spPr>
            <a:xfrm>
              <a:off x="7439026" y="5434013"/>
              <a:ext cx="174625" cy="439738"/>
            </a:xfrm>
            <a:custGeom>
              <a:rect b="b" l="l" r="r" t="t"/>
              <a:pathLst>
                <a:path extrusionOk="0" h="111" w="44">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 name="Google Shape;32;p31"/>
          <p:cNvSpPr/>
          <p:nvPr/>
        </p:nvSpPr>
        <p:spPr>
          <a:xfrm>
            <a:off x="0" y="0"/>
            <a:ext cx="182880" cy="6858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1"/>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rgbClr val="262626"/>
              </a:buClr>
              <a:buSzPts val="3600"/>
              <a:buFont typeface="Century Gothic"/>
              <a:buNone/>
              <a:defRPr b="0" i="0" sz="3600" u="none" cap="none" strike="noStrike">
                <a:solidFill>
                  <a:srgbClr val="262626"/>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34" name="Google Shape;34;p31"/>
          <p:cNvSpPr txBox="1"/>
          <p:nvPr>
            <p:ph idx="1" type="body"/>
          </p:nvPr>
        </p:nvSpPr>
        <p:spPr>
          <a:xfrm>
            <a:off x="2589212" y="2133600"/>
            <a:ext cx="8915400" cy="3886200"/>
          </a:xfrm>
          <a:prstGeom prst="rect">
            <a:avLst/>
          </a:prstGeom>
          <a:noFill/>
          <a:ln>
            <a:noFill/>
          </a:ln>
        </p:spPr>
        <p:txBody>
          <a:bodyPr anchorCtr="0" anchor="t" bIns="45700" lIns="91425" spcFirstLastPara="1" rIns="91425" wrap="square" tIns="45700">
            <a:normAutofit/>
          </a:bodyPr>
          <a:lstStyle>
            <a:lvl1pPr indent="-342900" lvl="0" marL="457200" marR="0" rtl="0" algn="l">
              <a:spcBef>
                <a:spcPts val="1000"/>
              </a:spcBef>
              <a:spcAft>
                <a:spcPts val="0"/>
              </a:spcAft>
              <a:buClr>
                <a:schemeClr val="accent1"/>
              </a:buClr>
              <a:buSzPts val="1800"/>
              <a:buFont typeface="Noto Sans Symbols"/>
              <a:buChar char="🠶"/>
              <a:defRPr b="0" i="0" sz="1800" u="none" cap="none" strike="noStrike">
                <a:solidFill>
                  <a:srgbClr val="3F3F3F"/>
                </a:solidFill>
                <a:latin typeface="Century Gothic"/>
                <a:ea typeface="Century Gothic"/>
                <a:cs typeface="Century Gothic"/>
                <a:sym typeface="Century Gothic"/>
              </a:defRPr>
            </a:lvl1pPr>
            <a:lvl2pPr indent="-330200" lvl="1" marL="914400" marR="0" rtl="0" algn="l">
              <a:spcBef>
                <a:spcPts val="1000"/>
              </a:spcBef>
              <a:spcAft>
                <a:spcPts val="0"/>
              </a:spcAft>
              <a:buClr>
                <a:schemeClr val="accent1"/>
              </a:buClr>
              <a:buSzPts val="1600"/>
              <a:buFont typeface="Noto Sans Symbols"/>
              <a:buChar char="🠶"/>
              <a:defRPr b="0" i="0" sz="1600" u="none" cap="none" strike="noStrike">
                <a:solidFill>
                  <a:srgbClr val="3F3F3F"/>
                </a:solidFill>
                <a:latin typeface="Century Gothic"/>
                <a:ea typeface="Century Gothic"/>
                <a:cs typeface="Century Gothic"/>
                <a:sym typeface="Century Gothic"/>
              </a:defRPr>
            </a:lvl2pPr>
            <a:lvl3pPr indent="-317500" lvl="2" marL="1371600" marR="0" rtl="0" algn="l">
              <a:spcBef>
                <a:spcPts val="1000"/>
              </a:spcBef>
              <a:spcAft>
                <a:spcPts val="0"/>
              </a:spcAft>
              <a:buClr>
                <a:schemeClr val="accent1"/>
              </a:buClr>
              <a:buSzPts val="1400"/>
              <a:buFont typeface="Noto Sans Symbols"/>
              <a:buChar char="🠶"/>
              <a:defRPr b="0" i="0" sz="1400" u="none" cap="none" strike="noStrike">
                <a:solidFill>
                  <a:srgbClr val="3F3F3F"/>
                </a:solidFill>
                <a:latin typeface="Century Gothic"/>
                <a:ea typeface="Century Gothic"/>
                <a:cs typeface="Century Gothic"/>
                <a:sym typeface="Century Gothic"/>
              </a:defRPr>
            </a:lvl3pPr>
            <a:lvl4pPr indent="-304800" lvl="3" marL="18288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4pPr>
            <a:lvl5pPr indent="-304800" lvl="4" marL="22860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5pPr>
            <a:lvl6pPr indent="-304800" lvl="5" marL="27432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6pPr>
            <a:lvl7pPr indent="-304800" lvl="6" marL="32004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7pPr>
            <a:lvl8pPr indent="-304800" lvl="7" marL="36576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8pPr>
            <a:lvl9pPr indent="-304800" lvl="8" marL="41148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9pPr>
          </a:lstStyle>
          <a:p/>
        </p:txBody>
      </p:sp>
      <p:sp>
        <p:nvSpPr>
          <p:cNvPr id="35" name="Google Shape;35;p31"/>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36" name="Google Shape;36;p31"/>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37" name="Google Shape;37;p31"/>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2000" u="none" cap="none" strike="noStrike">
                <a:solidFill>
                  <a:srgbClr val="FEFFFF"/>
                </a:solidFill>
                <a:latin typeface="Century Gothic"/>
                <a:ea typeface="Century Gothic"/>
                <a:cs typeface="Century Gothic"/>
                <a:sym typeface="Century Gothic"/>
              </a:defRPr>
            </a:lvl1pPr>
            <a:lvl2pPr indent="0" lvl="1" marL="0" marR="0" rtl="0" algn="r">
              <a:spcBef>
                <a:spcPts val="0"/>
              </a:spcBef>
              <a:buNone/>
              <a:defRPr b="0" i="0" sz="2000" u="none" cap="none" strike="noStrike">
                <a:solidFill>
                  <a:srgbClr val="FEFFFF"/>
                </a:solidFill>
                <a:latin typeface="Century Gothic"/>
                <a:ea typeface="Century Gothic"/>
                <a:cs typeface="Century Gothic"/>
                <a:sym typeface="Century Gothic"/>
              </a:defRPr>
            </a:lvl2pPr>
            <a:lvl3pPr indent="0" lvl="2" marL="0" marR="0" rtl="0" algn="r">
              <a:spcBef>
                <a:spcPts val="0"/>
              </a:spcBef>
              <a:buNone/>
              <a:defRPr b="0" i="0" sz="2000" u="none" cap="none" strike="noStrike">
                <a:solidFill>
                  <a:srgbClr val="FEFFFF"/>
                </a:solidFill>
                <a:latin typeface="Century Gothic"/>
                <a:ea typeface="Century Gothic"/>
                <a:cs typeface="Century Gothic"/>
                <a:sym typeface="Century Gothic"/>
              </a:defRPr>
            </a:lvl3pPr>
            <a:lvl4pPr indent="0" lvl="3" marL="0" marR="0" rtl="0" algn="r">
              <a:spcBef>
                <a:spcPts val="0"/>
              </a:spcBef>
              <a:buNone/>
              <a:defRPr b="0" i="0" sz="2000" u="none" cap="none" strike="noStrike">
                <a:solidFill>
                  <a:srgbClr val="FEFFFF"/>
                </a:solidFill>
                <a:latin typeface="Century Gothic"/>
                <a:ea typeface="Century Gothic"/>
                <a:cs typeface="Century Gothic"/>
                <a:sym typeface="Century Gothic"/>
              </a:defRPr>
            </a:lvl4pPr>
            <a:lvl5pPr indent="0" lvl="4" marL="0" marR="0" rtl="0" algn="r">
              <a:spcBef>
                <a:spcPts val="0"/>
              </a:spcBef>
              <a:buNone/>
              <a:defRPr b="0" i="0" sz="2000" u="none" cap="none" strike="noStrike">
                <a:solidFill>
                  <a:srgbClr val="FEFFFF"/>
                </a:solidFill>
                <a:latin typeface="Century Gothic"/>
                <a:ea typeface="Century Gothic"/>
                <a:cs typeface="Century Gothic"/>
                <a:sym typeface="Century Gothic"/>
              </a:defRPr>
            </a:lvl5pPr>
            <a:lvl6pPr indent="0" lvl="5" marL="0" marR="0" rtl="0" algn="r">
              <a:spcBef>
                <a:spcPts val="0"/>
              </a:spcBef>
              <a:buNone/>
              <a:defRPr b="0" i="0" sz="2000" u="none" cap="none" strike="noStrike">
                <a:solidFill>
                  <a:srgbClr val="FEFFFF"/>
                </a:solidFill>
                <a:latin typeface="Century Gothic"/>
                <a:ea typeface="Century Gothic"/>
                <a:cs typeface="Century Gothic"/>
                <a:sym typeface="Century Gothic"/>
              </a:defRPr>
            </a:lvl6pPr>
            <a:lvl7pPr indent="0" lvl="6" marL="0" marR="0" rtl="0" algn="r">
              <a:spcBef>
                <a:spcPts val="0"/>
              </a:spcBef>
              <a:buNone/>
              <a:defRPr b="0" i="0" sz="2000" u="none" cap="none" strike="noStrike">
                <a:solidFill>
                  <a:srgbClr val="FEFFFF"/>
                </a:solidFill>
                <a:latin typeface="Century Gothic"/>
                <a:ea typeface="Century Gothic"/>
                <a:cs typeface="Century Gothic"/>
                <a:sym typeface="Century Gothic"/>
              </a:defRPr>
            </a:lvl7pPr>
            <a:lvl8pPr indent="0" lvl="7" marL="0" marR="0" rtl="0" algn="r">
              <a:spcBef>
                <a:spcPts val="0"/>
              </a:spcBef>
              <a:buNone/>
              <a:defRPr b="0" i="0" sz="2000" u="none" cap="none" strike="noStrike">
                <a:solidFill>
                  <a:srgbClr val="FEFFFF"/>
                </a:solidFill>
                <a:latin typeface="Century Gothic"/>
                <a:ea typeface="Century Gothic"/>
                <a:cs typeface="Century Gothic"/>
                <a:sym typeface="Century Gothic"/>
              </a:defRPr>
            </a:lvl8pPr>
            <a:lvl9pPr indent="0" lvl="8" marL="0" marR="0" rtl="0" algn="r">
              <a:spcBef>
                <a:spcPts val="0"/>
              </a:spcBef>
              <a:buNone/>
              <a:defRPr b="0" i="0"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
          <p:cNvSpPr txBox="1"/>
          <p:nvPr>
            <p:ph type="title"/>
          </p:nvPr>
        </p:nvSpPr>
        <p:spPr>
          <a:xfrm>
            <a:off x="1403396" y="1464659"/>
            <a:ext cx="8911687" cy="2293417"/>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262626"/>
              </a:buClr>
              <a:buSzPts val="3600"/>
              <a:buFont typeface="Century Gothic"/>
              <a:buNone/>
            </a:pPr>
            <a:r>
              <a:rPr b="1" lang="en-US"/>
              <a:t>DATA AND</a:t>
            </a:r>
            <a:br>
              <a:rPr b="1" lang="en-US"/>
            </a:br>
            <a:r>
              <a:rPr b="1" lang="en-US"/>
              <a:t>COMPUTER</a:t>
            </a:r>
            <a:br>
              <a:rPr b="1" lang="en-US"/>
            </a:br>
            <a:r>
              <a:rPr b="1" lang="en-US"/>
              <a:t>COMMUNICATION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
          <p:cNvSpPr txBox="1"/>
          <p:nvPr>
            <p:ph type="ctrTitle"/>
          </p:nvPr>
        </p:nvSpPr>
        <p:spPr>
          <a:xfrm>
            <a:off x="2589213" y="2514600"/>
            <a:ext cx="8915399" cy="2262781"/>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262626"/>
              </a:buClr>
              <a:buSzPts val="5400"/>
              <a:buFont typeface="Century Gothic"/>
              <a:buNone/>
            </a:pPr>
            <a:r>
              <a:rPr b="1" lang="en-US"/>
              <a:t>Module-1 (Data Transmission Basics)</a:t>
            </a:r>
            <a:endParaRPr/>
          </a:p>
        </p:txBody>
      </p:sp>
      <p:sp>
        <p:nvSpPr>
          <p:cNvPr id="170" name="Google Shape;170;p2"/>
          <p:cNvSpPr txBox="1"/>
          <p:nvPr>
            <p:ph idx="1" type="subTitle"/>
          </p:nvPr>
        </p:nvSpPr>
        <p:spPr>
          <a:xfrm>
            <a:off x="2589213" y="4777379"/>
            <a:ext cx="8915399" cy="112628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
          <p:cNvSpPr txBox="1"/>
          <p:nvPr>
            <p:ph type="title"/>
          </p:nvPr>
        </p:nvSpPr>
        <p:spPr>
          <a:xfrm>
            <a:off x="1905102" y="2039193"/>
            <a:ext cx="8752109" cy="2209126"/>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262626"/>
              </a:buClr>
              <a:buSzPts val="2000"/>
              <a:buFont typeface="Times New Roman"/>
              <a:buNone/>
            </a:pPr>
            <a:r>
              <a:rPr b="1" lang="en-US" sz="2000">
                <a:latin typeface="Times New Roman"/>
                <a:ea typeface="Times New Roman"/>
                <a:cs typeface="Times New Roman"/>
                <a:sym typeface="Times New Roman"/>
              </a:rPr>
              <a:t>Communication model - Simplex, Half duplex, Full duplex transmission. </a:t>
            </a:r>
            <a:br>
              <a:rPr b="1" lang="en-US" sz="2000">
                <a:latin typeface="Times New Roman"/>
                <a:ea typeface="Times New Roman"/>
                <a:cs typeface="Times New Roman"/>
                <a:sym typeface="Times New Roman"/>
              </a:rPr>
            </a:br>
            <a:r>
              <a:rPr b="1" lang="en-US" sz="2000">
                <a:latin typeface="Times New Roman"/>
                <a:ea typeface="Times New Roman"/>
                <a:cs typeface="Times New Roman"/>
                <a:sym typeface="Times New Roman"/>
              </a:rPr>
              <a:t>Periodic analog signals - Sine wave, Amplitude, Phase, Wavelength, Time and frequency domain, Bandwidth. Analog &amp; digital data and signals. Transmission impairments - Attenuation, Delay distortion, Noise. Data rate limits - Noiseless channel, Nyquist bandwidth, Noisy channel, Shannon's capacity formula.</a:t>
            </a:r>
            <a:endParaRPr b="1" sz="20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4"/>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t/>
            </a:r>
            <a:endParaRPr/>
          </a:p>
        </p:txBody>
      </p:sp>
      <p:sp>
        <p:nvSpPr>
          <p:cNvPr id="181" name="Google Shape;181;p4"/>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1800"/>
              <a:buNone/>
            </a:pPr>
            <a:r>
              <a:t/>
            </a:r>
            <a:endParaRPr/>
          </a:p>
        </p:txBody>
      </p:sp>
      <p:pic>
        <p:nvPicPr>
          <p:cNvPr id="182" name="Google Shape;182;p4"/>
          <p:cNvPicPr preferRelativeResize="0"/>
          <p:nvPr/>
        </p:nvPicPr>
        <p:blipFill rotWithShape="1">
          <a:blip r:embed="rId3">
            <a:alphaModFix/>
          </a:blip>
          <a:srcRect b="0" l="0" r="0" t="0"/>
          <a:stretch/>
        </p:blipFill>
        <p:spPr>
          <a:xfrm>
            <a:off x="2730326" y="776836"/>
            <a:ext cx="8218197" cy="513438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5"/>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t/>
            </a:r>
            <a:endParaRPr/>
          </a:p>
        </p:txBody>
      </p:sp>
      <p:sp>
        <p:nvSpPr>
          <p:cNvPr id="188" name="Google Shape;188;p5"/>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1800"/>
              <a:buNone/>
            </a:pPr>
            <a:r>
              <a:t/>
            </a:r>
            <a:endParaRPr/>
          </a:p>
        </p:txBody>
      </p:sp>
      <p:pic>
        <p:nvPicPr>
          <p:cNvPr id="189" name="Google Shape;189;p5"/>
          <p:cNvPicPr preferRelativeResize="0"/>
          <p:nvPr/>
        </p:nvPicPr>
        <p:blipFill rotWithShape="1">
          <a:blip r:embed="rId3">
            <a:alphaModFix/>
          </a:blip>
          <a:srcRect b="0" l="0" r="0" t="0"/>
          <a:stretch/>
        </p:blipFill>
        <p:spPr>
          <a:xfrm>
            <a:off x="2087572" y="343359"/>
            <a:ext cx="9789914" cy="51592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6"/>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t/>
            </a:r>
            <a:endParaRPr/>
          </a:p>
        </p:txBody>
      </p:sp>
      <p:sp>
        <p:nvSpPr>
          <p:cNvPr id="195" name="Google Shape;195;p6"/>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1800"/>
              <a:buNone/>
            </a:pPr>
            <a:r>
              <a:t/>
            </a:r>
            <a:endParaRPr/>
          </a:p>
        </p:txBody>
      </p:sp>
      <p:pic>
        <p:nvPicPr>
          <p:cNvPr id="196" name="Google Shape;196;p6"/>
          <p:cNvPicPr preferRelativeResize="0"/>
          <p:nvPr/>
        </p:nvPicPr>
        <p:blipFill rotWithShape="1">
          <a:blip r:embed="rId3">
            <a:alphaModFix/>
          </a:blip>
          <a:srcRect b="0" l="0" r="0" t="0"/>
          <a:stretch/>
        </p:blipFill>
        <p:spPr>
          <a:xfrm>
            <a:off x="1773601" y="117371"/>
            <a:ext cx="9640561" cy="643717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7"/>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t/>
            </a:r>
            <a:endParaRPr/>
          </a:p>
        </p:txBody>
      </p:sp>
      <p:sp>
        <p:nvSpPr>
          <p:cNvPr id="202" name="Google Shape;202;p7"/>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1800"/>
              <a:buNone/>
            </a:pPr>
            <a:r>
              <a:t/>
            </a:r>
            <a:endParaRPr/>
          </a:p>
        </p:txBody>
      </p:sp>
      <p:pic>
        <p:nvPicPr>
          <p:cNvPr id="203" name="Google Shape;203;p7"/>
          <p:cNvPicPr preferRelativeResize="0"/>
          <p:nvPr/>
        </p:nvPicPr>
        <p:blipFill rotWithShape="1">
          <a:blip r:embed="rId3">
            <a:alphaModFix/>
          </a:blip>
          <a:srcRect b="0" l="0" r="0" t="0"/>
          <a:stretch/>
        </p:blipFill>
        <p:spPr>
          <a:xfrm>
            <a:off x="1867654" y="82456"/>
            <a:ext cx="10134218" cy="549295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8"/>
          <p:cNvSpPr txBox="1"/>
          <p:nvPr>
            <p:ph idx="1" type="body"/>
          </p:nvPr>
        </p:nvSpPr>
        <p:spPr>
          <a:xfrm>
            <a:off x="2524475" y="482825"/>
            <a:ext cx="8915400" cy="180722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lang="en-US"/>
              <a:t>2. Half-Duplex Mode: In half-duplex mode, each station can both transmit and receive, but not at the same time. When one device is sending, the other can only receive, and vice versa. The half-duplex mode is used in cases where there is no need for communication in both directions at the same time. The entire capacity of the channel can be utilized for each direction. </a:t>
            </a:r>
            <a:endParaRPr/>
          </a:p>
          <a:p>
            <a:pPr indent="-228600" lvl="0" marL="342900" rtl="0" algn="l">
              <a:spcBef>
                <a:spcPts val="1000"/>
              </a:spcBef>
              <a:spcAft>
                <a:spcPts val="0"/>
              </a:spcAft>
              <a:buSzPts val="1800"/>
              <a:buNone/>
            </a:pPr>
            <a:r>
              <a:t/>
            </a:r>
            <a:endParaRPr/>
          </a:p>
        </p:txBody>
      </p:sp>
      <p:pic>
        <p:nvPicPr>
          <p:cNvPr id="209" name="Google Shape;209;p8"/>
          <p:cNvPicPr preferRelativeResize="0"/>
          <p:nvPr/>
        </p:nvPicPr>
        <p:blipFill rotWithShape="1">
          <a:blip r:embed="rId3">
            <a:alphaModFix/>
          </a:blip>
          <a:srcRect b="0" l="0" r="0" t="0"/>
          <a:stretch/>
        </p:blipFill>
        <p:spPr>
          <a:xfrm>
            <a:off x="1541491" y="2290046"/>
            <a:ext cx="10248605" cy="416123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9"/>
          <p:cNvSpPr txBox="1"/>
          <p:nvPr>
            <p:ph idx="1" type="body"/>
          </p:nvPr>
        </p:nvSpPr>
        <p:spPr>
          <a:xfrm>
            <a:off x="2322175" y="596113"/>
            <a:ext cx="8915400" cy="6055539"/>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lnSpc>
                <a:spcPct val="150000"/>
              </a:lnSpc>
              <a:spcBef>
                <a:spcPts val="0"/>
              </a:spcBef>
              <a:spcAft>
                <a:spcPts val="0"/>
              </a:spcAft>
              <a:buSzPts val="2000"/>
              <a:buChar char="🠶"/>
            </a:pPr>
            <a:r>
              <a:rPr lang="en-US" sz="2000"/>
              <a:t>3. Full-Duplex Mode: In full-duplex mode, both stations can transmit and receive simultaneously. In full-duplex mode, signals going in one direction share the capacity of the link with signals going in another direction, this sharing can occur in two ways:</a:t>
            </a:r>
            <a:endParaRPr/>
          </a:p>
          <a:p>
            <a:pPr indent="0" lvl="1" marL="400050" rtl="0" algn="just">
              <a:lnSpc>
                <a:spcPct val="150000"/>
              </a:lnSpc>
              <a:spcBef>
                <a:spcPts val="1000"/>
              </a:spcBef>
              <a:spcAft>
                <a:spcPts val="0"/>
              </a:spcAft>
              <a:buSzPts val="1800"/>
              <a:buNone/>
            </a:pPr>
            <a:r>
              <a:rPr lang="en-US" sz="1800"/>
              <a:t>•Either the link must contain two physically separate transmission paths, one for sending and the other for receiving.  Or </a:t>
            </a:r>
            <a:endParaRPr sz="1800"/>
          </a:p>
          <a:p>
            <a:pPr indent="0" lvl="1" marL="400050" rtl="0" algn="just">
              <a:lnSpc>
                <a:spcPct val="150000"/>
              </a:lnSpc>
              <a:spcBef>
                <a:spcPts val="1000"/>
              </a:spcBef>
              <a:spcAft>
                <a:spcPts val="0"/>
              </a:spcAft>
              <a:buSzPts val="1800"/>
              <a:buNone/>
            </a:pPr>
            <a:r>
              <a:rPr lang="en-US" sz="1800"/>
              <a:t>•The capacity is divided between signals traveling in both directions. </a:t>
            </a:r>
            <a:endParaRPr/>
          </a:p>
          <a:p>
            <a:pPr indent="-342900" lvl="0" marL="342900" rtl="0" algn="just">
              <a:lnSpc>
                <a:spcPct val="150000"/>
              </a:lnSpc>
              <a:spcBef>
                <a:spcPts val="1000"/>
              </a:spcBef>
              <a:spcAft>
                <a:spcPts val="0"/>
              </a:spcAft>
              <a:buSzPts val="2000"/>
              <a:buChar char="🠶"/>
            </a:pPr>
            <a:r>
              <a:rPr lang="en-US" sz="2000"/>
              <a:t>Full-duplex mode is used when communication in both directions is required all the time. The capacity of the channel, however, must be divided between the two directions. Example: Telephone Network in which there is communication between two persons by a telephone line, through which both can talk and listen at the same time. Channel Capacity = 2* Bandwidth*propagation Delay </a:t>
            </a:r>
            <a:endParaRPr/>
          </a:p>
          <a:p>
            <a:pPr indent="-215900" lvl="0" marL="342900" rtl="0" algn="just">
              <a:lnSpc>
                <a:spcPct val="150000"/>
              </a:lnSpc>
              <a:spcBef>
                <a:spcPts val="1000"/>
              </a:spcBef>
              <a:spcAft>
                <a:spcPts val="0"/>
              </a:spcAft>
              <a:buSzPts val="2000"/>
              <a:buNone/>
            </a:pPr>
            <a:r>
              <a:t/>
            </a:r>
            <a:endParaRPr sz="2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0"/>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t/>
            </a:r>
            <a:endParaRPr/>
          </a:p>
        </p:txBody>
      </p:sp>
      <p:sp>
        <p:nvSpPr>
          <p:cNvPr id="220" name="Google Shape;220;p10"/>
          <p:cNvSpPr txBox="1"/>
          <p:nvPr>
            <p:ph idx="1" type="body"/>
          </p:nvPr>
        </p:nvSpPr>
        <p:spPr>
          <a:xfrm>
            <a:off x="2589212" y="3864520"/>
            <a:ext cx="8915400" cy="2338015"/>
          </a:xfrm>
          <a:prstGeom prst="rect">
            <a:avLst/>
          </a:prstGeom>
          <a:noFill/>
          <a:ln>
            <a:noFill/>
          </a:ln>
        </p:spPr>
        <p:txBody>
          <a:bodyPr anchorCtr="0" anchor="t" bIns="45700" lIns="91425" spcFirstLastPara="1" rIns="91425" wrap="square" tIns="45700">
            <a:normAutofit/>
          </a:bodyPr>
          <a:lstStyle/>
          <a:p>
            <a:pPr indent="-342900" lvl="0" marL="342900" rtl="0" algn="l">
              <a:lnSpc>
                <a:spcPct val="150000"/>
              </a:lnSpc>
              <a:spcBef>
                <a:spcPts val="0"/>
              </a:spcBef>
              <a:spcAft>
                <a:spcPts val="0"/>
              </a:spcAft>
              <a:buSzPts val="1800"/>
              <a:buChar char="🠶"/>
            </a:pPr>
            <a:r>
              <a:rPr lang="en-US"/>
              <a:t>We need to consider the average signal power and the average noise power because these may change with time. SNR is actually the ratio of what is wanted (signal) to what is not wanted (noise). A high SNR means the signal is less corrupted by noise; a low SNR means the signal is more corrupted by noise. </a:t>
            </a:r>
            <a:endParaRPr/>
          </a:p>
          <a:p>
            <a:pPr indent="-228600" lvl="0" marL="342900" rtl="0" algn="l">
              <a:spcBef>
                <a:spcPts val="1000"/>
              </a:spcBef>
              <a:spcAft>
                <a:spcPts val="0"/>
              </a:spcAft>
              <a:buSzPts val="1800"/>
              <a:buNone/>
            </a:pPr>
            <a:r>
              <a:t/>
            </a:r>
            <a:endParaRPr/>
          </a:p>
        </p:txBody>
      </p:sp>
      <p:pic>
        <p:nvPicPr>
          <p:cNvPr id="221" name="Google Shape;221;p10"/>
          <p:cNvPicPr preferRelativeResize="0"/>
          <p:nvPr/>
        </p:nvPicPr>
        <p:blipFill rotWithShape="1">
          <a:blip r:embed="rId3">
            <a:alphaModFix/>
          </a:blip>
          <a:srcRect b="0" l="0" r="0" t="0"/>
          <a:stretch/>
        </p:blipFill>
        <p:spPr>
          <a:xfrm>
            <a:off x="2474341" y="546661"/>
            <a:ext cx="9226742" cy="294909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1"/>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t/>
            </a:r>
            <a:endParaRPr/>
          </a:p>
        </p:txBody>
      </p:sp>
      <p:sp>
        <p:nvSpPr>
          <p:cNvPr id="227" name="Google Shape;227;p11"/>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1800"/>
              <a:buNone/>
            </a:pPr>
            <a:r>
              <a:t/>
            </a:r>
            <a:endParaRPr/>
          </a:p>
        </p:txBody>
      </p:sp>
      <p:pic>
        <p:nvPicPr>
          <p:cNvPr id="228" name="Google Shape;228;p11"/>
          <p:cNvPicPr preferRelativeResize="0"/>
          <p:nvPr/>
        </p:nvPicPr>
        <p:blipFill rotWithShape="1">
          <a:blip r:embed="rId3">
            <a:alphaModFix/>
          </a:blip>
          <a:srcRect b="0" l="0" r="0" t="0"/>
          <a:stretch/>
        </p:blipFill>
        <p:spPr>
          <a:xfrm>
            <a:off x="1476757" y="325202"/>
            <a:ext cx="10027854" cy="620759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2"/>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t/>
            </a:r>
            <a:endParaRPr/>
          </a:p>
        </p:txBody>
      </p:sp>
      <p:sp>
        <p:nvSpPr>
          <p:cNvPr id="234" name="Google Shape;234;p12"/>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1800"/>
              <a:buNone/>
            </a:pPr>
            <a:r>
              <a:t/>
            </a:r>
            <a:endParaRPr/>
          </a:p>
        </p:txBody>
      </p:sp>
      <p:pic>
        <p:nvPicPr>
          <p:cNvPr id="235" name="Google Shape;235;p12"/>
          <p:cNvPicPr preferRelativeResize="0"/>
          <p:nvPr/>
        </p:nvPicPr>
        <p:blipFill rotWithShape="1">
          <a:blip r:embed="rId3">
            <a:alphaModFix/>
          </a:blip>
          <a:srcRect b="0" l="0" r="0" t="0"/>
          <a:stretch/>
        </p:blipFill>
        <p:spPr>
          <a:xfrm>
            <a:off x="1781200" y="66795"/>
            <a:ext cx="9723411" cy="663340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3"/>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t/>
            </a:r>
            <a:endParaRPr/>
          </a:p>
        </p:txBody>
      </p:sp>
      <p:sp>
        <p:nvSpPr>
          <p:cNvPr id="241" name="Google Shape;241;p13"/>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1800"/>
              <a:buNone/>
            </a:pPr>
            <a:r>
              <a:t/>
            </a:r>
            <a:endParaRPr/>
          </a:p>
        </p:txBody>
      </p:sp>
      <p:pic>
        <p:nvPicPr>
          <p:cNvPr id="242" name="Google Shape;242;p13"/>
          <p:cNvPicPr preferRelativeResize="0"/>
          <p:nvPr/>
        </p:nvPicPr>
        <p:blipFill rotWithShape="1">
          <a:blip r:embed="rId3">
            <a:alphaModFix/>
          </a:blip>
          <a:srcRect b="0" l="0" r="0" t="0"/>
          <a:stretch/>
        </p:blipFill>
        <p:spPr>
          <a:xfrm>
            <a:off x="1917297" y="146681"/>
            <a:ext cx="9756455" cy="56634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4"/>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t/>
            </a:r>
            <a:endParaRPr/>
          </a:p>
        </p:txBody>
      </p:sp>
      <p:sp>
        <p:nvSpPr>
          <p:cNvPr id="248" name="Google Shape;248;p14"/>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1800"/>
              <a:buNone/>
            </a:pPr>
            <a:r>
              <a:t/>
            </a:r>
            <a:endParaRPr/>
          </a:p>
        </p:txBody>
      </p:sp>
      <p:pic>
        <p:nvPicPr>
          <p:cNvPr id="249" name="Google Shape;249;p14"/>
          <p:cNvPicPr preferRelativeResize="0"/>
          <p:nvPr/>
        </p:nvPicPr>
        <p:blipFill rotWithShape="1">
          <a:blip r:embed="rId3">
            <a:alphaModFix/>
          </a:blip>
          <a:srcRect b="0" l="0" r="0" t="0"/>
          <a:stretch/>
        </p:blipFill>
        <p:spPr>
          <a:xfrm>
            <a:off x="2042588" y="127716"/>
            <a:ext cx="9747507" cy="599795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5"/>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t/>
            </a:r>
            <a:endParaRPr/>
          </a:p>
        </p:txBody>
      </p:sp>
      <p:sp>
        <p:nvSpPr>
          <p:cNvPr id="255" name="Google Shape;255;p15"/>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1800"/>
              <a:buNone/>
            </a:pPr>
            <a:r>
              <a:t/>
            </a:r>
            <a:endParaRPr/>
          </a:p>
        </p:txBody>
      </p:sp>
      <p:pic>
        <p:nvPicPr>
          <p:cNvPr id="256" name="Google Shape;256;p15"/>
          <p:cNvPicPr preferRelativeResize="0"/>
          <p:nvPr/>
        </p:nvPicPr>
        <p:blipFill rotWithShape="1">
          <a:blip r:embed="rId3">
            <a:alphaModFix/>
          </a:blip>
          <a:srcRect b="0" l="0" r="0" t="0"/>
          <a:stretch/>
        </p:blipFill>
        <p:spPr>
          <a:xfrm>
            <a:off x="1909424" y="514540"/>
            <a:ext cx="9549651" cy="559494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6"/>
          <p:cNvSpPr txBox="1"/>
          <p:nvPr>
            <p:ph idx="1" type="body"/>
          </p:nvPr>
        </p:nvSpPr>
        <p:spPr>
          <a:xfrm>
            <a:off x="2419279" y="199604"/>
            <a:ext cx="8915400" cy="377762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lang="en-US"/>
              <a:t>Phase: The term phase, or phase shift, describes the position of the waveform relative to time 0. If we think of the wave as something that can be shifted backward or forward along the time axis, phase describes the amount of that shift. It indicates the status of the first cycle.</a:t>
            </a:r>
            <a:endParaRPr/>
          </a:p>
          <a:p>
            <a:pPr indent="-342900" lvl="0" marL="342900" rtl="0" algn="l">
              <a:spcBef>
                <a:spcPts val="1000"/>
              </a:spcBef>
              <a:spcAft>
                <a:spcPts val="0"/>
              </a:spcAft>
              <a:buSzPts val="1800"/>
              <a:buChar char="🠶"/>
            </a:pPr>
            <a:r>
              <a:rPr lang="en-US"/>
              <a:t>Phase describes the position of the waveform relative to time 0. Phase is measured in degrees or radians [360º is 2π rad; 1º is 2π/360 rad, and 1 rad is360/(2π)]. A phase shift of 360º corresponds to a shift of a complete period; a phase shift of 180° corresponds to a shift of one-half of a period, and a phase shift of 90º corresponds to a shift of one-quarter of a period (see Figure 3.6). </a:t>
            </a:r>
            <a:endParaRPr/>
          </a:p>
          <a:p>
            <a:pPr indent="-228600" lvl="0" marL="342900" rtl="0" algn="l">
              <a:spcBef>
                <a:spcPts val="1000"/>
              </a:spcBef>
              <a:spcAft>
                <a:spcPts val="0"/>
              </a:spcAft>
              <a:buSzPts val="1800"/>
              <a:buNone/>
            </a:pPr>
            <a:r>
              <a:t/>
            </a:r>
            <a:endParaRPr/>
          </a:p>
          <a:p>
            <a:pPr indent="-228600" lvl="0" marL="342900" rtl="0" algn="l">
              <a:spcBef>
                <a:spcPts val="1000"/>
              </a:spcBef>
              <a:spcAft>
                <a:spcPts val="0"/>
              </a:spcAft>
              <a:buSzPts val="1800"/>
              <a:buNone/>
            </a:pPr>
            <a:r>
              <a:t/>
            </a:r>
            <a:endParaRPr/>
          </a:p>
        </p:txBody>
      </p:sp>
      <p:pic>
        <p:nvPicPr>
          <p:cNvPr id="262" name="Google Shape;262;p16"/>
          <p:cNvPicPr preferRelativeResize="0"/>
          <p:nvPr/>
        </p:nvPicPr>
        <p:blipFill rotWithShape="1">
          <a:blip r:embed="rId3">
            <a:alphaModFix/>
          </a:blip>
          <a:srcRect b="0" l="0" r="0" t="0"/>
          <a:stretch/>
        </p:blipFill>
        <p:spPr>
          <a:xfrm>
            <a:off x="3849664" y="3131735"/>
            <a:ext cx="6726626" cy="352068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7"/>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t/>
            </a:r>
            <a:endParaRPr/>
          </a:p>
        </p:txBody>
      </p:sp>
      <p:sp>
        <p:nvSpPr>
          <p:cNvPr id="268" name="Google Shape;268;p17"/>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1800"/>
              <a:buNone/>
            </a:pPr>
            <a:r>
              <a:t/>
            </a:r>
            <a:endParaRPr/>
          </a:p>
        </p:txBody>
      </p:sp>
      <p:pic>
        <p:nvPicPr>
          <p:cNvPr id="269" name="Google Shape;269;p17"/>
          <p:cNvPicPr preferRelativeResize="0"/>
          <p:nvPr/>
        </p:nvPicPr>
        <p:blipFill rotWithShape="1">
          <a:blip r:embed="rId3">
            <a:alphaModFix/>
          </a:blip>
          <a:srcRect b="0" l="0" r="0" t="0"/>
          <a:stretch/>
        </p:blipFill>
        <p:spPr>
          <a:xfrm>
            <a:off x="1553671" y="178025"/>
            <a:ext cx="9950941" cy="4268427"/>
          </a:xfrm>
          <a:prstGeom prst="rect">
            <a:avLst/>
          </a:prstGeom>
          <a:noFill/>
          <a:ln>
            <a:noFill/>
          </a:ln>
        </p:spPr>
      </p:pic>
      <p:pic>
        <p:nvPicPr>
          <p:cNvPr id="270" name="Google Shape;270;p17"/>
          <p:cNvPicPr preferRelativeResize="0"/>
          <p:nvPr/>
        </p:nvPicPr>
        <p:blipFill rotWithShape="1">
          <a:blip r:embed="rId4">
            <a:alphaModFix/>
          </a:blip>
          <a:srcRect b="0" l="0" r="0" t="0"/>
          <a:stretch/>
        </p:blipFill>
        <p:spPr>
          <a:xfrm>
            <a:off x="2031101" y="4444307"/>
            <a:ext cx="9473511" cy="195771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18"/>
          <p:cNvSpPr txBox="1"/>
          <p:nvPr>
            <p:ph idx="1" type="body"/>
          </p:nvPr>
        </p:nvSpPr>
        <p:spPr>
          <a:xfrm>
            <a:off x="1723364" y="248156"/>
            <a:ext cx="8915400" cy="6609844"/>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SzPts val="1900"/>
              <a:buNone/>
            </a:pPr>
            <a:r>
              <a:rPr b="1" lang="en-US" sz="1900"/>
              <a:t>TIME AND FREQUENCY DOMA</a:t>
            </a:r>
            <a:r>
              <a:rPr lang="en-US"/>
              <a:t>IN </a:t>
            </a:r>
            <a:endParaRPr/>
          </a:p>
          <a:p>
            <a:pPr indent="-342900" lvl="0" marL="342900" rtl="0" algn="just">
              <a:lnSpc>
                <a:spcPct val="150000"/>
              </a:lnSpc>
              <a:spcBef>
                <a:spcPts val="1000"/>
              </a:spcBef>
              <a:spcAft>
                <a:spcPts val="0"/>
              </a:spcAft>
              <a:buSzPts val="1800"/>
              <a:buChar char="🠶"/>
            </a:pPr>
            <a:r>
              <a:rPr lang="en-US"/>
              <a:t> A sine wave is comprehensively defined by its amplitude, frequency, and phase. We have been showing a sine wave by using what is called a time-domain plot. The time-domain plot shows changes in signal amplitude with respect to time (it is an amplitude-versus-time plot). Phase is not explicitly shown on a time-domain plot. </a:t>
            </a:r>
            <a:endParaRPr/>
          </a:p>
          <a:p>
            <a:pPr indent="-342900" lvl="0" marL="342900" rtl="0" algn="just">
              <a:lnSpc>
                <a:spcPct val="150000"/>
              </a:lnSpc>
              <a:spcBef>
                <a:spcPts val="1000"/>
              </a:spcBef>
              <a:spcAft>
                <a:spcPts val="0"/>
              </a:spcAft>
              <a:buSzPts val="1800"/>
              <a:buChar char="🠶"/>
            </a:pPr>
            <a:r>
              <a:rPr lang="en-US"/>
              <a:t>To show the relationship between amplitude and frequency, we can use what is called a frequency-domain plot. A frequency-domain plot is concerned with only the peak value and the frequency. Changes of amplitude during one period are not shown. Figure 3.8 shows a signal in both the time and frequency domains.</a:t>
            </a:r>
            <a:endParaRPr/>
          </a:p>
          <a:p>
            <a:pPr indent="-228600" lvl="0" marL="342900" rtl="0" algn="just">
              <a:lnSpc>
                <a:spcPct val="150000"/>
              </a:lnSpc>
              <a:spcBef>
                <a:spcPts val="1000"/>
              </a:spcBef>
              <a:spcAft>
                <a:spcPts val="0"/>
              </a:spcAft>
              <a:buSzPts val="18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19"/>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t/>
            </a:r>
            <a:endParaRPr/>
          </a:p>
        </p:txBody>
      </p:sp>
      <p:sp>
        <p:nvSpPr>
          <p:cNvPr id="281" name="Google Shape;281;p19"/>
          <p:cNvSpPr txBox="1"/>
          <p:nvPr>
            <p:ph idx="1" type="body"/>
          </p:nvPr>
        </p:nvSpPr>
        <p:spPr>
          <a:xfrm>
            <a:off x="3390323" y="2293417"/>
            <a:ext cx="8915400" cy="3777622"/>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1800"/>
              <a:buNone/>
            </a:pPr>
            <a:r>
              <a:t/>
            </a:r>
            <a:endParaRPr/>
          </a:p>
        </p:txBody>
      </p:sp>
      <p:pic>
        <p:nvPicPr>
          <p:cNvPr id="282" name="Google Shape;282;p19"/>
          <p:cNvPicPr preferRelativeResize="0"/>
          <p:nvPr/>
        </p:nvPicPr>
        <p:blipFill rotWithShape="1">
          <a:blip r:embed="rId3">
            <a:alphaModFix/>
          </a:blip>
          <a:srcRect b="0" l="0" r="0" t="0"/>
          <a:stretch/>
        </p:blipFill>
        <p:spPr>
          <a:xfrm>
            <a:off x="1512971" y="235693"/>
            <a:ext cx="10147651" cy="635122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0"/>
          <p:cNvSpPr txBox="1"/>
          <p:nvPr>
            <p:ph idx="1" type="body"/>
          </p:nvPr>
        </p:nvSpPr>
        <p:spPr>
          <a:xfrm>
            <a:off x="1755732" y="248156"/>
            <a:ext cx="8915400" cy="4793182"/>
          </a:xfrm>
          <a:prstGeom prst="rect">
            <a:avLst/>
          </a:prstGeom>
          <a:noFill/>
          <a:ln>
            <a:noFill/>
          </a:ln>
        </p:spPr>
        <p:txBody>
          <a:bodyPr anchorCtr="0" anchor="t" bIns="45700" lIns="91425" spcFirstLastPara="1" rIns="91425" wrap="square" tIns="45700">
            <a:normAutofit fontScale="92500" lnSpcReduction="10000"/>
          </a:bodyPr>
          <a:lstStyle/>
          <a:p>
            <a:pPr indent="-342931" lvl="0" marL="342900" rtl="0" algn="just">
              <a:lnSpc>
                <a:spcPct val="150000"/>
              </a:lnSpc>
              <a:spcBef>
                <a:spcPts val="0"/>
              </a:spcBef>
              <a:spcAft>
                <a:spcPts val="0"/>
              </a:spcAft>
              <a:buSzPct val="100000"/>
              <a:buChar char="🠶"/>
            </a:pPr>
            <a:r>
              <a:rPr b="1" lang="en-US" sz="2100"/>
              <a:t>BANDWIDTH </a:t>
            </a:r>
            <a:endParaRPr/>
          </a:p>
          <a:p>
            <a:pPr indent="-342900" lvl="0" marL="342900" rtl="0" algn="just">
              <a:lnSpc>
                <a:spcPct val="150000"/>
              </a:lnSpc>
              <a:spcBef>
                <a:spcPts val="1000"/>
              </a:spcBef>
              <a:spcAft>
                <a:spcPts val="0"/>
              </a:spcAft>
              <a:buSzPct val="100000"/>
              <a:buChar char="🠶"/>
            </a:pPr>
            <a:r>
              <a:rPr lang="en-US"/>
              <a:t>The range of frequencies contained in a composite signal is its bandwidth. The bandwidth is normally a difference between two numbers. For example, if a composite signal contains frequencies between 1000 and 5000, its bandwidth is 5000 − 1000, or 4000. </a:t>
            </a:r>
            <a:endParaRPr/>
          </a:p>
          <a:p>
            <a:pPr indent="-342900" lvl="0" marL="342900" rtl="0" algn="just">
              <a:lnSpc>
                <a:spcPct val="150000"/>
              </a:lnSpc>
              <a:spcBef>
                <a:spcPts val="1000"/>
              </a:spcBef>
              <a:spcAft>
                <a:spcPts val="0"/>
              </a:spcAft>
              <a:buSzPct val="100000"/>
              <a:buChar char="🠶"/>
            </a:pPr>
            <a:r>
              <a:rPr lang="en-US"/>
              <a:t>The bandwidth of a composite signal is the difference between the highest and the lowest frequencies contained in that signal. Figure 3.13 shows the concept of bandwidth. The figure depicts two composite signals, one periodic and the other nonperiodic. The bandwidth of the periodic signal contains all integer frequencies between 1000 and 5000 (1000, 1001, 1002, . . .). The bandwidth of the nonperiodic signals has the same range, but the frequencies are continuous.</a:t>
            </a:r>
            <a:endParaRPr/>
          </a:p>
          <a:p>
            <a:pPr indent="-237172" lvl="0" marL="342900" rtl="0" algn="just">
              <a:lnSpc>
                <a:spcPct val="150000"/>
              </a:lnSpc>
              <a:spcBef>
                <a:spcPts val="1000"/>
              </a:spcBef>
              <a:spcAft>
                <a:spcPts val="0"/>
              </a:spcAft>
              <a:buSzPct val="1000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1"/>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t/>
            </a:r>
            <a:endParaRPr/>
          </a:p>
        </p:txBody>
      </p:sp>
      <p:sp>
        <p:nvSpPr>
          <p:cNvPr id="293" name="Google Shape;293;p21"/>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1800"/>
              <a:buNone/>
            </a:pPr>
            <a:r>
              <a:t/>
            </a:r>
            <a:endParaRPr/>
          </a:p>
        </p:txBody>
      </p:sp>
      <p:pic>
        <p:nvPicPr>
          <p:cNvPr id="294" name="Google Shape;294;p21"/>
          <p:cNvPicPr preferRelativeResize="0"/>
          <p:nvPr/>
        </p:nvPicPr>
        <p:blipFill rotWithShape="1">
          <a:blip r:embed="rId3">
            <a:alphaModFix/>
          </a:blip>
          <a:srcRect b="0" l="0" r="0" t="0"/>
          <a:stretch/>
        </p:blipFill>
        <p:spPr>
          <a:xfrm>
            <a:off x="1513212" y="234670"/>
            <a:ext cx="9661890" cy="573725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2"/>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ANALOG AND DIGITAL DATA</a:t>
            </a:r>
            <a:endParaRPr/>
          </a:p>
        </p:txBody>
      </p:sp>
      <p:sp>
        <p:nvSpPr>
          <p:cNvPr id="300" name="Google Shape;300;p22"/>
          <p:cNvSpPr txBox="1"/>
          <p:nvPr>
            <p:ph idx="1" type="body"/>
          </p:nvPr>
        </p:nvSpPr>
        <p:spPr>
          <a:xfrm>
            <a:off x="1100517" y="1149069"/>
            <a:ext cx="10404095" cy="5559228"/>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lang="en-US"/>
              <a:t>Data can be analog or digital. The term analog data refers to information that is continuous; digital data refers to information that has discrete states.</a:t>
            </a:r>
            <a:endParaRPr/>
          </a:p>
          <a:p>
            <a:pPr indent="-342900" lvl="0" marL="342900" rtl="0" algn="l">
              <a:spcBef>
                <a:spcPts val="1000"/>
              </a:spcBef>
              <a:spcAft>
                <a:spcPts val="0"/>
              </a:spcAft>
              <a:buSzPts val="1800"/>
              <a:buChar char="🠶"/>
            </a:pPr>
            <a:r>
              <a:rPr lang="en-US"/>
              <a:t> For example, an analog clock that has hour, minute, and second hands gives information in a continuous form; the movements of the hands are continuous.</a:t>
            </a:r>
            <a:endParaRPr/>
          </a:p>
          <a:p>
            <a:pPr indent="-342900" lvl="0" marL="342900" rtl="0" algn="l">
              <a:spcBef>
                <a:spcPts val="1000"/>
              </a:spcBef>
              <a:spcAft>
                <a:spcPts val="0"/>
              </a:spcAft>
              <a:buSzPts val="1800"/>
              <a:buChar char="🠶"/>
            </a:pPr>
            <a:r>
              <a:rPr lang="en-US"/>
              <a:t> On the other hand, a digital clock that reports the hours and the minutes will change suddenly from 8:05 to 8:06. </a:t>
            </a:r>
            <a:endParaRPr/>
          </a:p>
          <a:p>
            <a:pPr indent="-342900" lvl="0" marL="342900" rtl="0" algn="l">
              <a:spcBef>
                <a:spcPts val="1000"/>
              </a:spcBef>
              <a:spcAft>
                <a:spcPts val="0"/>
              </a:spcAft>
              <a:buSzPts val="1800"/>
              <a:buChar char="🠶"/>
            </a:pPr>
            <a:r>
              <a:rPr lang="en-US"/>
              <a:t>Analog data, such as the sounds made by a human voice, take on continuous values. When someone speaks, an analog wave is created in the air. This can be captured by a microphone and converted to an analog signal or sampled and converted to a digital signal.  </a:t>
            </a:r>
            <a:endParaRPr/>
          </a:p>
          <a:p>
            <a:pPr indent="-342900" lvl="0" marL="342900" rtl="0" algn="l">
              <a:spcBef>
                <a:spcPts val="1000"/>
              </a:spcBef>
              <a:spcAft>
                <a:spcPts val="0"/>
              </a:spcAft>
              <a:buSzPts val="1800"/>
              <a:buChar char="🠶"/>
            </a:pPr>
            <a:r>
              <a:rPr lang="en-US"/>
              <a:t>Digital data take on discrete values. For example, data are stored in computer memory in the form of 0s and 1s. They can be converted to a digital signal or modulated into an analog signal for transmission across a medium</a:t>
            </a:r>
            <a:endParaRPr/>
          </a:p>
          <a:p>
            <a:pPr indent="-228600" lvl="0" marL="342900" rtl="0" algn="l">
              <a:spcBef>
                <a:spcPts val="1000"/>
              </a:spcBef>
              <a:spcAft>
                <a:spcPts val="0"/>
              </a:spcAft>
              <a:buSzPts val="1800"/>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23"/>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ANALOG AND DIGITAL SIGNALS</a:t>
            </a:r>
            <a:endParaRPr/>
          </a:p>
        </p:txBody>
      </p:sp>
      <p:sp>
        <p:nvSpPr>
          <p:cNvPr id="306" name="Google Shape;306;p23"/>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1800"/>
              <a:buNone/>
            </a:pPr>
            <a:r>
              <a:t/>
            </a:r>
            <a:endParaRPr/>
          </a:p>
        </p:txBody>
      </p:sp>
      <p:pic>
        <p:nvPicPr>
          <p:cNvPr id="307" name="Google Shape;307;p23"/>
          <p:cNvPicPr preferRelativeResize="0"/>
          <p:nvPr/>
        </p:nvPicPr>
        <p:blipFill rotWithShape="1">
          <a:blip r:embed="rId3">
            <a:alphaModFix/>
          </a:blip>
          <a:srcRect b="0" l="0" r="0" t="0"/>
          <a:stretch/>
        </p:blipFill>
        <p:spPr>
          <a:xfrm>
            <a:off x="1645947" y="292196"/>
            <a:ext cx="10462577" cy="561902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24"/>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t/>
            </a:r>
            <a:endParaRPr/>
          </a:p>
        </p:txBody>
      </p:sp>
      <p:sp>
        <p:nvSpPr>
          <p:cNvPr id="313" name="Google Shape;313;p24"/>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1800"/>
              <a:buNone/>
            </a:pPr>
            <a:r>
              <a:t/>
            </a:r>
            <a:endParaRPr/>
          </a:p>
        </p:txBody>
      </p:sp>
      <p:pic>
        <p:nvPicPr>
          <p:cNvPr id="314" name="Google Shape;314;p24"/>
          <p:cNvPicPr preferRelativeResize="0"/>
          <p:nvPr/>
        </p:nvPicPr>
        <p:blipFill rotWithShape="1">
          <a:blip r:embed="rId3">
            <a:alphaModFix/>
          </a:blip>
          <a:srcRect b="0" l="0" r="0" t="0"/>
          <a:stretch/>
        </p:blipFill>
        <p:spPr>
          <a:xfrm>
            <a:off x="1618910" y="1264555"/>
            <a:ext cx="9466990" cy="413283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25"/>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t/>
            </a:r>
            <a:endParaRPr/>
          </a:p>
        </p:txBody>
      </p:sp>
      <p:sp>
        <p:nvSpPr>
          <p:cNvPr id="320" name="Google Shape;320;p25"/>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1800"/>
              <a:buNone/>
            </a:pPr>
            <a:r>
              <a:t/>
            </a:r>
            <a:endParaRPr/>
          </a:p>
        </p:txBody>
      </p:sp>
      <p:pic>
        <p:nvPicPr>
          <p:cNvPr id="321" name="Google Shape;321;p25"/>
          <p:cNvPicPr preferRelativeResize="0"/>
          <p:nvPr/>
        </p:nvPicPr>
        <p:blipFill rotWithShape="1">
          <a:blip r:embed="rId3">
            <a:alphaModFix/>
          </a:blip>
          <a:srcRect b="0" l="0" r="0" t="0"/>
          <a:stretch/>
        </p:blipFill>
        <p:spPr>
          <a:xfrm>
            <a:off x="1966126" y="473733"/>
            <a:ext cx="9832062" cy="498029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6"/>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t/>
            </a:r>
            <a:endParaRPr/>
          </a:p>
        </p:txBody>
      </p:sp>
      <p:sp>
        <p:nvSpPr>
          <p:cNvPr id="327" name="Google Shape;327;p26"/>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1800"/>
              <a:buNone/>
            </a:pPr>
            <a:r>
              <a:t/>
            </a:r>
            <a:endParaRPr/>
          </a:p>
        </p:txBody>
      </p:sp>
      <p:pic>
        <p:nvPicPr>
          <p:cNvPr id="328" name="Google Shape;328;p26"/>
          <p:cNvPicPr preferRelativeResize="0"/>
          <p:nvPr/>
        </p:nvPicPr>
        <p:blipFill rotWithShape="1">
          <a:blip r:embed="rId3">
            <a:alphaModFix/>
          </a:blip>
          <a:srcRect b="0" l="0" r="0" t="0"/>
          <a:stretch/>
        </p:blipFill>
        <p:spPr>
          <a:xfrm>
            <a:off x="1764881" y="99177"/>
            <a:ext cx="10243700" cy="605886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27"/>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t/>
            </a:r>
            <a:endParaRPr/>
          </a:p>
        </p:txBody>
      </p:sp>
      <p:sp>
        <p:nvSpPr>
          <p:cNvPr id="334" name="Google Shape;334;p27"/>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1800"/>
              <a:buNone/>
            </a:pPr>
            <a:r>
              <a:t/>
            </a:r>
            <a:endParaRPr/>
          </a:p>
        </p:txBody>
      </p:sp>
      <p:pic>
        <p:nvPicPr>
          <p:cNvPr id="335" name="Google Shape;335;p27"/>
          <p:cNvPicPr preferRelativeResize="0"/>
          <p:nvPr/>
        </p:nvPicPr>
        <p:blipFill rotWithShape="1">
          <a:blip r:embed="rId3">
            <a:alphaModFix/>
          </a:blip>
          <a:srcRect b="0" l="0" r="0" t="0"/>
          <a:stretch/>
        </p:blipFill>
        <p:spPr>
          <a:xfrm>
            <a:off x="2898996" y="796960"/>
            <a:ext cx="8170908" cy="552292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28"/>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t/>
            </a:r>
            <a:endParaRPr/>
          </a:p>
        </p:txBody>
      </p:sp>
      <p:sp>
        <p:nvSpPr>
          <p:cNvPr id="341" name="Google Shape;341;p28"/>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1800"/>
              <a:buNone/>
            </a:pPr>
            <a:r>
              <a:t/>
            </a:r>
            <a:endParaRPr/>
          </a:p>
        </p:txBody>
      </p:sp>
      <p:pic>
        <p:nvPicPr>
          <p:cNvPr id="342" name="Google Shape;342;p28"/>
          <p:cNvPicPr preferRelativeResize="0"/>
          <p:nvPr/>
        </p:nvPicPr>
        <p:blipFill rotWithShape="1">
          <a:blip r:embed="rId3">
            <a:alphaModFix/>
          </a:blip>
          <a:srcRect b="0" l="0" r="0" t="0"/>
          <a:stretch/>
        </p:blipFill>
        <p:spPr>
          <a:xfrm>
            <a:off x="1314544" y="278622"/>
            <a:ext cx="10190068" cy="647937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29"/>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t/>
            </a:r>
            <a:endParaRPr/>
          </a:p>
        </p:txBody>
      </p:sp>
      <p:sp>
        <p:nvSpPr>
          <p:cNvPr id="348" name="Google Shape;348;p29"/>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1800"/>
              <a:buNone/>
            </a:pPr>
            <a:r>
              <a:t/>
            </a:r>
            <a:endParaRPr/>
          </a:p>
        </p:txBody>
      </p:sp>
      <p:pic>
        <p:nvPicPr>
          <p:cNvPr id="349" name="Google Shape;349;p29"/>
          <p:cNvPicPr preferRelativeResize="0"/>
          <p:nvPr/>
        </p:nvPicPr>
        <p:blipFill rotWithShape="1">
          <a:blip r:embed="rId3">
            <a:alphaModFix/>
          </a:blip>
          <a:srcRect b="0" l="0" r="0" t="0"/>
          <a:stretch/>
        </p:blipFill>
        <p:spPr>
          <a:xfrm>
            <a:off x="1734622" y="323691"/>
            <a:ext cx="9909817" cy="620658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0"/>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t/>
            </a:r>
            <a:endParaRPr/>
          </a:p>
        </p:txBody>
      </p:sp>
      <p:pic>
        <p:nvPicPr>
          <p:cNvPr id="355" name="Google Shape;355;p30"/>
          <p:cNvPicPr preferRelativeResize="0"/>
          <p:nvPr/>
        </p:nvPicPr>
        <p:blipFill rotWithShape="1">
          <a:blip r:embed="rId3">
            <a:alphaModFix/>
          </a:blip>
          <a:srcRect b="0" l="0" r="0" t="0"/>
          <a:stretch/>
        </p:blipFill>
        <p:spPr>
          <a:xfrm>
            <a:off x="1644886" y="356239"/>
            <a:ext cx="9961006" cy="614975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2025-11-30T14:47:42Z</dcterms:created>
  <dc:creator>ASUS</dc:creator>
</cp:coreProperties>
</file>