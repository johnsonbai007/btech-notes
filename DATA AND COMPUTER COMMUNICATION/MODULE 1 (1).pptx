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3AC8-08D1-4CB8-9E33-61ED2D0E714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DA2B-4B09-4BFA-A4C2-8DAC499D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496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3AC8-08D1-4CB8-9E33-61ED2D0E714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DA2B-4B09-4BFA-A4C2-8DAC499D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485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3AC8-08D1-4CB8-9E33-61ED2D0E714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DA2B-4B09-4BFA-A4C2-8DAC499D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14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3AC8-08D1-4CB8-9E33-61ED2D0E714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DA2B-4B09-4BFA-A4C2-8DAC499D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579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3AC8-08D1-4CB8-9E33-61ED2D0E714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DA2B-4B09-4BFA-A4C2-8DAC499D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526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3AC8-08D1-4CB8-9E33-61ED2D0E714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DA2B-4B09-4BFA-A4C2-8DAC499D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781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3AC8-08D1-4CB8-9E33-61ED2D0E714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DA2B-4B09-4BFA-A4C2-8DAC499D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91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3AC8-08D1-4CB8-9E33-61ED2D0E714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DA2B-4B09-4BFA-A4C2-8DAC499D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913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3AC8-08D1-4CB8-9E33-61ED2D0E714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DA2B-4B09-4BFA-A4C2-8DAC499D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558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3AC8-08D1-4CB8-9E33-61ED2D0E714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DA2B-4B09-4BFA-A4C2-8DAC499D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429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3AC8-08D1-4CB8-9E33-61ED2D0E714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DA2B-4B09-4BFA-A4C2-8DAC499D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08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93AC8-08D1-4CB8-9E33-61ED2D0E714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8DA2B-4B09-4BFA-A4C2-8DAC499D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22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MODULE 1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ANJU MARKOSE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411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7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25" y="0"/>
            <a:ext cx="10113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2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7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700" y="0"/>
            <a:ext cx="7593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14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7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775" y="0"/>
            <a:ext cx="8932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85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7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50" y="0"/>
            <a:ext cx="8418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847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7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863" y="0"/>
            <a:ext cx="93122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873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8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688" y="0"/>
            <a:ext cx="8302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604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8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688" y="0"/>
            <a:ext cx="9826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736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8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950"/>
            <a:ext cx="12192000" cy="56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04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8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63" y="0"/>
            <a:ext cx="1030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43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8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838" y="0"/>
            <a:ext cx="8188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78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8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713" y="0"/>
            <a:ext cx="84089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432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8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175" y="0"/>
            <a:ext cx="9391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30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8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263" y="0"/>
            <a:ext cx="95138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472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8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0"/>
            <a:ext cx="8801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310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8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825" y="0"/>
            <a:ext cx="8896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283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9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938" y="0"/>
            <a:ext cx="78565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749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9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67" y="0"/>
            <a:ext cx="91228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510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9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63" y="0"/>
            <a:ext cx="10352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530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9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700" y="0"/>
            <a:ext cx="9625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85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9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838" y="0"/>
            <a:ext cx="97107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230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9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88" y="0"/>
            <a:ext cx="11045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03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9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200" y="0"/>
            <a:ext cx="8483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66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9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563" y="0"/>
            <a:ext cx="9031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660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9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825" y="0"/>
            <a:ext cx="86407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3371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09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875" y="0"/>
            <a:ext cx="93646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762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10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900" y="0"/>
            <a:ext cx="94726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550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_910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563" y="0"/>
            <a:ext cx="9031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010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</Words>
  <Application>Microsoft Office PowerPoint</Application>
  <PresentationFormat>Widescreen</PresentationFormat>
  <Paragraphs>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MODULE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ASUS</dc:creator>
  <cp:lastModifiedBy>ASUS</cp:lastModifiedBy>
  <cp:revision>1</cp:revision>
  <dcterms:created xsi:type="dcterms:W3CDTF">2025-12-02T03:52:06Z</dcterms:created>
  <dcterms:modified xsi:type="dcterms:W3CDTF">2025-12-02T03:52:31Z</dcterms:modified>
</cp:coreProperties>
</file>