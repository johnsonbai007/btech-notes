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</p:sldIdLst>
  <p:sldSz cx="9144000" cy="6858000" type="screen4x3"/>
  <p:notesSz cx="6858000" cy="9144000"/>
  <p:photoAlbum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0" d="100"/>
          <a:sy n="50" d="100"/>
        </p:scale>
        <p:origin x="-1253" y="-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67C8C-D37D-4285-9F45-DD8991F8B952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18BE1-192E-494F-8687-0BE88608BE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75058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67C8C-D37D-4285-9F45-DD8991F8B952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18BE1-192E-494F-8687-0BE88608BE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3552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67C8C-D37D-4285-9F45-DD8991F8B952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18BE1-192E-494F-8687-0BE88608BE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35363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67C8C-D37D-4285-9F45-DD8991F8B952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18BE1-192E-494F-8687-0BE88608BE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90475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67C8C-D37D-4285-9F45-DD8991F8B952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18BE1-192E-494F-8687-0BE88608BE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70862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67C8C-D37D-4285-9F45-DD8991F8B952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18BE1-192E-494F-8687-0BE88608BE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68012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67C8C-D37D-4285-9F45-DD8991F8B952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18BE1-192E-494F-8687-0BE88608BE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25535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67C8C-D37D-4285-9F45-DD8991F8B952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18BE1-192E-494F-8687-0BE88608BE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82727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67C8C-D37D-4285-9F45-DD8991F8B952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18BE1-192E-494F-8687-0BE88608BE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10057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67C8C-D37D-4285-9F45-DD8991F8B952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18BE1-192E-494F-8687-0BE88608BE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51128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67C8C-D37D-4285-9F45-DD8991F8B952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18BE1-192E-494F-8687-0BE88608BE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26126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E67C8C-D37D-4285-9F45-DD8991F8B952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F18BE1-192E-494F-8687-0BE88608BE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9668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86025"/>
            <a:ext cx="9144000" cy="18859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409595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52463"/>
            <a:ext cx="9144000" cy="55530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739849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69988"/>
            <a:ext cx="9144000" cy="45180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191337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4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03238"/>
            <a:ext cx="9144000" cy="58515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962606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5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5400"/>
            <a:ext cx="9144000" cy="680561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338675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6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06388"/>
            <a:ext cx="9144000" cy="62436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559223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7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038" y="0"/>
            <a:ext cx="8288337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793948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8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588" y="0"/>
            <a:ext cx="8885237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401028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9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8900"/>
            <a:ext cx="9144000" cy="667861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802782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725" y="0"/>
            <a:ext cx="871855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493348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1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06413"/>
            <a:ext cx="9144000" cy="58451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436329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2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42938"/>
            <a:ext cx="9144000" cy="55705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886124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3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513" y="0"/>
            <a:ext cx="8815387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201704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4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01688"/>
            <a:ext cx="9144000" cy="52546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894236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5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250" y="0"/>
            <a:ext cx="8189913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193854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6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58775"/>
            <a:ext cx="9144000" cy="613886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67493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7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58775"/>
            <a:ext cx="9144000" cy="61404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465742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8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213" y="0"/>
            <a:ext cx="8283575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778031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9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0175"/>
            <a:ext cx="9144000" cy="65976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398423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19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Anju markose</dc:creator>
  <cp:lastModifiedBy>Anju markose</cp:lastModifiedBy>
  <cp:revision>1</cp:revision>
  <dcterms:created xsi:type="dcterms:W3CDTF">2025-12-02T05:43:45Z</dcterms:created>
  <dcterms:modified xsi:type="dcterms:W3CDTF">2025-12-02T05:44:34Z</dcterms:modified>
</cp:coreProperties>
</file>