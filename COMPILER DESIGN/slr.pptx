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59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4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8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37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5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5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91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12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9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46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989F8-0ED3-4855-9895-34A5568BE24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FCD42-9E3E-4743-B537-0A788139F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63" y="148049"/>
            <a:ext cx="10985086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0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" y="1371600"/>
            <a:ext cx="121443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7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76212"/>
            <a:ext cx="112395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2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231"/>
            <a:ext cx="12192000" cy="60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6" y="302758"/>
            <a:ext cx="12020550" cy="233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6" y="2800526"/>
            <a:ext cx="11909718" cy="364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9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2025-03-06T06:05:31Z</dcterms:created>
  <dcterms:modified xsi:type="dcterms:W3CDTF">2025-03-06T06:05:46Z</dcterms:modified>
</cp:coreProperties>
</file>