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6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5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10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8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1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6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2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7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4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47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A3931-E728-43F1-B6EF-05A93EA95A61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83EEF-37EA-425F-8D01-A2C76DE52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40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33" y="609599"/>
            <a:ext cx="11408825" cy="568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1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9277"/>
            <a:ext cx="9831977" cy="645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7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48" y="398858"/>
            <a:ext cx="10869478" cy="28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1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34" y="110446"/>
            <a:ext cx="10119360" cy="65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0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5" y="766355"/>
            <a:ext cx="11505499" cy="538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4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09" y="250797"/>
            <a:ext cx="10505935" cy="64548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232571" y="1105989"/>
            <a:ext cx="165463" cy="261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52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44" y="766355"/>
            <a:ext cx="11114837" cy="527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6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52" y="638480"/>
            <a:ext cx="10615748" cy="6032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6651" y="69663"/>
            <a:ext cx="5921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2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3" y="89405"/>
            <a:ext cx="10885715" cy="64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8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</cp:revision>
  <dcterms:created xsi:type="dcterms:W3CDTF">2025-03-07T04:14:03Z</dcterms:created>
  <dcterms:modified xsi:type="dcterms:W3CDTF">2025-03-07T04:34:42Z</dcterms:modified>
</cp:coreProperties>
</file>