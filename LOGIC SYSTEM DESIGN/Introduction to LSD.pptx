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4" r:id="rId4"/>
    <p:sldId id="261" r:id="rId5"/>
    <p:sldId id="266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5AD7A-377D-ED86-98CC-7A03F7E11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A8B656-8165-3F45-B3CF-EEEA1ED11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388FD-C4EA-6C7A-F499-36491222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DBB33-90DE-159A-1117-5E7671F4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4BEEA-091D-A374-41D2-D5D7E946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877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4340-8305-8D72-D81C-1836554BE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0D947-34A6-3FA0-9B24-2039D1DFC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911D3-AD2F-6BE5-3E87-454866EC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FE07-61DB-2BA9-D866-344A1468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2DFB7-15B8-B640-D2A7-8B15B57E4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92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C738-2631-08F5-2946-F8204103E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96228-6739-F82D-6941-D3B2E6F3F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C5E2D-CAF9-C526-2627-C7F6A5A9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D2595-6349-F1DA-A814-72DAE992B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4A491-F609-FCA9-2385-E19052F4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D77F-815A-4CAA-901A-B80496DC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FBCEE-6485-B6DD-49D0-F371513008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AA54B-55D9-6A13-E476-D0DB02E3D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C20CA-D503-A618-B494-A5F0AEBC6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3C29F-4AC5-C5F1-6181-C7123378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D6D94-18A3-CA70-26E2-929DF95A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56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AEA66-CF82-9A15-206B-B220D2D6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CEFCE-82AD-41D5-2CBA-8EE5A94AC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1E265-BD6C-5BE6-91AF-FA126C529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3D5F4-F9DA-3762-9E25-5FF7064C5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75A13-C00E-5E38-D8AD-BD5478BB0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276B05-3C5B-42BE-920E-B31108C87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E4EFE0-F64A-58C7-74B5-1B0F7EBB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F8B19D-587E-8E28-D61C-FF031D3F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15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68079-5C4E-B9E5-7629-06F0D451D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92A27E-40B1-C485-083D-31E726F24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B9B76-9708-B959-FB3C-F4B20042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1058E-215D-5BDD-36C6-ACF775EB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8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4AC69-6BB1-2F0C-ED29-36C69CF74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FD2EA-FECF-D110-C9ED-578C8A0CD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F8053-E2FB-D198-C0C2-09C178A8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84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919F3-D4D8-B9E4-E0D5-1DE83E161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8487-DF0A-66DA-B22D-D54FC4062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FFBBB-513E-0D09-FC2E-D5A47FF4D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4E746-BCF2-E0A1-09B5-53310D384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B8F78-C498-C037-ABD0-21A7084C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C49E8-7132-3494-8EB1-2E5401B9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3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58C4-9BB7-A6C7-6C5E-71169967F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2F1A7-1CF3-1CEC-AB51-D01AA7B2B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74A53-FD68-97B0-BD0B-208724B99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91C23-0330-6018-8D70-7B23E5E6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CC82F-8DA4-607B-3DA6-3451E741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C3A14-27EF-2419-33E2-5E52EA3B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89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9B864-E558-CB8D-CB48-AD14D752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D580A-8A93-6FBD-D637-F4633EE3F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C0923-D836-84A2-7EBD-0BBAA9AD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1B227-D556-BB62-F3DD-8BAE96AA6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92C7E-C41C-54E3-1321-3A5D32DB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93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F339E8-7C75-76D3-C87C-C76852026C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9B827-C3CF-6A06-C36A-7EC07FF1F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AB95B-9E9A-788B-9E46-6237AD07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2E9B2-8962-AC82-1919-4B23B55E3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F4061-CE09-6330-C61F-56D2523E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18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0512B1-A7C0-58C4-571A-6D8BCED2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43CFD-6511-F587-9134-53A749694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F6813-37C6-A752-9BA4-03C94C133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8CF05-7D5E-43E1-B3E7-261406228283}" type="datetimeFigureOut">
              <a:rPr lang="en-IN" smtClean="0"/>
              <a:t>05-09-2023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57D69-4E51-80BA-03A6-3A076BFDE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E6FA5-4129-DC31-D991-B839DC98D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32CFA-34BC-4AE9-9A7A-D7CAF077C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49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03A70-9997-B206-178A-B2D0830C4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23829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Logic System Design</a:t>
            </a:r>
            <a:endParaRPr lang="en-US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ELECTRONICS-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4D515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electronics is </a:t>
            </a:r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study of electronic circuits that are used to process and control digital signals</a:t>
            </a:r>
            <a:r>
              <a:rPr lang="en-US" b="0" i="0" dirty="0">
                <a:solidFill>
                  <a:srgbClr val="4D515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4D515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contrast to analog electronics, where information is represented by a continuously varying voltage,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signals are represented by two discrete voltages or </a:t>
            </a:r>
            <a:r>
              <a:rPr 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levels.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8E6A3D-4A1E-A514-797A-0107A3F0A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712" y="3077496"/>
            <a:ext cx="7292247" cy="259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76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A110F1-C20E-E34F-E652-2B6E6174B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7" y="127819"/>
            <a:ext cx="9822426" cy="4463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5189EC-0A30-8046-EEA8-488FF987805B}"/>
              </a:ext>
            </a:extLst>
          </p:cNvPr>
          <p:cNvSpPr txBox="1"/>
          <p:nvPr/>
        </p:nvSpPr>
        <p:spPr>
          <a:xfrm>
            <a:off x="294967" y="4817807"/>
            <a:ext cx="102845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major drawback in the implementation of digital technique is that, “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real world is analog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most of the physical quantities are analog in nature”,  so quantities have to be converted into digital form for processing.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27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BB8874-350D-C316-18B4-AEA7A264A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51" y="641306"/>
            <a:ext cx="10382865" cy="572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25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gital Logic Gate Tutorial - Basic Logic Gates">
            <a:extLst>
              <a:ext uri="{FF2B5EF4-FFF2-40B4-BE49-F238E27FC236}">
                <a16:creationId xmlns:a16="http://schemas.microsoft.com/office/drawing/2014/main" id="{C68D20C6-A7DF-2061-E34F-C29A47DE3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349786"/>
            <a:ext cx="6440589" cy="259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do you mean by logic gates? - A Plus Topper">
            <a:extLst>
              <a:ext uri="{FF2B5EF4-FFF2-40B4-BE49-F238E27FC236}">
                <a16:creationId xmlns:a16="http://schemas.microsoft.com/office/drawing/2014/main" id="{ED5D0BA0-957A-0AF1-773C-7DC4A85E9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39" y="3814607"/>
            <a:ext cx="4531135" cy="310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ic Levels - SparkFun Learn">
            <a:extLst>
              <a:ext uri="{FF2B5EF4-FFF2-40B4-BE49-F238E27FC236}">
                <a16:creationId xmlns:a16="http://schemas.microsoft.com/office/drawing/2014/main" id="{96572452-224F-9705-91D9-509AAF12C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046" y="3804775"/>
            <a:ext cx="5067300" cy="293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4F32F2-52D1-1A51-07A5-C2F9EE17CEEA}"/>
              </a:ext>
            </a:extLst>
          </p:cNvPr>
          <p:cNvSpPr txBox="1"/>
          <p:nvPr/>
        </p:nvSpPr>
        <p:spPr>
          <a:xfrm>
            <a:off x="453513" y="57398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‘0’ and ‘1’ </a:t>
            </a:r>
            <a:endParaRPr lang="en-IN" sz="32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DDBD4B-E109-9DDA-BC6F-16917E63E9C2}"/>
              </a:ext>
            </a:extLst>
          </p:cNvPr>
          <p:cNvSpPr/>
          <p:nvPr/>
        </p:nvSpPr>
        <p:spPr>
          <a:xfrm>
            <a:off x="2113935" y="5594555"/>
            <a:ext cx="560439" cy="2458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5V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9FB15-FD0B-79B6-F4F3-A02C8F8CE0BC}"/>
              </a:ext>
            </a:extLst>
          </p:cNvPr>
          <p:cNvSpPr txBox="1"/>
          <p:nvPr/>
        </p:nvSpPr>
        <p:spPr>
          <a:xfrm>
            <a:off x="2674374" y="6003757"/>
            <a:ext cx="678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(supply)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1383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at Is Positive Logic And Negative Logic">
            <a:extLst>
              <a:ext uri="{FF2B5EF4-FFF2-40B4-BE49-F238E27FC236}">
                <a16:creationId xmlns:a16="http://schemas.microsoft.com/office/drawing/2014/main" id="{71957C10-B0E5-4BF4-FCBC-B5D60E997F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15"/>
          <a:stretch/>
        </p:blipFill>
        <p:spPr bwMode="auto">
          <a:xfrm>
            <a:off x="1140542" y="1170039"/>
            <a:ext cx="8662219" cy="482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41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9227444-3398-CCB6-8D5B-3F134CB1F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51" y="4144298"/>
            <a:ext cx="6805653" cy="23892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A50267-5677-067C-60C8-98A02827B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65" y="1007345"/>
            <a:ext cx="8934450" cy="25622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60E413A-848C-70A8-C6C3-0F056C893533}"/>
              </a:ext>
            </a:extLst>
          </p:cNvPr>
          <p:cNvSpPr txBox="1"/>
          <p:nvPr/>
        </p:nvSpPr>
        <p:spPr>
          <a:xfrm>
            <a:off x="481781" y="442452"/>
            <a:ext cx="10844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Technology used for the manufacturing of Digital IC…this is based on the design style and components used 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953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126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LSD</dc:title>
  <dc:creator>ANU C KUNJACHAN</dc:creator>
  <cp:lastModifiedBy>ANU C KUNJACHAN</cp:lastModifiedBy>
  <cp:revision>10</cp:revision>
  <dcterms:created xsi:type="dcterms:W3CDTF">2023-09-03T17:30:48Z</dcterms:created>
  <dcterms:modified xsi:type="dcterms:W3CDTF">2023-09-05T09:40:22Z</dcterms:modified>
</cp:coreProperties>
</file>