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5" r:id="rId19"/>
    <p:sldId id="276" r:id="rId20"/>
    <p:sldId id="277" r:id="rId21"/>
    <p:sldId id="278" r:id="rId22"/>
    <p:sldId id="274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314" r:id="rId42"/>
    <p:sldId id="315" r:id="rId43"/>
    <p:sldId id="316" r:id="rId44"/>
    <p:sldId id="317" r:id="rId45"/>
    <p:sldId id="318" r:id="rId46"/>
    <p:sldId id="297" r:id="rId47"/>
    <p:sldId id="300" r:id="rId48"/>
    <p:sldId id="303" r:id="rId49"/>
    <p:sldId id="302" r:id="rId50"/>
    <p:sldId id="304" r:id="rId51"/>
    <p:sldId id="305" r:id="rId52"/>
    <p:sldId id="306" r:id="rId53"/>
    <p:sldId id="301" r:id="rId54"/>
    <p:sldId id="299" r:id="rId55"/>
    <p:sldId id="307" r:id="rId56"/>
    <p:sldId id="308" r:id="rId57"/>
    <p:sldId id="309" r:id="rId58"/>
    <p:sldId id="310" r:id="rId59"/>
    <p:sldId id="311" r:id="rId60"/>
    <p:sldId id="312" r:id="rId61"/>
    <p:sldId id="313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4660"/>
  </p:normalViewPr>
  <p:slideViewPr>
    <p:cSldViewPr>
      <p:cViewPr varScale="1">
        <p:scale>
          <a:sx n="78" d="100"/>
          <a:sy n="78" d="100"/>
        </p:scale>
        <p:origin x="163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200400"/>
            <a:ext cx="8534400" cy="17526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Boolean Algebra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Postulates of Boolean Algebra. Basic theorems and Properties of Boolean Algebra. Boolean Functions - Canonical and Standard forms. Simplification of Boolean Functions- Using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Karnaugh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Map Method (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upto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five variables), Don’t care conditions, Product of sums simplification, Tabulation Method. Digital Logic Gates- Implementation of Boolean functions using basic and universal gates.</a:t>
            </a:r>
          </a:p>
          <a:p>
            <a:pPr algn="just"/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Times New Roman" pitchFamily="18" charset="0"/>
                <a:cs typeface="Times New Roman" pitchFamily="18" charset="0"/>
              </a:rPr>
              <a:t>Digital Logic Gates</a:t>
            </a:r>
            <a:endParaRPr lang="en-US" sz="4000" u="sng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766888"/>
            <a:ext cx="8229600" cy="471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228600" y="1066800"/>
            <a:ext cx="861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Logic gates are the basic building blocks of any digital circuit.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07017"/>
            <a:ext cx="8382000" cy="6643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"/>
            <a:ext cx="8763000" cy="6502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28600"/>
            <a:ext cx="7772400" cy="6234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"/>
            <a:ext cx="8763000" cy="6559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13333"/>
            <a:ext cx="8382000" cy="6087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52400"/>
            <a:ext cx="8610600" cy="666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28600"/>
            <a:ext cx="8458200" cy="646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Axioms and Laws of Boolean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lum bright="10000" contrast="32000"/>
          </a:blip>
          <a:srcRect/>
          <a:stretch>
            <a:fillRect/>
          </a:stretch>
        </p:blipFill>
        <p:spPr bwMode="auto">
          <a:xfrm>
            <a:off x="228600" y="2362200"/>
            <a:ext cx="8686799" cy="296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990600"/>
            <a:ext cx="3323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Complementation Laws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>
            <a:lum bright="8000" contrast="31000"/>
          </a:blip>
          <a:srcRect/>
          <a:stretch>
            <a:fillRect/>
          </a:stretch>
        </p:blipFill>
        <p:spPr bwMode="auto">
          <a:xfrm>
            <a:off x="685799" y="1828800"/>
            <a:ext cx="7684129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AND Laws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lum bright="19000" contrast="54000"/>
          </a:blip>
          <a:srcRect/>
          <a:stretch>
            <a:fillRect/>
          </a:stretch>
        </p:blipFill>
        <p:spPr bwMode="auto">
          <a:xfrm>
            <a:off x="381000" y="990600"/>
            <a:ext cx="586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04800" y="3581400"/>
            <a:ext cx="1624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OR Laws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>
            <a:lum bright="10000" contrast="16000"/>
          </a:blip>
          <a:srcRect/>
          <a:stretch>
            <a:fillRect/>
          </a:stretch>
        </p:blipFill>
        <p:spPr bwMode="auto">
          <a:xfrm>
            <a:off x="304800" y="4191000"/>
            <a:ext cx="714375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err="1">
                <a:latin typeface="Times New Roman" pitchFamily="18" charset="0"/>
                <a:cs typeface="Times New Roman" pitchFamily="18" charset="0"/>
              </a:rPr>
              <a:t>CommutativeLaw</a:t>
            </a:r>
            <a:endParaRPr lang="en-US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828800"/>
            <a:ext cx="660180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Law 1: A+B = B +A          </a:t>
            </a:r>
          </a:p>
          <a:p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law states that, A OR B is the same as B OR A,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lum bright="14000"/>
          </a:blip>
          <a:srcRect b="11077"/>
          <a:stretch>
            <a:fillRect/>
          </a:stretch>
        </p:blipFill>
        <p:spPr bwMode="auto">
          <a:xfrm>
            <a:off x="762000" y="3200400"/>
            <a:ext cx="64008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1000" y="1219200"/>
            <a:ext cx="8153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laws allow change in position of AND 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variables.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Law2:     </a:t>
            </a:r>
            <a:r>
              <a:rPr lang="en-US" dirty="0"/>
              <a:t>A.B=B.A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lum bright="33000"/>
          </a:blip>
          <a:srcRect t="4051"/>
          <a:stretch>
            <a:fillRect/>
          </a:stretch>
        </p:blipFill>
        <p:spPr bwMode="auto">
          <a:xfrm>
            <a:off x="597382" y="2504182"/>
            <a:ext cx="7823843" cy="336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Associative Laws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31867"/>
          <a:stretch>
            <a:fillRect/>
          </a:stretch>
        </p:blipFill>
        <p:spPr bwMode="auto">
          <a:xfrm>
            <a:off x="271249" y="1066800"/>
            <a:ext cx="6205751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1981200"/>
            <a:ext cx="73152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5715000"/>
            <a:ext cx="6705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199" y="381000"/>
            <a:ext cx="552558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524000"/>
            <a:ext cx="8597857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457200"/>
            <a:ext cx="2376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Distributive Laws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599" y="990600"/>
            <a:ext cx="432334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676400"/>
            <a:ext cx="8367357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200"/>
            <a:ext cx="67945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599" y="1905000"/>
            <a:ext cx="6549189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t="3232"/>
          <a:stretch>
            <a:fillRect/>
          </a:stretch>
        </p:blipFill>
        <p:spPr bwMode="auto">
          <a:xfrm>
            <a:off x="174721" y="1293244"/>
            <a:ext cx="8294768" cy="4497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04800"/>
            <a:ext cx="4946073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199" y="990600"/>
            <a:ext cx="8534401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800"/>
            <a:ext cx="82296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79" y="228600"/>
            <a:ext cx="9083221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1850" y="2819400"/>
            <a:ext cx="879215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2000"/>
            <a:ext cx="9099378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533399"/>
            <a:ext cx="8458200" cy="5715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763000" cy="1028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19200"/>
            <a:ext cx="894971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533400"/>
            <a:ext cx="8763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4724400"/>
            <a:ext cx="8828116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 b="64238"/>
          <a:stretch>
            <a:fillRect/>
          </a:stretch>
        </p:blipFill>
        <p:spPr bwMode="auto">
          <a:xfrm>
            <a:off x="73651" y="609600"/>
            <a:ext cx="8765549" cy="2043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 t="46394" b="42825"/>
          <a:stretch>
            <a:fillRect/>
          </a:stretch>
        </p:blipFill>
        <p:spPr bwMode="auto">
          <a:xfrm>
            <a:off x="0" y="2819400"/>
            <a:ext cx="8765549" cy="616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t="57100" b="32119"/>
          <a:stretch>
            <a:fillRect/>
          </a:stretch>
        </p:blipFill>
        <p:spPr bwMode="auto">
          <a:xfrm>
            <a:off x="0" y="3505200"/>
            <a:ext cx="8765549" cy="616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t="67807"/>
          <a:stretch>
            <a:fillRect/>
          </a:stretch>
        </p:blipFill>
        <p:spPr bwMode="auto">
          <a:xfrm>
            <a:off x="0" y="4267200"/>
            <a:ext cx="8765549" cy="1839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r>
              <a:rPr lang="en-US" b="1" dirty="0"/>
              <a:t>De Morgan’s Theorem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838200"/>
            <a:ext cx="8915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124201"/>
            <a:ext cx="7924800" cy="3276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" y="6477000"/>
            <a:ext cx="8915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990600"/>
            <a:ext cx="6653068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228600"/>
            <a:ext cx="392049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3581400"/>
            <a:ext cx="866775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04800"/>
            <a:ext cx="477012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066800"/>
            <a:ext cx="8839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0600" y="2209800"/>
            <a:ext cx="7579179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>
            <a:grayscl/>
            <a:lum contrast="48000"/>
          </a:blip>
          <a:srcRect/>
          <a:stretch>
            <a:fillRect/>
          </a:stretch>
        </p:blipFill>
        <p:spPr bwMode="auto">
          <a:xfrm>
            <a:off x="514350" y="4495800"/>
            <a:ext cx="862965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grayscl/>
            <a:lum contrast="66000"/>
          </a:blip>
          <a:srcRect/>
          <a:stretch>
            <a:fillRect/>
          </a:stretch>
        </p:blipFill>
        <p:spPr bwMode="auto">
          <a:xfrm>
            <a:off x="1143000" y="838199"/>
            <a:ext cx="6934200" cy="2514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grayscl/>
            <a:lum contrast="52000"/>
          </a:blip>
          <a:srcRect/>
          <a:stretch>
            <a:fillRect/>
          </a:stretch>
        </p:blipFill>
        <p:spPr bwMode="auto">
          <a:xfrm>
            <a:off x="304800" y="4191000"/>
            <a:ext cx="8658101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304800"/>
            <a:ext cx="477012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34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 Morgan’s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100" r="2199"/>
          <a:stretch>
            <a:fillRect/>
          </a:stretch>
        </p:blipFill>
        <p:spPr bwMode="auto">
          <a:xfrm>
            <a:off x="152400" y="1447800"/>
            <a:ext cx="8991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838200"/>
            <a:ext cx="89154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0" y="3886200"/>
            <a:ext cx="19932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Sum of Product =&gt;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Product  of Sum =&gt;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533400"/>
            <a:ext cx="8274653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743200"/>
            <a:ext cx="822007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b="53088"/>
          <a:stretch>
            <a:fillRect/>
          </a:stretch>
        </p:blipFill>
        <p:spPr bwMode="auto">
          <a:xfrm>
            <a:off x="0" y="228600"/>
            <a:ext cx="9109587" cy="2323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t="70783" b="13272"/>
          <a:stretch>
            <a:fillRect/>
          </a:stretch>
        </p:blipFill>
        <p:spPr bwMode="auto">
          <a:xfrm>
            <a:off x="34413" y="4181564"/>
            <a:ext cx="9109587" cy="789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t="48664" b="35392"/>
          <a:stretch>
            <a:fillRect/>
          </a:stretch>
        </p:blipFill>
        <p:spPr bwMode="auto">
          <a:xfrm>
            <a:off x="0" y="2819400"/>
            <a:ext cx="9109587" cy="789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t="84055"/>
          <a:stretch>
            <a:fillRect/>
          </a:stretch>
        </p:blipFill>
        <p:spPr bwMode="auto">
          <a:xfrm>
            <a:off x="0" y="5181600"/>
            <a:ext cx="9109587" cy="789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1000"/>
            <a:ext cx="890503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9144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495800"/>
            <a:ext cx="91440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biLevel thresh="50000"/>
          </a:blip>
          <a:srcRect/>
          <a:stretch>
            <a:fillRect/>
          </a:stretch>
        </p:blipFill>
        <p:spPr bwMode="auto">
          <a:xfrm>
            <a:off x="304800" y="1219200"/>
            <a:ext cx="8610600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biLevel thresh="50000"/>
          </a:blip>
          <a:srcRect/>
          <a:stretch>
            <a:fillRect/>
          </a:stretch>
        </p:blipFill>
        <p:spPr bwMode="auto">
          <a:xfrm>
            <a:off x="457199" y="609600"/>
            <a:ext cx="8305801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biLevel thresh="50000"/>
          </a:blip>
          <a:srcRect/>
          <a:stretch>
            <a:fillRect/>
          </a:stretch>
        </p:blipFill>
        <p:spPr bwMode="auto">
          <a:xfrm>
            <a:off x="228600" y="228601"/>
            <a:ext cx="87630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biLevel thresh="50000"/>
          </a:blip>
          <a:srcRect/>
          <a:stretch>
            <a:fillRect/>
          </a:stretch>
        </p:blipFill>
        <p:spPr bwMode="auto">
          <a:xfrm>
            <a:off x="5257800" y="838200"/>
            <a:ext cx="16954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914400"/>
            <a:ext cx="50026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Draw  the logic diagram for the given expression </a:t>
            </a:r>
            <a:r>
              <a:rPr lang="en-US" sz="2400" b="1" dirty="0"/>
              <a:t>f=</a:t>
            </a:r>
            <a:endParaRPr lang="en-US" b="1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biLevel thresh="50000"/>
          </a:blip>
          <a:srcRect/>
          <a:stretch>
            <a:fillRect/>
          </a:stretch>
        </p:blipFill>
        <p:spPr bwMode="auto">
          <a:xfrm>
            <a:off x="728663" y="1981200"/>
            <a:ext cx="768667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biLevel thresh="50000"/>
          </a:blip>
          <a:srcRect/>
          <a:stretch>
            <a:fillRect/>
          </a:stretch>
        </p:blipFill>
        <p:spPr bwMode="auto">
          <a:xfrm>
            <a:off x="914400" y="381000"/>
            <a:ext cx="58007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0"/>
            <a:ext cx="8574106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7825" y="2243138"/>
            <a:ext cx="584835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4875" y="709613"/>
            <a:ext cx="7334250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00" y="757238"/>
            <a:ext cx="7239000" cy="534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00" y="823913"/>
            <a:ext cx="7239000" cy="521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685800"/>
            <a:ext cx="7010400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://www.engineeringslab.com/tutorial_electrical/images2/571-1croppercapture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219200"/>
            <a:ext cx="7229475" cy="32670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3" y="1423988"/>
            <a:ext cx="7000875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2038" y="1081088"/>
            <a:ext cx="7019925" cy="469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4888" y="766763"/>
            <a:ext cx="7134225" cy="532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4413" y="890588"/>
            <a:ext cx="7115175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6338" y="1185863"/>
            <a:ext cx="6791325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4888" y="985838"/>
            <a:ext cx="7134225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5838" y="985838"/>
            <a:ext cx="7172325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3950" y="1104900"/>
            <a:ext cx="68961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0878270D45214FAEC0BE4347FF20F5" ma:contentTypeVersion="2" ma:contentTypeDescription="Create a new document." ma:contentTypeScope="" ma:versionID="1d4e4734975d0787c7f71dcf8f60d091">
  <xsd:schema xmlns:xsd="http://www.w3.org/2001/XMLSchema" xmlns:xs="http://www.w3.org/2001/XMLSchema" xmlns:p="http://schemas.microsoft.com/office/2006/metadata/properties" xmlns:ns2="d8c16487-0398-4b6e-9a0f-519d255dfaa0" targetNamespace="http://schemas.microsoft.com/office/2006/metadata/properties" ma:root="true" ma:fieldsID="1c229066ed7dd537124e8a26659c9bb5" ns2:_="">
    <xsd:import namespace="d8c16487-0398-4b6e-9a0f-519d255dfa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c16487-0398-4b6e-9a0f-519d255dfa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C445880-4C1C-4828-A67E-8EB6FA9E27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c16487-0398-4b6e-9a0f-519d255dfa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29D092-4EF5-4D18-98DD-AEF5D10E3B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ABF58C-F7C0-4C39-9F1D-018292BF4E8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167</Words>
  <Application>Microsoft Office PowerPoint</Application>
  <PresentationFormat>On-screen Show (4:3)</PresentationFormat>
  <Paragraphs>26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Calibri</vt:lpstr>
      <vt:lpstr>Times New Roman</vt:lpstr>
      <vt:lpstr>Wingdings</vt:lpstr>
      <vt:lpstr>Office Theme</vt:lpstr>
      <vt:lpstr>Module 2</vt:lpstr>
      <vt:lpstr>Digital Logic Gates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Axioms and Laws of Boolean Algebra</vt:lpstr>
      <vt:lpstr>PowerPoint Presentation</vt:lpstr>
      <vt:lpstr>AND Laws</vt:lpstr>
      <vt:lpstr>CommutativeLaw</vt:lpstr>
      <vt:lpstr>PowerPoint Presentation</vt:lpstr>
      <vt:lpstr>Associative Laws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 Morgan’s Theorem</vt:lpstr>
      <vt:lpstr>PowerPoint Presentation</vt:lpstr>
      <vt:lpstr>PowerPoint Presentation</vt:lpstr>
      <vt:lpstr>PowerPoint Presentation</vt:lpstr>
      <vt:lpstr>De Morgan’s Theorem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</dc:title>
  <dc:creator>ADMIN LLS</dc:creator>
  <cp:lastModifiedBy>ANU C KUNJACHAN</cp:lastModifiedBy>
  <cp:revision>12</cp:revision>
  <dcterms:created xsi:type="dcterms:W3CDTF">2006-08-16T00:00:00Z</dcterms:created>
  <dcterms:modified xsi:type="dcterms:W3CDTF">2023-10-11T10:36:08Z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0x0101006B0878270D45214FAEC0BE4347FF20F5</vt:lpwstr>
  </property>
</Properties>
</file>