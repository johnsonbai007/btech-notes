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847EC3-953C-49AF-B407-B4175C51319F}" type="datetimeFigureOut">
              <a:rPr lang="en-GB" smtClean="0"/>
              <a:t>23/09/2025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D61FC6-6E2B-48E8-B53F-DE5CE0E924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3272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6D248-DC98-44A2-98D7-87466A1266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99F09D-C8F4-0E1B-ABD4-3418D6567E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07A4C3-3AFB-F564-5F15-500EC73AE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CF3D5-CA93-4B6B-B2CC-5D872789A90D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741B4B-C47C-BDE7-E158-D1D9C8F3F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24A42-2DEF-F9E8-FBB3-49504E8E6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7F351-F98B-42BC-9780-E92028D8E8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743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C3981-9498-1DA7-0770-DE5347B79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68B6B-9F90-BFB8-0748-E727004D13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BB7AA3-DFA0-7C61-4BBE-B9CAEF5CB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E739E-5D84-4E1C-8C09-006629722736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47B924-CCDC-ACA2-328C-C83F0E20D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2A8EF-6B43-0C33-94AC-9D641B491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7F351-F98B-42BC-9780-E92028D8E8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8521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EA930-5738-0FE5-37E4-189F051B2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1F381-D868-233F-C759-A879DE3B01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6CC705-7D69-7877-91BC-C57292B7F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C6F13-639A-47B0-B230-115ADA9D9CF8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74977-E056-3822-B343-73324F963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78F53-623A-F0E4-7A73-E2F0B6F03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7F351-F98B-42BC-9780-E92028D8E8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6740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4250A-A337-AA1F-38EB-E6DBC1D4D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57228-50F2-F3A3-D264-142DBC0CE6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3C669F-708B-AC65-30F9-A4B2361AA2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FDA5E2-D717-7560-28A4-560936CDF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851E9-B101-4E74-B633-72D5928C31D4}" type="datetime1">
              <a:rPr lang="en-GB" smtClean="0"/>
              <a:t>23/09/2025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F5B020-C225-1744-373E-A60186225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746821-0AD3-DBAC-A1AE-307F624D1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7F351-F98B-42BC-9780-E92028D8E8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8194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BEAD-03F4-A298-2A61-1AA3A1BD8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74861E-2786-5C78-97B7-24D1203CEE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6EF717-D68C-5191-EE95-D77AB8779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F1214F-DB96-3AD7-1FEA-EDBED23B7C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B79084-6ED2-CEDB-DCB6-C17D78EEE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BB2813-436A-5F4F-F6C7-EFB992B5B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1E963-28E1-45E6-BF3F-AE19059E27EF}" type="datetime1">
              <a:rPr lang="en-GB" smtClean="0"/>
              <a:t>23/09/2025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556ECB-0197-16BA-4353-2D93FB7F4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6657D6-BCFA-A096-AAD9-5CF7169E3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7F351-F98B-42BC-9780-E92028D8E8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0298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4D5FC-7C94-0CF6-0097-2B67DB0FD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99EE20-A439-63BB-84B8-7BC83AC3E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36C60-9638-47B2-BD0C-A7918F499162}" type="datetime1">
              <a:rPr lang="en-GB" smtClean="0"/>
              <a:t>23/09/2025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6F57EC-7806-1FFF-27D1-5C64C84EE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A05731-40E8-F034-3DCE-B139ED77B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7F351-F98B-42BC-9780-E92028D8E8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8396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778964-4E6A-4694-7168-3B310E540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9646A-7CAA-417D-B76A-B0F966DDD6DC}" type="datetime1">
              <a:rPr lang="en-GB" smtClean="0"/>
              <a:t>23/09/2025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77F13E-37E7-4734-1A65-88D8F0B11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087846-F7A3-1533-E53E-B65CD7EA5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7F351-F98B-42BC-9780-E92028D8E8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5131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5F9AC-0AF0-D714-701B-CE1B8653B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F60A1-FC09-BBB9-37B1-FA3AD744A1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15768D-8AB4-6333-6F5C-87C4E516F4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8BE47E-5DC7-F026-F1C3-EDB52F356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80615-1BAF-41DE-BB5D-3C5E349A30E7}" type="datetime1">
              <a:rPr lang="en-GB" smtClean="0"/>
              <a:t>23/09/2025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20DA14-CDFC-921F-A3F4-B3D05547D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03601E-35BE-7959-4C03-4C2ADA9F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7F351-F98B-42BC-9780-E92028D8E8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8560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C4350-DF01-D638-6D37-9A313B6F2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5FC956-60C5-C0D6-802F-BB87A199E7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8B30BB-05DA-AC48-95C3-27231EEAEB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1B1982-A439-16BD-8175-3427CD0FB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83869-5AB5-48F5-9058-A60CCCD8A73A}" type="datetime1">
              <a:rPr lang="en-GB" smtClean="0"/>
              <a:t>23/09/2025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28E290-E001-EFBF-2B33-526E633E9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D63F8-F135-943F-3698-84616D03D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7F351-F98B-42BC-9780-E92028D8E8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8168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90110-CFCC-004D-EF18-7AA63D7E7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6B87AD-A665-3C8E-4C27-1211C3D5A1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491574-79DE-EE85-28FD-17DCB116A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8CD34-3156-4534-A81F-22ACFCE6DC37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99543-78A3-0E01-1E5D-87665293E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581F8-C5FD-6309-55BF-4460F6CDC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7F351-F98B-42BC-9780-E92028D8E8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699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7AB3BA-24DD-4BC9-F35D-230F4E47D9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7D8EC0-7B1E-5AA3-2A18-55245C601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08932-A4F4-EDC0-EE46-0EF005D92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FAE85-C113-46EA-908D-4A582025687E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3A3A1-260F-8E55-3420-2436A6648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C6FED-65A9-ADD0-0265-0DB7269C2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7F351-F98B-42BC-9780-E92028D8E8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6550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BF46D4-C091-3A42-3954-3C2D68E00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6F355D-81D1-A1E6-5BBF-62F7F07A8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6F7549-CF21-EE01-C4F2-342D0FA58B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F16831-D02E-40CA-8735-50EBE9F96B56}" type="datetime1">
              <a:rPr lang="en-GB" smtClean="0"/>
              <a:t>23/09/2025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143B01-B168-FF78-3307-AC5DC32E23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00294-D5E5-8733-F79F-3E94518F7C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B7F351-F98B-42BC-9780-E92028D8E8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3881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89C8D-17DC-6C17-B269-7E81972118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045" y="1554639"/>
            <a:ext cx="9715910" cy="2387600"/>
          </a:xfrm>
        </p:spPr>
        <p:txBody>
          <a:bodyPr>
            <a:normAutofit fontScale="90000"/>
          </a:bodyPr>
          <a:lstStyle/>
          <a:p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“Environmental Impact Assessment of Proposed Rough Stone and Gravel Quarry – </a:t>
            </a:r>
            <a:r>
              <a:rPr lang="en-GB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Karasanur</a:t>
            </a:r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Village, </a:t>
            </a:r>
            <a:r>
              <a:rPr lang="en-GB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Vanur</a:t>
            </a:r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Taluk, </a:t>
            </a:r>
            <a:r>
              <a:rPr lang="en-GB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Viluppuram</a:t>
            </a:r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District, Tamil Nadu”</a:t>
            </a:r>
            <a:b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81C692-9A70-A253-E087-8E009A479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38453" y="3174252"/>
            <a:ext cx="3018502" cy="2975743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IN" dirty="0"/>
              <a:t>                                                                     Team Members :</a:t>
            </a:r>
          </a:p>
          <a:p>
            <a:pPr algn="l"/>
            <a:r>
              <a:rPr lang="en-GB" dirty="0"/>
              <a:t>           Farzana Shereef</a:t>
            </a:r>
          </a:p>
          <a:p>
            <a:pPr algn="l"/>
            <a:r>
              <a:rPr lang="en-GB" dirty="0"/>
              <a:t>           Febin Biju</a:t>
            </a:r>
          </a:p>
          <a:p>
            <a:pPr algn="l"/>
            <a:r>
              <a:rPr lang="en-GB" dirty="0"/>
              <a:t>           Hanna Mariam Jiby</a:t>
            </a:r>
          </a:p>
          <a:p>
            <a:pPr algn="l"/>
            <a:r>
              <a:rPr lang="en-GB" dirty="0"/>
              <a:t>           Helena Tom</a:t>
            </a:r>
          </a:p>
          <a:p>
            <a:pPr algn="l"/>
            <a:r>
              <a:rPr lang="en-GB" dirty="0"/>
              <a:t>           Issac Jeevan</a:t>
            </a:r>
          </a:p>
          <a:p>
            <a:pPr algn="l"/>
            <a:r>
              <a:rPr lang="en-GB" dirty="0"/>
              <a:t>           </a:t>
            </a:r>
            <a:r>
              <a:rPr lang="en-GB" dirty="0" err="1"/>
              <a:t>Jestrin</a:t>
            </a:r>
            <a:r>
              <a:rPr lang="en-GB" dirty="0"/>
              <a:t> K Joice </a:t>
            </a:r>
          </a:p>
          <a:p>
            <a:pPr algn="l"/>
            <a:r>
              <a:rPr lang="en-GB" dirty="0"/>
              <a:t>           Johnson V Mathew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C0628-04BD-96CB-91EA-BAEFA8D99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7F351-F98B-42BC-9780-E92028D8E8FA}" type="slidenum">
              <a:rPr lang="en-GB" smtClean="0"/>
              <a:t>1</a:t>
            </a:fld>
            <a:r>
              <a:rPr lang="en-GB" dirty="0"/>
              <a:t>/11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E4C97E-A151-E0E2-CAD0-09710D89445D}"/>
              </a:ext>
            </a:extLst>
          </p:cNvPr>
          <p:cNvSpPr txBox="1"/>
          <p:nvPr/>
        </p:nvSpPr>
        <p:spPr>
          <a:xfrm>
            <a:off x="1317523" y="4670323"/>
            <a:ext cx="185377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Submitted To</a:t>
            </a:r>
          </a:p>
          <a:p>
            <a:r>
              <a:rPr lang="en-GB" b="1" dirty="0"/>
              <a:t>Mrs. AMRUTHA S</a:t>
            </a:r>
          </a:p>
          <a:p>
            <a:r>
              <a:rPr lang="en-GB" b="1" dirty="0"/>
              <a:t>A.P , CED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77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D39BC-6889-02E6-C27F-8ADD1FF4F6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760" y="-620077"/>
            <a:ext cx="9144000" cy="2387600"/>
          </a:xfrm>
        </p:spPr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A9DC85-E939-6C87-F60C-00E549AFF0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32038"/>
            <a:ext cx="9144000" cy="1655762"/>
          </a:xfrm>
        </p:spPr>
        <p:txBody>
          <a:bodyPr>
            <a:no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Impact Assessment (EIA) for the proposed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Rough Stone &amp; Gravel Quarry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Karasanur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Viluppuram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Tamil Nadu.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Conducted as per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EIA Notification, 2006 &amp; amendments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Aims to study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environment, assess impacts, and propose mitigation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Essential step for obtaining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Clearance (EC)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ensuring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sustainable mining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779988-0DC8-1122-DE4C-0A1E48638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7F351-F98B-42BC-9780-E92028D8E8FA}" type="slidenum">
              <a:rPr lang="en-GB" smtClean="0"/>
              <a:t>2</a:t>
            </a:fld>
            <a:r>
              <a:rPr lang="en-GB" dirty="0"/>
              <a:t>/11</a:t>
            </a:r>
          </a:p>
        </p:txBody>
      </p:sp>
    </p:spTree>
    <p:extLst>
      <p:ext uri="{BB962C8B-B14F-4D97-AF65-F5344CB8AC3E}">
        <p14:creationId xmlns:p14="http://schemas.microsoft.com/office/powerpoint/2010/main" val="1049402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BA57F-48B3-32D4-A666-09D6FE5D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732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597308A-77F8-8F1E-53A7-A83EFB00EE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218321"/>
            <a:ext cx="10290766" cy="55659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Proposed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Rough Stone &amp; Gravel Quarry Project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Location: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Karasanur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Village,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Vanur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Taluk,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Viluppuram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District, Tamil Nadu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Lease area: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2.02.5 Ha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 Cluster area: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9.02.5 Ha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Proponent: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Tmt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K. Rajamani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Consultant: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M/s. Global Mining Solutions (NABET Accredited)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Proposed production (5 years):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Rough Stone – 2,31,505 m³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Gravel – 33,696 m³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EIA conducted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 per EIA Notification 2006 &amp; amendments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Study carried out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March–May 2024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52B8C-DA0C-7799-D094-65A11391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7F351-F98B-42BC-9780-E92028D8E8FA}" type="slidenum">
              <a:rPr lang="en-GB" smtClean="0"/>
              <a:t>3</a:t>
            </a:fld>
            <a:r>
              <a:rPr lang="en-GB" dirty="0"/>
              <a:t>/11</a:t>
            </a:r>
          </a:p>
        </p:txBody>
      </p:sp>
    </p:spTree>
    <p:extLst>
      <p:ext uri="{BB962C8B-B14F-4D97-AF65-F5344CB8AC3E}">
        <p14:creationId xmlns:p14="http://schemas.microsoft.com/office/powerpoint/2010/main" val="2833827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D5ED3-5074-7BA1-4843-CA830EDE7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600" y="598805"/>
            <a:ext cx="10515600" cy="1325563"/>
          </a:xfrm>
        </p:spPr>
        <p:txBody>
          <a:bodyPr/>
          <a:lstStyle/>
          <a:p>
            <a:pPr algn="ctr"/>
            <a:r>
              <a:rPr lang="en-GB" b="1" dirty="0"/>
              <a:t>Objectives of EIA</a:t>
            </a:r>
            <a:br>
              <a:rPr lang="en-GB" b="1" dirty="0"/>
            </a:br>
            <a:endParaRPr lang="en-GB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647356F-2796-A184-811F-1016DEAD9F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26160" y="1669163"/>
            <a:ext cx="10342880" cy="4457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establish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baseline environmental conditions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(air, water, soil, noise, socio-economic).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assess potential impacts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quarrying activities on the environment and community.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propose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mitigation and management measures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minimizing adverse effects.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Management Plan (EMP)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sustainable quarry operations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E86C54-DE35-748D-3C8D-B9CC4B56A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7F351-F98B-42BC-9780-E92028D8E8FA}" type="slidenum">
              <a:rPr lang="en-GB" smtClean="0"/>
              <a:t>4</a:t>
            </a:fld>
            <a:r>
              <a:rPr lang="en-GB" dirty="0"/>
              <a:t>/11</a:t>
            </a:r>
          </a:p>
        </p:txBody>
      </p:sp>
    </p:spTree>
    <p:extLst>
      <p:ext uri="{BB962C8B-B14F-4D97-AF65-F5344CB8AC3E}">
        <p14:creationId xmlns:p14="http://schemas.microsoft.com/office/powerpoint/2010/main" val="3812701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DD7E7-3065-2419-E9FF-398A171DE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Environmental Conditions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B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51ADE36-8558-4853-2AE3-0767E436C9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49317"/>
            <a:ext cx="10886440" cy="3903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Study Area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10 km radius around the quarry; survey conducted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March–May 2024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Air Quality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PM₂.₅, PM₁₀, SO₂, NOx monitored at 6 locations; values compared with  NAAQS standards.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Water Quality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Surface &amp; ground water samples analyzed for physical, chemical, and biological parameters.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Noise &amp; Vibration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Baseline noise: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52–72 dB(A) (day)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40–65 dB(A) (night)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 vibration assessed for blasting safety.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CCB5EC-CF65-EBB5-C82D-84EEF5A52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7F351-F98B-42BC-9780-E92028D8E8FA}" type="slidenum">
              <a:rPr lang="en-GB" smtClean="0"/>
              <a:t>5</a:t>
            </a:fld>
            <a:r>
              <a:rPr lang="en-GB" dirty="0"/>
              <a:t>/11</a:t>
            </a:r>
          </a:p>
        </p:txBody>
      </p:sp>
    </p:spTree>
    <p:extLst>
      <p:ext uri="{BB962C8B-B14F-4D97-AF65-F5344CB8AC3E}">
        <p14:creationId xmlns:p14="http://schemas.microsoft.com/office/powerpoint/2010/main" val="3463850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EFAF4-21A7-2C2A-7F77-AA283C402F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2640" y="-335280"/>
            <a:ext cx="10170160" cy="2387600"/>
          </a:xfrm>
        </p:spPr>
        <p:txBody>
          <a:bodyPr>
            <a:normAutofit/>
          </a:bodyPr>
          <a:lstStyle/>
          <a:p>
            <a:r>
              <a:rPr lang="en-GB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Management Plan (EMP)</a:t>
            </a:r>
            <a:br>
              <a:rPr lang="en-GB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E428D60-1643-F004-E71D-8FF95F22466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53160" y="1907362"/>
            <a:ext cx="9885680" cy="4455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Air Pollution Control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Wet drilling, controlled blasting, water sprinkling, greenbelt (1300 saplings).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Water &amp; Waste Management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Stormwater drainage, reuse of quarry pit water, proper disposal of solid &amp; domestic waste.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Noise &amp; Vibration Control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Controlled blasting, maintenance of machinery, use of PPE for workers.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Socio-Economic Measures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Employment generation, CSR activities, health &amp; safety training for workers.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206785-B52F-1637-E395-6EF1D6FD0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7F351-F98B-42BC-9780-E92028D8E8FA}" type="slidenum">
              <a:rPr lang="en-GB" smtClean="0"/>
              <a:t>6</a:t>
            </a:fld>
            <a:r>
              <a:rPr lang="en-GB" dirty="0"/>
              <a:t>/11</a:t>
            </a:r>
          </a:p>
        </p:txBody>
      </p:sp>
    </p:spTree>
    <p:extLst>
      <p:ext uri="{BB962C8B-B14F-4D97-AF65-F5344CB8AC3E}">
        <p14:creationId xmlns:p14="http://schemas.microsoft.com/office/powerpoint/2010/main" val="587818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AD29E-D636-3AC3-725D-E5EB49B58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602" y="365125"/>
            <a:ext cx="10515600" cy="1325563"/>
          </a:xfrm>
        </p:spPr>
        <p:txBody>
          <a:bodyPr/>
          <a:lstStyle/>
          <a:p>
            <a:r>
              <a:rPr lang="en-US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Risk Assessment and Disaster Management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532D262-21C3-98B4-F077-65E9FA79B56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30798" y="1449021"/>
            <a:ext cx="10076727" cy="5011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Controlled Blasting &amp; Safety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Use of line drilling, controlled blasting, protective gear, and trained supervisors to reduce vibration, dust, and accident risks.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Risk Identification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Monitoring slope stability, dust exposure, and equipment handling hazards.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Emergency Response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Prepared ERP with clear staff roles, firefighting measures, and evacuation plan.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Health &amp; Disaster Preparedness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First-aid/medical support, tie-up with hospitals, and cluster-level planning for floods, heavy rains, and other calamities.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CB94CD-F15F-B5DA-E5CA-9C13F90CE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7F351-F98B-42BC-9780-E92028D8E8FA}" type="slidenum">
              <a:rPr lang="en-GB" smtClean="0"/>
              <a:t>7</a:t>
            </a:fld>
            <a:r>
              <a:rPr lang="en-GB" dirty="0"/>
              <a:t>/11</a:t>
            </a:r>
          </a:p>
        </p:txBody>
      </p:sp>
    </p:spTree>
    <p:extLst>
      <p:ext uri="{BB962C8B-B14F-4D97-AF65-F5344CB8AC3E}">
        <p14:creationId xmlns:p14="http://schemas.microsoft.com/office/powerpoint/2010/main" val="3700545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E35AB-10FE-B30B-BE4F-47DEA2071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lang="en-GB" b="1" dirty="0"/>
              <a:t>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252ADEA-C494-95CB-77CE-67BB06DCC6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72318"/>
            <a:ext cx="10852230" cy="4457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 Development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Improves local roads, transport facilities, and availability of construction materials.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Employment Generation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Creates direct and indirect jobs for skilled, semi-skilled, and unskilled workers.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Socio-Economic Growth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Boosts income opportunities for nearby villages and supports local businesses.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Community Support &amp; Greenbelt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Funds for CSR/CER activities, plantation, and environmental protection measures.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4C4BA2-774C-54A1-755E-FB075597F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7F351-F98B-42BC-9780-E92028D8E8FA}" type="slidenum">
              <a:rPr lang="en-GB" smtClean="0"/>
              <a:t>8</a:t>
            </a:fld>
            <a:r>
              <a:rPr lang="en-GB" dirty="0"/>
              <a:t>/11</a:t>
            </a:r>
          </a:p>
        </p:txBody>
      </p:sp>
    </p:spTree>
    <p:extLst>
      <p:ext uri="{BB962C8B-B14F-4D97-AF65-F5344CB8AC3E}">
        <p14:creationId xmlns:p14="http://schemas.microsoft.com/office/powerpoint/2010/main" val="1975165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EE317-70BD-2C70-1107-A8C86299BC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3529" y="-972655"/>
            <a:ext cx="9144000" cy="2387600"/>
          </a:xfrm>
        </p:spPr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D083774-8E3B-8B84-BE45-B6DE01D800D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963838" y="1992025"/>
            <a:ext cx="8993529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is planned with scientific mining methods ensuring safety and sustainability.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Anticipated environmental impacts are minor and will be mitigated with proper measures.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EMP, greenbelt, and monitoring programs will protect the local environment.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will bring economic, social, and infrastructure benefits to the region.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8D593B-68F7-5933-D9BB-38E89B523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7F351-F98B-42BC-9780-E92028D8E8FA}" type="slidenum">
              <a:rPr lang="en-GB" smtClean="0"/>
              <a:t>9</a:t>
            </a:fld>
            <a:r>
              <a:rPr lang="en-GB" dirty="0"/>
              <a:t>/11</a:t>
            </a:r>
          </a:p>
        </p:txBody>
      </p:sp>
    </p:spTree>
    <p:extLst>
      <p:ext uri="{BB962C8B-B14F-4D97-AF65-F5344CB8AC3E}">
        <p14:creationId xmlns:p14="http://schemas.microsoft.com/office/powerpoint/2010/main" val="506862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6C88B-79FF-28F3-5192-62027079C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2C43C-CE97-E238-A8B6-CB92DCB9C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Draft EIA/EMP Report for the Proposed Rough Stone and Gravel Quarry at </a:t>
            </a:r>
            <a:r>
              <a:rPr lang="en-GB" dirty="0" err="1"/>
              <a:t>Karasanur</a:t>
            </a:r>
            <a:r>
              <a:rPr lang="en-GB" dirty="0"/>
              <a:t> Village, </a:t>
            </a:r>
            <a:r>
              <a:rPr lang="en-GB" dirty="0" err="1"/>
              <a:t>Vanur</a:t>
            </a:r>
            <a:r>
              <a:rPr lang="en-GB" dirty="0"/>
              <a:t> Taluk, </a:t>
            </a:r>
            <a:r>
              <a:rPr lang="en-GB" dirty="0" err="1"/>
              <a:t>Viluppuram</a:t>
            </a:r>
            <a:r>
              <a:rPr lang="en-GB" dirty="0"/>
              <a:t> District, Tamil Nadu. Prepared by </a:t>
            </a:r>
            <a:r>
              <a:rPr lang="en-GB" i="1" dirty="0"/>
              <a:t>M/s. Global Mining Solutions</a:t>
            </a:r>
            <a:r>
              <a:rPr lang="en-GB" dirty="0"/>
              <a:t>, August 2024.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715CE-4F98-B2C2-A74F-38FB0AA9C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7F351-F98B-42BC-9780-E92028D8E8FA}" type="slidenum">
              <a:rPr lang="en-GB" smtClean="0"/>
              <a:t>10</a:t>
            </a:fld>
            <a:r>
              <a:rPr lang="en-GB" dirty="0"/>
              <a:t>/11</a:t>
            </a:r>
          </a:p>
        </p:txBody>
      </p:sp>
    </p:spTree>
    <p:extLst>
      <p:ext uri="{BB962C8B-B14F-4D97-AF65-F5344CB8AC3E}">
        <p14:creationId xmlns:p14="http://schemas.microsoft.com/office/powerpoint/2010/main" val="490486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91113-F864-43E7-60AD-7A7F6F5EB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71717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B603E-6D53-1297-005F-E13444503D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A9699C-6D5D-D08F-2999-BE18FF273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7F351-F98B-42BC-9780-E92028D8E8FA}" type="slidenum">
              <a:rPr lang="en-GB" smtClean="0"/>
              <a:t>11</a:t>
            </a:fld>
            <a:r>
              <a:rPr lang="en-GB" dirty="0"/>
              <a:t>/11</a:t>
            </a:r>
          </a:p>
        </p:txBody>
      </p:sp>
    </p:spTree>
    <p:extLst>
      <p:ext uri="{BB962C8B-B14F-4D97-AF65-F5344CB8AC3E}">
        <p14:creationId xmlns:p14="http://schemas.microsoft.com/office/powerpoint/2010/main" val="42464396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715</Words>
  <Application>Microsoft Office PowerPoint</Application>
  <PresentationFormat>Widescreen</PresentationFormat>
  <Paragraphs>72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“Environmental Impact Assessment of Proposed Rough Stone and Gravel Quarry – Karasanur Village, Vanur Taluk, Viluppuram District, Tamil Nadu”  </vt:lpstr>
      <vt:lpstr>Introduction</vt:lpstr>
      <vt:lpstr>Project Overview</vt:lpstr>
      <vt:lpstr>Objectives of EIA </vt:lpstr>
      <vt:lpstr>Baseline Environmental Conditions </vt:lpstr>
      <vt:lpstr>Environmental Management Plan (EMP) </vt:lpstr>
      <vt:lpstr>Risk Assessment and Disaster Management </vt:lpstr>
      <vt:lpstr>Project Benefits</vt:lpstr>
      <vt:lpstr>Conclusion 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Johnson V Mathew</dc:creator>
  <cp:lastModifiedBy>Johnson V Mathew</cp:lastModifiedBy>
  <cp:revision>6</cp:revision>
  <dcterms:created xsi:type="dcterms:W3CDTF">2025-09-22T15:35:37Z</dcterms:created>
  <dcterms:modified xsi:type="dcterms:W3CDTF">2025-09-23T03:52:06Z</dcterms:modified>
</cp:coreProperties>
</file>